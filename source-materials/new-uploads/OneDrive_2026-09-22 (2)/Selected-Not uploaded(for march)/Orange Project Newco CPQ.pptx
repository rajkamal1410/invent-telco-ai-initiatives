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5.xml" ContentType="application/vnd.openxmlformats-officedocument.theme+xml"/>
  <Override PartName="/ppt/tags/tag3.xml" ContentType="application/vnd.openxmlformats-officedocument.presentationml.tags+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6.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7.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8.xml" ContentType="application/vnd.openxmlformats-officedocument.theme+xml"/>
  <Override PartName="/ppt/tags/tag4.xml" ContentType="application/vnd.openxmlformats-officedocument.presentationml.tags+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FBA7_AA6F2732.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FFEDE1_96063BDC.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7FFFF83F_7FF86C62.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tags/tag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10.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3" r:id="rId5"/>
    <p:sldMasterId id="2147483706" r:id="rId6"/>
    <p:sldMasterId id="2147483719" r:id="rId7"/>
    <p:sldMasterId id="2147483772" r:id="rId8"/>
    <p:sldMasterId id="2147483794" r:id="rId9"/>
    <p:sldMasterId id="2147483809" r:id="rId10"/>
    <p:sldMasterId id="2147483829" r:id="rId11"/>
    <p:sldMasterId id="2147483833" r:id="rId12"/>
  </p:sldMasterIdLst>
  <p:notesMasterIdLst>
    <p:notesMasterId r:id="rId113"/>
  </p:notesMasterIdLst>
  <p:sldIdLst>
    <p:sldId id="298" r:id="rId13"/>
    <p:sldId id="264" r:id="rId14"/>
    <p:sldId id="282" r:id="rId15"/>
    <p:sldId id="2147482769" r:id="rId16"/>
    <p:sldId id="314" r:id="rId17"/>
    <p:sldId id="2147482714" r:id="rId18"/>
    <p:sldId id="261" r:id="rId19"/>
    <p:sldId id="2147482041" r:id="rId20"/>
    <p:sldId id="2147482715" r:id="rId21"/>
    <p:sldId id="295" r:id="rId22"/>
    <p:sldId id="2147482535" r:id="rId23"/>
    <p:sldId id="2147482779" r:id="rId24"/>
    <p:sldId id="280" r:id="rId25"/>
    <p:sldId id="2147479009" r:id="rId26"/>
    <p:sldId id="2147481581" r:id="rId27"/>
    <p:sldId id="2147481561" r:id="rId28"/>
    <p:sldId id="2147481564" r:id="rId29"/>
    <p:sldId id="2147482780" r:id="rId30"/>
    <p:sldId id="308" r:id="rId31"/>
    <p:sldId id="2147483635" r:id="rId32"/>
    <p:sldId id="2147483636" r:id="rId33"/>
    <p:sldId id="2147482722" r:id="rId34"/>
    <p:sldId id="2147483633" r:id="rId35"/>
    <p:sldId id="2147481584" r:id="rId36"/>
    <p:sldId id="2147481684" r:id="rId37"/>
    <p:sldId id="2147481663" r:id="rId38"/>
    <p:sldId id="2147481672" r:id="rId39"/>
    <p:sldId id="2146847998" r:id="rId40"/>
    <p:sldId id="2146847962" r:id="rId41"/>
    <p:sldId id="2146847963" r:id="rId42"/>
    <p:sldId id="2146847961" r:id="rId43"/>
    <p:sldId id="2147482735" r:id="rId44"/>
    <p:sldId id="2147482734" r:id="rId45"/>
    <p:sldId id="2147483637" r:id="rId46"/>
    <p:sldId id="2147482737" r:id="rId47"/>
    <p:sldId id="2147482738" r:id="rId48"/>
    <p:sldId id="2146847993" r:id="rId49"/>
    <p:sldId id="2147482774" r:id="rId50"/>
    <p:sldId id="2147482775" r:id="rId51"/>
    <p:sldId id="2147482741" r:id="rId52"/>
    <p:sldId id="2147483638" r:id="rId53"/>
    <p:sldId id="257" r:id="rId54"/>
    <p:sldId id="2147483646" r:id="rId55"/>
    <p:sldId id="2147483647" r:id="rId56"/>
    <p:sldId id="256" r:id="rId57"/>
    <p:sldId id="263" r:id="rId58"/>
    <p:sldId id="265" r:id="rId59"/>
    <p:sldId id="259" r:id="rId60"/>
    <p:sldId id="258" r:id="rId61"/>
    <p:sldId id="260" r:id="rId62"/>
    <p:sldId id="262" r:id="rId63"/>
    <p:sldId id="267" r:id="rId64"/>
    <p:sldId id="2146848001" r:id="rId65"/>
    <p:sldId id="2146847979" r:id="rId66"/>
    <p:sldId id="2147482773" r:id="rId67"/>
    <p:sldId id="2147482772" r:id="rId68"/>
    <p:sldId id="324" r:id="rId69"/>
    <p:sldId id="2147482697" r:id="rId70"/>
    <p:sldId id="2147482708" r:id="rId71"/>
    <p:sldId id="2146847972" r:id="rId72"/>
    <p:sldId id="2147482762" r:id="rId73"/>
    <p:sldId id="2147482606" r:id="rId74"/>
    <p:sldId id="2147482605" r:id="rId75"/>
    <p:sldId id="2147482608" r:id="rId76"/>
    <p:sldId id="2147482609" r:id="rId77"/>
    <p:sldId id="2147482700" r:id="rId78"/>
    <p:sldId id="2147482701" r:id="rId79"/>
    <p:sldId id="2147482742" r:id="rId80"/>
    <p:sldId id="2147482743" r:id="rId81"/>
    <p:sldId id="2147482745" r:id="rId82"/>
    <p:sldId id="2147482746" r:id="rId83"/>
    <p:sldId id="2147482747" r:id="rId84"/>
    <p:sldId id="2147482748" r:id="rId85"/>
    <p:sldId id="2147482749" r:id="rId86"/>
    <p:sldId id="2147482750" r:id="rId87"/>
    <p:sldId id="2147482751" r:id="rId88"/>
    <p:sldId id="2147482752" r:id="rId89"/>
    <p:sldId id="2147482755" r:id="rId90"/>
    <p:sldId id="2147482763" r:id="rId91"/>
    <p:sldId id="2147482764" r:id="rId92"/>
    <p:sldId id="2146847994" r:id="rId93"/>
    <p:sldId id="2147482765" r:id="rId94"/>
    <p:sldId id="2147482766" r:id="rId95"/>
    <p:sldId id="2147482767" r:id="rId96"/>
    <p:sldId id="2146847996" r:id="rId97"/>
    <p:sldId id="2146848004" r:id="rId98"/>
    <p:sldId id="2146848003" r:id="rId99"/>
    <p:sldId id="2147482768" r:id="rId100"/>
    <p:sldId id="2146848005" r:id="rId101"/>
    <p:sldId id="2146848006" r:id="rId102"/>
    <p:sldId id="2146848007" r:id="rId103"/>
    <p:sldId id="2146848008" r:id="rId104"/>
    <p:sldId id="2146848010" r:id="rId105"/>
    <p:sldId id="2146848012" r:id="rId106"/>
    <p:sldId id="2147482713" r:id="rId107"/>
    <p:sldId id="293" r:id="rId108"/>
    <p:sldId id="2146847999" r:id="rId109"/>
    <p:sldId id="2147482706" r:id="rId110"/>
    <p:sldId id="2147482711" r:id="rId111"/>
    <p:sldId id="2147482776"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98ADD620-F276-4D8E-9116-4F5861FAC681}">
          <p14:sldIdLst>
            <p14:sldId id="298"/>
            <p14:sldId id="264"/>
            <p14:sldId id="282"/>
            <p14:sldId id="2147482769"/>
            <p14:sldId id="314"/>
            <p14:sldId id="2147482714"/>
            <p14:sldId id="261"/>
            <p14:sldId id="2147482041"/>
            <p14:sldId id="2147482715"/>
            <p14:sldId id="295"/>
            <p14:sldId id="2147482535"/>
            <p14:sldId id="2147482779"/>
            <p14:sldId id="280"/>
            <p14:sldId id="2147479009"/>
            <p14:sldId id="2147481581"/>
            <p14:sldId id="2147481561"/>
            <p14:sldId id="2147481564"/>
            <p14:sldId id="2147482780"/>
            <p14:sldId id="308"/>
            <p14:sldId id="2147483635"/>
            <p14:sldId id="2147483636"/>
            <p14:sldId id="2147482722"/>
            <p14:sldId id="2147483633"/>
            <p14:sldId id="2147481584"/>
            <p14:sldId id="2147481684"/>
            <p14:sldId id="2147481663"/>
            <p14:sldId id="2147481672"/>
            <p14:sldId id="2146847998"/>
            <p14:sldId id="2146847962"/>
            <p14:sldId id="2146847963"/>
            <p14:sldId id="2146847961"/>
            <p14:sldId id="2147482735"/>
            <p14:sldId id="2147482734"/>
            <p14:sldId id="2147483637"/>
            <p14:sldId id="2147482737"/>
            <p14:sldId id="2147482738"/>
            <p14:sldId id="2146847993"/>
            <p14:sldId id="2147482774"/>
            <p14:sldId id="2147482775"/>
            <p14:sldId id="2147482741"/>
            <p14:sldId id="2147483638"/>
            <p14:sldId id="257"/>
            <p14:sldId id="2147483646"/>
            <p14:sldId id="2147483647"/>
            <p14:sldId id="256"/>
            <p14:sldId id="263"/>
            <p14:sldId id="265"/>
            <p14:sldId id="259"/>
            <p14:sldId id="258"/>
            <p14:sldId id="260"/>
            <p14:sldId id="262"/>
            <p14:sldId id="267"/>
            <p14:sldId id="2146848001"/>
            <p14:sldId id="2146847979"/>
            <p14:sldId id="2147482773"/>
            <p14:sldId id="2147482772"/>
            <p14:sldId id="324"/>
            <p14:sldId id="2147482697"/>
            <p14:sldId id="2147482708"/>
            <p14:sldId id="2146847972"/>
            <p14:sldId id="2147482762"/>
            <p14:sldId id="2147482606"/>
            <p14:sldId id="2147482605"/>
            <p14:sldId id="2147482608"/>
            <p14:sldId id="2147482609"/>
            <p14:sldId id="2147482700"/>
            <p14:sldId id="2147482701"/>
          </p14:sldIdLst>
        </p14:section>
        <p14:section name="CSG" id="{11B3F65A-7161-4490-A943-553F38BB7828}">
          <p14:sldIdLst>
            <p14:sldId id="2147482742"/>
            <p14:sldId id="2147482743"/>
            <p14:sldId id="2147482745"/>
            <p14:sldId id="2147482746"/>
            <p14:sldId id="2147482747"/>
            <p14:sldId id="2147482748"/>
            <p14:sldId id="2147482749"/>
            <p14:sldId id="2147482750"/>
            <p14:sldId id="2147482751"/>
            <p14:sldId id="2147482752"/>
            <p14:sldId id="2147482755"/>
            <p14:sldId id="2147482763"/>
            <p14:sldId id="2147482764"/>
            <p14:sldId id="2146847994"/>
            <p14:sldId id="2147482765"/>
            <p14:sldId id="2147482766"/>
            <p14:sldId id="2147482767"/>
            <p14:sldId id="2146847996"/>
            <p14:sldId id="2146848004"/>
            <p14:sldId id="2146848003"/>
            <p14:sldId id="2147482768"/>
            <p14:sldId id="2146848005"/>
            <p14:sldId id="2146848006"/>
            <p14:sldId id="2146848007"/>
            <p14:sldId id="2146848008"/>
            <p14:sldId id="2146848010"/>
            <p14:sldId id="2146848012"/>
          </p14:sldIdLst>
        </p14:section>
        <p14:section name="support" id="{FF797A17-49C3-4A9D-9DD8-DDC568D6157C}">
          <p14:sldIdLst>
            <p14:sldId id="2147482713"/>
            <p14:sldId id="293"/>
            <p14:sldId id="2146847999"/>
            <p14:sldId id="2147482706"/>
            <p14:sldId id="2147482711"/>
            <p14:sldId id="214748277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E1C059-F3D4-C487-5905-A56462773A58}" name="Madhware, Saurabh" initials="SM" userId="S::saurabh-laxmikant.madhware@capgemini.com::89c0b39c-4f61-4700-b2bc-ddf3ae5d902e" providerId="AD"/>
  <p188:author id="{80718C7E-90BB-0BBB-1920-EA0E0A9C6DAC}" name="SHUTLER Keith OBS/MKT" initials="SO" userId="S::keith.shutler@orange.com::d22ecc07-062d-4f35-8494-f38e3bae4646" providerId="AD"/>
  <p188:author id="{AE5D01CC-77DF-28A5-F8F6-605563DD3260}" name="Vey Rajan-Edge (UK)" initials="VR" userId="S::senthil.v.rajan-edge@pwc.com::5f5b3d0d-b358-4221-9143-684d2fbc7b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994"/>
    <a:srgbClr val="C00000"/>
    <a:srgbClr val="FF7900"/>
    <a:srgbClr val="000000"/>
    <a:srgbClr val="FFB571"/>
    <a:srgbClr val="FFE4CC"/>
    <a:srgbClr val="FFD7CB"/>
    <a:srgbClr val="50BE87"/>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2111AD-77C4-4728-992D-4BEE48108B37}" v="13" dt="2026-02-26T08:22:13.58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44" autoAdjust="0"/>
  </p:normalViewPr>
  <p:slideViewPr>
    <p:cSldViewPr snapToGrid="0">
      <p:cViewPr varScale="1">
        <p:scale>
          <a:sx n="103" d="100"/>
          <a:sy n="103"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117" Type="http://schemas.openxmlformats.org/officeDocument/2006/relationships/tableStyles" Target="tableStyles.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slide" Target="slides/slide56.xml"/><Relationship Id="rId84" Type="http://schemas.openxmlformats.org/officeDocument/2006/relationships/slide" Target="slides/slide72.xml"/><Relationship Id="rId89" Type="http://schemas.openxmlformats.org/officeDocument/2006/relationships/slide" Target="slides/slide77.xml"/><Relationship Id="rId112" Type="http://schemas.openxmlformats.org/officeDocument/2006/relationships/slide" Target="slides/slide100.xml"/><Relationship Id="rId16" Type="http://schemas.openxmlformats.org/officeDocument/2006/relationships/slide" Target="slides/slide4.xml"/><Relationship Id="rId107" Type="http://schemas.openxmlformats.org/officeDocument/2006/relationships/slide" Target="slides/slide95.xml"/><Relationship Id="rId11" Type="http://schemas.openxmlformats.org/officeDocument/2006/relationships/slideMaster" Target="slideMasters/slideMaster8.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102" Type="http://schemas.openxmlformats.org/officeDocument/2006/relationships/slide" Target="slides/slide90.xml"/><Relationship Id="rId5" Type="http://schemas.openxmlformats.org/officeDocument/2006/relationships/slideMaster" Target="slideMasters/slideMaster2.xml"/><Relationship Id="rId90" Type="http://schemas.openxmlformats.org/officeDocument/2006/relationships/slide" Target="slides/slide78.xml"/><Relationship Id="rId95" Type="http://schemas.openxmlformats.org/officeDocument/2006/relationships/slide" Target="slides/slide83.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113" Type="http://schemas.openxmlformats.org/officeDocument/2006/relationships/notesMaster" Target="notesMasters/notesMaster1.xml"/><Relationship Id="rId118" Type="http://schemas.microsoft.com/office/2015/10/relationships/revisionInfo" Target="revisionInfo.xml"/><Relationship Id="rId80" Type="http://schemas.openxmlformats.org/officeDocument/2006/relationships/slide" Target="slides/slide68.xml"/><Relationship Id="rId85" Type="http://schemas.openxmlformats.org/officeDocument/2006/relationships/slide" Target="slides/slide73.xml"/><Relationship Id="rId12" Type="http://schemas.openxmlformats.org/officeDocument/2006/relationships/slideMaster" Target="slideMasters/slideMaster9.xml"/><Relationship Id="rId17" Type="http://schemas.openxmlformats.org/officeDocument/2006/relationships/slide" Target="slides/slide5.xml"/><Relationship Id="rId33" Type="http://schemas.openxmlformats.org/officeDocument/2006/relationships/slide" Target="slides/slide21.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08" Type="http://schemas.openxmlformats.org/officeDocument/2006/relationships/slide" Target="slides/slide96.xml"/><Relationship Id="rId54" Type="http://schemas.openxmlformats.org/officeDocument/2006/relationships/slide" Target="slides/slide42.xml"/><Relationship Id="rId70" Type="http://schemas.openxmlformats.org/officeDocument/2006/relationships/slide" Target="slides/slide58.xml"/><Relationship Id="rId75" Type="http://schemas.openxmlformats.org/officeDocument/2006/relationships/slide" Target="slides/slide63.xml"/><Relationship Id="rId91" Type="http://schemas.openxmlformats.org/officeDocument/2006/relationships/slide" Target="slides/slide79.xml"/><Relationship Id="rId96" Type="http://schemas.openxmlformats.org/officeDocument/2006/relationships/slide" Target="slides/slide84.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presProps" Target="presProps.xml"/><Relationship Id="rId119"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slide" Target="slides/slide66.xml"/><Relationship Id="rId81" Type="http://schemas.openxmlformats.org/officeDocument/2006/relationships/slide" Target="slides/slide69.xml"/><Relationship Id="rId86" Type="http://schemas.openxmlformats.org/officeDocument/2006/relationships/slide" Target="slides/slide74.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7" Type="http://schemas.openxmlformats.org/officeDocument/2006/relationships/slideMaster" Target="slideMasters/slideMaster4.xml"/><Relationship Id="rId71" Type="http://schemas.openxmlformats.org/officeDocument/2006/relationships/slide" Target="slides/slide59.xml"/><Relationship Id="rId92" Type="http://schemas.openxmlformats.org/officeDocument/2006/relationships/slide" Target="slides/slide80.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viewProps" Target="viewProps.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8" Type="http://schemas.openxmlformats.org/officeDocument/2006/relationships/slideMaster" Target="slideMasters/slideMaster5.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3" Type="http://schemas.openxmlformats.org/officeDocument/2006/relationships/customXml" Target="../customXml/item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s>
</file>

<file path=ppt/comments/modernComment_7FFFEDE1_96063BDC.xml><?xml version="1.0" encoding="utf-8"?>
<p188:cmLst xmlns:a="http://schemas.openxmlformats.org/drawingml/2006/main" xmlns:r="http://schemas.openxmlformats.org/officeDocument/2006/relationships" xmlns:p188="http://schemas.microsoft.com/office/powerpoint/2018/8/main">
  <p188:cm id="{C7CD0C5A-6C39-4826-B9E3-EF1E25E5EB4F}" authorId="{80718C7E-90BB-0BBB-1920-EA0E0A9C6DAC}" created="2025-02-24T12:58:13.845">
    <pc:sldMkLst xmlns:pc="http://schemas.microsoft.com/office/powerpoint/2013/main/command">
      <pc:docMk/>
      <pc:sldMk cId="2516990940" sldId="2147479009"/>
    </pc:sldMkLst>
    <p188:txBody>
      <a:bodyPr/>
      <a:lstStyle/>
      <a:p>
        <a:r>
          <a:rPr lang="en-US"/>
          <a:t>Account On Boarding - As we move to a more digital environment has all the tools/teams/portals/ been identified that we will use, as this will help work out how we can validate/confirm the entities and contacts are "real"</a:t>
        </a:r>
      </a:p>
    </p188:txBody>
  </p188:cm>
</p188:cmLst>
</file>

<file path=ppt/comments/modernComment_7FFFF83F_7FF86C62.xml><?xml version="1.0" encoding="utf-8"?>
<p188:cmLst xmlns:a="http://schemas.openxmlformats.org/drawingml/2006/main" xmlns:r="http://schemas.openxmlformats.org/officeDocument/2006/relationships" xmlns:p188="http://schemas.microsoft.com/office/powerpoint/2018/8/main">
  <p188:cm id="{653B970B-3B05-4FCD-BBAF-11E963EBF0FE}" authorId="{AE5D01CC-77DF-28A5-F8F6-605563DD3260}" status="resolved" created="2025-05-07T13:09:33.063">
    <ac:txMkLst xmlns:ac="http://schemas.microsoft.com/office/drawing/2013/main/command">
      <pc:docMk xmlns:pc="http://schemas.microsoft.com/office/powerpoint/2013/main/command"/>
      <pc:sldMk xmlns:pc="http://schemas.microsoft.com/office/powerpoint/2013/main/command" cId="2146987106" sldId="2147481663"/>
      <ac:graphicFrameMk id="3" creationId="{855A4CFF-8516-8BBA-05A9-D416C865AC25}"/>
      <ac:tblMk/>
      <ac:tcMk rowId="165695405" colId="1273575426"/>
      <ac:txMk cp="0" len="1">
        <ac:context len="13" hash="3652549571"/>
      </ac:txMk>
    </ac:txMkLst>
    <p188:pos x="2038970" y="2393401"/>
    <p188:txBody>
      <a:bodyPr/>
      <a:lstStyle/>
      <a:p>
        <a:r>
          <a:rPr lang="en-GB"/>
          <a:t>This terminology needs clarification - clarity around commercial change and EVP scope.</a:t>
        </a:r>
      </a:p>
    </p188:txBody>
  </p188:cm>
</p188:cmLst>
</file>

<file path=ppt/comments/modernComment_7FFFFBA7_AA6F2732.xml><?xml version="1.0" encoding="utf-8"?>
<p188:cmLst xmlns:a="http://schemas.openxmlformats.org/drawingml/2006/main" xmlns:r="http://schemas.openxmlformats.org/officeDocument/2006/relationships" xmlns:p188="http://schemas.microsoft.com/office/powerpoint/2018/8/main">
  <p188:cm id="{0E8D35F4-D386-4D1B-B0E4-EF0B655F9CB3}" authorId="{1CE1C059-F3D4-C487-5905-A56462773A58}" created="2025-09-10T11:24:39.073">
    <ac:deMkLst xmlns:ac="http://schemas.microsoft.com/office/drawing/2013/main/command">
      <pc:docMk xmlns:pc="http://schemas.microsoft.com/office/powerpoint/2013/main/command"/>
      <pc:sldMk xmlns:pc="http://schemas.microsoft.com/office/powerpoint/2013/main/command" cId="2859411250" sldId="2147482535"/>
      <ac:spMk id="362" creationId="{AFDBD87D-8F34-9738-0962-4D25CD7EA676}"/>
    </ac:deMkLst>
    <p188:txBody>
      <a:bodyPr/>
      <a:lstStyle/>
      <a:p>
        <a:r>
          <a:rPr lang="en-IN"/>
          <a:t>Finalised for MMP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2F810-6B09-4DA1-827E-941FAE4EE61A}" type="datetimeFigureOut">
              <a:rPr lang="en-US" smtClean="0"/>
              <a:t>2/26/2026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753FA-3643-441D-8CDC-5A22A0C968E0}" type="slidenum">
              <a:rPr lang="en-US" smtClean="0"/>
              <a:t>‹#›</a:t>
            </a:fld>
            <a:endParaRPr lang="en-US"/>
          </a:p>
        </p:txBody>
      </p:sp>
    </p:spTree>
    <p:extLst>
      <p:ext uri="{BB962C8B-B14F-4D97-AF65-F5344CB8AC3E}">
        <p14:creationId xmlns:p14="http://schemas.microsoft.com/office/powerpoint/2010/main" val="491901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orange0.sharepoint.com/:p:/r/sites/NewCobringup/Documents%20partages/General/6.%20Customer%20Journey%20%26%20User%20Experience%20Squad/Order%20to%20Bill/NewCo%20Customer%20Journey%20Steel%20Thread.pptx?d=w9f6ea90848b54619a72e17f30462d7d6&amp;csf=1&amp;web=1&amp;e=oiAHmf"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orange0.sharepoint.com/:p:/r/sites/NewCobringup/Documents%20partages/General/6.%20Customer%20Journey%20%26%20User%20Experience%20Squad/Order%20to%20Bill/NewCo%20Customer%20Journey%20Steel%20Thread.pptx?d=w9f6ea90848b54619a72e17f30462d7d6&amp;csf=1&amp;web=1&amp;e=oiAHmf"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range0.sharepoint.com/:p:/r/sites/NewCobringup/Documents%20partages/General/6.%20Customer%20Journey%20%26%20User%20Experience%20Squad/Order%20to%20Bill/NewCo%20Customer%20Journey%20Steel%20Thread.pptx?d=w9f6ea90848b54619a72e17f30462d7d6&amp;csf=1&amp;web=1&amp;e=oiAHmf"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orange0.sharepoint.com/:p:/r/sites/NewCobringup/Documents%20partages/General/6.%20Customer%20Journey%20%26%20User%20Experience%20Squad/Order%20to%20Bill/NewCo%20Customer%20Journey%20Steel%20Thread.pptx?d=w9f6ea90848b54619a72e17f30462d7d6&amp;csf=1&amp;web=1&amp;e=oiAHmf"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range0.sharepoint.com/:p:/r/sites/NewCobringup/Documents%20partages/General/6.%20Customer%20Journey%20%26%20User%20Experience%20Squad/Order%20to%20Bill/NewCo%20Customer%20Journey%20Steel%20Thread.pptx?d=w9f6ea90848b54619a72e17f30462d7d6&amp;csf=1&amp;web=1&amp;e=oiAHmf"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capgemini.sharepoint.com/:x:/r/sites/OB-Newco-ProxyBO/Shared%20Documents/General%20Channel/Quotation/Quotation%20Working%20Deck%20.xlsx?d=wd05c9c4c3e1a498d96d714bf859b31d0&amp;csf=1&amp;web=1&amp;e=kxBqZQ"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capgemini.sharepoint.com/:x:/r/sites/OB-Newco-ProxyBO/Shared%20Documents/General%20Channel/Quotation/Quotation%20Working%20Deck%20.xlsx?d=wd05c9c4c3e1a498d96d714bf859b31d0&amp;csf=1&amp;web=1&amp;e=kxBqZQ"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capgemini.sharepoint.com/:x:/r/sites/OB-Newco-ProxyBO/Shared%20Documents/General%20Channel/Quotation/Quotation%20Working%20Deck%20.xlsx?d=wd05c9c4c3e1a498d96d714bf859b31d0&amp;csf=1&amp;web=1&amp;e=kxBqZQ"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orange0.sharepoint.com/:f:/r/sites/NewCobringup/Documents%20partages/General/6.%20Customer%20Journey%20%26%20User%20Experience%20Squad/Lead%20to%20Quote/CPQ/NewCo%20CPQ%20-%20L4%20process%20flow/Process%20Diagrams?csf=1&amp;web=1&amp;e=mFuRQ0"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830%5F104254%2DMeeting%20Recording%2Emp4&amp;referrer=StreamWebApp%2EWeb&amp;referrerScenario=AddressBarCopied%2Eview%2E4c7d9ea3%2D7ab4%2D4e11%2Db1b3%2De3cf47612f54"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orange0.sharepoint.com/sites/NewCobringup/_layouts/15/stream.aspx?id=%2Fsites%2FNewCobringup%2FDocuments%20partages%2FGeneral%2F8%2E%20RFP%2F3%2E%20COTS%20RFP%2FProof%20of%20Concept%2FDemos%20%26%20Deep%20Dives%2FDemo%20Sessions%20Material%2F2%2E%20Team%20Bravo%2FRecordings%2FOB%20POC%20Sprint%20Demo%20%2D%20Team%20Bravo%2D20240906%5F115947%2DMeeting%20Recording%2Emp4&amp;referrer=StreamWebApp%2EWeb&amp;referrerScenario=AddressBarCopied%2Eview%2Ed8afea38%2D15f2%2D47ac%2D8329%2D822b0c411ebe" TargetMode="External"/><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pPr marL="0" marR="0" lvl="0" indent="0" algn="r" defTabSz="990752" rtl="0" eaLnBrk="1" fontAlgn="auto" latinLnBrk="0" hangingPunct="1">
              <a:lnSpc>
                <a:spcPct val="100000"/>
              </a:lnSpc>
              <a:spcBef>
                <a:spcPts val="0"/>
              </a:spcBef>
              <a:spcAft>
                <a:spcPts val="0"/>
              </a:spcAft>
              <a:buClrTx/>
              <a:buSzTx/>
              <a:buFontTx/>
              <a:buNone/>
              <a:tabLst/>
              <a:defRPr/>
            </a:pPr>
            <a:fld id="{E0E0AEB4-4D2A-4EA6-90AA-8E6E8472EBCD}" type="slidenum">
              <a:rPr kumimoji="0" lang="en-GB"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90752" rtl="0" eaLnBrk="1" fontAlgn="auto" latinLnBrk="0" hangingPunct="1">
                <a:lnSpc>
                  <a:spcPct val="100000"/>
                </a:lnSpc>
                <a:spcBef>
                  <a:spcPts val="0"/>
                </a:spcBef>
                <a:spcAft>
                  <a:spcPts val="0"/>
                </a:spcAft>
                <a:buClrTx/>
                <a:buSzTx/>
                <a:buFontTx/>
                <a:buNone/>
                <a:tabLst/>
                <a:defRPr/>
              </a:pPr>
              <a:t>1</a:t>
            </a:fld>
            <a:endParaRPr kumimoji="0" lang="en-GB"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504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9F868-685B-426C-BD39-ED1BC01D2AC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346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Customer Journey Excellence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DC6752-71BA-44B9-8B07-36CC4FD5799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9663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BC45-E847-9A61-F5CD-3802CBA0DD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C749B2-0066-66EA-8B72-95E4E5027E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3B1516-8101-4190-9708-F69FF67D06DF}"/>
              </a:ext>
            </a:extLst>
          </p:cNvPr>
          <p:cNvSpPr>
            <a:spLocks noGrp="1"/>
          </p:cNvSpPr>
          <p:nvPr>
            <p:ph type="body" idx="1"/>
          </p:nvPr>
        </p:nvSpPr>
        <p:spPr/>
        <p:txBody>
          <a:bodyPr/>
          <a:lstStyle/>
          <a:p>
            <a:pPr defTabSz="2438339" hangingPunct="0"/>
            <a:endParaRPr lang="fr-FR" sz="1200" b="0" kern="0">
              <a:solidFill>
                <a:schemeClr val="tx2">
                  <a:lumMod val="20000"/>
                  <a:lumOff val="80000"/>
                </a:schemeClr>
              </a:solidFill>
            </a:endParaRPr>
          </a:p>
        </p:txBody>
      </p:sp>
      <p:sp>
        <p:nvSpPr>
          <p:cNvPr id="4" name="Espace réservé du numéro de diapositive 3">
            <a:extLst>
              <a:ext uri="{FF2B5EF4-FFF2-40B4-BE49-F238E27FC236}">
                <a16:creationId xmlns:a16="http://schemas.microsoft.com/office/drawing/2014/main" id="{5F166E94-B894-6832-0A73-94D31CA1B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DC6752-71BA-44B9-8B07-36CC4FD5799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221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err="1"/>
              <a:t>Every</a:t>
            </a:r>
            <a:r>
              <a:rPr lang="fr-FR"/>
              <a:t> use case must </a:t>
            </a:r>
            <a:r>
              <a:rPr lang="fr-FR" err="1"/>
              <a:t>be</a:t>
            </a:r>
            <a:r>
              <a:rPr lang="fr-FR"/>
              <a:t> </a:t>
            </a:r>
            <a:r>
              <a:rPr lang="fr-FR" err="1"/>
              <a:t>covered</a:t>
            </a:r>
            <a:r>
              <a:rPr lang="fr-FR"/>
              <a:t> by 1 or more processes</a:t>
            </a:r>
          </a:p>
          <a:p>
            <a:endParaRPr lang="fr-FR"/>
          </a:p>
          <a:p>
            <a:pPr marL="171450" indent="-171450">
              <a:buFontTx/>
              <a:buChar char="-"/>
            </a:pPr>
            <a:r>
              <a:rPr lang="fr-FR"/>
              <a:t>Can use big </a:t>
            </a:r>
            <a:r>
              <a:rPr lang="fr-FR" err="1"/>
              <a:t>picture</a:t>
            </a:r>
            <a:r>
              <a:rPr lang="fr-FR"/>
              <a:t> to </a:t>
            </a:r>
            <a:r>
              <a:rPr lang="fr-FR" err="1"/>
              <a:t>indicate</a:t>
            </a:r>
            <a:r>
              <a:rPr lang="fr-FR"/>
              <a:t> the </a:t>
            </a:r>
            <a:r>
              <a:rPr lang="fr-FR" err="1"/>
              <a:t>link</a:t>
            </a:r>
            <a:r>
              <a:rPr lang="fr-FR"/>
              <a:t> </a:t>
            </a:r>
            <a:r>
              <a:rPr lang="fr-FR" err="1"/>
              <a:t>between</a:t>
            </a:r>
            <a:r>
              <a:rPr lang="fr-FR"/>
              <a:t> the use case </a:t>
            </a:r>
            <a:r>
              <a:rPr lang="fr-FR" err="1"/>
              <a:t>library</a:t>
            </a:r>
            <a:r>
              <a:rPr lang="fr-FR"/>
              <a:t> and the </a:t>
            </a:r>
            <a:r>
              <a:rPr lang="fr-FR" err="1"/>
              <a:t>underpinning</a:t>
            </a:r>
            <a:r>
              <a:rPr lang="fr-FR"/>
              <a:t> processes </a:t>
            </a:r>
          </a:p>
          <a:p>
            <a:pPr marL="171450" indent="-171450">
              <a:buFontTx/>
              <a:buChar char="-"/>
            </a:pPr>
            <a:endParaRPr lang="fr-FR"/>
          </a:p>
          <a:p>
            <a:pPr marL="171450" indent="-171450">
              <a:buFontTx/>
              <a:buChar char="-"/>
            </a:pPr>
            <a:r>
              <a:rPr lang="fr-FR" err="1"/>
              <a:t>What</a:t>
            </a:r>
            <a:r>
              <a:rPr lang="fr-FR"/>
              <a:t> </a:t>
            </a:r>
            <a:r>
              <a:rPr lang="fr-FR" err="1"/>
              <a:t>is</a:t>
            </a:r>
            <a:r>
              <a:rPr lang="fr-FR"/>
              <a:t> the </a:t>
            </a:r>
            <a:r>
              <a:rPr lang="fr-FR" err="1"/>
              <a:t>rule</a:t>
            </a:r>
            <a:r>
              <a:rPr lang="fr-FR"/>
              <a:t> for L3 to L4 – </a:t>
            </a:r>
            <a:r>
              <a:rPr lang="fr-FR" err="1"/>
              <a:t>confirm</a:t>
            </a:r>
            <a:r>
              <a:rPr lang="fr-FR"/>
              <a:t> </a:t>
            </a:r>
            <a:r>
              <a:rPr lang="fr-FR" err="1"/>
              <a:t>this</a:t>
            </a:r>
            <a:r>
              <a:rPr lang="fr-FR"/>
              <a:t> </a:t>
            </a:r>
          </a:p>
          <a:p>
            <a:endParaRPr lang="fr-FR"/>
          </a:p>
          <a:p>
            <a:r>
              <a:rPr lang="fr-FR"/>
              <a:t>- </a:t>
            </a:r>
            <a:r>
              <a:rPr lang="fr-FR" err="1"/>
              <a:t>Include</a:t>
            </a:r>
            <a:r>
              <a:rPr lang="fr-FR"/>
              <a:t> </a:t>
            </a:r>
            <a:r>
              <a:rPr lang="fr-FR" err="1"/>
              <a:t>examples</a:t>
            </a:r>
            <a:r>
              <a:rPr lang="fr-FR"/>
              <a:t> </a:t>
            </a:r>
          </a:p>
        </p:txBody>
      </p:sp>
    </p:spTree>
    <p:extLst>
      <p:ext uri="{BB962C8B-B14F-4D97-AF65-F5344CB8AC3E}">
        <p14:creationId xmlns:p14="http://schemas.microsoft.com/office/powerpoint/2010/main" val="400951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5DB6-C5B2-5CB4-0237-46418AB4C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CADE5-8385-5D46-A569-6A551B768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8499E-39AC-8FCC-56CC-2B961C220ADE}"/>
              </a:ext>
            </a:extLst>
          </p:cNvPr>
          <p:cNvSpPr>
            <a:spLocks noGrp="1"/>
          </p:cNvSpPr>
          <p:nvPr>
            <p:ph type="body" idx="1"/>
          </p:nvPr>
        </p:nvSpPr>
        <p:spPr/>
        <p:txBody>
          <a:bodyPr/>
          <a:lstStyle/>
          <a:p>
            <a:r>
              <a:rPr lang="fr-FR"/>
              <a:t>COTS = Commercial off-the-shelf</a:t>
            </a:r>
          </a:p>
          <a:p>
            <a:r>
              <a:rPr lang="fr-FR"/>
              <a:t>Digital first: </a:t>
            </a:r>
            <a:endParaRPr lang="en-GB"/>
          </a:p>
        </p:txBody>
      </p:sp>
      <p:sp>
        <p:nvSpPr>
          <p:cNvPr id="4" name="Slide Number Placeholder 3">
            <a:extLst>
              <a:ext uri="{FF2B5EF4-FFF2-40B4-BE49-F238E27FC236}">
                <a16:creationId xmlns:a16="http://schemas.microsoft.com/office/drawing/2014/main" id="{0C23E406-8993-C4AD-6622-1157EA4A76E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E8E6884-120D-4C59-BBF3-7E546C35F3C0}"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9699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6866D-3D9B-AE16-9729-C7D0D92E3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6211C-57D1-8837-A888-17FF5DA54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3637C-C18C-AA69-5F62-F94B283A653D}"/>
              </a:ext>
            </a:extLst>
          </p:cNvPr>
          <p:cNvSpPr>
            <a:spLocks noGrp="1"/>
          </p:cNvSpPr>
          <p:nvPr>
            <p:ph type="body" idx="1"/>
          </p:nvPr>
        </p:nvSpPr>
        <p:spPr/>
        <p:txBody>
          <a:bodyPr/>
          <a:lstStyle/>
          <a:p>
            <a:r>
              <a:rPr lang="fr-FR" dirty="0" err="1"/>
              <a:t>Currentco</a:t>
            </a:r>
            <a:r>
              <a:rPr lang="fr-FR" dirty="0"/>
              <a:t> </a:t>
            </a:r>
            <a:r>
              <a:rPr lang="fr-FR" dirty="0" err="1"/>
              <a:t>complete</a:t>
            </a:r>
            <a:r>
              <a:rPr lang="fr-FR" dirty="0"/>
              <a:t> scope for CPQ: Abacus, </a:t>
            </a:r>
            <a:r>
              <a:rPr lang="fr-FR" dirty="0" err="1"/>
              <a:t>Enov</a:t>
            </a:r>
            <a:r>
              <a:rPr lang="fr-FR" dirty="0"/>
              <a:t>, IS </a:t>
            </a:r>
            <a:r>
              <a:rPr lang="fr-FR" dirty="0" err="1"/>
              <a:t>Quote</a:t>
            </a:r>
            <a:r>
              <a:rPr lang="fr-FR" dirty="0"/>
              <a:t>, </a:t>
            </a:r>
            <a:r>
              <a:rPr lang="fr-FR" dirty="0" err="1"/>
              <a:t>Quoto</a:t>
            </a:r>
            <a:r>
              <a:rPr lang="fr-FR" dirty="0"/>
              <a:t> replace by CSG </a:t>
            </a:r>
            <a:r>
              <a:rPr lang="fr-FR" dirty="0" err="1"/>
              <a:t>from</a:t>
            </a:r>
            <a:r>
              <a:rPr lang="fr-FR" dirty="0"/>
              <a:t> an </a:t>
            </a:r>
            <a:r>
              <a:rPr lang="fr-FR"/>
              <a:t>applicative perspective </a:t>
            </a:r>
            <a:endParaRPr lang="en-US"/>
          </a:p>
        </p:txBody>
      </p:sp>
      <p:sp>
        <p:nvSpPr>
          <p:cNvPr id="4" name="Slide Number Placeholder 3">
            <a:extLst>
              <a:ext uri="{FF2B5EF4-FFF2-40B4-BE49-F238E27FC236}">
                <a16:creationId xmlns:a16="http://schemas.microsoft.com/office/drawing/2014/main" id="{F849B934-25D2-FB77-E7FD-75228461A1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8F2C5-C3AE-4A4E-91DF-99B6F9009B1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7789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436A3-2269-E651-3285-C403DF5847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40525F-76EA-D9BD-09AF-CE4FC296BF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5EB18B4-1ECE-7AFA-DE53-BF028DFD8633}"/>
              </a:ext>
            </a:extLst>
          </p:cNvPr>
          <p:cNvSpPr>
            <a:spLocks noGrp="1"/>
          </p:cNvSpPr>
          <p:nvPr>
            <p:ph type="body" idx="1"/>
          </p:nvPr>
        </p:nvSpPr>
        <p:spPr/>
        <p:txBody>
          <a:bodyPr/>
          <a:lstStyle/>
          <a:p>
            <a:r>
              <a:rPr lang="fr-FR">
                <a:ea typeface="Calibri"/>
                <a:cs typeface="Calibri"/>
              </a:rPr>
              <a:t>"pour aller plus loin" </a:t>
            </a:r>
            <a:endParaRPr lang="fr-FR"/>
          </a:p>
          <a:p>
            <a:r>
              <a:rPr lang="fr-FR" err="1"/>
              <a:t>Construct</a:t>
            </a:r>
            <a:r>
              <a:rPr lang="fr-FR"/>
              <a:t> multi </a:t>
            </a:r>
            <a:r>
              <a:rPr lang="fr-FR" err="1"/>
              <a:t>disciplinary</a:t>
            </a:r>
            <a:r>
              <a:rPr lang="fr-FR"/>
              <a:t> team </a:t>
            </a:r>
            <a:r>
              <a:rPr lang="fr-FR">
                <a:sym typeface="Wingdings" panose="05000000000000000000" pitchFamily="2" charset="2"/>
              </a:rPr>
              <a:t> </a:t>
            </a:r>
            <a:r>
              <a:rPr lang="fr-FR" err="1">
                <a:sym typeface="Wingdings" panose="05000000000000000000" pitchFamily="2" charset="2"/>
              </a:rPr>
              <a:t>product</a:t>
            </a:r>
            <a:r>
              <a:rPr lang="fr-FR">
                <a:sym typeface="Wingdings" panose="05000000000000000000" pitchFamily="2" charset="2"/>
              </a:rPr>
              <a:t> EPIC </a:t>
            </a:r>
            <a:r>
              <a:rPr lang="fr-FR" err="1">
                <a:sym typeface="Wingdings" panose="05000000000000000000" pitchFamily="2" charset="2"/>
              </a:rPr>
              <a:t>is</a:t>
            </a:r>
            <a:r>
              <a:rPr lang="fr-FR">
                <a:sym typeface="Wingdings" panose="05000000000000000000" pitchFamily="2" charset="2"/>
              </a:rPr>
              <a:t> part of </a:t>
            </a:r>
            <a:r>
              <a:rPr lang="fr-FR" err="1">
                <a:sym typeface="Wingdings" panose="05000000000000000000" pitchFamily="2" charset="2"/>
              </a:rPr>
              <a:t>that</a:t>
            </a:r>
            <a:r>
              <a:rPr lang="fr-FR">
                <a:sym typeface="Wingdings" panose="05000000000000000000" pitchFamily="2" charset="2"/>
              </a:rPr>
              <a:t> (CTIO, MTKG, …)</a:t>
            </a:r>
            <a:endParaRPr lang="fr-FR"/>
          </a:p>
          <a:p>
            <a:r>
              <a:rPr lang="fr-FR">
                <a:sym typeface="Wingdings" panose="05000000000000000000" pitchFamily="2" charset="2"/>
              </a:rPr>
              <a:t>SIE </a:t>
            </a:r>
            <a:r>
              <a:rPr lang="fr-FR" err="1">
                <a:sym typeface="Wingdings" panose="05000000000000000000" pitchFamily="2" charset="2"/>
              </a:rPr>
              <a:t>represent</a:t>
            </a:r>
            <a:r>
              <a:rPr lang="fr-FR">
                <a:sym typeface="Wingdings" panose="05000000000000000000" pitchFamily="2" charset="2"/>
              </a:rPr>
              <a:t> CJ </a:t>
            </a:r>
            <a:r>
              <a:rPr lang="fr-FR" err="1">
                <a:sym typeface="Wingdings" panose="05000000000000000000" pitchFamily="2" charset="2"/>
              </a:rPr>
              <a:t>within</a:t>
            </a:r>
            <a:r>
              <a:rPr lang="fr-FR">
                <a:sym typeface="Wingdings" panose="05000000000000000000" pitchFamily="2" charset="2"/>
              </a:rPr>
              <a:t> </a:t>
            </a:r>
            <a:r>
              <a:rPr lang="fr-FR" err="1">
                <a:sym typeface="Wingdings" panose="05000000000000000000" pitchFamily="2" charset="2"/>
              </a:rPr>
              <a:t>rhe</a:t>
            </a:r>
            <a:r>
              <a:rPr lang="fr-FR">
                <a:sym typeface="Wingdings" panose="05000000000000000000" pitchFamily="2" charset="2"/>
              </a:rPr>
              <a:t> </a:t>
            </a:r>
            <a:r>
              <a:rPr lang="fr-FR" err="1">
                <a:sym typeface="Wingdings" panose="05000000000000000000" pitchFamily="2" charset="2"/>
              </a:rPr>
              <a:t>product</a:t>
            </a:r>
            <a:r>
              <a:rPr lang="fr-FR">
                <a:sym typeface="Wingdings" panose="05000000000000000000" pitchFamily="2" charset="2"/>
              </a:rPr>
              <a:t> Epic  </a:t>
            </a:r>
            <a:r>
              <a:rPr lang="fr-FR" err="1">
                <a:sym typeface="Wingdings" panose="05000000000000000000" pitchFamily="2" charset="2"/>
              </a:rPr>
              <a:t>work</a:t>
            </a:r>
            <a:r>
              <a:rPr lang="fr-FR">
                <a:sym typeface="Wingdings" panose="05000000000000000000" pitchFamily="2" charset="2"/>
              </a:rPr>
              <a:t> </a:t>
            </a:r>
            <a:r>
              <a:rPr lang="fr-FR" err="1">
                <a:sym typeface="Wingdings" panose="05000000000000000000" pitchFamily="2" charset="2"/>
              </a:rPr>
              <a:t>with</a:t>
            </a:r>
            <a:r>
              <a:rPr lang="fr-FR">
                <a:sym typeface="Wingdings" panose="05000000000000000000" pitchFamily="2" charset="2"/>
              </a:rPr>
              <a:t> CJ </a:t>
            </a:r>
            <a:r>
              <a:rPr lang="fr-FR" err="1">
                <a:sym typeface="Wingdings" panose="05000000000000000000" pitchFamily="2" charset="2"/>
              </a:rPr>
              <a:t>EpICS</a:t>
            </a:r>
            <a:r>
              <a:rPr lang="fr-FR">
                <a:sym typeface="Wingdings" panose="05000000000000000000" pitchFamily="2" charset="2"/>
              </a:rPr>
              <a:t> to </a:t>
            </a:r>
            <a:r>
              <a:rPr lang="fr-FR" err="1">
                <a:sym typeface="Wingdings" panose="05000000000000000000" pitchFamily="2" charset="2"/>
              </a:rPr>
              <a:t>clarify</a:t>
            </a:r>
            <a:r>
              <a:rPr lang="fr-FR">
                <a:sym typeface="Wingdings" panose="05000000000000000000" pitchFamily="2" charset="2"/>
              </a:rPr>
              <a:t> </a:t>
            </a:r>
            <a:r>
              <a:rPr lang="fr-FR" err="1">
                <a:sym typeface="Wingdings" panose="05000000000000000000" pitchFamily="2" charset="2"/>
              </a:rPr>
              <a:t>requirements</a:t>
            </a:r>
            <a:r>
              <a:rPr lang="fr-FR">
                <a:sym typeface="Wingdings" panose="05000000000000000000" pitchFamily="2" charset="2"/>
              </a:rPr>
              <a:t> </a:t>
            </a:r>
            <a:endParaRPr lang="fr-FR"/>
          </a:p>
        </p:txBody>
      </p:sp>
      <p:sp>
        <p:nvSpPr>
          <p:cNvPr id="4" name="Espace réservé du numéro de diapositive 3">
            <a:extLst>
              <a:ext uri="{FF2B5EF4-FFF2-40B4-BE49-F238E27FC236}">
                <a16:creationId xmlns:a16="http://schemas.microsoft.com/office/drawing/2014/main" id="{5C23620A-5BCF-B696-412A-0D65E08A67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2DB48F-63F8-476C-B782-630D5F71408E}"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583456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hlinkClick r:id="rId3"/>
              </a:rPr>
              <a:t>NewCo</a:t>
            </a:r>
            <a:r>
              <a:rPr lang="en-US" dirty="0">
                <a:hlinkClick r:id="rId3"/>
              </a:rPr>
              <a:t> Customer Journey Steel Thread.pptx</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13</a:t>
            </a:fld>
            <a:endParaRPr lang="en-US"/>
          </a:p>
        </p:txBody>
      </p:sp>
    </p:spTree>
    <p:extLst>
      <p:ext uri="{BB962C8B-B14F-4D97-AF65-F5344CB8AC3E}">
        <p14:creationId xmlns:p14="http://schemas.microsoft.com/office/powerpoint/2010/main" val="3081892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hlinkClick r:id="rId3"/>
              </a:rPr>
              <a:t>NewCo</a:t>
            </a:r>
            <a:r>
              <a:rPr lang="en-US" dirty="0">
                <a:hlinkClick r:id="rId3"/>
              </a:rPr>
              <a:t> Customer Journey Steel Thread.pptx</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14</a:t>
            </a:fld>
            <a:endParaRPr lang="en-US"/>
          </a:p>
        </p:txBody>
      </p:sp>
    </p:spTree>
    <p:extLst>
      <p:ext uri="{BB962C8B-B14F-4D97-AF65-F5344CB8AC3E}">
        <p14:creationId xmlns:p14="http://schemas.microsoft.com/office/powerpoint/2010/main" val="1166359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hlinkClick r:id="rId3"/>
              </a:rPr>
              <a:t>NewCo</a:t>
            </a:r>
            <a:r>
              <a:rPr lang="en-US" dirty="0">
                <a:hlinkClick r:id="rId3"/>
              </a:rPr>
              <a:t> Customer Journey Steel Thread.pptx</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15</a:t>
            </a:fld>
            <a:endParaRPr lang="en-US"/>
          </a:p>
        </p:txBody>
      </p:sp>
    </p:spTree>
    <p:extLst>
      <p:ext uri="{BB962C8B-B14F-4D97-AF65-F5344CB8AC3E}">
        <p14:creationId xmlns:p14="http://schemas.microsoft.com/office/powerpoint/2010/main" val="1848801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hlinkClick r:id="rId3"/>
              </a:rPr>
              <a:t>NewCo</a:t>
            </a:r>
            <a:r>
              <a:rPr lang="en-US" dirty="0">
                <a:hlinkClick r:id="rId3"/>
              </a:rPr>
              <a:t> Customer Journey Steel Thread.pptx</a:t>
            </a:r>
            <a:endParaRPr lang="en-GB"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8269F-D422-4FF1-A7C9-7E049BC098A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4685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err="1">
                <a:hlinkClick r:id="rId3"/>
              </a:rPr>
              <a:t>NewCo</a:t>
            </a:r>
            <a:r>
              <a:rPr lang="en-US" dirty="0">
                <a:hlinkClick r:id="rId3"/>
              </a:rPr>
              <a:t> Customer Journey Steel Thread.pptx</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17</a:t>
            </a:fld>
            <a:endParaRPr lang="en-US"/>
          </a:p>
        </p:txBody>
      </p:sp>
    </p:spTree>
    <p:extLst>
      <p:ext uri="{BB962C8B-B14F-4D97-AF65-F5344CB8AC3E}">
        <p14:creationId xmlns:p14="http://schemas.microsoft.com/office/powerpoint/2010/main" val="3238856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E5EA84-267B-4700-A2A3-255773E3D4B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880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FBB70-EB47-C209-32D9-F2E76C3119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0FC45D-F9D8-A83F-C27B-1F387D8FD1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5A7808A-A167-B914-50E2-F94834C6FC39}"/>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12C531E1-BC0D-C330-D8B8-BF14BE3317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315974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7E04-260B-68F9-66FE-C7E00C6C78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85C296-1957-73D8-1142-CE0D22ED55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E20E09-D69B-F58B-A6AF-61F20BD8C6FF}"/>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1A4B5001-5BBA-4F89-4BAC-2F25A3A07F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8269F-D422-4FF1-A7C9-7E049BC098A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5529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31D7-5FAA-2F3D-1053-3312BC3345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273659-4CB8-8649-7627-1266610737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1F0E79-A58C-8481-3857-FD6CEF09FD33}"/>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FEF9BF8A-7340-1A40-24B5-5058C483F5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8269F-D422-4FF1-A7C9-7E049BC098A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0264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8F6C0-8A46-1E7B-8578-1B9B6D110F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FB5A01-F359-564E-9AD9-05E774F0C9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BA4F0D-0239-6CDF-3D35-0DE2A57A4BF2}"/>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9D697B00-F712-A6D6-08F8-1402C8A2AC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A8269F-D422-4FF1-A7C9-7E049BC098A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0979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0FFC-C6CD-08E0-2BE5-E5F3A4DB40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5482C9-8E97-D75C-130C-AE0A2BD8884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727830-D02E-E236-7581-E94BB857DD97}"/>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AFA3A53D-F833-B075-E854-AFBD81DCF8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9266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E6E9D-F530-BC9C-35C8-21B3612524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736AC2-CCAA-8357-F1EB-AB2F7CD20B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B8AEA4-F275-5370-F0FB-4CF5D3FA7B99}"/>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6D503764-A9B8-CE00-045A-F17416D164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17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402924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364171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2C81A-572A-E7C5-6B57-AA6F0C9EAC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5DA2BA-972C-7F35-B797-3A0138E469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29CE68-6EFA-C049-D3D6-5394B31680BB}"/>
              </a:ext>
            </a:extLst>
          </p:cNvPr>
          <p:cNvSpPr>
            <a:spLocks noGrp="1"/>
          </p:cNvSpPr>
          <p:nvPr>
            <p:ph type="body" idx="1"/>
          </p:nvPr>
        </p:nvSpPr>
        <p:spPr/>
        <p:txBody>
          <a:bodyPr/>
          <a:lstStyle/>
          <a:p>
            <a:r>
              <a:rPr lang="en-US"/>
              <a:t>Business         : Feature Elaboration </a:t>
            </a:r>
            <a:r>
              <a:rPr lang="en-US">
                <a:sym typeface="Wingdings" panose="05000000000000000000" pitchFamily="2" charset="2"/>
              </a:rPr>
              <a:t> </a:t>
            </a:r>
            <a:r>
              <a:rPr lang="en-US" err="1">
                <a:sym typeface="Wingdings" panose="05000000000000000000" pitchFamily="2" charset="2"/>
              </a:rPr>
              <a:t>DoR</a:t>
            </a:r>
            <a:endParaRPr lang="en-US">
              <a:sym typeface="Wingdings" panose="05000000000000000000" pitchFamily="2" charset="2"/>
            </a:endParaRPr>
          </a:p>
          <a:p>
            <a:r>
              <a:rPr lang="en-US">
                <a:sym typeface="Wingdings" panose="05000000000000000000" pitchFamily="2" charset="2"/>
              </a:rPr>
              <a:t>Solution Arch : Solution Design        DoD</a:t>
            </a:r>
          </a:p>
          <a:p>
            <a:r>
              <a:rPr lang="en-US">
                <a:sym typeface="Wingdings" panose="05000000000000000000" pitchFamily="2" charset="2"/>
              </a:rPr>
              <a:t>Devs                : Devs                          </a:t>
            </a:r>
            <a:endParaRPr lang="en-US"/>
          </a:p>
        </p:txBody>
      </p:sp>
      <p:sp>
        <p:nvSpPr>
          <p:cNvPr id="4" name="Espace réservé du numéro de diapositive 3">
            <a:extLst>
              <a:ext uri="{FF2B5EF4-FFF2-40B4-BE49-F238E27FC236}">
                <a16:creationId xmlns:a16="http://schemas.microsoft.com/office/drawing/2014/main" id="{1DF6A65A-6AFF-7348-2124-AEAF6D82C2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902232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AA1C-0852-1095-F4B6-221F7246E8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1EDD0B-6C32-1DC7-E39D-8EC7F057FC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DF45FC-FE18-DD2D-DE48-51B99DFB9799}"/>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C13EB844-0E2D-6F83-2028-1CB398E370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ＭＳ Ｐゴシック"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ＭＳ Ｐゴシック" pitchFamily="34" charset="-128"/>
              <a:cs typeface="+mn-cs"/>
            </a:endParaRPr>
          </a:p>
        </p:txBody>
      </p:sp>
    </p:spTree>
    <p:extLst>
      <p:ext uri="{BB962C8B-B14F-4D97-AF65-F5344CB8AC3E}">
        <p14:creationId xmlns:p14="http://schemas.microsoft.com/office/powerpoint/2010/main" val="1983383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DE4DC-57C9-2013-D229-A0FD56D1C6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5F36FF-EFE4-0B55-2306-801248DD1A6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9FC6C2-2130-D32B-9723-13AF310AEDC4}"/>
              </a:ext>
            </a:extLst>
          </p:cNvPr>
          <p:cNvSpPr>
            <a:spLocks noGrp="1"/>
          </p:cNvSpPr>
          <p:nvPr>
            <p:ph type="body" idx="1"/>
          </p:nvPr>
        </p:nvSpPr>
        <p:spPr/>
        <p:txBody>
          <a:bodyPr/>
          <a:lstStyle/>
          <a:p>
            <a:r>
              <a:rPr lang="fr-FR" dirty="0">
                <a:hlinkClick r:id="rId3"/>
              </a:rPr>
              <a:t>Quotation </a:t>
            </a:r>
            <a:r>
              <a:rPr lang="fr-FR" dirty="0" err="1">
                <a:hlinkClick r:id="rId3"/>
              </a:rPr>
              <a:t>Working</a:t>
            </a:r>
            <a:r>
              <a:rPr lang="fr-FR" dirty="0">
                <a:hlinkClick r:id="rId3"/>
              </a:rPr>
              <a:t> Deck .xlsx</a:t>
            </a:r>
            <a:endParaRPr lang="fr-FR" dirty="0"/>
          </a:p>
        </p:txBody>
      </p:sp>
      <p:sp>
        <p:nvSpPr>
          <p:cNvPr id="4" name="Espace réservé du numéro de diapositive 3">
            <a:extLst>
              <a:ext uri="{FF2B5EF4-FFF2-40B4-BE49-F238E27FC236}">
                <a16:creationId xmlns:a16="http://schemas.microsoft.com/office/drawing/2014/main" id="{C255719B-B6C7-9816-A1DC-5ED9D530E0EA}"/>
              </a:ext>
            </a:extLst>
          </p:cNvPr>
          <p:cNvSpPr>
            <a:spLocks noGrp="1"/>
          </p:cNvSpPr>
          <p:nvPr>
            <p:ph type="sldNum" sz="quarter" idx="5"/>
          </p:nvPr>
        </p:nvSpPr>
        <p:spPr/>
        <p:txBody>
          <a:bodyPr/>
          <a:lstStyle/>
          <a:p>
            <a:fld id="{87CFD93C-CB1C-4892-8AE3-85CB05BE6FC8}" type="slidenum">
              <a:rPr lang="en-US" smtClean="0"/>
              <a:t>37</a:t>
            </a:fld>
            <a:endParaRPr lang="en-US"/>
          </a:p>
        </p:txBody>
      </p:sp>
    </p:spTree>
    <p:extLst>
      <p:ext uri="{BB962C8B-B14F-4D97-AF65-F5344CB8AC3E}">
        <p14:creationId xmlns:p14="http://schemas.microsoft.com/office/powerpoint/2010/main" val="2112811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272B4-6270-B75C-2CAB-B3831221AF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F08F6D-EAB1-AA58-4B5D-41C5C5C9E9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0065A1-567E-9D55-62B1-85DB79D4ECDD}"/>
              </a:ext>
            </a:extLst>
          </p:cNvPr>
          <p:cNvSpPr>
            <a:spLocks noGrp="1"/>
          </p:cNvSpPr>
          <p:nvPr>
            <p:ph type="body" idx="1"/>
          </p:nvPr>
        </p:nvSpPr>
        <p:spPr/>
        <p:txBody>
          <a:bodyPr/>
          <a:lstStyle/>
          <a:p>
            <a:r>
              <a:rPr lang="fr-FR" dirty="0">
                <a:hlinkClick r:id="rId3"/>
              </a:rPr>
              <a:t>Quotation </a:t>
            </a:r>
            <a:r>
              <a:rPr lang="fr-FR" dirty="0" err="1">
                <a:hlinkClick r:id="rId3"/>
              </a:rPr>
              <a:t>Working</a:t>
            </a:r>
            <a:r>
              <a:rPr lang="fr-FR" dirty="0">
                <a:hlinkClick r:id="rId3"/>
              </a:rPr>
              <a:t> Deck .xlsx</a:t>
            </a:r>
            <a:endParaRPr lang="fr-FR" dirty="0"/>
          </a:p>
        </p:txBody>
      </p:sp>
      <p:sp>
        <p:nvSpPr>
          <p:cNvPr id="4" name="Espace réservé du numéro de diapositive 3">
            <a:extLst>
              <a:ext uri="{FF2B5EF4-FFF2-40B4-BE49-F238E27FC236}">
                <a16:creationId xmlns:a16="http://schemas.microsoft.com/office/drawing/2014/main" id="{0133E37C-9ED4-122B-E29C-FA0A493A9A57}"/>
              </a:ext>
            </a:extLst>
          </p:cNvPr>
          <p:cNvSpPr>
            <a:spLocks noGrp="1"/>
          </p:cNvSpPr>
          <p:nvPr>
            <p:ph type="sldNum" sz="quarter" idx="5"/>
          </p:nvPr>
        </p:nvSpPr>
        <p:spPr/>
        <p:txBody>
          <a:bodyPr/>
          <a:lstStyle/>
          <a:p>
            <a:fld id="{87CFD93C-CB1C-4892-8AE3-85CB05BE6FC8}" type="slidenum">
              <a:rPr lang="en-US" smtClean="0"/>
              <a:t>38</a:t>
            </a:fld>
            <a:endParaRPr lang="en-US"/>
          </a:p>
        </p:txBody>
      </p:sp>
    </p:spTree>
    <p:extLst>
      <p:ext uri="{BB962C8B-B14F-4D97-AF65-F5344CB8AC3E}">
        <p14:creationId xmlns:p14="http://schemas.microsoft.com/office/powerpoint/2010/main" val="3287460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BE40-102C-D5D0-B6B2-CCE9F65922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2F460F-429F-939B-E567-62C659B334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3E6EE7-44D9-0EFF-D2A9-CBD6414C77ED}"/>
              </a:ext>
            </a:extLst>
          </p:cNvPr>
          <p:cNvSpPr>
            <a:spLocks noGrp="1"/>
          </p:cNvSpPr>
          <p:nvPr>
            <p:ph type="body" idx="1"/>
          </p:nvPr>
        </p:nvSpPr>
        <p:spPr/>
        <p:txBody>
          <a:bodyPr/>
          <a:lstStyle/>
          <a:p>
            <a:r>
              <a:rPr lang="fr-FR" dirty="0">
                <a:hlinkClick r:id="rId3"/>
              </a:rPr>
              <a:t>Quotation </a:t>
            </a:r>
            <a:r>
              <a:rPr lang="fr-FR" dirty="0" err="1">
                <a:hlinkClick r:id="rId3"/>
              </a:rPr>
              <a:t>Working</a:t>
            </a:r>
            <a:r>
              <a:rPr lang="fr-FR" dirty="0">
                <a:hlinkClick r:id="rId3"/>
              </a:rPr>
              <a:t> Deck .xlsx</a:t>
            </a:r>
            <a:endParaRPr lang="fr-FR" dirty="0"/>
          </a:p>
        </p:txBody>
      </p:sp>
      <p:sp>
        <p:nvSpPr>
          <p:cNvPr id="4" name="Espace réservé du numéro de diapositive 3">
            <a:extLst>
              <a:ext uri="{FF2B5EF4-FFF2-40B4-BE49-F238E27FC236}">
                <a16:creationId xmlns:a16="http://schemas.microsoft.com/office/drawing/2014/main" id="{654833AC-2B38-4EDD-523D-3836D053AF10}"/>
              </a:ext>
            </a:extLst>
          </p:cNvPr>
          <p:cNvSpPr>
            <a:spLocks noGrp="1"/>
          </p:cNvSpPr>
          <p:nvPr>
            <p:ph type="sldNum" sz="quarter" idx="5"/>
          </p:nvPr>
        </p:nvSpPr>
        <p:spPr/>
        <p:txBody>
          <a:bodyPr/>
          <a:lstStyle/>
          <a:p>
            <a:fld id="{87CFD93C-CB1C-4892-8AE3-85CB05BE6FC8}" type="slidenum">
              <a:rPr lang="en-US" smtClean="0"/>
              <a:t>39</a:t>
            </a:fld>
            <a:endParaRPr lang="en-US"/>
          </a:p>
        </p:txBody>
      </p:sp>
    </p:spTree>
    <p:extLst>
      <p:ext uri="{BB962C8B-B14F-4D97-AF65-F5344CB8AC3E}">
        <p14:creationId xmlns:p14="http://schemas.microsoft.com/office/powerpoint/2010/main" val="946878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41</a:t>
            </a:fld>
            <a:endParaRPr lang="en-US"/>
          </a:p>
        </p:txBody>
      </p:sp>
    </p:spTree>
    <p:extLst>
      <p:ext uri="{BB962C8B-B14F-4D97-AF65-F5344CB8AC3E}">
        <p14:creationId xmlns:p14="http://schemas.microsoft.com/office/powerpoint/2010/main" val="3405019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42</a:t>
            </a:fld>
            <a:endParaRPr lang="en-US"/>
          </a:p>
        </p:txBody>
      </p:sp>
    </p:spTree>
    <p:extLst>
      <p:ext uri="{BB962C8B-B14F-4D97-AF65-F5344CB8AC3E}">
        <p14:creationId xmlns:p14="http://schemas.microsoft.com/office/powerpoint/2010/main" val="2270727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43</a:t>
            </a:fld>
            <a:endParaRPr lang="en-US"/>
          </a:p>
        </p:txBody>
      </p:sp>
    </p:spTree>
    <p:extLst>
      <p:ext uri="{BB962C8B-B14F-4D97-AF65-F5344CB8AC3E}">
        <p14:creationId xmlns:p14="http://schemas.microsoft.com/office/powerpoint/2010/main" val="42860540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44</a:t>
            </a:fld>
            <a:endParaRPr lang="en-US"/>
          </a:p>
        </p:txBody>
      </p:sp>
    </p:spTree>
    <p:extLst>
      <p:ext uri="{BB962C8B-B14F-4D97-AF65-F5344CB8AC3E}">
        <p14:creationId xmlns:p14="http://schemas.microsoft.com/office/powerpoint/2010/main" val="2327515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45</a:t>
            </a:fld>
            <a:endParaRPr lang="en-US"/>
          </a:p>
        </p:txBody>
      </p:sp>
    </p:spTree>
    <p:extLst>
      <p:ext uri="{BB962C8B-B14F-4D97-AF65-F5344CB8AC3E}">
        <p14:creationId xmlns:p14="http://schemas.microsoft.com/office/powerpoint/2010/main" val="18047667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A74FF-1CB5-6584-2E27-9D28632EBE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8910E7-8D83-00E6-B985-EEB3C87BEA0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693640-B55D-5B51-EAAE-B7EEBCE22934}"/>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8671C3A6-CD8D-1E37-BE8B-C617899C9058}"/>
              </a:ext>
            </a:extLst>
          </p:cNvPr>
          <p:cNvSpPr>
            <a:spLocks noGrp="1"/>
          </p:cNvSpPr>
          <p:nvPr>
            <p:ph type="sldNum" sz="quarter" idx="5"/>
          </p:nvPr>
        </p:nvSpPr>
        <p:spPr/>
        <p:txBody>
          <a:bodyPr/>
          <a:lstStyle/>
          <a:p>
            <a:fld id="{14A753FA-3643-441D-8CDC-5A22A0C968E0}" type="slidenum">
              <a:rPr lang="en-US" smtClean="0"/>
              <a:t>46</a:t>
            </a:fld>
            <a:endParaRPr lang="en-US"/>
          </a:p>
        </p:txBody>
      </p:sp>
    </p:spTree>
    <p:extLst>
      <p:ext uri="{BB962C8B-B14F-4D97-AF65-F5344CB8AC3E}">
        <p14:creationId xmlns:p14="http://schemas.microsoft.com/office/powerpoint/2010/main" val="778492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B8B1C-4365-8F51-40FF-8A20258204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0297A1-D1C0-ACAE-5110-556A3A16AD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498EABD-30F6-35B4-391B-9F23406C6494}"/>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77103E8D-3DEE-C236-1DD0-CF6A7983E645}"/>
              </a:ext>
            </a:extLst>
          </p:cNvPr>
          <p:cNvSpPr>
            <a:spLocks noGrp="1"/>
          </p:cNvSpPr>
          <p:nvPr>
            <p:ph type="sldNum" sz="quarter" idx="5"/>
          </p:nvPr>
        </p:nvSpPr>
        <p:spPr/>
        <p:txBody>
          <a:bodyPr/>
          <a:lstStyle/>
          <a:p>
            <a:fld id="{14A753FA-3643-441D-8CDC-5A22A0C968E0}" type="slidenum">
              <a:rPr lang="en-US" smtClean="0"/>
              <a:t>47</a:t>
            </a:fld>
            <a:endParaRPr lang="en-US"/>
          </a:p>
        </p:txBody>
      </p:sp>
    </p:spTree>
    <p:extLst>
      <p:ext uri="{BB962C8B-B14F-4D97-AF65-F5344CB8AC3E}">
        <p14:creationId xmlns:p14="http://schemas.microsoft.com/office/powerpoint/2010/main" val="23294058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687C8-AF16-CD4B-0A79-5E40E40343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E0E749-A905-21A3-3DDA-C2EB864DAF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AC9AB6-614C-DD7F-AE43-8FF3A2CD01F5}"/>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BF4F1AEC-54A6-B2F7-8F93-8E34389562F7}"/>
              </a:ext>
            </a:extLst>
          </p:cNvPr>
          <p:cNvSpPr>
            <a:spLocks noGrp="1"/>
          </p:cNvSpPr>
          <p:nvPr>
            <p:ph type="sldNum" sz="quarter" idx="5"/>
          </p:nvPr>
        </p:nvSpPr>
        <p:spPr/>
        <p:txBody>
          <a:bodyPr/>
          <a:lstStyle/>
          <a:p>
            <a:fld id="{14A753FA-3643-441D-8CDC-5A22A0C968E0}" type="slidenum">
              <a:rPr lang="en-US" smtClean="0"/>
              <a:t>48</a:t>
            </a:fld>
            <a:endParaRPr lang="en-US"/>
          </a:p>
        </p:txBody>
      </p:sp>
    </p:spTree>
    <p:extLst>
      <p:ext uri="{BB962C8B-B14F-4D97-AF65-F5344CB8AC3E}">
        <p14:creationId xmlns:p14="http://schemas.microsoft.com/office/powerpoint/2010/main" val="14881127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832EA-5B65-D680-6C56-779E7DFDFC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47CEBF-258F-98EB-E175-703C4B2FFA2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AA8E4E-71FC-4C27-0B02-FDDEC307BC3B}"/>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93AAD6B0-36F5-12DD-C77E-1C1A0C88984A}"/>
              </a:ext>
            </a:extLst>
          </p:cNvPr>
          <p:cNvSpPr>
            <a:spLocks noGrp="1"/>
          </p:cNvSpPr>
          <p:nvPr>
            <p:ph type="sldNum" sz="quarter" idx="5"/>
          </p:nvPr>
        </p:nvSpPr>
        <p:spPr/>
        <p:txBody>
          <a:bodyPr/>
          <a:lstStyle/>
          <a:p>
            <a:fld id="{14A753FA-3643-441D-8CDC-5A22A0C968E0}" type="slidenum">
              <a:rPr lang="en-US" smtClean="0"/>
              <a:t>49</a:t>
            </a:fld>
            <a:endParaRPr lang="en-US"/>
          </a:p>
        </p:txBody>
      </p:sp>
    </p:spTree>
    <p:extLst>
      <p:ext uri="{BB962C8B-B14F-4D97-AF65-F5344CB8AC3E}">
        <p14:creationId xmlns:p14="http://schemas.microsoft.com/office/powerpoint/2010/main" val="21993553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80503-BA23-86FB-55BD-D8BE2AACCD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007DCC-E643-B04A-8AC4-92E32B22C94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FE006B-C377-E4ED-7B6A-261E36AE312F}"/>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3702FB4E-383A-D7A7-DFCB-CC0C88B79FE0}"/>
              </a:ext>
            </a:extLst>
          </p:cNvPr>
          <p:cNvSpPr>
            <a:spLocks noGrp="1"/>
          </p:cNvSpPr>
          <p:nvPr>
            <p:ph type="sldNum" sz="quarter" idx="5"/>
          </p:nvPr>
        </p:nvSpPr>
        <p:spPr/>
        <p:txBody>
          <a:bodyPr/>
          <a:lstStyle/>
          <a:p>
            <a:fld id="{14A753FA-3643-441D-8CDC-5A22A0C968E0}" type="slidenum">
              <a:rPr lang="en-US" smtClean="0"/>
              <a:t>50</a:t>
            </a:fld>
            <a:endParaRPr lang="en-US"/>
          </a:p>
        </p:txBody>
      </p:sp>
    </p:spTree>
    <p:extLst>
      <p:ext uri="{BB962C8B-B14F-4D97-AF65-F5344CB8AC3E}">
        <p14:creationId xmlns:p14="http://schemas.microsoft.com/office/powerpoint/2010/main" val="6267025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7C803-DDEC-B71B-1B5A-CED19BC8E4B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7259FA-71F4-4F0A-F69A-9120899ECF8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1AFBFD-1D87-8C6E-5245-740CB2BD0DAA}"/>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A5DD772A-2B1F-EA93-6533-CAD893D360C1}"/>
              </a:ext>
            </a:extLst>
          </p:cNvPr>
          <p:cNvSpPr>
            <a:spLocks noGrp="1"/>
          </p:cNvSpPr>
          <p:nvPr>
            <p:ph type="sldNum" sz="quarter" idx="5"/>
          </p:nvPr>
        </p:nvSpPr>
        <p:spPr/>
        <p:txBody>
          <a:bodyPr/>
          <a:lstStyle/>
          <a:p>
            <a:fld id="{14A753FA-3643-441D-8CDC-5A22A0C968E0}" type="slidenum">
              <a:rPr lang="en-US" smtClean="0"/>
              <a:t>51</a:t>
            </a:fld>
            <a:endParaRPr lang="en-US"/>
          </a:p>
        </p:txBody>
      </p:sp>
    </p:spTree>
    <p:extLst>
      <p:ext uri="{BB962C8B-B14F-4D97-AF65-F5344CB8AC3E}">
        <p14:creationId xmlns:p14="http://schemas.microsoft.com/office/powerpoint/2010/main" val="15887235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00A47-3C96-6596-3B3C-DC62533A65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D46ED7-BBAE-C50E-22BA-423CBC6715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5A0BD3-B4D3-1566-6BA8-A94D815FA1DD}"/>
              </a:ext>
            </a:extLst>
          </p:cNvPr>
          <p:cNvSpPr>
            <a:spLocks noGrp="1"/>
          </p:cNvSpPr>
          <p:nvPr>
            <p:ph type="body" idx="1"/>
          </p:nvPr>
        </p:nvSpPr>
        <p:spPr/>
        <p:txBody>
          <a:bodyPr/>
          <a:lstStyle/>
          <a:p>
            <a:r>
              <a:rPr lang="en-US" dirty="0">
                <a:hlinkClick r:id="rId3"/>
              </a:rPr>
              <a:t>Process Diagrams</a:t>
            </a:r>
            <a:endParaRPr lang="en-US" dirty="0"/>
          </a:p>
        </p:txBody>
      </p:sp>
      <p:sp>
        <p:nvSpPr>
          <p:cNvPr id="4" name="Espace réservé du numéro de diapositive 3">
            <a:extLst>
              <a:ext uri="{FF2B5EF4-FFF2-40B4-BE49-F238E27FC236}">
                <a16:creationId xmlns:a16="http://schemas.microsoft.com/office/drawing/2014/main" id="{22CC4AE4-650E-2C39-D3AA-EA2209590FCF}"/>
              </a:ext>
            </a:extLst>
          </p:cNvPr>
          <p:cNvSpPr>
            <a:spLocks noGrp="1"/>
          </p:cNvSpPr>
          <p:nvPr>
            <p:ph type="sldNum" sz="quarter" idx="5"/>
          </p:nvPr>
        </p:nvSpPr>
        <p:spPr/>
        <p:txBody>
          <a:bodyPr/>
          <a:lstStyle/>
          <a:p>
            <a:fld id="{14A753FA-3643-441D-8CDC-5A22A0C968E0}" type="slidenum">
              <a:rPr lang="en-US" smtClean="0"/>
              <a:t>52</a:t>
            </a:fld>
            <a:endParaRPr lang="en-US"/>
          </a:p>
        </p:txBody>
      </p:sp>
    </p:spTree>
    <p:extLst>
      <p:ext uri="{BB962C8B-B14F-4D97-AF65-F5344CB8AC3E}">
        <p14:creationId xmlns:p14="http://schemas.microsoft.com/office/powerpoint/2010/main" val="22624484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A56DD-A93B-B269-0062-93752BF853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77C5FF-4ABC-8897-1E2F-628D4338614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69E8DE-3ACD-0AAF-06E7-63A821DB3A17}"/>
              </a:ext>
            </a:extLst>
          </p:cNvPr>
          <p:cNvSpPr>
            <a:spLocks noGrp="1"/>
          </p:cNvSpPr>
          <p:nvPr>
            <p:ph type="body" idx="1"/>
          </p:nvPr>
        </p:nvSpPr>
        <p:spPr/>
        <p:txBody>
          <a:bodyPr/>
          <a:lstStyle/>
          <a:p>
            <a:r>
              <a:rPr lang="fr-FR"/>
              <a:t> </a:t>
            </a:r>
          </a:p>
          <a:p>
            <a:endParaRPr lang="fr-FR"/>
          </a:p>
          <a:p>
            <a:r>
              <a:rPr lang="fr-FR"/>
              <a:t>Distinction à faire entre les statuts dans CRM et statut dans CPQ: </a:t>
            </a:r>
          </a:p>
          <a:p>
            <a:pPr marL="171450" indent="-171450">
              <a:buFontTx/>
              <a:buChar char="-"/>
            </a:pPr>
            <a:r>
              <a:rPr lang="fr-FR"/>
              <a:t>CRM: </a:t>
            </a:r>
            <a:r>
              <a:rPr lang="fr-FR" err="1"/>
              <a:t>quote</a:t>
            </a:r>
            <a:r>
              <a:rPr lang="fr-FR"/>
              <a:t> </a:t>
            </a:r>
            <a:r>
              <a:rPr lang="fr-FR" err="1"/>
              <a:t>resquested</a:t>
            </a:r>
            <a:r>
              <a:rPr lang="fr-FR"/>
              <a:t>, </a:t>
            </a:r>
            <a:r>
              <a:rPr lang="fr-FR" err="1"/>
              <a:t>quote</a:t>
            </a:r>
            <a:r>
              <a:rPr lang="fr-FR"/>
              <a:t> in </a:t>
            </a:r>
            <a:r>
              <a:rPr lang="fr-FR" err="1"/>
              <a:t>progress</a:t>
            </a:r>
            <a:r>
              <a:rPr lang="fr-FR"/>
              <a:t>, </a:t>
            </a:r>
            <a:r>
              <a:rPr lang="fr-FR" err="1"/>
              <a:t>quote</a:t>
            </a:r>
            <a:r>
              <a:rPr lang="fr-FR"/>
              <a:t> </a:t>
            </a:r>
            <a:r>
              <a:rPr lang="fr-FR" err="1"/>
              <a:t>submitted</a:t>
            </a:r>
            <a:r>
              <a:rPr lang="fr-FR"/>
              <a:t>, </a:t>
            </a:r>
            <a:r>
              <a:rPr lang="fr-FR" err="1"/>
              <a:t>quote</a:t>
            </a:r>
            <a:r>
              <a:rPr lang="fr-FR"/>
              <a:t> </a:t>
            </a:r>
            <a:r>
              <a:rPr lang="fr-FR" err="1"/>
              <a:t>refused</a:t>
            </a:r>
            <a:r>
              <a:rPr lang="fr-FR"/>
              <a:t>, </a:t>
            </a:r>
            <a:r>
              <a:rPr lang="fr-FR" err="1"/>
              <a:t>quote</a:t>
            </a:r>
            <a:r>
              <a:rPr lang="fr-FR"/>
              <a:t> </a:t>
            </a:r>
            <a:r>
              <a:rPr lang="fr-FR" err="1"/>
              <a:t>accepted</a:t>
            </a:r>
            <a:r>
              <a:rPr lang="fr-FR"/>
              <a:t>, </a:t>
            </a:r>
            <a:r>
              <a:rPr lang="fr-FR" err="1"/>
              <a:t>quote</a:t>
            </a:r>
            <a:r>
              <a:rPr lang="fr-FR"/>
              <a:t> </a:t>
            </a:r>
            <a:r>
              <a:rPr lang="fr-FR" err="1"/>
              <a:t>completed</a:t>
            </a:r>
            <a:r>
              <a:rPr lang="fr-FR"/>
              <a:t> </a:t>
            </a:r>
          </a:p>
          <a:p>
            <a:pPr marL="171450" indent="-171450">
              <a:buFontTx/>
              <a:buChar char="-"/>
            </a:pPr>
            <a:r>
              <a:rPr lang="fr-FR"/>
              <a:t>CPQ: </a:t>
            </a:r>
            <a:r>
              <a:rPr lang="fr-FR" err="1"/>
              <a:t>quote</a:t>
            </a:r>
            <a:r>
              <a:rPr lang="fr-FR"/>
              <a:t> draft, </a:t>
            </a:r>
            <a:r>
              <a:rPr lang="fr-FR" err="1"/>
              <a:t>quote</a:t>
            </a:r>
            <a:r>
              <a:rPr lang="fr-FR"/>
              <a:t> </a:t>
            </a:r>
            <a:r>
              <a:rPr lang="fr-FR" err="1"/>
              <a:t>pending</a:t>
            </a:r>
            <a:r>
              <a:rPr lang="fr-FR"/>
              <a:t> </a:t>
            </a:r>
            <a:r>
              <a:rPr lang="fr-FR" err="1"/>
              <a:t>approval</a:t>
            </a:r>
            <a:r>
              <a:rPr lang="fr-FR"/>
              <a:t>, </a:t>
            </a:r>
            <a:r>
              <a:rPr lang="fr-FR" err="1"/>
              <a:t>quote</a:t>
            </a:r>
            <a:r>
              <a:rPr lang="fr-FR"/>
              <a:t> </a:t>
            </a:r>
            <a:r>
              <a:rPr lang="fr-FR" err="1"/>
              <a:t>revision</a:t>
            </a:r>
            <a:r>
              <a:rPr lang="fr-FR"/>
              <a:t>, </a:t>
            </a:r>
            <a:r>
              <a:rPr lang="fr-FR" err="1"/>
              <a:t>quote</a:t>
            </a:r>
            <a:r>
              <a:rPr lang="fr-FR"/>
              <a:t> </a:t>
            </a:r>
            <a:r>
              <a:rPr lang="fr-FR" err="1"/>
              <a:t>refused</a:t>
            </a:r>
            <a:r>
              <a:rPr lang="fr-FR"/>
              <a:t> </a:t>
            </a:r>
            <a:r>
              <a:rPr lang="fr-FR" err="1"/>
              <a:t>internally</a:t>
            </a:r>
            <a:r>
              <a:rPr lang="fr-FR"/>
              <a:t>, </a:t>
            </a:r>
            <a:r>
              <a:rPr lang="fr-FR" err="1"/>
              <a:t>quote</a:t>
            </a:r>
            <a:r>
              <a:rPr lang="fr-FR"/>
              <a:t> </a:t>
            </a:r>
            <a:r>
              <a:rPr lang="fr-FR" err="1"/>
              <a:t>approved</a:t>
            </a:r>
            <a:r>
              <a:rPr lang="fr-FR"/>
              <a:t> </a:t>
            </a:r>
            <a:r>
              <a:rPr lang="fr-FR" err="1"/>
              <a:t>internally</a:t>
            </a:r>
            <a:r>
              <a:rPr lang="fr-FR"/>
              <a:t>, </a:t>
            </a:r>
            <a:r>
              <a:rPr lang="fr-FR" err="1"/>
              <a:t>quote</a:t>
            </a:r>
            <a:r>
              <a:rPr lang="fr-FR"/>
              <a:t> </a:t>
            </a:r>
            <a:r>
              <a:rPr lang="fr-FR" err="1"/>
              <a:t>submitted</a:t>
            </a:r>
            <a:r>
              <a:rPr lang="fr-FR"/>
              <a:t> to client, </a:t>
            </a:r>
            <a:r>
              <a:rPr lang="fr-FR" err="1"/>
              <a:t>quote</a:t>
            </a:r>
            <a:r>
              <a:rPr lang="fr-FR"/>
              <a:t> </a:t>
            </a:r>
            <a:r>
              <a:rPr lang="fr-FR" err="1"/>
              <a:t>abandoned</a:t>
            </a:r>
            <a:r>
              <a:rPr lang="fr-FR"/>
              <a:t>, </a:t>
            </a:r>
            <a:r>
              <a:rPr lang="fr-FR" err="1"/>
              <a:t>quote</a:t>
            </a:r>
            <a:r>
              <a:rPr lang="fr-FR"/>
              <a:t> </a:t>
            </a:r>
            <a:r>
              <a:rPr lang="fr-FR" err="1"/>
              <a:t>accepted</a:t>
            </a:r>
            <a:r>
              <a:rPr lang="fr-FR"/>
              <a:t> by client, </a:t>
            </a:r>
            <a:r>
              <a:rPr lang="fr-FR" err="1"/>
              <a:t>quote</a:t>
            </a:r>
            <a:r>
              <a:rPr lang="fr-FR"/>
              <a:t> </a:t>
            </a:r>
            <a:r>
              <a:rPr lang="fr-FR" err="1"/>
              <a:t>refused</a:t>
            </a:r>
            <a:r>
              <a:rPr lang="fr-FR"/>
              <a:t> by client, </a:t>
            </a:r>
            <a:r>
              <a:rPr lang="fr-FR" err="1"/>
              <a:t>quote</a:t>
            </a:r>
            <a:r>
              <a:rPr lang="fr-FR"/>
              <a:t> </a:t>
            </a:r>
            <a:r>
              <a:rPr lang="fr-FR" err="1"/>
              <a:t>closed</a:t>
            </a:r>
            <a:r>
              <a:rPr lang="fr-FR"/>
              <a:t> won, </a:t>
            </a:r>
            <a:r>
              <a:rPr lang="fr-FR" err="1"/>
              <a:t>quote</a:t>
            </a:r>
            <a:r>
              <a:rPr lang="fr-FR"/>
              <a:t> </a:t>
            </a:r>
            <a:r>
              <a:rPr lang="fr-FR" err="1"/>
              <a:t>closed</a:t>
            </a:r>
            <a:r>
              <a:rPr lang="fr-FR"/>
              <a:t> </a:t>
            </a:r>
            <a:r>
              <a:rPr lang="fr-FR" err="1"/>
              <a:t>lost</a:t>
            </a:r>
            <a:r>
              <a:rPr lang="fr-FR"/>
              <a:t>, </a:t>
            </a:r>
            <a:r>
              <a:rPr lang="fr-FR" b="1" err="1"/>
              <a:t>reassigned</a:t>
            </a:r>
            <a:r>
              <a:rPr lang="fr-FR" b="1"/>
              <a:t>, </a:t>
            </a:r>
            <a:r>
              <a:rPr lang="fr-FR" b="1" err="1"/>
              <a:t>recalled</a:t>
            </a:r>
            <a:r>
              <a:rPr lang="fr-FR" b="1"/>
              <a:t> </a:t>
            </a:r>
          </a:p>
        </p:txBody>
      </p:sp>
      <p:sp>
        <p:nvSpPr>
          <p:cNvPr id="4" name="Espace réservé du numéro de diapositive 3">
            <a:extLst>
              <a:ext uri="{FF2B5EF4-FFF2-40B4-BE49-F238E27FC236}">
                <a16:creationId xmlns:a16="http://schemas.microsoft.com/office/drawing/2014/main" id="{F6A694D1-22DD-A63F-C2FA-5D733AD193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34410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A34F2-6B70-C6EA-B1B7-E07D3038D8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42B14B-E120-B6BD-2F5F-78813E7B62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2300A1-1FC1-8258-F9F2-37053E9B7649}"/>
              </a:ext>
            </a:extLst>
          </p:cNvPr>
          <p:cNvSpPr>
            <a:spLocks noGrp="1"/>
          </p:cNvSpPr>
          <p:nvPr>
            <p:ph type="body" idx="1"/>
          </p:nvPr>
        </p:nvSpPr>
        <p:spPr/>
        <p:txBody>
          <a:bodyPr/>
          <a:lstStyle/>
          <a:p>
            <a:r>
              <a:rPr lang="fr-FR"/>
              <a:t> </a:t>
            </a:r>
          </a:p>
          <a:p>
            <a:endParaRPr lang="fr-FR"/>
          </a:p>
          <a:p>
            <a:r>
              <a:rPr lang="fr-FR"/>
              <a:t>Distinction à faire entre les statuts dans CRM et statut dans CPQ: </a:t>
            </a:r>
          </a:p>
          <a:p>
            <a:pPr marL="171450" indent="-171450">
              <a:buFontTx/>
              <a:buChar char="-"/>
            </a:pPr>
            <a:r>
              <a:rPr lang="fr-FR"/>
              <a:t>CRM: </a:t>
            </a:r>
            <a:r>
              <a:rPr lang="fr-FR" err="1"/>
              <a:t>quote</a:t>
            </a:r>
            <a:r>
              <a:rPr lang="fr-FR"/>
              <a:t> </a:t>
            </a:r>
            <a:r>
              <a:rPr lang="fr-FR" err="1"/>
              <a:t>resquested</a:t>
            </a:r>
            <a:r>
              <a:rPr lang="fr-FR"/>
              <a:t>, </a:t>
            </a:r>
            <a:r>
              <a:rPr lang="fr-FR" err="1"/>
              <a:t>quote</a:t>
            </a:r>
            <a:r>
              <a:rPr lang="fr-FR"/>
              <a:t> in </a:t>
            </a:r>
            <a:r>
              <a:rPr lang="fr-FR" err="1"/>
              <a:t>progress</a:t>
            </a:r>
            <a:r>
              <a:rPr lang="fr-FR"/>
              <a:t>, </a:t>
            </a:r>
            <a:r>
              <a:rPr lang="fr-FR" err="1"/>
              <a:t>quote</a:t>
            </a:r>
            <a:r>
              <a:rPr lang="fr-FR"/>
              <a:t> </a:t>
            </a:r>
            <a:r>
              <a:rPr lang="fr-FR" err="1"/>
              <a:t>submitted</a:t>
            </a:r>
            <a:r>
              <a:rPr lang="fr-FR"/>
              <a:t>, </a:t>
            </a:r>
            <a:r>
              <a:rPr lang="fr-FR" err="1"/>
              <a:t>quote</a:t>
            </a:r>
            <a:r>
              <a:rPr lang="fr-FR"/>
              <a:t> </a:t>
            </a:r>
            <a:r>
              <a:rPr lang="fr-FR" err="1"/>
              <a:t>refused</a:t>
            </a:r>
            <a:r>
              <a:rPr lang="fr-FR"/>
              <a:t>, </a:t>
            </a:r>
            <a:r>
              <a:rPr lang="fr-FR" err="1"/>
              <a:t>quote</a:t>
            </a:r>
            <a:r>
              <a:rPr lang="fr-FR"/>
              <a:t> </a:t>
            </a:r>
            <a:r>
              <a:rPr lang="fr-FR" err="1"/>
              <a:t>accepted</a:t>
            </a:r>
            <a:r>
              <a:rPr lang="fr-FR"/>
              <a:t>, </a:t>
            </a:r>
            <a:r>
              <a:rPr lang="fr-FR" err="1"/>
              <a:t>quote</a:t>
            </a:r>
            <a:r>
              <a:rPr lang="fr-FR"/>
              <a:t> </a:t>
            </a:r>
            <a:r>
              <a:rPr lang="fr-FR" err="1"/>
              <a:t>completed</a:t>
            </a:r>
            <a:r>
              <a:rPr lang="fr-FR"/>
              <a:t> </a:t>
            </a:r>
          </a:p>
          <a:p>
            <a:pPr marL="171450" indent="-171450">
              <a:buFontTx/>
              <a:buChar char="-"/>
            </a:pPr>
            <a:r>
              <a:rPr lang="fr-FR"/>
              <a:t>CPQ: </a:t>
            </a:r>
            <a:r>
              <a:rPr lang="fr-FR" err="1"/>
              <a:t>quote</a:t>
            </a:r>
            <a:r>
              <a:rPr lang="fr-FR"/>
              <a:t> draft, </a:t>
            </a:r>
            <a:r>
              <a:rPr lang="fr-FR" err="1"/>
              <a:t>quote</a:t>
            </a:r>
            <a:r>
              <a:rPr lang="fr-FR"/>
              <a:t> </a:t>
            </a:r>
            <a:r>
              <a:rPr lang="fr-FR" err="1"/>
              <a:t>pending</a:t>
            </a:r>
            <a:r>
              <a:rPr lang="fr-FR"/>
              <a:t> </a:t>
            </a:r>
            <a:r>
              <a:rPr lang="fr-FR" err="1"/>
              <a:t>approval</a:t>
            </a:r>
            <a:r>
              <a:rPr lang="fr-FR"/>
              <a:t>, </a:t>
            </a:r>
            <a:r>
              <a:rPr lang="fr-FR" err="1"/>
              <a:t>quote</a:t>
            </a:r>
            <a:r>
              <a:rPr lang="fr-FR"/>
              <a:t> </a:t>
            </a:r>
            <a:r>
              <a:rPr lang="fr-FR" err="1"/>
              <a:t>revision</a:t>
            </a:r>
            <a:r>
              <a:rPr lang="fr-FR"/>
              <a:t>, </a:t>
            </a:r>
            <a:r>
              <a:rPr lang="fr-FR" err="1"/>
              <a:t>quote</a:t>
            </a:r>
            <a:r>
              <a:rPr lang="fr-FR"/>
              <a:t> </a:t>
            </a:r>
            <a:r>
              <a:rPr lang="fr-FR" err="1"/>
              <a:t>refused</a:t>
            </a:r>
            <a:r>
              <a:rPr lang="fr-FR"/>
              <a:t> </a:t>
            </a:r>
            <a:r>
              <a:rPr lang="fr-FR" err="1"/>
              <a:t>internally</a:t>
            </a:r>
            <a:r>
              <a:rPr lang="fr-FR"/>
              <a:t>, </a:t>
            </a:r>
            <a:r>
              <a:rPr lang="fr-FR" err="1"/>
              <a:t>quote</a:t>
            </a:r>
            <a:r>
              <a:rPr lang="fr-FR"/>
              <a:t> </a:t>
            </a:r>
            <a:r>
              <a:rPr lang="fr-FR" err="1"/>
              <a:t>approved</a:t>
            </a:r>
            <a:r>
              <a:rPr lang="fr-FR"/>
              <a:t> </a:t>
            </a:r>
            <a:r>
              <a:rPr lang="fr-FR" err="1"/>
              <a:t>internally</a:t>
            </a:r>
            <a:r>
              <a:rPr lang="fr-FR"/>
              <a:t>, </a:t>
            </a:r>
            <a:r>
              <a:rPr lang="fr-FR" err="1"/>
              <a:t>quote</a:t>
            </a:r>
            <a:r>
              <a:rPr lang="fr-FR"/>
              <a:t> </a:t>
            </a:r>
            <a:r>
              <a:rPr lang="fr-FR" err="1"/>
              <a:t>submitted</a:t>
            </a:r>
            <a:r>
              <a:rPr lang="fr-FR"/>
              <a:t> to client, </a:t>
            </a:r>
            <a:r>
              <a:rPr lang="fr-FR" err="1"/>
              <a:t>quote</a:t>
            </a:r>
            <a:r>
              <a:rPr lang="fr-FR"/>
              <a:t> </a:t>
            </a:r>
            <a:r>
              <a:rPr lang="fr-FR" err="1"/>
              <a:t>abandoned</a:t>
            </a:r>
            <a:r>
              <a:rPr lang="fr-FR"/>
              <a:t>, </a:t>
            </a:r>
            <a:r>
              <a:rPr lang="fr-FR" err="1"/>
              <a:t>quote</a:t>
            </a:r>
            <a:r>
              <a:rPr lang="fr-FR"/>
              <a:t> </a:t>
            </a:r>
            <a:r>
              <a:rPr lang="fr-FR" err="1"/>
              <a:t>accepted</a:t>
            </a:r>
            <a:r>
              <a:rPr lang="fr-FR"/>
              <a:t> by client, </a:t>
            </a:r>
            <a:r>
              <a:rPr lang="fr-FR" err="1"/>
              <a:t>quote</a:t>
            </a:r>
            <a:r>
              <a:rPr lang="fr-FR"/>
              <a:t> </a:t>
            </a:r>
            <a:r>
              <a:rPr lang="fr-FR" err="1"/>
              <a:t>refused</a:t>
            </a:r>
            <a:r>
              <a:rPr lang="fr-FR"/>
              <a:t> by client, </a:t>
            </a:r>
            <a:r>
              <a:rPr lang="fr-FR" err="1"/>
              <a:t>quote</a:t>
            </a:r>
            <a:r>
              <a:rPr lang="fr-FR"/>
              <a:t> </a:t>
            </a:r>
            <a:r>
              <a:rPr lang="fr-FR" err="1"/>
              <a:t>closed</a:t>
            </a:r>
            <a:r>
              <a:rPr lang="fr-FR"/>
              <a:t> won, </a:t>
            </a:r>
            <a:r>
              <a:rPr lang="fr-FR" err="1"/>
              <a:t>quote</a:t>
            </a:r>
            <a:r>
              <a:rPr lang="fr-FR"/>
              <a:t> </a:t>
            </a:r>
            <a:r>
              <a:rPr lang="fr-FR" err="1"/>
              <a:t>closed</a:t>
            </a:r>
            <a:r>
              <a:rPr lang="fr-FR"/>
              <a:t> </a:t>
            </a:r>
            <a:r>
              <a:rPr lang="fr-FR" err="1"/>
              <a:t>lost</a:t>
            </a:r>
            <a:r>
              <a:rPr lang="fr-FR"/>
              <a:t>, </a:t>
            </a:r>
            <a:r>
              <a:rPr lang="fr-FR" b="1" err="1"/>
              <a:t>reassigned</a:t>
            </a:r>
            <a:r>
              <a:rPr lang="fr-FR" b="1"/>
              <a:t>, </a:t>
            </a:r>
            <a:r>
              <a:rPr lang="fr-FR" b="1" err="1"/>
              <a:t>recalled</a:t>
            </a:r>
            <a:r>
              <a:rPr lang="fr-FR" b="1"/>
              <a:t> </a:t>
            </a:r>
          </a:p>
        </p:txBody>
      </p:sp>
      <p:sp>
        <p:nvSpPr>
          <p:cNvPr id="4" name="Espace réservé du numéro de diapositive 3">
            <a:extLst>
              <a:ext uri="{FF2B5EF4-FFF2-40B4-BE49-F238E27FC236}">
                <a16:creationId xmlns:a16="http://schemas.microsoft.com/office/drawing/2014/main" id="{A82ED332-5AEA-80B7-DB5C-4E46601D6A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038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91B2-918E-AA9F-1433-23BE1B8982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C2776E-80C2-2368-CD69-578C69F50C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5F322F-62B9-6D28-C8A4-B246424921D6}"/>
              </a:ext>
            </a:extLst>
          </p:cNvPr>
          <p:cNvSpPr>
            <a:spLocks noGrp="1"/>
          </p:cNvSpPr>
          <p:nvPr>
            <p:ph type="body" idx="1"/>
          </p:nvPr>
        </p:nvSpPr>
        <p:spPr/>
        <p:txBody>
          <a:bodyPr/>
          <a:lstStyle/>
          <a:p>
            <a:r>
              <a:rPr lang="fr-FR"/>
              <a:t> </a:t>
            </a:r>
          </a:p>
          <a:p>
            <a:endParaRPr lang="fr-FR"/>
          </a:p>
          <a:p>
            <a:r>
              <a:rPr lang="fr-FR"/>
              <a:t>Distinction à faire entre les statuts dans CRM et statut dans CPQ: </a:t>
            </a:r>
          </a:p>
          <a:p>
            <a:pPr marL="171450" indent="-171450">
              <a:buFontTx/>
              <a:buChar char="-"/>
            </a:pPr>
            <a:r>
              <a:rPr lang="fr-FR"/>
              <a:t>CRM: </a:t>
            </a:r>
            <a:r>
              <a:rPr lang="fr-FR" err="1"/>
              <a:t>quote</a:t>
            </a:r>
            <a:r>
              <a:rPr lang="fr-FR"/>
              <a:t> </a:t>
            </a:r>
            <a:r>
              <a:rPr lang="fr-FR" err="1"/>
              <a:t>resquested</a:t>
            </a:r>
            <a:r>
              <a:rPr lang="fr-FR"/>
              <a:t>, </a:t>
            </a:r>
            <a:r>
              <a:rPr lang="fr-FR" err="1"/>
              <a:t>quote</a:t>
            </a:r>
            <a:r>
              <a:rPr lang="fr-FR"/>
              <a:t> in </a:t>
            </a:r>
            <a:r>
              <a:rPr lang="fr-FR" err="1"/>
              <a:t>progress</a:t>
            </a:r>
            <a:r>
              <a:rPr lang="fr-FR"/>
              <a:t>, </a:t>
            </a:r>
            <a:r>
              <a:rPr lang="fr-FR" err="1"/>
              <a:t>quote</a:t>
            </a:r>
            <a:r>
              <a:rPr lang="fr-FR"/>
              <a:t> </a:t>
            </a:r>
            <a:r>
              <a:rPr lang="fr-FR" err="1"/>
              <a:t>submitted</a:t>
            </a:r>
            <a:r>
              <a:rPr lang="fr-FR"/>
              <a:t>, </a:t>
            </a:r>
            <a:r>
              <a:rPr lang="fr-FR" err="1"/>
              <a:t>quote</a:t>
            </a:r>
            <a:r>
              <a:rPr lang="fr-FR"/>
              <a:t> </a:t>
            </a:r>
            <a:r>
              <a:rPr lang="fr-FR" err="1"/>
              <a:t>refused</a:t>
            </a:r>
            <a:r>
              <a:rPr lang="fr-FR"/>
              <a:t>, </a:t>
            </a:r>
            <a:r>
              <a:rPr lang="fr-FR" err="1"/>
              <a:t>quote</a:t>
            </a:r>
            <a:r>
              <a:rPr lang="fr-FR"/>
              <a:t> </a:t>
            </a:r>
            <a:r>
              <a:rPr lang="fr-FR" err="1"/>
              <a:t>accepted</a:t>
            </a:r>
            <a:r>
              <a:rPr lang="fr-FR"/>
              <a:t>, </a:t>
            </a:r>
            <a:r>
              <a:rPr lang="fr-FR" err="1"/>
              <a:t>quote</a:t>
            </a:r>
            <a:r>
              <a:rPr lang="fr-FR"/>
              <a:t> </a:t>
            </a:r>
            <a:r>
              <a:rPr lang="fr-FR" err="1"/>
              <a:t>completed</a:t>
            </a:r>
            <a:r>
              <a:rPr lang="fr-FR"/>
              <a:t> </a:t>
            </a:r>
          </a:p>
          <a:p>
            <a:pPr marL="171450" indent="-171450">
              <a:buFontTx/>
              <a:buChar char="-"/>
            </a:pPr>
            <a:r>
              <a:rPr lang="fr-FR"/>
              <a:t>CPQ: </a:t>
            </a:r>
            <a:r>
              <a:rPr lang="fr-FR" err="1"/>
              <a:t>quote</a:t>
            </a:r>
            <a:r>
              <a:rPr lang="fr-FR"/>
              <a:t> draft, </a:t>
            </a:r>
            <a:r>
              <a:rPr lang="fr-FR" err="1"/>
              <a:t>quote</a:t>
            </a:r>
            <a:r>
              <a:rPr lang="fr-FR"/>
              <a:t> </a:t>
            </a:r>
            <a:r>
              <a:rPr lang="fr-FR" err="1"/>
              <a:t>pending</a:t>
            </a:r>
            <a:r>
              <a:rPr lang="fr-FR"/>
              <a:t> </a:t>
            </a:r>
            <a:r>
              <a:rPr lang="fr-FR" err="1"/>
              <a:t>approval</a:t>
            </a:r>
            <a:r>
              <a:rPr lang="fr-FR"/>
              <a:t>, </a:t>
            </a:r>
            <a:r>
              <a:rPr lang="fr-FR" err="1"/>
              <a:t>quote</a:t>
            </a:r>
            <a:r>
              <a:rPr lang="fr-FR"/>
              <a:t> </a:t>
            </a:r>
            <a:r>
              <a:rPr lang="fr-FR" err="1"/>
              <a:t>revision</a:t>
            </a:r>
            <a:r>
              <a:rPr lang="fr-FR"/>
              <a:t>, </a:t>
            </a:r>
            <a:r>
              <a:rPr lang="fr-FR" err="1"/>
              <a:t>quote</a:t>
            </a:r>
            <a:r>
              <a:rPr lang="fr-FR"/>
              <a:t> </a:t>
            </a:r>
            <a:r>
              <a:rPr lang="fr-FR" err="1"/>
              <a:t>refused</a:t>
            </a:r>
            <a:r>
              <a:rPr lang="fr-FR"/>
              <a:t> </a:t>
            </a:r>
            <a:r>
              <a:rPr lang="fr-FR" err="1"/>
              <a:t>internally</a:t>
            </a:r>
            <a:r>
              <a:rPr lang="fr-FR"/>
              <a:t>, </a:t>
            </a:r>
            <a:r>
              <a:rPr lang="fr-FR" err="1"/>
              <a:t>quote</a:t>
            </a:r>
            <a:r>
              <a:rPr lang="fr-FR"/>
              <a:t> </a:t>
            </a:r>
            <a:r>
              <a:rPr lang="fr-FR" err="1"/>
              <a:t>approved</a:t>
            </a:r>
            <a:r>
              <a:rPr lang="fr-FR"/>
              <a:t> </a:t>
            </a:r>
            <a:r>
              <a:rPr lang="fr-FR" err="1"/>
              <a:t>internally</a:t>
            </a:r>
            <a:r>
              <a:rPr lang="fr-FR"/>
              <a:t>, </a:t>
            </a:r>
            <a:r>
              <a:rPr lang="fr-FR" err="1"/>
              <a:t>quote</a:t>
            </a:r>
            <a:r>
              <a:rPr lang="fr-FR"/>
              <a:t> </a:t>
            </a:r>
            <a:r>
              <a:rPr lang="fr-FR" err="1"/>
              <a:t>submitted</a:t>
            </a:r>
            <a:r>
              <a:rPr lang="fr-FR"/>
              <a:t> to client, </a:t>
            </a:r>
            <a:r>
              <a:rPr lang="fr-FR" err="1"/>
              <a:t>quote</a:t>
            </a:r>
            <a:r>
              <a:rPr lang="fr-FR"/>
              <a:t> </a:t>
            </a:r>
            <a:r>
              <a:rPr lang="fr-FR" err="1"/>
              <a:t>abandoned</a:t>
            </a:r>
            <a:r>
              <a:rPr lang="fr-FR"/>
              <a:t>, </a:t>
            </a:r>
            <a:r>
              <a:rPr lang="fr-FR" err="1"/>
              <a:t>quote</a:t>
            </a:r>
            <a:r>
              <a:rPr lang="fr-FR"/>
              <a:t> </a:t>
            </a:r>
            <a:r>
              <a:rPr lang="fr-FR" err="1"/>
              <a:t>accepted</a:t>
            </a:r>
            <a:r>
              <a:rPr lang="fr-FR"/>
              <a:t> by client, </a:t>
            </a:r>
            <a:r>
              <a:rPr lang="fr-FR" err="1"/>
              <a:t>quote</a:t>
            </a:r>
            <a:r>
              <a:rPr lang="fr-FR"/>
              <a:t> </a:t>
            </a:r>
            <a:r>
              <a:rPr lang="fr-FR" err="1"/>
              <a:t>refused</a:t>
            </a:r>
            <a:r>
              <a:rPr lang="fr-FR"/>
              <a:t> by client, </a:t>
            </a:r>
            <a:r>
              <a:rPr lang="fr-FR" err="1"/>
              <a:t>quote</a:t>
            </a:r>
            <a:r>
              <a:rPr lang="fr-FR"/>
              <a:t> </a:t>
            </a:r>
            <a:r>
              <a:rPr lang="fr-FR" err="1"/>
              <a:t>closed</a:t>
            </a:r>
            <a:r>
              <a:rPr lang="fr-FR"/>
              <a:t> won, </a:t>
            </a:r>
            <a:r>
              <a:rPr lang="fr-FR" err="1"/>
              <a:t>quote</a:t>
            </a:r>
            <a:r>
              <a:rPr lang="fr-FR"/>
              <a:t> </a:t>
            </a:r>
            <a:r>
              <a:rPr lang="fr-FR" err="1"/>
              <a:t>closed</a:t>
            </a:r>
            <a:r>
              <a:rPr lang="fr-FR"/>
              <a:t> </a:t>
            </a:r>
            <a:r>
              <a:rPr lang="fr-FR" err="1"/>
              <a:t>lost</a:t>
            </a:r>
            <a:r>
              <a:rPr lang="fr-FR"/>
              <a:t>, </a:t>
            </a:r>
            <a:r>
              <a:rPr lang="fr-FR" b="1" err="1"/>
              <a:t>reassigned</a:t>
            </a:r>
            <a:r>
              <a:rPr lang="fr-FR" b="1"/>
              <a:t>, </a:t>
            </a:r>
            <a:r>
              <a:rPr lang="fr-FR" b="1" err="1"/>
              <a:t>recalled</a:t>
            </a:r>
            <a:r>
              <a:rPr lang="fr-FR" b="1"/>
              <a:t> </a:t>
            </a:r>
          </a:p>
        </p:txBody>
      </p:sp>
      <p:sp>
        <p:nvSpPr>
          <p:cNvPr id="4" name="Espace réservé du numéro de diapositive 3">
            <a:extLst>
              <a:ext uri="{FF2B5EF4-FFF2-40B4-BE49-F238E27FC236}">
                <a16:creationId xmlns:a16="http://schemas.microsoft.com/office/drawing/2014/main" id="{FF24B341-C3BE-CFA2-3F1C-816FB399D9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13077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14A753FA-3643-441D-8CDC-5A22A0C968E0}" type="slidenum">
              <a:rPr lang="en-US" smtClean="0"/>
              <a:t>58</a:t>
            </a:fld>
            <a:endParaRPr lang="en-US"/>
          </a:p>
        </p:txBody>
      </p:sp>
    </p:spTree>
    <p:extLst>
      <p:ext uri="{BB962C8B-B14F-4D97-AF65-F5344CB8AC3E}">
        <p14:creationId xmlns:p14="http://schemas.microsoft.com/office/powerpoint/2010/main" val="34968239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A513-919F-EB89-E5A8-44DCDAC86F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3039D2-8A19-5911-5602-E2840D6236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5A1B4A2-B3DB-7606-F8F1-6A0539199D5F}"/>
              </a:ext>
            </a:extLst>
          </p:cNvPr>
          <p:cNvSpPr>
            <a:spLocks noGrp="1"/>
          </p:cNvSpPr>
          <p:nvPr>
            <p:ph type="body" idx="1"/>
          </p:nvPr>
        </p:nvSpPr>
        <p:spPr/>
        <p:txBody>
          <a:bodyPr/>
          <a:lstStyle/>
          <a:p>
            <a:r>
              <a:rPr lang="en-US" err="1"/>
              <a:t>Curerntco</a:t>
            </a:r>
            <a:r>
              <a:rPr lang="en-US"/>
              <a:t> : 50% of RFP answer is a cost override : there is a process where sales ask for a specific cost for a bespoke product =&gt; to be handled through cost override or cost definition or product variation?</a:t>
            </a:r>
          </a:p>
        </p:txBody>
      </p:sp>
      <p:sp>
        <p:nvSpPr>
          <p:cNvPr id="4" name="Espace réservé du numéro de diapositive 3">
            <a:extLst>
              <a:ext uri="{FF2B5EF4-FFF2-40B4-BE49-F238E27FC236}">
                <a16:creationId xmlns:a16="http://schemas.microsoft.com/office/drawing/2014/main" id="{F8341596-CBC4-76D6-6DC9-EF346E490C2C}"/>
              </a:ext>
            </a:extLst>
          </p:cNvPr>
          <p:cNvSpPr>
            <a:spLocks noGrp="1"/>
          </p:cNvSpPr>
          <p:nvPr>
            <p:ph type="sldNum" sz="quarter" idx="5"/>
          </p:nvPr>
        </p:nvSpPr>
        <p:spPr/>
        <p:txBody>
          <a:bodyPr/>
          <a:lstStyle/>
          <a:p>
            <a:fld id="{87CFD93C-CB1C-4892-8AE3-85CB05BE6FC8}" type="slidenum">
              <a:rPr lang="en-US" smtClean="0"/>
              <a:t>59</a:t>
            </a:fld>
            <a:endParaRPr lang="en-US"/>
          </a:p>
        </p:txBody>
      </p:sp>
    </p:spTree>
    <p:extLst>
      <p:ext uri="{BB962C8B-B14F-4D97-AF65-F5344CB8AC3E}">
        <p14:creationId xmlns:p14="http://schemas.microsoft.com/office/powerpoint/2010/main" val="6873634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87CFD93C-CB1C-4892-8AE3-85CB05BE6FC8}" type="slidenum">
              <a:rPr lang="en-US" smtClean="0"/>
              <a:t>60</a:t>
            </a:fld>
            <a:endParaRPr lang="en-US"/>
          </a:p>
        </p:txBody>
      </p:sp>
    </p:spTree>
    <p:extLst>
      <p:ext uri="{BB962C8B-B14F-4D97-AF65-F5344CB8AC3E}">
        <p14:creationId xmlns:p14="http://schemas.microsoft.com/office/powerpoint/2010/main" val="16610706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D5B8-E0D5-7CAF-A13A-D72D59813D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B371B33-392C-9DCF-2402-AD4B8BA34EE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EF8C015-D3A8-3BD7-741E-52060C1C5C1D}"/>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182278C0-F7A3-83D2-F8EA-5D69FA5183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36925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0FFC-C6CD-08E0-2BE5-E5F3A4DB40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5482C9-8E97-D75C-130C-AE0A2BD8884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727830-D02E-E236-7581-E94BB857DD97}"/>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AFA3A53D-F833-B075-E854-AFBD81DCF8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92665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1E956-4CDA-3BD3-1587-B157496A59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878C1F9-5920-9854-44D8-3A09FD480D3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1794FB1-F0E4-D656-2A3E-9CA6B0F256B6}"/>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31D6B170-0BB6-5865-62A7-A77F9C446C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35480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27" normalizeH="0" baseline="0" noProof="0" dirty="0">
                <a:ln>
                  <a:noFill/>
                </a:ln>
                <a:solidFill>
                  <a:srgbClr val="FF7900"/>
                </a:solidFill>
                <a:effectLst/>
                <a:uLnTx/>
                <a:uFillTx/>
                <a:latin typeface="Helvetica 75 Bold"/>
                <a:ea typeface="+mn-ea"/>
                <a:cs typeface="+mn-cs"/>
                <a:sym typeface="Helvetica 75 Bold"/>
              </a:rPr>
              <a:t>Quote creation (</a:t>
            </a:r>
            <a:r>
              <a:rPr kumimoji="0" lang="en-GB" sz="1200" b="0" i="0" u="none" strike="noStrike" kern="0" cap="none" spc="-27" normalizeH="0" baseline="0" noProof="0" dirty="0" err="1">
                <a:ln>
                  <a:noFill/>
                </a:ln>
                <a:solidFill>
                  <a:srgbClr val="FF7900"/>
                </a:solidFill>
                <a:effectLst/>
                <a:uLnTx/>
                <a:uFillTx/>
                <a:latin typeface="Helvetica 75 Bold"/>
                <a:ea typeface="+mn-ea"/>
                <a:cs typeface="+mn-cs"/>
                <a:sym typeface="Helvetica 75 Bold"/>
              </a:rPr>
              <a:t>wh</a:t>
            </a:r>
            <a:r>
              <a:rPr lang="en-GB" sz="1200" kern="0" spc="-27" dirty="0">
                <a:solidFill>
                  <a:srgbClr val="FF7900"/>
                </a:solidFill>
                <a:latin typeface="Helvetica 75 Bold"/>
                <a:sym typeface="Helvetica 75 Bold"/>
              </a:rPr>
              <a:t>ich</a:t>
            </a:r>
            <a:r>
              <a:rPr kumimoji="0" lang="en-GB" sz="1200" b="0" i="0" u="none" strike="noStrike" kern="0" cap="none" spc="-27" normalizeH="0" baseline="0" noProof="0" dirty="0">
                <a:ln>
                  <a:noFill/>
                </a:ln>
                <a:solidFill>
                  <a:srgbClr val="FF7900"/>
                </a:solidFill>
                <a:effectLst/>
                <a:uLnTx/>
                <a:uFillTx/>
                <a:latin typeface="Helvetica 75 Bold"/>
                <a:ea typeface="+mn-ea"/>
                <a:cs typeface="+mn-cs"/>
                <a:sym typeface="Helvetica 75 Bold"/>
              </a:rPr>
              <a:t> input, opportunity, template, clone quote)</a:t>
            </a:r>
          </a:p>
          <a:p>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81</a:t>
            </a:fld>
            <a:endParaRPr lang="en-US"/>
          </a:p>
        </p:txBody>
      </p:sp>
    </p:spTree>
    <p:extLst>
      <p:ext uri="{BB962C8B-B14F-4D97-AF65-F5344CB8AC3E}">
        <p14:creationId xmlns:p14="http://schemas.microsoft.com/office/powerpoint/2010/main" val="27921347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Type « of solution »</a:t>
            </a:r>
          </a:p>
          <a:p>
            <a:r>
              <a:rPr lang="fr-FR" dirty="0"/>
              <a:t>Opportunity id enable to </a:t>
            </a:r>
            <a:r>
              <a:rPr lang="fr-FR" dirty="0" err="1"/>
              <a:t>navigate</a:t>
            </a:r>
            <a:r>
              <a:rPr lang="fr-FR" dirty="0"/>
              <a:t> </a:t>
            </a:r>
            <a:r>
              <a:rPr lang="fr-FR" dirty="0" err="1"/>
              <a:t>between</a:t>
            </a:r>
            <a:r>
              <a:rPr lang="fr-FR" dirty="0"/>
              <a:t> Salesforce interface</a:t>
            </a:r>
          </a:p>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82</a:t>
            </a:fld>
            <a:endParaRPr lang="en-US"/>
          </a:p>
        </p:txBody>
      </p:sp>
    </p:spTree>
    <p:extLst>
      <p:ext uri="{BB962C8B-B14F-4D97-AF65-F5344CB8AC3E}">
        <p14:creationId xmlns:p14="http://schemas.microsoft.com/office/powerpoint/2010/main" val="15206195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27" normalizeH="0" baseline="0" noProof="0" dirty="0">
                <a:ln>
                  <a:noFill/>
                </a:ln>
                <a:solidFill>
                  <a:srgbClr val="FF7900"/>
                </a:solidFill>
                <a:effectLst/>
                <a:uLnTx/>
                <a:uFillTx/>
                <a:latin typeface="Helvetica 75 Bold"/>
                <a:ea typeface="+mn-ea"/>
                <a:cs typeface="+mn-cs"/>
                <a:sym typeface="Helvetica 75 Bold"/>
              </a:rPr>
              <a:t>Select product, product family, site based or not, add site to quote, commercial eligibility, serviceability for multiple sites </a:t>
            </a:r>
          </a:p>
          <a:p>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83</a:t>
            </a:fld>
            <a:endParaRPr lang="en-US"/>
          </a:p>
        </p:txBody>
      </p:sp>
    </p:spTree>
    <p:extLst>
      <p:ext uri="{BB962C8B-B14F-4D97-AF65-F5344CB8AC3E}">
        <p14:creationId xmlns:p14="http://schemas.microsoft.com/office/powerpoint/2010/main" val="33985154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2B40D-448F-C86B-7C78-B62B211E32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79937A-8564-E52B-57D0-7700AE69E8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BF40E9-1CF5-E9FD-FBC8-705FAEAC0D38}"/>
              </a:ext>
            </a:extLst>
          </p:cNvPr>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a:extLst>
              <a:ext uri="{FF2B5EF4-FFF2-40B4-BE49-F238E27FC236}">
                <a16:creationId xmlns:a16="http://schemas.microsoft.com/office/drawing/2014/main" id="{DF2CA681-BAC4-83F2-F06C-9C29E1E4AEF3}"/>
              </a:ext>
            </a:extLst>
          </p:cNvPr>
          <p:cNvSpPr>
            <a:spLocks noGrp="1"/>
          </p:cNvSpPr>
          <p:nvPr>
            <p:ph type="sldNum" sz="quarter" idx="5"/>
          </p:nvPr>
        </p:nvSpPr>
        <p:spPr/>
        <p:txBody>
          <a:bodyPr/>
          <a:lstStyle/>
          <a:p>
            <a:fld id="{0F1DC7E4-908C-4F16-BA2C-EF330A5DAC78}" type="slidenum">
              <a:rPr lang="en-US" smtClean="0"/>
              <a:t>84</a:t>
            </a:fld>
            <a:endParaRPr lang="en-US"/>
          </a:p>
        </p:txBody>
      </p:sp>
    </p:spTree>
    <p:extLst>
      <p:ext uri="{BB962C8B-B14F-4D97-AF65-F5344CB8AC3E}">
        <p14:creationId xmlns:p14="http://schemas.microsoft.com/office/powerpoint/2010/main" val="5316527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85</a:t>
            </a:fld>
            <a:endParaRPr lang="en-US"/>
          </a:p>
        </p:txBody>
      </p:sp>
    </p:spTree>
    <p:extLst>
      <p:ext uri="{BB962C8B-B14F-4D97-AF65-F5344CB8AC3E}">
        <p14:creationId xmlns:p14="http://schemas.microsoft.com/office/powerpoint/2010/main" val="30861551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86</a:t>
            </a:fld>
            <a:endParaRPr lang="en-US"/>
          </a:p>
        </p:txBody>
      </p:sp>
    </p:spTree>
    <p:extLst>
      <p:ext uri="{BB962C8B-B14F-4D97-AF65-F5344CB8AC3E}">
        <p14:creationId xmlns:p14="http://schemas.microsoft.com/office/powerpoint/2010/main" val="39944484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87</a:t>
            </a:fld>
            <a:endParaRPr lang="en-US"/>
          </a:p>
        </p:txBody>
      </p:sp>
    </p:spTree>
    <p:extLst>
      <p:ext uri="{BB962C8B-B14F-4D97-AF65-F5344CB8AC3E}">
        <p14:creationId xmlns:p14="http://schemas.microsoft.com/office/powerpoint/2010/main" val="11615799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88</a:t>
            </a:fld>
            <a:endParaRPr lang="en-US"/>
          </a:p>
        </p:txBody>
      </p:sp>
    </p:spTree>
    <p:extLst>
      <p:ext uri="{BB962C8B-B14F-4D97-AF65-F5344CB8AC3E}">
        <p14:creationId xmlns:p14="http://schemas.microsoft.com/office/powerpoint/2010/main" val="31461143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hlinkClick r:id="rId3"/>
              </a:rPr>
              <a:t>OB POC Sprint Demo - Team Bravo-20240830_104254-Meeting Recording.mp4</a:t>
            </a:r>
            <a:endParaRPr lang="en-US" dirty="0"/>
          </a:p>
        </p:txBody>
      </p:sp>
      <p:sp>
        <p:nvSpPr>
          <p:cNvPr id="4" name="Espace réservé du numéro de diapositive 3"/>
          <p:cNvSpPr>
            <a:spLocks noGrp="1"/>
          </p:cNvSpPr>
          <p:nvPr>
            <p:ph type="sldNum" sz="quarter" idx="5"/>
          </p:nvPr>
        </p:nvSpPr>
        <p:spPr/>
        <p:txBody>
          <a:bodyPr/>
          <a:lstStyle/>
          <a:p>
            <a:fld id="{0F1DC7E4-908C-4F16-BA2C-EF330A5DAC78}" type="slidenum">
              <a:rPr lang="en-US" smtClean="0"/>
              <a:t>89</a:t>
            </a:fld>
            <a:endParaRPr lang="en-US"/>
          </a:p>
        </p:txBody>
      </p:sp>
    </p:spTree>
    <p:extLst>
      <p:ext uri="{BB962C8B-B14F-4D97-AF65-F5344CB8AC3E}">
        <p14:creationId xmlns:p14="http://schemas.microsoft.com/office/powerpoint/2010/main" val="29335507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65CC-6068-AA0F-1376-FE1D1C624F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AF208A-4A07-23DE-01F2-659DB5F696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F87D45-A92D-898E-D91E-8F3E9BF73B16}"/>
              </a:ext>
            </a:extLst>
          </p:cNvPr>
          <p:cNvSpPr>
            <a:spLocks noGrp="1"/>
          </p:cNvSpPr>
          <p:nvPr>
            <p:ph type="body" idx="1"/>
          </p:nvPr>
        </p:nvSpPr>
        <p:spPr/>
        <p:txBody>
          <a:bodyPr/>
          <a:lstStyle/>
          <a:p>
            <a:r>
              <a:rPr lang="en-US" dirty="0">
                <a:hlinkClick r:id="rId3"/>
              </a:rPr>
              <a:t>OB POC Sprint Demo - Team Bravo-20240906_115947-Meeting Recording.mp4</a:t>
            </a:r>
            <a:endParaRPr lang="en-US" dirty="0"/>
          </a:p>
        </p:txBody>
      </p:sp>
      <p:sp>
        <p:nvSpPr>
          <p:cNvPr id="4" name="Espace réservé du numéro de diapositive 3">
            <a:extLst>
              <a:ext uri="{FF2B5EF4-FFF2-40B4-BE49-F238E27FC236}">
                <a16:creationId xmlns:a16="http://schemas.microsoft.com/office/drawing/2014/main" id="{324286A8-3531-333E-4F07-DB50BD0E02B3}"/>
              </a:ext>
            </a:extLst>
          </p:cNvPr>
          <p:cNvSpPr>
            <a:spLocks noGrp="1"/>
          </p:cNvSpPr>
          <p:nvPr>
            <p:ph type="sldNum" sz="quarter" idx="5"/>
          </p:nvPr>
        </p:nvSpPr>
        <p:spPr/>
        <p:txBody>
          <a:bodyPr/>
          <a:lstStyle/>
          <a:p>
            <a:fld id="{0F1DC7E4-908C-4F16-BA2C-EF330A5DAC78}" type="slidenum">
              <a:rPr lang="en-US" smtClean="0"/>
              <a:t>91</a:t>
            </a:fld>
            <a:endParaRPr lang="en-US"/>
          </a:p>
        </p:txBody>
      </p:sp>
    </p:spTree>
    <p:extLst>
      <p:ext uri="{BB962C8B-B14F-4D97-AF65-F5344CB8AC3E}">
        <p14:creationId xmlns:p14="http://schemas.microsoft.com/office/powerpoint/2010/main" val="260255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5EA82-D3C1-C1FF-154B-89E3E58AF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9F773-1301-4DA3-BD8B-2870E1303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DAC7C-F028-76B3-F879-FB3C2438E64D}"/>
              </a:ext>
            </a:extLst>
          </p:cNvPr>
          <p:cNvSpPr>
            <a:spLocks noGrp="1"/>
          </p:cNvSpPr>
          <p:nvPr>
            <p:ph type="body" idx="1"/>
          </p:nvPr>
        </p:nvSpPr>
        <p:spPr/>
        <p:txBody>
          <a:bodyPr/>
          <a:lstStyle/>
          <a:p>
            <a:pPr marL="0" indent="0">
              <a:buFont typeface="Arial" panose="020B0604020202020204" pitchFamily="34" charset="0"/>
              <a:buNone/>
            </a:pPr>
            <a:r>
              <a:rPr lang="en-GB" dirty="0" err="1"/>
              <a:t>Légende</a:t>
            </a:r>
            <a:r>
              <a:rPr lang="en-GB" dirty="0"/>
              <a:t>: </a:t>
            </a:r>
          </a:p>
          <a:p>
            <a:pPr marL="0" indent="0">
              <a:buFont typeface="Arial" panose="020B0604020202020204" pitchFamily="34" charset="0"/>
              <a:buNone/>
            </a:pPr>
            <a:r>
              <a:rPr lang="en-GB" dirty="0"/>
              <a:t>Bleu=suggestion de functions à </a:t>
            </a:r>
            <a:r>
              <a:rPr lang="en-GB" dirty="0" err="1"/>
              <a:t>rajouter</a:t>
            </a:r>
            <a:r>
              <a:rPr lang="en-GB" dirty="0"/>
              <a:t> </a:t>
            </a:r>
          </a:p>
          <a:p>
            <a:pPr marL="0" indent="0">
              <a:buFont typeface="Arial" panose="020B0604020202020204" pitchFamily="34" charset="0"/>
              <a:buNone/>
            </a:pPr>
            <a:r>
              <a:rPr lang="en-GB" dirty="0"/>
              <a:t>Jaune=remarques</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4714FB9A-0FDB-56E9-E797-692F78F477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FD93C-CB1C-4892-8AE3-85CB05BE6FC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50406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EF18-98BD-9080-E785-BFFE618825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E2D858-3583-4D92-10AE-C51B7F658A1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987BAC4-06DD-98C2-445B-910B659CBA5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81527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9EA5-5381-E25A-24CD-2C89E82A3D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EA106E-4670-1893-4C26-99341FE3B3F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22795B-100B-8388-410E-4B97DEEFA9F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91210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itle 3"/>
          <p:cNvSpPr>
            <a:spLocks noGrp="1"/>
          </p:cNvSpPr>
          <p:nvPr>
            <p:ph type="title" hasCustomPrompt="1"/>
          </p:nvPr>
        </p:nvSpPr>
        <p:spPr/>
        <p:txBody>
          <a:bodyPr/>
          <a:lstStyle/>
          <a:p>
            <a:r>
              <a:rPr lang="fr-FR" noProof="0"/>
              <a:t>Cliquez pour modifier le titre</a:t>
            </a:r>
            <a:endParaRPr lang="en-GB"/>
          </a:p>
        </p:txBody>
      </p:sp>
      <p:sp>
        <p:nvSpPr>
          <p:cNvPr id="6" name="TextBox 5"/>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7558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4" baseline="0">
                <a:solidFill>
                  <a:schemeClr val="tx1"/>
                </a:solidFill>
              </a:defRPr>
            </a:lvl1pPr>
          </a:lstStyle>
          <a:p>
            <a:r>
              <a:rPr lang="fr-FR" noProof="0"/>
              <a:t>Cliquez pour modifier le titre</a:t>
            </a:r>
          </a:p>
        </p:txBody>
      </p:sp>
      <p:sp>
        <p:nvSpPr>
          <p:cNvPr id="17" name="Text Placeholder 17"/>
          <p:cNvSpPr>
            <a:spLocks noGrp="1"/>
          </p:cNvSpPr>
          <p:nvPr>
            <p:ph type="body" sz="quarter" idx="16" hasCustomPrompt="1"/>
          </p:nvPr>
        </p:nvSpPr>
        <p:spPr>
          <a:xfrm>
            <a:off x="7734300" y="355602"/>
            <a:ext cx="4038600" cy="4538133"/>
          </a:xfrm>
        </p:spPr>
        <p:txBody>
          <a:bodyPr/>
          <a:lstStyle>
            <a:lvl1pPr>
              <a:defRPr/>
            </a:lvl1pPr>
          </a:lstStyle>
          <a:p>
            <a:pPr lvl="0"/>
            <a:r>
              <a:rPr lang="fr-FR" noProof="0"/>
              <a:t>Cliquez pour modifier le texte</a:t>
            </a:r>
          </a:p>
          <a:p>
            <a:pPr lvl="1"/>
            <a:r>
              <a:rPr lang="fr-FR" noProof="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312" indent="-241312" algn="l">
              <a:buClr>
                <a:schemeClr val="bg2"/>
              </a:buClr>
              <a:buSzPct val="100000"/>
              <a:buFont typeface="Wingdings" panose="05000000000000000000" pitchFamily="2" charset="2"/>
              <a:buChar char="§"/>
              <a:defRPr>
                <a:solidFill>
                  <a:schemeClr val="tx1"/>
                </a:solidFill>
              </a:defRPr>
            </a:lvl2pPr>
            <a:lvl3pPr marL="542427" indent="-254413"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2040" indent="-230412" algn="l">
              <a:spcBef>
                <a:spcPts val="32"/>
              </a:spcBef>
              <a:buFont typeface="Helvetica 55 Roman" panose="020B0604020202020204" pitchFamily="34" charset="0"/>
              <a:buChar char="–"/>
              <a:defRPr>
                <a:solidFill>
                  <a:schemeClr val="tx1"/>
                </a:solidFill>
              </a:defRPr>
            </a:lvl4pPr>
            <a:lvl5pPr marL="1065653" indent="-254413" algn="l">
              <a:buFont typeface="Helvetica 55 Roman" panose="020B0604020202020204" pitchFamily="34" charset="0"/>
              <a:buChar char="–"/>
              <a:defRPr>
                <a:solidFill>
                  <a:schemeClr val="tx1"/>
                </a:solidFill>
              </a:defRPr>
            </a:lvl5pPr>
            <a:lvl6pPr marL="3048152" indent="0" algn="ctr">
              <a:buNone/>
              <a:defRPr>
                <a:solidFill>
                  <a:schemeClr val="tx1">
                    <a:tint val="75000"/>
                  </a:schemeClr>
                </a:solidFill>
              </a:defRPr>
            </a:lvl6pPr>
            <a:lvl7pPr marL="3657783" indent="0" algn="ctr">
              <a:buNone/>
              <a:defRPr>
                <a:solidFill>
                  <a:schemeClr val="tx1">
                    <a:tint val="75000"/>
                  </a:schemeClr>
                </a:solidFill>
              </a:defRPr>
            </a:lvl7pPr>
            <a:lvl8pPr marL="4267413" indent="0" algn="ctr">
              <a:buNone/>
              <a:defRPr>
                <a:solidFill>
                  <a:schemeClr val="tx1">
                    <a:tint val="75000"/>
                  </a:schemeClr>
                </a:solidFill>
              </a:defRPr>
            </a:lvl8pPr>
            <a:lvl9pPr marL="4877044" indent="0" algn="ctr">
              <a:buNone/>
              <a:defRPr>
                <a:solidFill>
                  <a:schemeClr val="tx1">
                    <a:tint val="75000"/>
                  </a:schemeClr>
                </a:solidFill>
              </a:defRPr>
            </a:lvl9pPr>
          </a:lstStyle>
          <a:p>
            <a:r>
              <a:rPr lang="fr-FR"/>
              <a:t>Cliquez pour modifier le nom du présentateur</a:t>
            </a:r>
          </a:p>
        </p:txBody>
      </p:sp>
      <p:sp>
        <p:nvSpPr>
          <p:cNvPr id="4" name="Text Placeholder 10">
            <a:extLst>
              <a:ext uri="{FF2B5EF4-FFF2-40B4-BE49-F238E27FC236}">
                <a16:creationId xmlns:a16="http://schemas.microsoft.com/office/drawing/2014/main" id="{3E9DAA3D-2BC0-B6CF-DC3A-BB2BA763121A}"/>
              </a:ext>
            </a:extLst>
          </p:cNvPr>
          <p:cNvSpPr txBox="1">
            <a:spLocks/>
          </p:cNvSpPr>
          <p:nvPr userDrawn="1"/>
        </p:nvSpPr>
        <p:spPr>
          <a:xfrm>
            <a:off x="11589560" y="6146166"/>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14340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lvl1pPr>
            <a:lvl2pPr marL="478391" indent="-478391">
              <a:spcBef>
                <a:spcPts val="0"/>
              </a:spcBef>
              <a:buClrTx/>
              <a:buSzPct val="100000"/>
              <a:buFont typeface="+mj-lt"/>
              <a:buAutoNum type="arabicPeriod"/>
              <a:defRPr sz="4000"/>
            </a:lvl2pPr>
            <a:lvl3pPr>
              <a:defRPr sz="2400"/>
            </a:lvl3pPr>
            <a:lvl4pPr>
              <a:defRPr sz="2400"/>
            </a:lvl4pPr>
            <a:lvl5pPr>
              <a:defRPr sz="2400"/>
            </a:lvl5pPr>
          </a:lstStyle>
          <a:p>
            <a:pPr lvl="0"/>
            <a:r>
              <a:rPr lang="fr-FR" noProof="0"/>
              <a:t>Cliquez pour modifier le contenu</a:t>
            </a:r>
          </a:p>
          <a:p>
            <a:pPr lvl="1"/>
            <a:r>
              <a:rPr lang="fr-FR" noProof="0"/>
              <a:t>Deuxième niveau</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08223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4" baseline="0"/>
            </a:lvl1pPr>
            <a:lvl2pPr>
              <a:lnSpc>
                <a:spcPct val="85000"/>
              </a:lnSpc>
              <a:spcBef>
                <a:spcPts val="0"/>
              </a:spcBef>
              <a:defRPr sz="7334"/>
            </a:lvl2pPr>
            <a:lvl3pPr>
              <a:defRPr sz="7334"/>
            </a:lvl3pPr>
            <a:lvl4pPr>
              <a:defRPr sz="7334"/>
            </a:lvl4pPr>
            <a:lvl5pPr>
              <a:defRPr sz="7334"/>
            </a:lvl5pPr>
          </a:lstStyle>
          <a:p>
            <a:pPr lvl="0"/>
            <a:r>
              <a:rPr lang="fr-FR" noProof="0"/>
              <a:t>Cliquez pour modifier le nom de la section </a:t>
            </a:r>
          </a:p>
          <a:p>
            <a:pPr lvl="1"/>
            <a:r>
              <a:rPr lang="fr-FR" noProof="0"/>
              <a:t>Deuxième niveau</a:t>
            </a:r>
          </a:p>
        </p:txBody>
      </p:sp>
      <p:sp>
        <p:nvSpPr>
          <p:cNvPr id="4" name="TextBox 3"/>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62577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5" name="Title 4"/>
          <p:cNvSpPr>
            <a:spLocks noGrp="1"/>
          </p:cNvSpPr>
          <p:nvPr>
            <p:ph type="title" hasCustomPrompt="1"/>
          </p:nvPr>
        </p:nvSpPr>
        <p:spPr/>
        <p:txBody>
          <a:bodyPr/>
          <a:lstStyle/>
          <a:p>
            <a:r>
              <a:rPr lang="fr-FR" noProof="0"/>
              <a:t>Cliquez pour modifier le titre</a:t>
            </a:r>
            <a:endParaRPr lang="en-GB"/>
          </a:p>
        </p:txBody>
      </p:sp>
      <p:sp>
        <p:nvSpPr>
          <p:cNvPr id="7" name="TextBox 6"/>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09209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a:t>Cliquez pour modifier le titre</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15077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pleine page">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dirty="0"/>
              <a:t>Cliquez sur l'icône pour ajouter une photo</a:t>
            </a:r>
          </a:p>
        </p:txBody>
      </p:sp>
      <p:sp>
        <p:nvSpPr>
          <p:cNvPr id="3" name="Title 2"/>
          <p:cNvSpPr>
            <a:spLocks noGrp="1"/>
          </p:cNvSpPr>
          <p:nvPr>
            <p:ph type="title" hasCustomPrompt="1"/>
          </p:nvPr>
        </p:nvSpPr>
        <p:spPr/>
        <p:txBody>
          <a:bodyPr/>
          <a:lstStyle>
            <a:lvl1pPr>
              <a:defRPr>
                <a:solidFill>
                  <a:schemeClr val="tx1"/>
                </a:solidFill>
              </a:defRPr>
            </a:lvl1pPr>
          </a:lstStyle>
          <a:p>
            <a:r>
              <a:rPr lang="fr-FR"/>
              <a:t>Cliquez pour modifier le titre</a:t>
            </a:r>
            <a:endParaRPr lang="en-GB"/>
          </a:p>
        </p:txBody>
      </p:sp>
    </p:spTree>
    <p:extLst>
      <p:ext uri="{BB962C8B-B14F-4D97-AF65-F5344CB8AC3E}">
        <p14:creationId xmlns:p14="http://schemas.microsoft.com/office/powerpoint/2010/main" val="3901679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TextBox 2"/>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0718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4177206"/>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hite BG">
  <p:cSld name="Title and Content White BG">
    <p:spTree>
      <p:nvGrpSpPr>
        <p:cNvPr id="1" name="Shape 840"/>
        <p:cNvGrpSpPr/>
        <p:nvPr/>
      </p:nvGrpSpPr>
      <p:grpSpPr>
        <a:xfrm>
          <a:off x="0" y="0"/>
          <a:ext cx="0" cy="0"/>
          <a:chOff x="0" y="0"/>
          <a:chExt cx="0" cy="0"/>
        </a:xfrm>
      </p:grpSpPr>
      <p:sp>
        <p:nvSpPr>
          <p:cNvPr id="841" name="Google Shape;841;p199"/>
          <p:cNvSpPr txBox="1">
            <a:spLocks noGrp="1"/>
          </p:cNvSpPr>
          <p:nvPr>
            <p:ph type="body" idx="1"/>
          </p:nvPr>
        </p:nvSpPr>
        <p:spPr>
          <a:xfrm>
            <a:off x="960001" y="1617045"/>
            <a:ext cx="10762609" cy="4683420"/>
          </a:xfrm>
          <a:prstGeom prst="rect">
            <a:avLst/>
          </a:prstGeom>
          <a:noFill/>
          <a:ln>
            <a:noFill/>
          </a:ln>
        </p:spPr>
        <p:txBody>
          <a:bodyPr spcFirstLastPara="1" wrap="square" lIns="0" tIns="0" rIns="0" bIns="0" anchor="t" anchorCtr="0">
            <a:noAutofit/>
          </a:bodyPr>
          <a:lstStyle>
            <a:lvl1pPr marL="457223" lvl="0" indent="-304815" algn="l">
              <a:lnSpc>
                <a:spcPct val="100000"/>
              </a:lnSpc>
              <a:spcBef>
                <a:spcPts val="933"/>
              </a:spcBef>
              <a:spcAft>
                <a:spcPts val="0"/>
              </a:spcAft>
              <a:buSzPts val="1200"/>
              <a:buChar char="•"/>
              <a:defRPr/>
            </a:lvl1pPr>
            <a:lvl2pPr marL="914446" lvl="1" indent="-304815" algn="l">
              <a:lnSpc>
                <a:spcPct val="100000"/>
              </a:lnSpc>
              <a:spcBef>
                <a:spcPts val="533"/>
              </a:spcBef>
              <a:spcAft>
                <a:spcPts val="0"/>
              </a:spcAft>
              <a:buSzPts val="1200"/>
              <a:buChar char="•"/>
              <a:defRPr sz="1600"/>
            </a:lvl2pPr>
            <a:lvl3pPr marL="1371669" lvl="2" indent="-304815" algn="l">
              <a:lnSpc>
                <a:spcPct val="100000"/>
              </a:lnSpc>
              <a:spcBef>
                <a:spcPts val="533"/>
              </a:spcBef>
              <a:spcAft>
                <a:spcPts val="0"/>
              </a:spcAft>
              <a:buSzPts val="1200"/>
              <a:buChar char="•"/>
              <a:defRPr sz="1600"/>
            </a:lvl3pPr>
            <a:lvl4pPr marL="1828891" lvl="3" indent="-292115" algn="l">
              <a:lnSpc>
                <a:spcPct val="100000"/>
              </a:lnSpc>
              <a:spcBef>
                <a:spcPts val="267"/>
              </a:spcBef>
              <a:spcAft>
                <a:spcPts val="0"/>
              </a:spcAft>
              <a:buSzPts val="1000"/>
              <a:buChar char="•"/>
              <a:defRPr sz="1333"/>
            </a:lvl4pPr>
            <a:lvl5pPr marL="2286114" lvl="4" indent="-292115" algn="l">
              <a:lnSpc>
                <a:spcPct val="100000"/>
              </a:lnSpc>
              <a:spcBef>
                <a:spcPts val="267"/>
              </a:spcBef>
              <a:spcAft>
                <a:spcPts val="0"/>
              </a:spcAft>
              <a:buSzPts val="1000"/>
              <a:buChar char="•"/>
              <a:defRPr sz="1333"/>
            </a:lvl5pPr>
            <a:lvl6pPr marL="2743337" lvl="5" indent="-311166" algn="l">
              <a:lnSpc>
                <a:spcPct val="90000"/>
              </a:lnSpc>
              <a:spcBef>
                <a:spcPts val="400"/>
              </a:spcBef>
              <a:spcAft>
                <a:spcPts val="0"/>
              </a:spcAft>
              <a:buClr>
                <a:schemeClr val="dk1"/>
              </a:buClr>
              <a:buSzPts val="1300"/>
              <a:buChar char="•"/>
              <a:defRPr/>
            </a:lvl6pPr>
            <a:lvl7pPr marL="3200560" lvl="6" indent="-311166" algn="l">
              <a:lnSpc>
                <a:spcPct val="90000"/>
              </a:lnSpc>
              <a:spcBef>
                <a:spcPts val="400"/>
              </a:spcBef>
              <a:spcAft>
                <a:spcPts val="0"/>
              </a:spcAft>
              <a:buClr>
                <a:schemeClr val="dk1"/>
              </a:buClr>
              <a:buSzPts val="1300"/>
              <a:buChar char="•"/>
              <a:defRPr/>
            </a:lvl7pPr>
            <a:lvl8pPr marL="3657783" lvl="7" indent="-311166" algn="l">
              <a:lnSpc>
                <a:spcPct val="90000"/>
              </a:lnSpc>
              <a:spcBef>
                <a:spcPts val="400"/>
              </a:spcBef>
              <a:spcAft>
                <a:spcPts val="0"/>
              </a:spcAft>
              <a:buClr>
                <a:schemeClr val="dk1"/>
              </a:buClr>
              <a:buSzPts val="1300"/>
              <a:buChar char="•"/>
              <a:defRPr/>
            </a:lvl8pPr>
            <a:lvl9pPr marL="4115006" lvl="8" indent="-311166" algn="l">
              <a:lnSpc>
                <a:spcPct val="90000"/>
              </a:lnSpc>
              <a:spcBef>
                <a:spcPts val="400"/>
              </a:spcBef>
              <a:spcAft>
                <a:spcPts val="0"/>
              </a:spcAft>
              <a:buClr>
                <a:schemeClr val="dk1"/>
              </a:buClr>
              <a:buSzPts val="1300"/>
              <a:buChar char="•"/>
              <a:defRPr/>
            </a:lvl9pPr>
          </a:lstStyle>
          <a:p>
            <a:endParaRPr/>
          </a:p>
        </p:txBody>
      </p:sp>
      <p:sp>
        <p:nvSpPr>
          <p:cNvPr id="842" name="Google Shape;842;p199"/>
          <p:cNvSpPr txBox="1">
            <a:spLocks noGrp="1"/>
          </p:cNvSpPr>
          <p:nvPr>
            <p:ph type="dt" idx="10"/>
          </p:nvPr>
        </p:nvSpPr>
        <p:spPr>
          <a:xfrm>
            <a:off x="2390091" y="6300466"/>
            <a:ext cx="839112" cy="557535"/>
          </a:xfrm>
          <a:prstGeom prst="rect">
            <a:avLst/>
          </a:prstGeom>
          <a:noFill/>
          <a:ln>
            <a:noFill/>
          </a:ln>
        </p:spPr>
        <p:txBody>
          <a:bodyPr spcFirstLastPara="1" wrap="square" lIns="0" tIns="34275" rIns="0" bIns="34275" anchor="ctr" anchorCtr="0">
            <a:noAutofit/>
          </a:bodyPr>
          <a:lstStyle>
            <a:lvl1pPr lvl="0" algn="l">
              <a:lnSpc>
                <a:spcPct val="100000"/>
              </a:lnSpc>
              <a:spcBef>
                <a:spcPts val="0"/>
              </a:spcBef>
              <a:spcAft>
                <a:spcPts val="0"/>
              </a:spcAft>
              <a:buClr>
                <a:schemeClr val="dk2"/>
              </a:buClr>
              <a:buSzPts val="1000"/>
              <a:buFont typeface="Arial"/>
              <a:buNone/>
              <a:defRPr/>
            </a:lvl1pPr>
            <a:lvl2pPr lvl="1" algn="l">
              <a:lnSpc>
                <a:spcPct val="100000"/>
              </a:lnSpc>
              <a:spcBef>
                <a:spcPts val="0"/>
              </a:spcBef>
              <a:spcAft>
                <a:spcPts val="0"/>
              </a:spcAft>
              <a:buClr>
                <a:schemeClr val="dk1"/>
              </a:buClr>
              <a:buSzPts val="1000"/>
              <a:buFont typeface="Arial"/>
              <a:buNone/>
              <a:defRPr/>
            </a:lvl2pPr>
            <a:lvl3pPr lvl="2" algn="l">
              <a:lnSpc>
                <a:spcPct val="100000"/>
              </a:lnSpc>
              <a:spcBef>
                <a:spcPts val="0"/>
              </a:spcBef>
              <a:spcAft>
                <a:spcPts val="0"/>
              </a:spcAft>
              <a:buClr>
                <a:schemeClr val="dk1"/>
              </a:buClr>
              <a:buSzPts val="1000"/>
              <a:buFont typeface="Arial"/>
              <a:buNone/>
              <a:defRPr/>
            </a:lvl3pPr>
            <a:lvl4pPr lvl="3" algn="l">
              <a:lnSpc>
                <a:spcPct val="100000"/>
              </a:lnSpc>
              <a:spcBef>
                <a:spcPts val="0"/>
              </a:spcBef>
              <a:spcAft>
                <a:spcPts val="0"/>
              </a:spcAft>
              <a:buClr>
                <a:schemeClr val="dk1"/>
              </a:buClr>
              <a:buSzPts val="1000"/>
              <a:buFont typeface="Arial"/>
              <a:buNone/>
              <a:defRPr/>
            </a:lvl4pPr>
            <a:lvl5pPr lvl="4" algn="l">
              <a:lnSpc>
                <a:spcPct val="100000"/>
              </a:lnSpc>
              <a:spcBef>
                <a:spcPts val="0"/>
              </a:spcBef>
              <a:spcAft>
                <a:spcPts val="0"/>
              </a:spcAft>
              <a:buClr>
                <a:schemeClr val="dk1"/>
              </a:buClr>
              <a:buSzPts val="1000"/>
              <a:buFont typeface="Arial"/>
              <a:buNone/>
              <a:defRPr/>
            </a:lvl5pPr>
            <a:lvl6pPr lvl="5" algn="l">
              <a:lnSpc>
                <a:spcPct val="100000"/>
              </a:lnSpc>
              <a:spcBef>
                <a:spcPts val="0"/>
              </a:spcBef>
              <a:spcAft>
                <a:spcPts val="0"/>
              </a:spcAft>
              <a:buClr>
                <a:schemeClr val="dk1"/>
              </a:buClr>
              <a:buSzPts val="1000"/>
              <a:buFont typeface="Arial"/>
              <a:buNone/>
              <a:defRPr/>
            </a:lvl6pPr>
            <a:lvl7pPr lvl="6" algn="l">
              <a:lnSpc>
                <a:spcPct val="100000"/>
              </a:lnSpc>
              <a:spcBef>
                <a:spcPts val="0"/>
              </a:spcBef>
              <a:spcAft>
                <a:spcPts val="0"/>
              </a:spcAft>
              <a:buClr>
                <a:schemeClr val="dk1"/>
              </a:buClr>
              <a:buSzPts val="1000"/>
              <a:buFont typeface="Arial"/>
              <a:buNone/>
              <a:defRPr/>
            </a:lvl7pPr>
            <a:lvl8pPr lvl="7" algn="l">
              <a:lnSpc>
                <a:spcPct val="100000"/>
              </a:lnSpc>
              <a:spcBef>
                <a:spcPts val="0"/>
              </a:spcBef>
              <a:spcAft>
                <a:spcPts val="0"/>
              </a:spcAft>
              <a:buClr>
                <a:schemeClr val="dk1"/>
              </a:buClr>
              <a:buSzPts val="1000"/>
              <a:buFont typeface="Arial"/>
              <a:buNone/>
              <a:defRPr/>
            </a:lvl8pPr>
            <a:lvl9pPr lvl="8" algn="l">
              <a:lnSpc>
                <a:spcPct val="100000"/>
              </a:lnSpc>
              <a:spcBef>
                <a:spcPts val="0"/>
              </a:spcBef>
              <a:spcAft>
                <a:spcPts val="0"/>
              </a:spcAft>
              <a:buClr>
                <a:schemeClr val="dk1"/>
              </a:buClr>
              <a:buSzPts val="1000"/>
              <a:buFont typeface="Arial"/>
              <a:buNone/>
              <a:defRPr/>
            </a:lvl9pPr>
          </a:lstStyle>
          <a:p>
            <a:endParaRPr/>
          </a:p>
        </p:txBody>
      </p:sp>
      <p:sp>
        <p:nvSpPr>
          <p:cNvPr id="844" name="Google Shape;844;p199"/>
          <p:cNvSpPr txBox="1">
            <a:spLocks noGrp="1"/>
          </p:cNvSpPr>
          <p:nvPr>
            <p:ph type="body" idx="2"/>
          </p:nvPr>
        </p:nvSpPr>
        <p:spPr>
          <a:xfrm>
            <a:off x="960002" y="650085"/>
            <a:ext cx="10789495" cy="498597"/>
          </a:xfrm>
          <a:prstGeom prst="rect">
            <a:avLst/>
          </a:prstGeom>
          <a:noFill/>
          <a:ln>
            <a:noFill/>
          </a:ln>
        </p:spPr>
        <p:txBody>
          <a:bodyPr spcFirstLastPara="1" wrap="square" lIns="0" tIns="0" rIns="0" bIns="0" anchor="t" anchorCtr="0">
            <a:noAutofit/>
          </a:bodyPr>
          <a:lstStyle>
            <a:lvl1pPr marL="457223" lvl="0" indent="-228611" algn="l">
              <a:lnSpc>
                <a:spcPct val="90000"/>
              </a:lnSpc>
              <a:spcBef>
                <a:spcPts val="933"/>
              </a:spcBef>
              <a:spcAft>
                <a:spcPts val="0"/>
              </a:spcAft>
              <a:buSzPts val="2700"/>
              <a:buFont typeface="Arial"/>
              <a:buNone/>
              <a:defRPr sz="3600" b="0" i="0">
                <a:solidFill>
                  <a:schemeClr val="dk2"/>
                </a:solidFill>
                <a:latin typeface="Arial"/>
                <a:ea typeface="Arial"/>
                <a:cs typeface="Arial"/>
                <a:sym typeface="Arial"/>
              </a:defRPr>
            </a:lvl1pPr>
            <a:lvl2pPr marL="914446" lvl="1" indent="-311166" algn="l">
              <a:lnSpc>
                <a:spcPct val="100000"/>
              </a:lnSpc>
              <a:spcBef>
                <a:spcPts val="533"/>
              </a:spcBef>
              <a:spcAft>
                <a:spcPts val="0"/>
              </a:spcAft>
              <a:buSzPts val="1300"/>
              <a:buChar char="•"/>
              <a:defRPr/>
            </a:lvl2pPr>
            <a:lvl3pPr marL="1371669" lvl="2" indent="-311166" algn="l">
              <a:lnSpc>
                <a:spcPct val="100000"/>
              </a:lnSpc>
              <a:spcBef>
                <a:spcPts val="533"/>
              </a:spcBef>
              <a:spcAft>
                <a:spcPts val="0"/>
              </a:spcAft>
              <a:buSzPts val="1300"/>
              <a:buChar char="•"/>
              <a:defRPr/>
            </a:lvl3pPr>
            <a:lvl4pPr marL="1828891" lvl="3" indent="-311166" algn="l">
              <a:lnSpc>
                <a:spcPct val="100000"/>
              </a:lnSpc>
              <a:spcBef>
                <a:spcPts val="267"/>
              </a:spcBef>
              <a:spcAft>
                <a:spcPts val="0"/>
              </a:spcAft>
              <a:buSzPts val="1300"/>
              <a:buChar char="•"/>
              <a:defRPr/>
            </a:lvl4pPr>
            <a:lvl5pPr marL="2286114" lvl="4" indent="-311166" algn="l">
              <a:lnSpc>
                <a:spcPct val="100000"/>
              </a:lnSpc>
              <a:spcBef>
                <a:spcPts val="267"/>
              </a:spcBef>
              <a:spcAft>
                <a:spcPts val="0"/>
              </a:spcAft>
              <a:buSzPts val="1300"/>
              <a:buChar char="•"/>
              <a:defRPr/>
            </a:lvl5pPr>
            <a:lvl6pPr marL="2743337" lvl="5" indent="-311166" algn="l">
              <a:lnSpc>
                <a:spcPct val="90000"/>
              </a:lnSpc>
              <a:spcBef>
                <a:spcPts val="400"/>
              </a:spcBef>
              <a:spcAft>
                <a:spcPts val="0"/>
              </a:spcAft>
              <a:buClr>
                <a:schemeClr val="dk1"/>
              </a:buClr>
              <a:buSzPts val="1300"/>
              <a:buChar char="•"/>
              <a:defRPr/>
            </a:lvl6pPr>
            <a:lvl7pPr marL="3200560" lvl="6" indent="-311166" algn="l">
              <a:lnSpc>
                <a:spcPct val="90000"/>
              </a:lnSpc>
              <a:spcBef>
                <a:spcPts val="400"/>
              </a:spcBef>
              <a:spcAft>
                <a:spcPts val="0"/>
              </a:spcAft>
              <a:buClr>
                <a:schemeClr val="dk1"/>
              </a:buClr>
              <a:buSzPts val="1300"/>
              <a:buChar char="•"/>
              <a:defRPr/>
            </a:lvl7pPr>
            <a:lvl8pPr marL="3657783" lvl="7" indent="-311166" algn="l">
              <a:lnSpc>
                <a:spcPct val="90000"/>
              </a:lnSpc>
              <a:spcBef>
                <a:spcPts val="400"/>
              </a:spcBef>
              <a:spcAft>
                <a:spcPts val="0"/>
              </a:spcAft>
              <a:buClr>
                <a:schemeClr val="dk1"/>
              </a:buClr>
              <a:buSzPts val="1300"/>
              <a:buChar char="•"/>
              <a:defRPr/>
            </a:lvl8pPr>
            <a:lvl9pPr marL="4115006" lvl="8" indent="-311166" algn="l">
              <a:lnSpc>
                <a:spcPct val="90000"/>
              </a:lnSpc>
              <a:spcBef>
                <a:spcPts val="400"/>
              </a:spcBef>
              <a:spcAft>
                <a:spcPts val="0"/>
              </a:spcAft>
              <a:buClr>
                <a:schemeClr val="dk1"/>
              </a:buClr>
              <a:buSzPts val="1300"/>
              <a:buChar char="•"/>
              <a:defRPr/>
            </a:lvl9pPr>
          </a:lstStyle>
          <a:p>
            <a:endParaRPr/>
          </a:p>
        </p:txBody>
      </p:sp>
    </p:spTree>
    <p:extLst>
      <p:ext uri="{BB962C8B-B14F-4D97-AF65-F5344CB8AC3E}">
        <p14:creationId xmlns:p14="http://schemas.microsoft.com/office/powerpoint/2010/main" val="20897332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46"/>
        <p:cNvGrpSpPr/>
        <p:nvPr/>
      </p:nvGrpSpPr>
      <p:grpSpPr>
        <a:xfrm>
          <a:off x="0" y="0"/>
          <a:ext cx="0" cy="0"/>
          <a:chOff x="0" y="0"/>
          <a:chExt cx="0" cy="0"/>
        </a:xfrm>
      </p:grpSpPr>
      <p:sp>
        <p:nvSpPr>
          <p:cNvPr id="47" name="Google Shape;47;p248"/>
          <p:cNvSpPr txBox="1">
            <a:spLocks noGrp="1"/>
          </p:cNvSpPr>
          <p:nvPr>
            <p:ph type="title"/>
          </p:nvPr>
        </p:nvSpPr>
        <p:spPr>
          <a:xfrm>
            <a:off x="442913" y="384048"/>
            <a:ext cx="11306175" cy="841248"/>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8"/>
          <p:cNvSpPr txBox="1">
            <a:spLocks noGrp="1"/>
          </p:cNvSpPr>
          <p:nvPr>
            <p:ph type="subTitle" idx="1"/>
          </p:nvPr>
        </p:nvSpPr>
        <p:spPr>
          <a:xfrm>
            <a:off x="442913" y="1276212"/>
            <a:ext cx="11306173" cy="32017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800"/>
              <a:buNone/>
              <a:defRPr sz="1800" b="1">
                <a:solidFill>
                  <a:schemeClr val="dk2"/>
                </a:solidFill>
              </a:defRPr>
            </a:lvl1pPr>
            <a:lvl2pPr lvl="1" algn="l">
              <a:lnSpc>
                <a:spcPct val="100000"/>
              </a:lnSpc>
              <a:spcBef>
                <a:spcPts val="0"/>
              </a:spcBef>
              <a:spcAft>
                <a:spcPts val="0"/>
              </a:spcAft>
              <a:buClr>
                <a:schemeClr val="dk2"/>
              </a:buClr>
              <a:buSzPts val="1800"/>
              <a:buNone/>
              <a:defRPr sz="1800" b="1">
                <a:solidFill>
                  <a:schemeClr val="dk2"/>
                </a:solidFill>
              </a:defRPr>
            </a:lvl2pPr>
            <a:lvl3pPr lvl="2" algn="l">
              <a:lnSpc>
                <a:spcPct val="100000"/>
              </a:lnSpc>
              <a:spcBef>
                <a:spcPts val="0"/>
              </a:spcBef>
              <a:spcAft>
                <a:spcPts val="0"/>
              </a:spcAft>
              <a:buClr>
                <a:schemeClr val="dk2"/>
              </a:buClr>
              <a:buSzPts val="1800"/>
              <a:buNone/>
              <a:defRPr sz="1800" b="1">
                <a:solidFill>
                  <a:schemeClr val="dk2"/>
                </a:solidFill>
              </a:defRPr>
            </a:lvl3pPr>
            <a:lvl4pPr lvl="3" algn="l">
              <a:lnSpc>
                <a:spcPct val="100000"/>
              </a:lnSpc>
              <a:spcBef>
                <a:spcPts val="0"/>
              </a:spcBef>
              <a:spcAft>
                <a:spcPts val="0"/>
              </a:spcAft>
              <a:buClr>
                <a:schemeClr val="dk2"/>
              </a:buClr>
              <a:buSzPts val="1800"/>
              <a:buNone/>
              <a:defRPr sz="1800" b="1">
                <a:solidFill>
                  <a:schemeClr val="dk2"/>
                </a:solidFill>
              </a:defRPr>
            </a:lvl4pPr>
            <a:lvl5pPr lvl="4" algn="l">
              <a:lnSpc>
                <a:spcPct val="100000"/>
              </a:lnSpc>
              <a:spcBef>
                <a:spcPts val="0"/>
              </a:spcBef>
              <a:spcAft>
                <a:spcPts val="0"/>
              </a:spcAft>
              <a:buClr>
                <a:schemeClr val="dk2"/>
              </a:buClr>
              <a:buSzPts val="1800"/>
              <a:buNone/>
              <a:defRPr sz="1800" b="1">
                <a:solidFill>
                  <a:schemeClr val="dk2"/>
                </a:solidFill>
              </a:defRPr>
            </a:lvl5pPr>
            <a:lvl6pPr lvl="5" algn="l">
              <a:lnSpc>
                <a:spcPct val="100000"/>
              </a:lnSpc>
              <a:spcBef>
                <a:spcPts val="0"/>
              </a:spcBef>
              <a:spcAft>
                <a:spcPts val="0"/>
              </a:spcAft>
              <a:buClr>
                <a:schemeClr val="dk2"/>
              </a:buClr>
              <a:buSzPts val="1800"/>
              <a:buNone/>
              <a:defRPr sz="1800" b="1">
                <a:solidFill>
                  <a:schemeClr val="dk2"/>
                </a:solidFill>
              </a:defRPr>
            </a:lvl6pPr>
            <a:lvl7pPr lvl="6" algn="l">
              <a:lnSpc>
                <a:spcPct val="100000"/>
              </a:lnSpc>
              <a:spcBef>
                <a:spcPts val="0"/>
              </a:spcBef>
              <a:spcAft>
                <a:spcPts val="0"/>
              </a:spcAft>
              <a:buClr>
                <a:schemeClr val="dk2"/>
              </a:buClr>
              <a:buSzPts val="1800"/>
              <a:buNone/>
              <a:defRPr sz="1800" b="1">
                <a:solidFill>
                  <a:schemeClr val="dk2"/>
                </a:solidFill>
              </a:defRPr>
            </a:lvl7pPr>
            <a:lvl8pPr lvl="7" algn="l">
              <a:lnSpc>
                <a:spcPct val="100000"/>
              </a:lnSpc>
              <a:spcBef>
                <a:spcPts val="0"/>
              </a:spcBef>
              <a:spcAft>
                <a:spcPts val="0"/>
              </a:spcAft>
              <a:buClr>
                <a:schemeClr val="dk2"/>
              </a:buClr>
              <a:buSzPts val="1800"/>
              <a:buNone/>
              <a:defRPr sz="1800" b="1">
                <a:solidFill>
                  <a:schemeClr val="dk2"/>
                </a:solidFill>
              </a:defRPr>
            </a:lvl8pPr>
            <a:lvl9pPr lvl="8" algn="l">
              <a:lnSpc>
                <a:spcPct val="100000"/>
              </a:lnSpc>
              <a:spcBef>
                <a:spcPts val="0"/>
              </a:spcBef>
              <a:spcAft>
                <a:spcPts val="0"/>
              </a:spcAft>
              <a:buClr>
                <a:schemeClr val="dk2"/>
              </a:buClr>
              <a:buSzPts val="1800"/>
              <a:buNone/>
              <a:defRPr sz="1800" b="1">
                <a:solidFill>
                  <a:schemeClr val="dk2"/>
                </a:solidFill>
              </a:defRPr>
            </a:lvl9pPr>
          </a:lstStyle>
          <a:p>
            <a:endParaRPr/>
          </a:p>
        </p:txBody>
      </p:sp>
      <p:sp>
        <p:nvSpPr>
          <p:cNvPr id="49" name="Google Shape;49;p248"/>
          <p:cNvSpPr txBox="1">
            <a:spLocks noGrp="1"/>
          </p:cNvSpPr>
          <p:nvPr>
            <p:ph type="ftr" idx="11"/>
          </p:nvPr>
        </p:nvSpPr>
        <p:spPr>
          <a:xfrm>
            <a:off x="442912" y="6355080"/>
            <a:ext cx="1764792"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8"/>
          <p:cNvSpPr txBox="1">
            <a:spLocks noGrp="1"/>
          </p:cNvSpPr>
          <p:nvPr>
            <p:ph type="body" idx="2"/>
          </p:nvPr>
        </p:nvSpPr>
        <p:spPr>
          <a:xfrm>
            <a:off x="2432304" y="6355077"/>
            <a:ext cx="7315200" cy="274322"/>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750"/>
              <a:buFont typeface="Arial"/>
              <a:buNone/>
              <a:defRPr sz="750"/>
            </a:lvl1pPr>
            <a:lvl2pPr marL="914400" lvl="1" indent="-228600" algn="l">
              <a:lnSpc>
                <a:spcPct val="100000"/>
              </a:lnSpc>
              <a:spcBef>
                <a:spcPts val="0"/>
              </a:spcBef>
              <a:spcAft>
                <a:spcPts val="0"/>
              </a:spcAft>
              <a:buClr>
                <a:schemeClr val="dk1"/>
              </a:buClr>
              <a:buSzPts val="750"/>
              <a:buFont typeface="Arial"/>
              <a:buNone/>
              <a:defRPr sz="750"/>
            </a:lvl2pPr>
            <a:lvl3pPr marL="1371600" lvl="2" indent="-228600" algn="l">
              <a:lnSpc>
                <a:spcPct val="100000"/>
              </a:lnSpc>
              <a:spcBef>
                <a:spcPts val="0"/>
              </a:spcBef>
              <a:spcAft>
                <a:spcPts val="0"/>
              </a:spcAft>
              <a:buClr>
                <a:schemeClr val="dk1"/>
              </a:buClr>
              <a:buSzPts val="750"/>
              <a:buFont typeface="Arial"/>
              <a:buNone/>
              <a:defRPr sz="750"/>
            </a:lvl3pPr>
            <a:lvl4pPr marL="1828800" lvl="3" indent="-228600" algn="l">
              <a:lnSpc>
                <a:spcPct val="100000"/>
              </a:lnSpc>
              <a:spcBef>
                <a:spcPts val="0"/>
              </a:spcBef>
              <a:spcAft>
                <a:spcPts val="0"/>
              </a:spcAft>
              <a:buClr>
                <a:schemeClr val="dk1"/>
              </a:buClr>
              <a:buSzPts val="750"/>
              <a:buFont typeface="Arial"/>
              <a:buNone/>
              <a:defRPr sz="750"/>
            </a:lvl4pPr>
            <a:lvl5pPr marL="2286000" lvl="4" indent="-228600" algn="l">
              <a:lnSpc>
                <a:spcPct val="100000"/>
              </a:lnSpc>
              <a:spcBef>
                <a:spcPts val="0"/>
              </a:spcBef>
              <a:spcAft>
                <a:spcPts val="0"/>
              </a:spcAft>
              <a:buClr>
                <a:schemeClr val="dk1"/>
              </a:buClr>
              <a:buSzPts val="750"/>
              <a:buFont typeface="Arial"/>
              <a:buNone/>
              <a:defRPr sz="750"/>
            </a:lvl5pPr>
            <a:lvl6pPr marL="2743200" lvl="5" indent="-228600" algn="l">
              <a:lnSpc>
                <a:spcPct val="100000"/>
              </a:lnSpc>
              <a:spcBef>
                <a:spcPts val="0"/>
              </a:spcBef>
              <a:spcAft>
                <a:spcPts val="0"/>
              </a:spcAft>
              <a:buClr>
                <a:schemeClr val="dk1"/>
              </a:buClr>
              <a:buSzPts val="750"/>
              <a:buFont typeface="Arial"/>
              <a:buNone/>
              <a:defRPr sz="750"/>
            </a:lvl6pPr>
            <a:lvl7pPr marL="3200400" lvl="6" indent="-228600" algn="l">
              <a:lnSpc>
                <a:spcPct val="100000"/>
              </a:lnSpc>
              <a:spcBef>
                <a:spcPts val="0"/>
              </a:spcBef>
              <a:spcAft>
                <a:spcPts val="0"/>
              </a:spcAft>
              <a:buClr>
                <a:schemeClr val="dk1"/>
              </a:buClr>
              <a:buSzPts val="750"/>
              <a:buFont typeface="Arial"/>
              <a:buNone/>
              <a:defRPr sz="750"/>
            </a:lvl7pPr>
            <a:lvl8pPr marL="3657600" lvl="7" indent="-228600" algn="l">
              <a:lnSpc>
                <a:spcPct val="100000"/>
              </a:lnSpc>
              <a:spcBef>
                <a:spcPts val="0"/>
              </a:spcBef>
              <a:spcAft>
                <a:spcPts val="0"/>
              </a:spcAft>
              <a:buClr>
                <a:schemeClr val="dk1"/>
              </a:buClr>
              <a:buSzPts val="750"/>
              <a:buFont typeface="Arial"/>
              <a:buNone/>
              <a:defRPr sz="750"/>
            </a:lvl8pPr>
            <a:lvl9pPr marL="4114800" lvl="8" indent="-228600" algn="l">
              <a:lnSpc>
                <a:spcPct val="100000"/>
              </a:lnSpc>
              <a:spcBef>
                <a:spcPts val="0"/>
              </a:spcBef>
              <a:spcAft>
                <a:spcPts val="0"/>
              </a:spcAft>
              <a:buClr>
                <a:schemeClr val="dk1"/>
              </a:buClr>
              <a:buSzPts val="750"/>
              <a:buFont typeface="Arial"/>
              <a:buNone/>
              <a:defRPr sz="750"/>
            </a:lvl9pPr>
          </a:lstStyle>
          <a:p>
            <a:endParaRPr/>
          </a:p>
        </p:txBody>
      </p:sp>
      <p:sp>
        <p:nvSpPr>
          <p:cNvPr id="51" name="Google Shape;51;p24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9321803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texte V1 blanc" type="objTx">
  <p:cSld name="Titre et texte V1 blanc">
    <p:spTree>
      <p:nvGrpSpPr>
        <p:cNvPr id="1" name="Shape 18"/>
        <p:cNvGrpSpPr/>
        <p:nvPr/>
      </p:nvGrpSpPr>
      <p:grpSpPr>
        <a:xfrm>
          <a:off x="0" y="0"/>
          <a:ext cx="0" cy="0"/>
          <a:chOff x="0" y="0"/>
          <a:chExt cx="0" cy="0"/>
        </a:xfrm>
      </p:grpSpPr>
      <p:pic>
        <p:nvPicPr>
          <p:cNvPr id="19" name="Google Shape;19;p70"/>
          <p:cNvPicPr preferRelativeResize="0"/>
          <p:nvPr/>
        </p:nvPicPr>
        <p:blipFill rotWithShape="1">
          <a:blip r:embed="rId2">
            <a:alphaModFix/>
          </a:blip>
          <a:srcRect/>
          <a:stretch/>
        </p:blipFill>
        <p:spPr>
          <a:xfrm>
            <a:off x="1" y="0"/>
            <a:ext cx="4819697" cy="6371303"/>
          </a:xfrm>
          <a:prstGeom prst="rect">
            <a:avLst/>
          </a:prstGeom>
          <a:noFill/>
          <a:ln>
            <a:noFill/>
          </a:ln>
        </p:spPr>
      </p:pic>
      <p:sp>
        <p:nvSpPr>
          <p:cNvPr id="20" name="Google Shape;20;p70"/>
          <p:cNvSpPr txBox="1"/>
          <p:nvPr/>
        </p:nvSpPr>
        <p:spPr>
          <a:xfrm>
            <a:off x="0" y="396033"/>
            <a:ext cx="792400" cy="232000"/>
          </a:xfrm>
          <a:prstGeom prst="rect">
            <a:avLst/>
          </a:prstGeom>
          <a:solidFill>
            <a:srgbClr val="0E3F6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Calibri"/>
              <a:ea typeface="Calibri"/>
              <a:cs typeface="Calibri"/>
              <a:sym typeface="Calibri"/>
            </a:endParaRPr>
          </a:p>
        </p:txBody>
      </p:sp>
      <p:sp>
        <p:nvSpPr>
          <p:cNvPr id="21" name="Google Shape;21;p70"/>
          <p:cNvSpPr txBox="1">
            <a:spLocks noGrp="1"/>
          </p:cNvSpPr>
          <p:nvPr>
            <p:ph type="body" idx="1"/>
          </p:nvPr>
        </p:nvSpPr>
        <p:spPr>
          <a:xfrm>
            <a:off x="1463567" y="1380500"/>
            <a:ext cx="9169600" cy="44756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E3F67"/>
              </a:buClr>
              <a:buSzPts val="1400"/>
              <a:buFont typeface="Open Sans"/>
              <a:buChar char="●"/>
              <a:defRPr sz="1800" b="0" i="0" u="none" strike="noStrike" cap="none">
                <a:solidFill>
                  <a:srgbClr val="0E3F67"/>
                </a:solidFill>
                <a:latin typeface="Open Sans"/>
                <a:ea typeface="Open Sans"/>
                <a:cs typeface="Open Sans"/>
                <a:sym typeface="Open Sans"/>
              </a:defRPr>
            </a:lvl1pPr>
            <a:lvl2pPr marL="914400" marR="0" lvl="1"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2pPr>
            <a:lvl3pPr marL="1371600" marR="0" lvl="2"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3pPr>
            <a:lvl4pPr marL="1828800" marR="0" lvl="3"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4pPr>
            <a:lvl5pPr marL="2286000" marR="0" lvl="4"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5pPr>
            <a:lvl6pPr marL="2743200" marR="0" lvl="5"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6pPr>
            <a:lvl7pPr marL="3200400" marR="0" lvl="6"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7pPr>
            <a:lvl8pPr marL="3657600" marR="0" lvl="7"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8pPr>
            <a:lvl9pPr marL="4114800" marR="0" lvl="8"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9pPr>
          </a:lstStyle>
          <a:p>
            <a:endParaRPr/>
          </a:p>
        </p:txBody>
      </p:sp>
      <p:sp>
        <p:nvSpPr>
          <p:cNvPr id="22" name="Google Shape;22;p70"/>
          <p:cNvSpPr txBox="1">
            <a:spLocks noGrp="1"/>
          </p:cNvSpPr>
          <p:nvPr>
            <p:ph type="title"/>
          </p:nvPr>
        </p:nvSpPr>
        <p:spPr>
          <a:xfrm>
            <a:off x="790575" y="149160"/>
            <a:ext cx="10515600" cy="570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E3F67"/>
              </a:buClr>
              <a:buSzPts val="1400"/>
              <a:buFont typeface="Arial"/>
              <a:buNone/>
              <a:defRPr sz="3200" b="0" i="0" u="none" strike="noStrike" cap="none">
                <a:solidFill>
                  <a:srgbClr val="0E3F67"/>
                </a:solidFill>
                <a:latin typeface="Open Sans"/>
                <a:ea typeface="Open Sans"/>
                <a:cs typeface="Open Sans"/>
                <a:sym typeface="Open Sans"/>
              </a:defRPr>
            </a:lvl1pPr>
            <a:lvl2pPr marR="0" lvl="1"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2pPr>
            <a:lvl3pPr marR="0" lvl="2"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3pPr>
            <a:lvl4pPr marR="0" lvl="3"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4pPr>
            <a:lvl5pPr marR="0" lvl="4"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5pPr>
            <a:lvl6pPr marR="0" lvl="5"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6pPr>
            <a:lvl7pPr marR="0" lvl="6"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7pPr>
            <a:lvl8pPr marR="0" lvl="7"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8pPr>
            <a:lvl9pPr marR="0" lvl="8"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9pPr>
          </a:lstStyle>
          <a:p>
            <a:endParaRPr/>
          </a:p>
        </p:txBody>
      </p:sp>
    </p:spTree>
    <p:extLst>
      <p:ext uri="{BB962C8B-B14F-4D97-AF65-F5344CB8AC3E}">
        <p14:creationId xmlns:p14="http://schemas.microsoft.com/office/powerpoint/2010/main" val="1622609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spcAft>
                <a:spcPts val="0"/>
              </a:spcAft>
              <a:defRPr>
                <a:solidFill>
                  <a:srgbClr val="FF6600"/>
                </a:solidFill>
                <a:latin typeface="Helvetica 75 Bold" panose="020B0804020202020204" pitchFamily="34" charset="0"/>
              </a:defRPr>
            </a:lvl1pPr>
          </a:lstStyle>
          <a:p>
            <a:r>
              <a:rPr lang="en-US"/>
              <a:t>Click to edit Master title style</a:t>
            </a:r>
          </a:p>
        </p:txBody>
      </p:sp>
    </p:spTree>
    <p:extLst>
      <p:ext uri="{BB962C8B-B14F-4D97-AF65-F5344CB8AC3E}">
        <p14:creationId xmlns:p14="http://schemas.microsoft.com/office/powerpoint/2010/main" val="2074822649"/>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60F0A-E752-3DF6-9CB1-E4763EFA754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5DA76C-6429-9BDC-300A-8CC4ABCED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123936-92D8-9BD0-1FF1-DE0460E7F44B}"/>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F4D67E2F-3C95-18D9-EEB6-7DF7B19F54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9C84F3-4BD0-D431-1C51-3A5D64B2CB7C}"/>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1146188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70976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itle 3"/>
          <p:cNvSpPr>
            <a:spLocks noGrp="1"/>
          </p:cNvSpPr>
          <p:nvPr>
            <p:ph type="title" hasCustomPrompt="1"/>
          </p:nvPr>
        </p:nvSpPr>
        <p:spPr/>
        <p:txBody>
          <a:bodyPr/>
          <a:lstStyle/>
          <a:p>
            <a:r>
              <a:rPr lang="fr-FR" noProof="0"/>
              <a:t>Cliquez pour modifier le titre</a:t>
            </a:r>
            <a:endParaRPr lang="en-GB"/>
          </a:p>
        </p:txBody>
      </p:sp>
      <p:sp>
        <p:nvSpPr>
          <p:cNvPr id="6" name="TextBox 5"/>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32326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4" baseline="0">
                <a:solidFill>
                  <a:schemeClr val="tx1"/>
                </a:solidFill>
              </a:defRPr>
            </a:lvl1pPr>
          </a:lstStyle>
          <a:p>
            <a:r>
              <a:rPr lang="fr-FR" noProof="0"/>
              <a:t>Cliquez pour modifier le titre</a:t>
            </a:r>
          </a:p>
        </p:txBody>
      </p:sp>
      <p:sp>
        <p:nvSpPr>
          <p:cNvPr id="17" name="Text Placeholder 17"/>
          <p:cNvSpPr>
            <a:spLocks noGrp="1"/>
          </p:cNvSpPr>
          <p:nvPr>
            <p:ph type="body" sz="quarter" idx="16" hasCustomPrompt="1"/>
          </p:nvPr>
        </p:nvSpPr>
        <p:spPr>
          <a:xfrm>
            <a:off x="7734300" y="355602"/>
            <a:ext cx="4038600" cy="4538133"/>
          </a:xfrm>
        </p:spPr>
        <p:txBody>
          <a:bodyPr/>
          <a:lstStyle>
            <a:lvl1pPr>
              <a:defRPr/>
            </a:lvl1pPr>
          </a:lstStyle>
          <a:p>
            <a:pPr lvl="0"/>
            <a:r>
              <a:rPr lang="fr-FR" noProof="0"/>
              <a:t>Cliquez pour modifier le texte</a:t>
            </a:r>
          </a:p>
          <a:p>
            <a:pPr lvl="1"/>
            <a:r>
              <a:rPr lang="fr-FR" noProof="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312" indent="-241312" algn="l">
              <a:buClr>
                <a:schemeClr val="bg2"/>
              </a:buClr>
              <a:buSzPct val="100000"/>
              <a:buFont typeface="Wingdings" panose="05000000000000000000" pitchFamily="2" charset="2"/>
              <a:buChar char="§"/>
              <a:defRPr>
                <a:solidFill>
                  <a:schemeClr val="tx1"/>
                </a:solidFill>
              </a:defRPr>
            </a:lvl2pPr>
            <a:lvl3pPr marL="542427" indent="-254413"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2040" indent="-230412" algn="l">
              <a:spcBef>
                <a:spcPts val="32"/>
              </a:spcBef>
              <a:buFont typeface="Helvetica 55 Roman" panose="020B0604020202020204" pitchFamily="34" charset="0"/>
              <a:buChar char="–"/>
              <a:defRPr>
                <a:solidFill>
                  <a:schemeClr val="tx1"/>
                </a:solidFill>
              </a:defRPr>
            </a:lvl4pPr>
            <a:lvl5pPr marL="1065653" indent="-254413" algn="l">
              <a:buFont typeface="Helvetica 55 Roman" panose="020B0604020202020204" pitchFamily="34" charset="0"/>
              <a:buChar char="–"/>
              <a:defRPr>
                <a:solidFill>
                  <a:schemeClr val="tx1"/>
                </a:solidFill>
              </a:defRPr>
            </a:lvl5pPr>
            <a:lvl6pPr marL="3048152" indent="0" algn="ctr">
              <a:buNone/>
              <a:defRPr>
                <a:solidFill>
                  <a:schemeClr val="tx1">
                    <a:tint val="75000"/>
                  </a:schemeClr>
                </a:solidFill>
              </a:defRPr>
            </a:lvl6pPr>
            <a:lvl7pPr marL="3657783" indent="0" algn="ctr">
              <a:buNone/>
              <a:defRPr>
                <a:solidFill>
                  <a:schemeClr val="tx1">
                    <a:tint val="75000"/>
                  </a:schemeClr>
                </a:solidFill>
              </a:defRPr>
            </a:lvl7pPr>
            <a:lvl8pPr marL="4267413" indent="0" algn="ctr">
              <a:buNone/>
              <a:defRPr>
                <a:solidFill>
                  <a:schemeClr val="tx1">
                    <a:tint val="75000"/>
                  </a:schemeClr>
                </a:solidFill>
              </a:defRPr>
            </a:lvl8pPr>
            <a:lvl9pPr marL="4877044" indent="0" algn="ctr">
              <a:buNone/>
              <a:defRPr>
                <a:solidFill>
                  <a:schemeClr val="tx1">
                    <a:tint val="75000"/>
                  </a:schemeClr>
                </a:solidFill>
              </a:defRPr>
            </a:lvl9pPr>
          </a:lstStyle>
          <a:p>
            <a:r>
              <a:rPr lang="fr-FR"/>
              <a:t>Cliquez pour modifier le nom du présentateur</a:t>
            </a:r>
          </a:p>
        </p:txBody>
      </p:sp>
      <p:sp>
        <p:nvSpPr>
          <p:cNvPr id="4" name="Text Placeholder 10">
            <a:extLst>
              <a:ext uri="{FF2B5EF4-FFF2-40B4-BE49-F238E27FC236}">
                <a16:creationId xmlns:a16="http://schemas.microsoft.com/office/drawing/2014/main" id="{3E9DAA3D-2BC0-B6CF-DC3A-BB2BA763121A}"/>
              </a:ext>
            </a:extLst>
          </p:cNvPr>
          <p:cNvSpPr txBox="1">
            <a:spLocks/>
          </p:cNvSpPr>
          <p:nvPr userDrawn="1"/>
        </p:nvSpPr>
        <p:spPr>
          <a:xfrm>
            <a:off x="11589560" y="6146166"/>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78942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lvl1pPr>
            <a:lvl2pPr marL="478391" indent="-478391">
              <a:spcBef>
                <a:spcPts val="0"/>
              </a:spcBef>
              <a:buClrTx/>
              <a:buSzPct val="100000"/>
              <a:buFont typeface="+mj-lt"/>
              <a:buAutoNum type="arabicPeriod"/>
              <a:defRPr sz="4000"/>
            </a:lvl2pPr>
            <a:lvl3pPr>
              <a:defRPr sz="2400"/>
            </a:lvl3pPr>
            <a:lvl4pPr>
              <a:defRPr sz="2400"/>
            </a:lvl4pPr>
            <a:lvl5pPr>
              <a:defRPr sz="2400"/>
            </a:lvl5pPr>
          </a:lstStyle>
          <a:p>
            <a:pPr lvl="0"/>
            <a:r>
              <a:rPr lang="fr-FR" noProof="0"/>
              <a:t>Cliquez pour modifier le contenu</a:t>
            </a:r>
          </a:p>
          <a:p>
            <a:pPr lvl="1"/>
            <a:r>
              <a:rPr lang="fr-FR" noProof="0"/>
              <a:t>Deuxième niveau</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2398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4" baseline="0"/>
            </a:lvl1pPr>
            <a:lvl2pPr>
              <a:lnSpc>
                <a:spcPct val="85000"/>
              </a:lnSpc>
              <a:spcBef>
                <a:spcPts val="0"/>
              </a:spcBef>
              <a:defRPr sz="7334"/>
            </a:lvl2pPr>
            <a:lvl3pPr>
              <a:defRPr sz="7334"/>
            </a:lvl3pPr>
            <a:lvl4pPr>
              <a:defRPr sz="7334"/>
            </a:lvl4pPr>
            <a:lvl5pPr>
              <a:defRPr sz="7334"/>
            </a:lvl5pPr>
          </a:lstStyle>
          <a:p>
            <a:pPr lvl="0"/>
            <a:r>
              <a:rPr lang="fr-FR" noProof="0"/>
              <a:t>Cliquez pour modifier le nom de la section </a:t>
            </a:r>
          </a:p>
          <a:p>
            <a:pPr lvl="1"/>
            <a:r>
              <a:rPr lang="fr-FR" noProof="0"/>
              <a:t>Deuxième niveau</a:t>
            </a:r>
          </a:p>
        </p:txBody>
      </p:sp>
      <p:sp>
        <p:nvSpPr>
          <p:cNvPr id="4" name="TextBox 3"/>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8491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5" name="Title 4"/>
          <p:cNvSpPr>
            <a:spLocks noGrp="1"/>
          </p:cNvSpPr>
          <p:nvPr>
            <p:ph type="title" hasCustomPrompt="1"/>
          </p:nvPr>
        </p:nvSpPr>
        <p:spPr/>
        <p:txBody>
          <a:bodyPr/>
          <a:lstStyle/>
          <a:p>
            <a:r>
              <a:rPr lang="fr-FR" noProof="0"/>
              <a:t>Cliquez pour modifier le titre</a:t>
            </a:r>
            <a:endParaRPr lang="en-GB"/>
          </a:p>
        </p:txBody>
      </p:sp>
      <p:sp>
        <p:nvSpPr>
          <p:cNvPr id="7" name="TextBox 6"/>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44884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a:t>Cliquez pour modifier le titre</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56187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pleine page">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dirty="0"/>
              <a:t>Cliquez sur l'icône pour ajouter une photo</a:t>
            </a:r>
          </a:p>
        </p:txBody>
      </p:sp>
      <p:sp>
        <p:nvSpPr>
          <p:cNvPr id="3" name="Title 2"/>
          <p:cNvSpPr>
            <a:spLocks noGrp="1"/>
          </p:cNvSpPr>
          <p:nvPr>
            <p:ph type="title" hasCustomPrompt="1"/>
          </p:nvPr>
        </p:nvSpPr>
        <p:spPr/>
        <p:txBody>
          <a:bodyPr/>
          <a:lstStyle>
            <a:lvl1pPr>
              <a:defRPr>
                <a:solidFill>
                  <a:schemeClr val="tx1"/>
                </a:solidFill>
              </a:defRPr>
            </a:lvl1pPr>
          </a:lstStyle>
          <a:p>
            <a:r>
              <a:rPr lang="fr-FR"/>
              <a:t>Cliquez pour modifier le titre</a:t>
            </a:r>
            <a:endParaRPr lang="en-GB"/>
          </a:p>
        </p:txBody>
      </p:sp>
    </p:spTree>
    <p:extLst>
      <p:ext uri="{BB962C8B-B14F-4D97-AF65-F5344CB8AC3E}">
        <p14:creationId xmlns:p14="http://schemas.microsoft.com/office/powerpoint/2010/main" val="31948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TextBox 2"/>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99751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1_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44070"/>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White BG">
  <p:cSld name="Title and Content White BG">
    <p:spTree>
      <p:nvGrpSpPr>
        <p:cNvPr id="1" name="Shape 840"/>
        <p:cNvGrpSpPr/>
        <p:nvPr/>
      </p:nvGrpSpPr>
      <p:grpSpPr>
        <a:xfrm>
          <a:off x="0" y="0"/>
          <a:ext cx="0" cy="0"/>
          <a:chOff x="0" y="0"/>
          <a:chExt cx="0" cy="0"/>
        </a:xfrm>
      </p:grpSpPr>
      <p:sp>
        <p:nvSpPr>
          <p:cNvPr id="841" name="Google Shape;841;p199"/>
          <p:cNvSpPr txBox="1">
            <a:spLocks noGrp="1"/>
          </p:cNvSpPr>
          <p:nvPr>
            <p:ph type="body" idx="1"/>
          </p:nvPr>
        </p:nvSpPr>
        <p:spPr>
          <a:xfrm>
            <a:off x="960001" y="1617045"/>
            <a:ext cx="10762609" cy="4683420"/>
          </a:xfrm>
          <a:prstGeom prst="rect">
            <a:avLst/>
          </a:prstGeom>
          <a:noFill/>
          <a:ln>
            <a:noFill/>
          </a:ln>
        </p:spPr>
        <p:txBody>
          <a:bodyPr spcFirstLastPara="1" wrap="square" lIns="0" tIns="0" rIns="0" bIns="0" anchor="t" anchorCtr="0">
            <a:noAutofit/>
          </a:bodyPr>
          <a:lstStyle>
            <a:lvl1pPr marL="457223" lvl="0" indent="-304815" algn="l">
              <a:lnSpc>
                <a:spcPct val="100000"/>
              </a:lnSpc>
              <a:spcBef>
                <a:spcPts val="933"/>
              </a:spcBef>
              <a:spcAft>
                <a:spcPts val="0"/>
              </a:spcAft>
              <a:buSzPts val="1200"/>
              <a:buChar char="•"/>
              <a:defRPr/>
            </a:lvl1pPr>
            <a:lvl2pPr marL="914446" lvl="1" indent="-304815" algn="l">
              <a:lnSpc>
                <a:spcPct val="100000"/>
              </a:lnSpc>
              <a:spcBef>
                <a:spcPts val="533"/>
              </a:spcBef>
              <a:spcAft>
                <a:spcPts val="0"/>
              </a:spcAft>
              <a:buSzPts val="1200"/>
              <a:buChar char="•"/>
              <a:defRPr sz="1600"/>
            </a:lvl2pPr>
            <a:lvl3pPr marL="1371669" lvl="2" indent="-304815" algn="l">
              <a:lnSpc>
                <a:spcPct val="100000"/>
              </a:lnSpc>
              <a:spcBef>
                <a:spcPts val="533"/>
              </a:spcBef>
              <a:spcAft>
                <a:spcPts val="0"/>
              </a:spcAft>
              <a:buSzPts val="1200"/>
              <a:buChar char="•"/>
              <a:defRPr sz="1600"/>
            </a:lvl3pPr>
            <a:lvl4pPr marL="1828891" lvl="3" indent="-292115" algn="l">
              <a:lnSpc>
                <a:spcPct val="100000"/>
              </a:lnSpc>
              <a:spcBef>
                <a:spcPts val="267"/>
              </a:spcBef>
              <a:spcAft>
                <a:spcPts val="0"/>
              </a:spcAft>
              <a:buSzPts val="1000"/>
              <a:buChar char="•"/>
              <a:defRPr sz="1333"/>
            </a:lvl4pPr>
            <a:lvl5pPr marL="2286114" lvl="4" indent="-292115" algn="l">
              <a:lnSpc>
                <a:spcPct val="100000"/>
              </a:lnSpc>
              <a:spcBef>
                <a:spcPts val="267"/>
              </a:spcBef>
              <a:spcAft>
                <a:spcPts val="0"/>
              </a:spcAft>
              <a:buSzPts val="1000"/>
              <a:buChar char="•"/>
              <a:defRPr sz="1333"/>
            </a:lvl5pPr>
            <a:lvl6pPr marL="2743337" lvl="5" indent="-311166" algn="l">
              <a:lnSpc>
                <a:spcPct val="90000"/>
              </a:lnSpc>
              <a:spcBef>
                <a:spcPts val="400"/>
              </a:spcBef>
              <a:spcAft>
                <a:spcPts val="0"/>
              </a:spcAft>
              <a:buClr>
                <a:schemeClr val="dk1"/>
              </a:buClr>
              <a:buSzPts val="1300"/>
              <a:buChar char="•"/>
              <a:defRPr/>
            </a:lvl6pPr>
            <a:lvl7pPr marL="3200560" lvl="6" indent="-311166" algn="l">
              <a:lnSpc>
                <a:spcPct val="90000"/>
              </a:lnSpc>
              <a:spcBef>
                <a:spcPts val="400"/>
              </a:spcBef>
              <a:spcAft>
                <a:spcPts val="0"/>
              </a:spcAft>
              <a:buClr>
                <a:schemeClr val="dk1"/>
              </a:buClr>
              <a:buSzPts val="1300"/>
              <a:buChar char="•"/>
              <a:defRPr/>
            </a:lvl7pPr>
            <a:lvl8pPr marL="3657783" lvl="7" indent="-311166" algn="l">
              <a:lnSpc>
                <a:spcPct val="90000"/>
              </a:lnSpc>
              <a:spcBef>
                <a:spcPts val="400"/>
              </a:spcBef>
              <a:spcAft>
                <a:spcPts val="0"/>
              </a:spcAft>
              <a:buClr>
                <a:schemeClr val="dk1"/>
              </a:buClr>
              <a:buSzPts val="1300"/>
              <a:buChar char="•"/>
              <a:defRPr/>
            </a:lvl8pPr>
            <a:lvl9pPr marL="4115006" lvl="8" indent="-311166" algn="l">
              <a:lnSpc>
                <a:spcPct val="90000"/>
              </a:lnSpc>
              <a:spcBef>
                <a:spcPts val="400"/>
              </a:spcBef>
              <a:spcAft>
                <a:spcPts val="0"/>
              </a:spcAft>
              <a:buClr>
                <a:schemeClr val="dk1"/>
              </a:buClr>
              <a:buSzPts val="1300"/>
              <a:buChar char="•"/>
              <a:defRPr/>
            </a:lvl9pPr>
          </a:lstStyle>
          <a:p>
            <a:endParaRPr/>
          </a:p>
        </p:txBody>
      </p:sp>
      <p:sp>
        <p:nvSpPr>
          <p:cNvPr id="842" name="Google Shape;842;p199"/>
          <p:cNvSpPr txBox="1">
            <a:spLocks noGrp="1"/>
          </p:cNvSpPr>
          <p:nvPr>
            <p:ph type="dt" idx="10"/>
          </p:nvPr>
        </p:nvSpPr>
        <p:spPr>
          <a:xfrm>
            <a:off x="2390091" y="6300466"/>
            <a:ext cx="839112" cy="557535"/>
          </a:xfrm>
          <a:prstGeom prst="rect">
            <a:avLst/>
          </a:prstGeom>
          <a:noFill/>
          <a:ln>
            <a:noFill/>
          </a:ln>
        </p:spPr>
        <p:txBody>
          <a:bodyPr spcFirstLastPara="1" wrap="square" lIns="0" tIns="34275" rIns="0" bIns="34275" anchor="ctr" anchorCtr="0">
            <a:noAutofit/>
          </a:bodyPr>
          <a:lstStyle>
            <a:lvl1pPr lvl="0" algn="l">
              <a:lnSpc>
                <a:spcPct val="100000"/>
              </a:lnSpc>
              <a:spcBef>
                <a:spcPts val="0"/>
              </a:spcBef>
              <a:spcAft>
                <a:spcPts val="0"/>
              </a:spcAft>
              <a:buClr>
                <a:schemeClr val="dk2"/>
              </a:buClr>
              <a:buSzPts val="1000"/>
              <a:buFont typeface="Arial"/>
              <a:buNone/>
              <a:defRPr/>
            </a:lvl1pPr>
            <a:lvl2pPr lvl="1" algn="l">
              <a:lnSpc>
                <a:spcPct val="100000"/>
              </a:lnSpc>
              <a:spcBef>
                <a:spcPts val="0"/>
              </a:spcBef>
              <a:spcAft>
                <a:spcPts val="0"/>
              </a:spcAft>
              <a:buClr>
                <a:schemeClr val="dk1"/>
              </a:buClr>
              <a:buSzPts val="1000"/>
              <a:buFont typeface="Arial"/>
              <a:buNone/>
              <a:defRPr/>
            </a:lvl2pPr>
            <a:lvl3pPr lvl="2" algn="l">
              <a:lnSpc>
                <a:spcPct val="100000"/>
              </a:lnSpc>
              <a:spcBef>
                <a:spcPts val="0"/>
              </a:spcBef>
              <a:spcAft>
                <a:spcPts val="0"/>
              </a:spcAft>
              <a:buClr>
                <a:schemeClr val="dk1"/>
              </a:buClr>
              <a:buSzPts val="1000"/>
              <a:buFont typeface="Arial"/>
              <a:buNone/>
              <a:defRPr/>
            </a:lvl3pPr>
            <a:lvl4pPr lvl="3" algn="l">
              <a:lnSpc>
                <a:spcPct val="100000"/>
              </a:lnSpc>
              <a:spcBef>
                <a:spcPts val="0"/>
              </a:spcBef>
              <a:spcAft>
                <a:spcPts val="0"/>
              </a:spcAft>
              <a:buClr>
                <a:schemeClr val="dk1"/>
              </a:buClr>
              <a:buSzPts val="1000"/>
              <a:buFont typeface="Arial"/>
              <a:buNone/>
              <a:defRPr/>
            </a:lvl4pPr>
            <a:lvl5pPr lvl="4" algn="l">
              <a:lnSpc>
                <a:spcPct val="100000"/>
              </a:lnSpc>
              <a:spcBef>
                <a:spcPts val="0"/>
              </a:spcBef>
              <a:spcAft>
                <a:spcPts val="0"/>
              </a:spcAft>
              <a:buClr>
                <a:schemeClr val="dk1"/>
              </a:buClr>
              <a:buSzPts val="1000"/>
              <a:buFont typeface="Arial"/>
              <a:buNone/>
              <a:defRPr/>
            </a:lvl5pPr>
            <a:lvl6pPr lvl="5" algn="l">
              <a:lnSpc>
                <a:spcPct val="100000"/>
              </a:lnSpc>
              <a:spcBef>
                <a:spcPts val="0"/>
              </a:spcBef>
              <a:spcAft>
                <a:spcPts val="0"/>
              </a:spcAft>
              <a:buClr>
                <a:schemeClr val="dk1"/>
              </a:buClr>
              <a:buSzPts val="1000"/>
              <a:buFont typeface="Arial"/>
              <a:buNone/>
              <a:defRPr/>
            </a:lvl6pPr>
            <a:lvl7pPr lvl="6" algn="l">
              <a:lnSpc>
                <a:spcPct val="100000"/>
              </a:lnSpc>
              <a:spcBef>
                <a:spcPts val="0"/>
              </a:spcBef>
              <a:spcAft>
                <a:spcPts val="0"/>
              </a:spcAft>
              <a:buClr>
                <a:schemeClr val="dk1"/>
              </a:buClr>
              <a:buSzPts val="1000"/>
              <a:buFont typeface="Arial"/>
              <a:buNone/>
              <a:defRPr/>
            </a:lvl7pPr>
            <a:lvl8pPr lvl="7" algn="l">
              <a:lnSpc>
                <a:spcPct val="100000"/>
              </a:lnSpc>
              <a:spcBef>
                <a:spcPts val="0"/>
              </a:spcBef>
              <a:spcAft>
                <a:spcPts val="0"/>
              </a:spcAft>
              <a:buClr>
                <a:schemeClr val="dk1"/>
              </a:buClr>
              <a:buSzPts val="1000"/>
              <a:buFont typeface="Arial"/>
              <a:buNone/>
              <a:defRPr/>
            </a:lvl8pPr>
            <a:lvl9pPr lvl="8" algn="l">
              <a:lnSpc>
                <a:spcPct val="100000"/>
              </a:lnSpc>
              <a:spcBef>
                <a:spcPts val="0"/>
              </a:spcBef>
              <a:spcAft>
                <a:spcPts val="0"/>
              </a:spcAft>
              <a:buClr>
                <a:schemeClr val="dk1"/>
              </a:buClr>
              <a:buSzPts val="1000"/>
              <a:buFont typeface="Arial"/>
              <a:buNone/>
              <a:defRPr/>
            </a:lvl9pPr>
          </a:lstStyle>
          <a:p>
            <a:endParaRPr/>
          </a:p>
        </p:txBody>
      </p:sp>
      <p:sp>
        <p:nvSpPr>
          <p:cNvPr id="844" name="Google Shape;844;p199"/>
          <p:cNvSpPr txBox="1">
            <a:spLocks noGrp="1"/>
          </p:cNvSpPr>
          <p:nvPr>
            <p:ph type="body" idx="2"/>
          </p:nvPr>
        </p:nvSpPr>
        <p:spPr>
          <a:xfrm>
            <a:off x="960002" y="650085"/>
            <a:ext cx="10789495" cy="498597"/>
          </a:xfrm>
          <a:prstGeom prst="rect">
            <a:avLst/>
          </a:prstGeom>
          <a:noFill/>
          <a:ln>
            <a:noFill/>
          </a:ln>
        </p:spPr>
        <p:txBody>
          <a:bodyPr spcFirstLastPara="1" wrap="square" lIns="0" tIns="0" rIns="0" bIns="0" anchor="t" anchorCtr="0">
            <a:noAutofit/>
          </a:bodyPr>
          <a:lstStyle>
            <a:lvl1pPr marL="457223" lvl="0" indent="-228611" algn="l">
              <a:lnSpc>
                <a:spcPct val="90000"/>
              </a:lnSpc>
              <a:spcBef>
                <a:spcPts val="933"/>
              </a:spcBef>
              <a:spcAft>
                <a:spcPts val="0"/>
              </a:spcAft>
              <a:buSzPts val="2700"/>
              <a:buFont typeface="Arial"/>
              <a:buNone/>
              <a:defRPr sz="3600" b="0" i="0">
                <a:solidFill>
                  <a:schemeClr val="dk2"/>
                </a:solidFill>
                <a:latin typeface="Arial"/>
                <a:ea typeface="Arial"/>
                <a:cs typeface="Arial"/>
                <a:sym typeface="Arial"/>
              </a:defRPr>
            </a:lvl1pPr>
            <a:lvl2pPr marL="914446" lvl="1" indent="-311166" algn="l">
              <a:lnSpc>
                <a:spcPct val="100000"/>
              </a:lnSpc>
              <a:spcBef>
                <a:spcPts val="533"/>
              </a:spcBef>
              <a:spcAft>
                <a:spcPts val="0"/>
              </a:spcAft>
              <a:buSzPts val="1300"/>
              <a:buChar char="•"/>
              <a:defRPr/>
            </a:lvl2pPr>
            <a:lvl3pPr marL="1371669" lvl="2" indent="-311166" algn="l">
              <a:lnSpc>
                <a:spcPct val="100000"/>
              </a:lnSpc>
              <a:spcBef>
                <a:spcPts val="533"/>
              </a:spcBef>
              <a:spcAft>
                <a:spcPts val="0"/>
              </a:spcAft>
              <a:buSzPts val="1300"/>
              <a:buChar char="•"/>
              <a:defRPr/>
            </a:lvl3pPr>
            <a:lvl4pPr marL="1828891" lvl="3" indent="-311166" algn="l">
              <a:lnSpc>
                <a:spcPct val="100000"/>
              </a:lnSpc>
              <a:spcBef>
                <a:spcPts val="267"/>
              </a:spcBef>
              <a:spcAft>
                <a:spcPts val="0"/>
              </a:spcAft>
              <a:buSzPts val="1300"/>
              <a:buChar char="•"/>
              <a:defRPr/>
            </a:lvl4pPr>
            <a:lvl5pPr marL="2286114" lvl="4" indent="-311166" algn="l">
              <a:lnSpc>
                <a:spcPct val="100000"/>
              </a:lnSpc>
              <a:spcBef>
                <a:spcPts val="267"/>
              </a:spcBef>
              <a:spcAft>
                <a:spcPts val="0"/>
              </a:spcAft>
              <a:buSzPts val="1300"/>
              <a:buChar char="•"/>
              <a:defRPr/>
            </a:lvl5pPr>
            <a:lvl6pPr marL="2743337" lvl="5" indent="-311166" algn="l">
              <a:lnSpc>
                <a:spcPct val="90000"/>
              </a:lnSpc>
              <a:spcBef>
                <a:spcPts val="400"/>
              </a:spcBef>
              <a:spcAft>
                <a:spcPts val="0"/>
              </a:spcAft>
              <a:buClr>
                <a:schemeClr val="dk1"/>
              </a:buClr>
              <a:buSzPts val="1300"/>
              <a:buChar char="•"/>
              <a:defRPr/>
            </a:lvl6pPr>
            <a:lvl7pPr marL="3200560" lvl="6" indent="-311166" algn="l">
              <a:lnSpc>
                <a:spcPct val="90000"/>
              </a:lnSpc>
              <a:spcBef>
                <a:spcPts val="400"/>
              </a:spcBef>
              <a:spcAft>
                <a:spcPts val="0"/>
              </a:spcAft>
              <a:buClr>
                <a:schemeClr val="dk1"/>
              </a:buClr>
              <a:buSzPts val="1300"/>
              <a:buChar char="•"/>
              <a:defRPr/>
            </a:lvl7pPr>
            <a:lvl8pPr marL="3657783" lvl="7" indent="-311166" algn="l">
              <a:lnSpc>
                <a:spcPct val="90000"/>
              </a:lnSpc>
              <a:spcBef>
                <a:spcPts val="400"/>
              </a:spcBef>
              <a:spcAft>
                <a:spcPts val="0"/>
              </a:spcAft>
              <a:buClr>
                <a:schemeClr val="dk1"/>
              </a:buClr>
              <a:buSzPts val="1300"/>
              <a:buChar char="•"/>
              <a:defRPr/>
            </a:lvl8pPr>
            <a:lvl9pPr marL="4115006" lvl="8" indent="-311166" algn="l">
              <a:lnSpc>
                <a:spcPct val="90000"/>
              </a:lnSpc>
              <a:spcBef>
                <a:spcPts val="400"/>
              </a:spcBef>
              <a:spcAft>
                <a:spcPts val="0"/>
              </a:spcAft>
              <a:buClr>
                <a:schemeClr val="dk1"/>
              </a:buClr>
              <a:buSzPts val="1300"/>
              <a:buChar char="•"/>
              <a:defRPr/>
            </a:lvl9pPr>
          </a:lstStyle>
          <a:p>
            <a:endParaRPr/>
          </a:p>
        </p:txBody>
      </p:sp>
    </p:spTree>
    <p:extLst>
      <p:ext uri="{BB962C8B-B14F-4D97-AF65-F5344CB8AC3E}">
        <p14:creationId xmlns:p14="http://schemas.microsoft.com/office/powerpoint/2010/main" val="3055870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 White" userDrawn="1">
  <p:cSld name="Title Only - White">
    <p:spTree>
      <p:nvGrpSpPr>
        <p:cNvPr id="1" name="Shape 46"/>
        <p:cNvGrpSpPr/>
        <p:nvPr/>
      </p:nvGrpSpPr>
      <p:grpSpPr>
        <a:xfrm>
          <a:off x="0" y="0"/>
          <a:ext cx="0" cy="0"/>
          <a:chOff x="0" y="0"/>
          <a:chExt cx="0" cy="0"/>
        </a:xfrm>
      </p:grpSpPr>
      <p:sp>
        <p:nvSpPr>
          <p:cNvPr id="47" name="Google Shape;47;p248"/>
          <p:cNvSpPr txBox="1">
            <a:spLocks noGrp="1"/>
          </p:cNvSpPr>
          <p:nvPr>
            <p:ph type="title"/>
          </p:nvPr>
        </p:nvSpPr>
        <p:spPr>
          <a:xfrm>
            <a:off x="442913" y="384048"/>
            <a:ext cx="11306175" cy="841248"/>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8"/>
          <p:cNvSpPr txBox="1">
            <a:spLocks noGrp="1"/>
          </p:cNvSpPr>
          <p:nvPr>
            <p:ph type="subTitle" idx="1"/>
          </p:nvPr>
        </p:nvSpPr>
        <p:spPr>
          <a:xfrm>
            <a:off x="442913" y="1276212"/>
            <a:ext cx="11306173" cy="32017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1800"/>
              <a:buNone/>
              <a:defRPr sz="1800" b="1">
                <a:solidFill>
                  <a:schemeClr val="dk2"/>
                </a:solidFill>
              </a:defRPr>
            </a:lvl1pPr>
            <a:lvl2pPr lvl="1" algn="l">
              <a:lnSpc>
                <a:spcPct val="100000"/>
              </a:lnSpc>
              <a:spcBef>
                <a:spcPts val="0"/>
              </a:spcBef>
              <a:spcAft>
                <a:spcPts val="0"/>
              </a:spcAft>
              <a:buClr>
                <a:schemeClr val="dk2"/>
              </a:buClr>
              <a:buSzPts val="1800"/>
              <a:buNone/>
              <a:defRPr sz="1800" b="1">
                <a:solidFill>
                  <a:schemeClr val="dk2"/>
                </a:solidFill>
              </a:defRPr>
            </a:lvl2pPr>
            <a:lvl3pPr lvl="2" algn="l">
              <a:lnSpc>
                <a:spcPct val="100000"/>
              </a:lnSpc>
              <a:spcBef>
                <a:spcPts val="0"/>
              </a:spcBef>
              <a:spcAft>
                <a:spcPts val="0"/>
              </a:spcAft>
              <a:buClr>
                <a:schemeClr val="dk2"/>
              </a:buClr>
              <a:buSzPts val="1800"/>
              <a:buNone/>
              <a:defRPr sz="1800" b="1">
                <a:solidFill>
                  <a:schemeClr val="dk2"/>
                </a:solidFill>
              </a:defRPr>
            </a:lvl3pPr>
            <a:lvl4pPr lvl="3" algn="l">
              <a:lnSpc>
                <a:spcPct val="100000"/>
              </a:lnSpc>
              <a:spcBef>
                <a:spcPts val="0"/>
              </a:spcBef>
              <a:spcAft>
                <a:spcPts val="0"/>
              </a:spcAft>
              <a:buClr>
                <a:schemeClr val="dk2"/>
              </a:buClr>
              <a:buSzPts val="1800"/>
              <a:buNone/>
              <a:defRPr sz="1800" b="1">
                <a:solidFill>
                  <a:schemeClr val="dk2"/>
                </a:solidFill>
              </a:defRPr>
            </a:lvl4pPr>
            <a:lvl5pPr lvl="4" algn="l">
              <a:lnSpc>
                <a:spcPct val="100000"/>
              </a:lnSpc>
              <a:spcBef>
                <a:spcPts val="0"/>
              </a:spcBef>
              <a:spcAft>
                <a:spcPts val="0"/>
              </a:spcAft>
              <a:buClr>
                <a:schemeClr val="dk2"/>
              </a:buClr>
              <a:buSzPts val="1800"/>
              <a:buNone/>
              <a:defRPr sz="1800" b="1">
                <a:solidFill>
                  <a:schemeClr val="dk2"/>
                </a:solidFill>
              </a:defRPr>
            </a:lvl5pPr>
            <a:lvl6pPr lvl="5" algn="l">
              <a:lnSpc>
                <a:spcPct val="100000"/>
              </a:lnSpc>
              <a:spcBef>
                <a:spcPts val="0"/>
              </a:spcBef>
              <a:spcAft>
                <a:spcPts val="0"/>
              </a:spcAft>
              <a:buClr>
                <a:schemeClr val="dk2"/>
              </a:buClr>
              <a:buSzPts val="1800"/>
              <a:buNone/>
              <a:defRPr sz="1800" b="1">
                <a:solidFill>
                  <a:schemeClr val="dk2"/>
                </a:solidFill>
              </a:defRPr>
            </a:lvl6pPr>
            <a:lvl7pPr lvl="6" algn="l">
              <a:lnSpc>
                <a:spcPct val="100000"/>
              </a:lnSpc>
              <a:spcBef>
                <a:spcPts val="0"/>
              </a:spcBef>
              <a:spcAft>
                <a:spcPts val="0"/>
              </a:spcAft>
              <a:buClr>
                <a:schemeClr val="dk2"/>
              </a:buClr>
              <a:buSzPts val="1800"/>
              <a:buNone/>
              <a:defRPr sz="1800" b="1">
                <a:solidFill>
                  <a:schemeClr val="dk2"/>
                </a:solidFill>
              </a:defRPr>
            </a:lvl7pPr>
            <a:lvl8pPr lvl="7" algn="l">
              <a:lnSpc>
                <a:spcPct val="100000"/>
              </a:lnSpc>
              <a:spcBef>
                <a:spcPts val="0"/>
              </a:spcBef>
              <a:spcAft>
                <a:spcPts val="0"/>
              </a:spcAft>
              <a:buClr>
                <a:schemeClr val="dk2"/>
              </a:buClr>
              <a:buSzPts val="1800"/>
              <a:buNone/>
              <a:defRPr sz="1800" b="1">
                <a:solidFill>
                  <a:schemeClr val="dk2"/>
                </a:solidFill>
              </a:defRPr>
            </a:lvl8pPr>
            <a:lvl9pPr lvl="8" algn="l">
              <a:lnSpc>
                <a:spcPct val="100000"/>
              </a:lnSpc>
              <a:spcBef>
                <a:spcPts val="0"/>
              </a:spcBef>
              <a:spcAft>
                <a:spcPts val="0"/>
              </a:spcAft>
              <a:buClr>
                <a:schemeClr val="dk2"/>
              </a:buClr>
              <a:buSzPts val="1800"/>
              <a:buNone/>
              <a:defRPr sz="1800" b="1">
                <a:solidFill>
                  <a:schemeClr val="dk2"/>
                </a:solidFill>
              </a:defRPr>
            </a:lvl9pPr>
          </a:lstStyle>
          <a:p>
            <a:endParaRPr/>
          </a:p>
        </p:txBody>
      </p:sp>
      <p:sp>
        <p:nvSpPr>
          <p:cNvPr id="49" name="Google Shape;49;p248"/>
          <p:cNvSpPr txBox="1">
            <a:spLocks noGrp="1"/>
          </p:cNvSpPr>
          <p:nvPr>
            <p:ph type="ftr" idx="11"/>
          </p:nvPr>
        </p:nvSpPr>
        <p:spPr>
          <a:xfrm>
            <a:off x="442912" y="6355080"/>
            <a:ext cx="1764792" cy="13716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8"/>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8"/>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1348369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re et texte V1 blanc" type="objTx">
  <p:cSld name="Titre et texte V1 blanc">
    <p:spTree>
      <p:nvGrpSpPr>
        <p:cNvPr id="1" name="Shape 18"/>
        <p:cNvGrpSpPr/>
        <p:nvPr/>
      </p:nvGrpSpPr>
      <p:grpSpPr>
        <a:xfrm>
          <a:off x="0" y="0"/>
          <a:ext cx="0" cy="0"/>
          <a:chOff x="0" y="0"/>
          <a:chExt cx="0" cy="0"/>
        </a:xfrm>
      </p:grpSpPr>
      <p:pic>
        <p:nvPicPr>
          <p:cNvPr id="19" name="Google Shape;19;p70"/>
          <p:cNvPicPr preferRelativeResize="0"/>
          <p:nvPr/>
        </p:nvPicPr>
        <p:blipFill rotWithShape="1">
          <a:blip r:embed="rId2">
            <a:alphaModFix/>
          </a:blip>
          <a:srcRect/>
          <a:stretch/>
        </p:blipFill>
        <p:spPr>
          <a:xfrm>
            <a:off x="1" y="0"/>
            <a:ext cx="4819697" cy="6371303"/>
          </a:xfrm>
          <a:prstGeom prst="rect">
            <a:avLst/>
          </a:prstGeom>
          <a:noFill/>
          <a:ln>
            <a:noFill/>
          </a:ln>
        </p:spPr>
      </p:pic>
      <p:sp>
        <p:nvSpPr>
          <p:cNvPr id="20" name="Google Shape;20;p70"/>
          <p:cNvSpPr txBox="1"/>
          <p:nvPr/>
        </p:nvSpPr>
        <p:spPr>
          <a:xfrm>
            <a:off x="0" y="396033"/>
            <a:ext cx="792400" cy="232000"/>
          </a:xfrm>
          <a:prstGeom prst="rect">
            <a:avLst/>
          </a:prstGeom>
          <a:solidFill>
            <a:srgbClr val="0E3F6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Calibri"/>
              <a:ea typeface="Calibri"/>
              <a:cs typeface="Calibri"/>
              <a:sym typeface="Calibri"/>
            </a:endParaRPr>
          </a:p>
        </p:txBody>
      </p:sp>
      <p:sp>
        <p:nvSpPr>
          <p:cNvPr id="21" name="Google Shape;21;p70"/>
          <p:cNvSpPr txBox="1">
            <a:spLocks noGrp="1"/>
          </p:cNvSpPr>
          <p:nvPr>
            <p:ph type="body" idx="1"/>
          </p:nvPr>
        </p:nvSpPr>
        <p:spPr>
          <a:xfrm>
            <a:off x="1463567" y="1380500"/>
            <a:ext cx="9169600" cy="44756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E3F67"/>
              </a:buClr>
              <a:buSzPts val="1400"/>
              <a:buFont typeface="Open Sans"/>
              <a:buChar char="●"/>
              <a:defRPr sz="1800" b="0" i="0" u="none" strike="noStrike" cap="none">
                <a:solidFill>
                  <a:srgbClr val="0E3F67"/>
                </a:solidFill>
                <a:latin typeface="Open Sans"/>
                <a:ea typeface="Open Sans"/>
                <a:cs typeface="Open Sans"/>
                <a:sym typeface="Open Sans"/>
              </a:defRPr>
            </a:lvl1pPr>
            <a:lvl2pPr marL="914400" marR="0" lvl="1"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2pPr>
            <a:lvl3pPr marL="1371600" marR="0" lvl="2"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3pPr>
            <a:lvl4pPr marL="1828800" marR="0" lvl="3"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4pPr>
            <a:lvl5pPr marL="2286000" marR="0" lvl="4"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5pPr>
            <a:lvl6pPr marL="2743200" marR="0" lvl="5"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6pPr>
            <a:lvl7pPr marL="3200400" marR="0" lvl="6"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7pPr>
            <a:lvl8pPr marL="3657600" marR="0" lvl="7"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8pPr>
            <a:lvl9pPr marL="4114800" marR="0" lvl="8" indent="-317500" algn="l" rtl="0">
              <a:lnSpc>
                <a:spcPct val="100000"/>
              </a:lnSpc>
              <a:spcBef>
                <a:spcPts val="0"/>
              </a:spcBef>
              <a:spcAft>
                <a:spcPts val="0"/>
              </a:spcAft>
              <a:buClr>
                <a:srgbClr val="0E3F67"/>
              </a:buClr>
              <a:buSzPts val="1400"/>
              <a:buFont typeface="Open Sans"/>
              <a:buChar char="■"/>
              <a:defRPr sz="1867" b="0" i="0" u="none" strike="noStrike" cap="none">
                <a:solidFill>
                  <a:srgbClr val="0E3F67"/>
                </a:solidFill>
                <a:latin typeface="Open Sans"/>
                <a:ea typeface="Open Sans"/>
                <a:cs typeface="Open Sans"/>
                <a:sym typeface="Open Sans"/>
              </a:defRPr>
            </a:lvl9pPr>
          </a:lstStyle>
          <a:p>
            <a:endParaRPr/>
          </a:p>
        </p:txBody>
      </p:sp>
      <p:sp>
        <p:nvSpPr>
          <p:cNvPr id="22" name="Google Shape;22;p70"/>
          <p:cNvSpPr txBox="1">
            <a:spLocks noGrp="1"/>
          </p:cNvSpPr>
          <p:nvPr>
            <p:ph type="title"/>
          </p:nvPr>
        </p:nvSpPr>
        <p:spPr>
          <a:xfrm>
            <a:off x="790575" y="149160"/>
            <a:ext cx="10515600" cy="570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E3F67"/>
              </a:buClr>
              <a:buSzPts val="1400"/>
              <a:buFont typeface="Arial"/>
              <a:buNone/>
              <a:defRPr sz="3200" b="0" i="0" u="none" strike="noStrike" cap="none">
                <a:solidFill>
                  <a:srgbClr val="0E3F67"/>
                </a:solidFill>
                <a:latin typeface="Open Sans"/>
                <a:ea typeface="Open Sans"/>
                <a:cs typeface="Open Sans"/>
                <a:sym typeface="Open Sans"/>
              </a:defRPr>
            </a:lvl1pPr>
            <a:lvl2pPr marR="0" lvl="1"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2pPr>
            <a:lvl3pPr marR="0" lvl="2"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3pPr>
            <a:lvl4pPr marR="0" lvl="3"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4pPr>
            <a:lvl5pPr marR="0" lvl="4"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5pPr>
            <a:lvl6pPr marR="0" lvl="5"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6pPr>
            <a:lvl7pPr marR="0" lvl="6"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7pPr>
            <a:lvl8pPr marR="0" lvl="7"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8pPr>
            <a:lvl9pPr marR="0" lvl="8" algn="l" rtl="0">
              <a:lnSpc>
                <a:spcPct val="100000"/>
              </a:lnSpc>
              <a:spcBef>
                <a:spcPts val="0"/>
              </a:spcBef>
              <a:spcAft>
                <a:spcPts val="0"/>
              </a:spcAft>
              <a:buClr>
                <a:srgbClr val="0E3F67"/>
              </a:buClr>
              <a:buSzPts val="1400"/>
              <a:buFont typeface="Arial"/>
              <a:buNone/>
              <a:defRPr sz="1867" b="0" i="0" u="none" strike="noStrike" cap="none">
                <a:solidFill>
                  <a:srgbClr val="0E3F67"/>
                </a:solidFill>
                <a:latin typeface="Arial"/>
                <a:ea typeface="Arial"/>
                <a:cs typeface="Arial"/>
                <a:sym typeface="Arial"/>
              </a:defRPr>
            </a:lvl9pPr>
          </a:lstStyle>
          <a:p>
            <a:endParaRPr/>
          </a:p>
        </p:txBody>
      </p:sp>
    </p:spTree>
    <p:extLst>
      <p:ext uri="{BB962C8B-B14F-4D97-AF65-F5344CB8AC3E}">
        <p14:creationId xmlns:p14="http://schemas.microsoft.com/office/powerpoint/2010/main" val="16732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245582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8D9B-4130-F3DD-BDF8-EAA99397AA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F23B13-58EA-63B6-0130-80AE8D6FF9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606B9FE-2FDE-CE09-80FB-405EE26A5FC7}"/>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506C111A-E976-1928-77E2-35FAC6655A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455246-9D3E-31CE-4A92-90B9A44CD605}"/>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30865137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60F0A-E752-3DF6-9CB1-E4763EFA754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5DA76C-6429-9BDC-300A-8CC4ABCED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123936-92D8-9BD0-1FF1-DE0460E7F44B}"/>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F4D67E2F-3C95-18D9-EEB6-7DF7B19F54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9C84F3-4BD0-D431-1C51-3A5D64B2CB7C}"/>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24117699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4733-314D-0B87-9EA4-AB25825941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04E9598-A4FC-9A45-5476-0038E41907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6F9C54-6B1F-6316-F745-3D2B67CF3479}"/>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23155578-FCEC-C432-284E-2D97920781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402CEC-937D-5044-25F5-C4B95406C187}"/>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3714546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2ED6F-32FC-AD2E-A0FB-CDC73C857EF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28B5B5-B4B3-AEBF-1C05-16B65CCF94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8726A16-D9B9-FC06-44BD-4BBA178865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0EA6508-6BF8-8DD0-3327-BBB38C88078E}"/>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6" name="Footer Placeholder 5">
            <a:extLst>
              <a:ext uri="{FF2B5EF4-FFF2-40B4-BE49-F238E27FC236}">
                <a16:creationId xmlns:a16="http://schemas.microsoft.com/office/drawing/2014/main" id="{9A47E06D-09DC-06C3-236F-F59D726D9CD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2F0296-61CA-9EF7-436D-BC604158A064}"/>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7229170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A0461-9594-58F3-7319-BA7B91D7E9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83E668-A6A9-352F-19B4-AE15075AE2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E3702C-8152-6B15-9BE7-03C768BB42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7120CF2-F8C5-9422-0904-16193BEBD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361CB9-04E3-C499-4345-0EA51EA73E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4859FD0-D647-716C-19DF-46FBB02EB6F3}"/>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8" name="Footer Placeholder 7">
            <a:extLst>
              <a:ext uri="{FF2B5EF4-FFF2-40B4-BE49-F238E27FC236}">
                <a16:creationId xmlns:a16="http://schemas.microsoft.com/office/drawing/2014/main" id="{924BB95D-564F-05EA-42B0-F823C40793A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5C1EF61-6DCE-470D-D2F6-9657A190A0F9}"/>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1545030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059C-7460-28E9-2F61-ACECA40C8F0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1A7381-65F7-4380-4598-45452B464D9E}"/>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4" name="Footer Placeholder 3">
            <a:extLst>
              <a:ext uri="{FF2B5EF4-FFF2-40B4-BE49-F238E27FC236}">
                <a16:creationId xmlns:a16="http://schemas.microsoft.com/office/drawing/2014/main" id="{C6644443-DFFE-AB00-AB46-6593584EF9A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0777E6C-A0FB-8BE0-E005-921CF0D471C5}"/>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2555550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E3B911-2AF4-E03D-2721-DD4A68639F09}"/>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3" name="Footer Placeholder 2">
            <a:extLst>
              <a:ext uri="{FF2B5EF4-FFF2-40B4-BE49-F238E27FC236}">
                <a16:creationId xmlns:a16="http://schemas.microsoft.com/office/drawing/2014/main" id="{E72222D9-C18B-902C-EFCE-96D4653C75C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AB8C83E-5455-173C-4C65-74E4F17322C8}"/>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22751123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09540-78CC-16F5-CCA2-653F4D6BC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6FB75C2-A8B0-357D-BEFD-A059D137A1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47ED4F-FD8A-74A4-E5F8-55D9E4130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802B0D-983D-81E6-14E6-D4BFB4425D28}"/>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6" name="Footer Placeholder 5">
            <a:extLst>
              <a:ext uri="{FF2B5EF4-FFF2-40B4-BE49-F238E27FC236}">
                <a16:creationId xmlns:a16="http://schemas.microsoft.com/office/drawing/2014/main" id="{7A7BE163-2632-45C0-CC7A-792096E9E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2DBCB8-EB1E-D65F-0EA3-0905F7E1F665}"/>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28141384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968DD-8DB9-0B17-CF26-A2BA2E616B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D34262-8E43-1F4E-8403-5F90A22C7E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B3E20F6-3047-4C95-731F-E7E28AF0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BBE162-10CF-2825-190D-B24A1DB140DD}"/>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6" name="Footer Placeholder 5">
            <a:extLst>
              <a:ext uri="{FF2B5EF4-FFF2-40B4-BE49-F238E27FC236}">
                <a16:creationId xmlns:a16="http://schemas.microsoft.com/office/drawing/2014/main" id="{D78CD272-DA7B-2B11-B3B1-9E1FACE107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38EADE-793C-FEB1-021D-6792C7FC5C4A}"/>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9916740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3BF38-F55E-414B-F79F-46C2176E2DD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176C5-8BC0-9F09-C7B6-EAE3D550BC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56D804-FAE4-1A4A-F7E3-EB9194A45AC0}"/>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5646B5F3-FAD7-1571-46D8-6DE1BAA03D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4E929E-90B9-A0D6-ECEC-6CF1E53F1F94}"/>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13216747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0FD103-727C-E212-2B20-D25097FD74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ADC7EB-7306-A66C-F1C1-B856AB1B11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D4860D-125C-F3B2-D052-447AAEE02200}"/>
              </a:ext>
            </a:extLst>
          </p:cNvPr>
          <p:cNvSpPr>
            <a:spLocks noGrp="1"/>
          </p:cNvSpPr>
          <p:nvPr>
            <p:ph type="dt" sz="half" idx="10"/>
          </p:nvPr>
        </p:nvSpPr>
        <p:spPr/>
        <p:txBody>
          <a:body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18D631F9-CFCC-18B3-DBAD-3BD42671FD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E3D122-1662-E4E2-5ECB-96CFD51CDFB1}"/>
              </a:ext>
            </a:extLst>
          </p:cNvPr>
          <p:cNvSpPr>
            <a:spLocks noGrp="1"/>
          </p:cNvSpPr>
          <p:nvPr>
            <p:ph type="sldNum" sz="quarter" idx="12"/>
          </p:nvPr>
        </p:nvSpPr>
        <p:spPr/>
        <p:txBody>
          <a:bodyPr/>
          <a:lstStyle/>
          <a:p>
            <a:fld id="{1E664FAF-3591-42EA-AF2D-8C0175C131AF}" type="slidenum">
              <a:rPr lang="en-GB" smtClean="0"/>
              <a:t>‹#›</a:t>
            </a:fld>
            <a:endParaRPr lang="en-GB"/>
          </a:p>
        </p:txBody>
      </p:sp>
    </p:spTree>
    <p:extLst>
      <p:ext uri="{BB962C8B-B14F-4D97-AF65-F5344CB8AC3E}">
        <p14:creationId xmlns:p14="http://schemas.microsoft.com/office/powerpoint/2010/main" val="18005952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ique_Vide">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fr-FR" noProof="0"/>
              <a:t>Modifier le texte</a:t>
            </a:r>
          </a:p>
          <a:p>
            <a:pPr marL="0" marR="0" lvl="1" indent="0" algn="l" defTabSz="121914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Tree>
    <p:extLst>
      <p:ext uri="{BB962C8B-B14F-4D97-AF65-F5344CB8AC3E}">
        <p14:creationId xmlns:p14="http://schemas.microsoft.com/office/powerpoint/2010/main" val="404969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Pixel_statique_1">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6" y="1524000"/>
            <a:ext cx="3050116" cy="3048000"/>
          </a:xfrm>
          <a:solidFill>
            <a:schemeClr val="accent1"/>
          </a:solidFill>
        </p:spPr>
        <p:txBody>
          <a:bodyPr/>
          <a:lstStyle>
            <a:lvl1pPr>
              <a:defRPr>
                <a:noFill/>
              </a:defRPr>
            </a:lvl1pPr>
          </a:lstStyle>
          <a:p>
            <a:r>
              <a:rPr lang="fr-FR"/>
              <a:t>Cliquez sur l'icône pour ajouter une image</a:t>
            </a:r>
          </a:p>
        </p:txBody>
      </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fr-FR" noProof="0"/>
              <a:t>Modifier le texte</a:t>
            </a:r>
          </a:p>
          <a:p>
            <a:pPr marL="0" marR="0" lvl="1" indent="0" algn="l" defTabSz="121914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81960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Pixel_statique_2">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grpSp>
        <p:nvGrpSpPr>
          <p:cNvPr id="166" name="Pixels">
            <a:extLst>
              <a:ext uri="{FF2B5EF4-FFF2-40B4-BE49-F238E27FC236}">
                <a16:creationId xmlns:a16="http://schemas.microsoft.com/office/drawing/2014/main" id="{63B00F81-2426-68DF-B87C-E83D6BFD7388}"/>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67" name="Freeform: Shape 166">
              <a:extLst>
                <a:ext uri="{FF2B5EF4-FFF2-40B4-BE49-F238E27FC236}">
                  <a16:creationId xmlns:a16="http://schemas.microsoft.com/office/drawing/2014/main" id="{B5B7C15F-6AFC-C015-1194-F7D6C227421A}"/>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436E1851-4EA4-71EB-9181-5254603D0B72}"/>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F20F05E4-A789-1E12-06AB-CEC28F460778}"/>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9CB9D523-433C-9F97-0E6A-5D4154386C33}"/>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4FD7B68B-126E-5A3E-09FB-E5CC48CC3531}"/>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30F39988-6DD5-2B2C-CA3E-E1E1AC040CBE}"/>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A4A4A171-1758-7408-62EC-418635301DC2}"/>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166AB824-768A-3346-EBE2-A577362D6BA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0DC02303-0BA1-C0B0-7AF0-85268C7E12B0}"/>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FA8D2924-2C06-1900-3D56-32F0D9B3E3D7}"/>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4267D0B8-DAD4-65B4-6600-50C73C6B4BD3}"/>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A64B5630-EB32-FBC9-E0CB-5798D9D7769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7A587B47-0AEF-24A3-2ADB-D4EBE7F5BDD5}"/>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BE0C4A92-5B03-C714-ECC2-26DD5B7C1C9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8216496C-43B7-1117-1101-ED23BB095409}"/>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DCDFA3D-F971-342C-3986-2BAC5C1BD58F}"/>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E73F638B-214B-11D2-7F40-14BEE6DE73EA}"/>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275FC475-439A-6B17-23FD-E363971ED737}"/>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3545C9A7-4534-8836-7EA8-44D4E50D70E7}"/>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2AA0F693-99E4-0746-E931-5F546F4EC52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9E6986C5-D73F-E85A-6386-CD1B71064186}"/>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D9F71975-BC64-1148-51C1-3CD83092AFFC}"/>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A1CC842C-F53F-1D46-F1F7-E2E5A8801BC6}"/>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88E50900-75AA-ACF4-768B-FBD0ECC4C968}"/>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32C08A35-6FD1-43F9-8799-52F31204F31A}"/>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72F68F52-8E1C-B06F-38EC-E79AC8F99163}"/>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8AA146FF-7AFF-8DF4-35EB-21190686557D}"/>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EE7FB29D-4493-56CA-B775-2D0A38ECCD2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C500B96D-5BF2-7299-6DE5-E07BF1CC98A2}"/>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8DF8A00B-E8B3-985E-217D-6F772ECE6536}"/>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783A50AB-CF3B-1B71-C758-58F0D9A6943D}"/>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04364A32-78B2-BC19-2D33-159B50DC76A1}"/>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E86A2806-0FF2-B984-744C-CC2AA64C539E}"/>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2965FFAA-EADF-5A83-7D0F-FB872CF56081}"/>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F839D68B-498B-F122-F4A7-658C3932FAA0}"/>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EF766554-FC32-E5E9-12A0-C0D61DC877B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93F95F06-E0F1-5EAB-D06A-E04CA8B399E3}"/>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2B68F975-9D3F-C8ED-9DF7-1AB8334AC579}"/>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0BBE23AC-BA37-E0B2-0A14-D9F2429F5718}"/>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36293912-9983-4631-247D-022532C9C8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1346D994-427D-08C4-3B12-2B8CD025A8C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FC12CD36-F3D4-8E0C-6681-9F2380E8A011}"/>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19F2BAEA-551A-D50F-FE41-9216C06C1330}"/>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8D748CB6-69D7-1C83-19D6-0627BF0FCCB8}"/>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1F9F10C7-58A1-E051-F9D5-B3824E4638EB}"/>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EB06E175-0E2E-7E41-816F-CED213B6FE21}"/>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FC3FED64-7D17-35ED-4062-E892BDF9A830}"/>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AEF0CBC7-FEC8-3549-2E04-A5B42884CA38}"/>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75F5486-EDAA-4C9A-6F13-6CA6FAC256D0}"/>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03B42ECF-06EC-C832-180F-B311CE036930}"/>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CAB36C4A-64F4-A0C4-A805-93C3D1B3A7C2}"/>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80EAFC4-5CBF-CD4F-AABC-E15B0B68F242}"/>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E1990E5B-8EA3-444C-0897-B65A9405C08D}"/>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42E2DB56-A470-3DC0-F027-7A627F299164}"/>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CFF2CB7E-2C73-9FEE-4C98-25297207D86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A12C0104-421F-51E8-33F1-98EA8F091B1E}"/>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144C7BF2-0313-730D-48F4-E9CEF885923A}"/>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77392350-0800-09FE-9478-44C5351630E2}"/>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3E1C73BE-7754-F69F-AD63-BDB29457C07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31DD3761-D2D6-D423-C743-2AA38D789612}"/>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821DE31C-899E-C5EA-F8EF-367D8C6181C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2D8D7CCA-77E8-BAE9-FC68-8F8BC1FCEF59}"/>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8F74471-3A51-CF0C-FFA8-EF9BDFC3CEA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4483FC66-3137-8730-C4CC-FCF4657AF94D}"/>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21C1EF73-7F17-CCAB-5532-6DD40EE5BAF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BFBE1D3F-5F3F-FB45-01E7-2010695F5EF0}"/>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16074FFB-D5C3-401B-4B71-C55E682117C7}"/>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95633537-E0CA-70E6-5B6B-9553B12C5491}"/>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4E4C20C1-0F04-53CD-4EE4-71C5FE07FECE}"/>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8A996914-74B5-13A2-4AF8-53B35C66B92E}"/>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58B55236-EFC7-4E1E-AE19-A5F44AFDB1E2}"/>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ADD056C3-589D-8990-4365-D78EF365FB0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36AA53D-3D61-30C7-3A24-8EA3F54E955E}"/>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0144878-3A44-5E44-FCC4-307DCA09066B}"/>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A2D029E9-F1A3-85F2-644A-48832BD6BA41}"/>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FAFFDB87-3ADF-0F4F-54A2-9C748CE67963}"/>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2D304A30-1681-CE79-796A-17078A23469F}"/>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AC12E148-B017-B32A-EB1E-8305F2F776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C3F3093-00E9-214D-64CD-4C24C6CD7A32}"/>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194A6D59-F903-F97F-974E-A2DE7C1889BA}"/>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D10F7C8A-C781-D7C5-7DD2-EA60B27A0519}"/>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9105B7CC-55D7-7B25-6305-140ED2EAB482}"/>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5F9577D0-F981-C9A3-D527-FF26A3952D0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D2872BE-1529-1B5F-97EE-5E9C8AE4519A}"/>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62BFE230-78D4-B3C4-BEF9-8BC9D25C011C}"/>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DEB36A78-F745-DCBE-9523-07218173A4A1}"/>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1D143F7F-073A-1F78-2E8A-BC320A6E317B}"/>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C3CC0C40-FA63-F4C1-4B82-62B2064E0DAA}"/>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7CD72ADE-2905-2BEC-E345-9024197900CF}"/>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B7D6A5D3-4B20-C8B2-0D1C-ECC4CD92001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4BDDEFE3-F040-EB26-8B7D-3714B3F9EA0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4E204C66-E230-39BC-9378-9B7BB341C142}"/>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6F8940E4-3808-8B6A-7326-92DC595BFE27}"/>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2B83CFE1-E799-14EE-A695-F0B1A2E9641F}"/>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D51A1799-742F-5784-9ED5-39A00B64FD48}"/>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0C9DBB26-278A-5D74-06D3-2A290A65ABB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A7B6F317-A645-35C5-E3B7-BFBE596C8958}"/>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C9871BC3-A698-9C50-9F69-9952E2709542}"/>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DFB31127-51B4-B52E-65C6-C697C7E9A2E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98EE5A25-8B9B-F99F-F21F-86CB5F466524}"/>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D6F417EA-06A5-38F1-CF63-EE19FE81635C}"/>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64CF5E50-C01F-8D4E-66C0-3C3E14AD04D6}"/>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3CD3CA10-4E9C-EA32-C02C-9358B3C52E00}"/>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707E2280-CC67-E9B2-60FB-3A9E285ACCA5}"/>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6654A678-EC58-ECFE-4369-EDBF871A5854}"/>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DCDE485-813D-0D69-DE4E-D60EAB7C6CAA}"/>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D8003DE7-2480-2809-DFB0-2206E2E537D4}"/>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65B1AEF3-90C8-AE28-0ADC-E525D547C89D}"/>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FBFC9116-B0BF-03B0-9679-D38AC694E562}"/>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B8984335-2E73-EC1B-97C2-85E9C618C58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37F4FEF6-8BAC-08BA-4BDA-B90B0DF54879}"/>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52995475-B5A9-3FDF-FBBB-3A7E5FBAF3E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60560E15-0521-CDD9-14EB-D620951A15E3}"/>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283DE157-1A76-DFB0-9E22-C6C07EDDF1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CAF31694-4673-FB02-228B-450E05733F3C}"/>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CC1717BD-75FD-0995-ED50-F8EF90525445}"/>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18BA22E-99C6-B45A-E688-27CCF3C0AD4A}"/>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9D8888D6-DA97-3B74-2531-50E574EAFE79}"/>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FB66E6B6-E8CE-3D20-A22D-396B7E983886}"/>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C172C4F5-093D-B2F0-B22B-E8D115D8504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ABA04D4B-1493-1C15-CF66-3C5899E14720}"/>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CFE463A0-8003-21A6-830B-A17C7642BF3F}"/>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C9468C3D-0123-82BC-E5A2-C7959D88250B}"/>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E3A23B8A-C4ED-EBE2-951E-8AB9D8D11CA9}"/>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53F2F136-134F-F5A3-5628-25BAD7FA6927}"/>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EE30E2E9-75A0-47CF-1FE8-5E09AD92A927}"/>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311F78FD-A46A-3685-2FA7-61A7546B001F}"/>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278AEAB1-A5B5-56EE-4FEB-9EB4E6FF8B36}"/>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5" name="Freeform: Shape 294">
              <a:extLst>
                <a:ext uri="{FF2B5EF4-FFF2-40B4-BE49-F238E27FC236}">
                  <a16:creationId xmlns:a16="http://schemas.microsoft.com/office/drawing/2014/main" id="{B5BEF18D-A8AD-2868-7196-7A2B88C82DA7}"/>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6" name="Freeform: Shape 295">
              <a:extLst>
                <a:ext uri="{FF2B5EF4-FFF2-40B4-BE49-F238E27FC236}">
                  <a16:creationId xmlns:a16="http://schemas.microsoft.com/office/drawing/2014/main" id="{62C999C0-F89A-34F0-5C22-7F6F792FF599}"/>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7" name="Freeform: Shape 296">
              <a:extLst>
                <a:ext uri="{FF2B5EF4-FFF2-40B4-BE49-F238E27FC236}">
                  <a16:creationId xmlns:a16="http://schemas.microsoft.com/office/drawing/2014/main" id="{1C2FC264-FD1F-2DBF-2E56-988DD5FC554F}"/>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8" name="Freeform: Shape 297">
              <a:extLst>
                <a:ext uri="{FF2B5EF4-FFF2-40B4-BE49-F238E27FC236}">
                  <a16:creationId xmlns:a16="http://schemas.microsoft.com/office/drawing/2014/main" id="{3CF16D1A-967E-1BA9-DF69-2F0F53367483}"/>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9" name="Freeform: Shape 298">
              <a:extLst>
                <a:ext uri="{FF2B5EF4-FFF2-40B4-BE49-F238E27FC236}">
                  <a16:creationId xmlns:a16="http://schemas.microsoft.com/office/drawing/2014/main" id="{B346C632-4E56-0A48-8983-25405A9DF31C}"/>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0" name="Freeform: Shape 299">
              <a:extLst>
                <a:ext uri="{FF2B5EF4-FFF2-40B4-BE49-F238E27FC236}">
                  <a16:creationId xmlns:a16="http://schemas.microsoft.com/office/drawing/2014/main" id="{FF30A911-3A08-4A77-B921-55E8CB06CA87}"/>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1" name="Freeform: Shape 300">
              <a:extLst>
                <a:ext uri="{FF2B5EF4-FFF2-40B4-BE49-F238E27FC236}">
                  <a16:creationId xmlns:a16="http://schemas.microsoft.com/office/drawing/2014/main" id="{4993A9FE-3DAB-61D0-9D25-CD5357E42931}"/>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2" name="Freeform: Shape 301">
              <a:extLst>
                <a:ext uri="{FF2B5EF4-FFF2-40B4-BE49-F238E27FC236}">
                  <a16:creationId xmlns:a16="http://schemas.microsoft.com/office/drawing/2014/main" id="{723FAC81-71A9-C8E8-5397-C513CAFA612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3" name="Freeform: Shape 302">
              <a:extLst>
                <a:ext uri="{FF2B5EF4-FFF2-40B4-BE49-F238E27FC236}">
                  <a16:creationId xmlns:a16="http://schemas.microsoft.com/office/drawing/2014/main" id="{9B2B9091-D150-A2BA-D1DE-4C8ED349D0BA}"/>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4" name="Freeform: Shape 303">
              <a:extLst>
                <a:ext uri="{FF2B5EF4-FFF2-40B4-BE49-F238E27FC236}">
                  <a16:creationId xmlns:a16="http://schemas.microsoft.com/office/drawing/2014/main" id="{5B4405A4-90A3-1E7B-80D2-18B0D88B4B72}"/>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5" name="Freeform: Shape 304">
              <a:extLst>
                <a:ext uri="{FF2B5EF4-FFF2-40B4-BE49-F238E27FC236}">
                  <a16:creationId xmlns:a16="http://schemas.microsoft.com/office/drawing/2014/main" id="{2463B354-B9D8-3161-4A62-3162294BD17C}"/>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6" name="Freeform: Shape 305">
              <a:extLst>
                <a:ext uri="{FF2B5EF4-FFF2-40B4-BE49-F238E27FC236}">
                  <a16:creationId xmlns:a16="http://schemas.microsoft.com/office/drawing/2014/main" id="{A14C9E30-8589-2255-42BE-45BC9A84AA2A}"/>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307" name="Freeform: Shape 306">
              <a:extLst>
                <a:ext uri="{FF2B5EF4-FFF2-40B4-BE49-F238E27FC236}">
                  <a16:creationId xmlns:a16="http://schemas.microsoft.com/office/drawing/2014/main" id="{307C21BE-1B21-DF6B-0264-81F70EC732B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8" name="Freeform: Shape 307">
              <a:extLst>
                <a:ext uri="{FF2B5EF4-FFF2-40B4-BE49-F238E27FC236}">
                  <a16:creationId xmlns:a16="http://schemas.microsoft.com/office/drawing/2014/main" id="{DA2645FB-37AC-D2F6-E78F-4DD74DA4FB9E}"/>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9" name="Freeform: Shape 308">
              <a:extLst>
                <a:ext uri="{FF2B5EF4-FFF2-40B4-BE49-F238E27FC236}">
                  <a16:creationId xmlns:a16="http://schemas.microsoft.com/office/drawing/2014/main" id="{C3C0D4A6-DD75-CC7E-3D85-A85AC5B2F17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10" name="Freeform: Shape 309">
              <a:extLst>
                <a:ext uri="{FF2B5EF4-FFF2-40B4-BE49-F238E27FC236}">
                  <a16:creationId xmlns:a16="http://schemas.microsoft.com/office/drawing/2014/main" id="{3C174FDC-D373-A277-0FEB-AE063DFBCDE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fr-FR" noProof="0"/>
              <a:t>Modifier le texte</a:t>
            </a:r>
          </a:p>
          <a:p>
            <a:pPr marL="0" marR="0" lvl="1" indent="0" algn="l" defTabSz="121914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85797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re_et_contenu">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759886" y="1907119"/>
            <a:ext cx="10668001" cy="418464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2" name="Text Placeholder"/>
          <p:cNvSpPr>
            <a:spLocks noGrp="1"/>
          </p:cNvSpPr>
          <p:nvPr>
            <p:ph type="title" hasCustomPrompt="1"/>
          </p:nvPr>
        </p:nvSpPr>
        <p:spPr>
          <a:xfrm>
            <a:off x="759886" y="762002"/>
            <a:ext cx="10668001" cy="759884"/>
          </a:xfrm>
        </p:spPr>
        <p:txBody>
          <a:bodyPr/>
          <a:lstStyle>
            <a:lvl1pPr>
              <a:defRPr/>
            </a:lvl1pPr>
          </a:lstStyle>
          <a:p>
            <a:r>
              <a:rPr lang="fr-FR" noProof="0"/>
              <a:t>Modifier le titre</a:t>
            </a:r>
          </a:p>
        </p:txBody>
      </p:sp>
    </p:spTree>
    <p:extLst>
      <p:ext uri="{BB962C8B-B14F-4D97-AF65-F5344CB8AC3E}">
        <p14:creationId xmlns:p14="http://schemas.microsoft.com/office/powerpoint/2010/main" val="274291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eux_contenus">
    <p:spTree>
      <p:nvGrpSpPr>
        <p:cNvPr id="1" name=""/>
        <p:cNvGrpSpPr/>
        <p:nvPr/>
      </p:nvGrpSpPr>
      <p:grpSpPr>
        <a:xfrm>
          <a:off x="0" y="0"/>
          <a:ext cx="0" cy="0"/>
          <a:chOff x="0" y="0"/>
          <a:chExt cx="0" cy="0"/>
        </a:xfrm>
      </p:grpSpPr>
      <p:sp>
        <p:nvSpPr>
          <p:cNvPr id="3" name="Content Placeholder"/>
          <p:cNvSpPr>
            <a:spLocks noGrp="1"/>
          </p:cNvSpPr>
          <p:nvPr>
            <p:ph sz="half" idx="1" hasCustomPrompt="1"/>
          </p:nvPr>
        </p:nvSpPr>
        <p:spPr>
          <a:xfrm>
            <a:off x="759884" y="1907119"/>
            <a:ext cx="4953000" cy="4188884"/>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p:cNvSpPr>
            <a:spLocks noGrp="1"/>
          </p:cNvSpPr>
          <p:nvPr>
            <p:ph sz="half" idx="2" hasCustomPrompt="1"/>
          </p:nvPr>
        </p:nvSpPr>
        <p:spPr>
          <a:xfrm>
            <a:off x="6477002" y="1907119"/>
            <a:ext cx="4950884" cy="4188884"/>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7" name="Text Placeholder"/>
          <p:cNvSpPr>
            <a:spLocks noGrp="1"/>
          </p:cNvSpPr>
          <p:nvPr>
            <p:ph type="title" hasCustomPrompt="1"/>
          </p:nvPr>
        </p:nvSpPr>
        <p:spPr>
          <a:xfrm>
            <a:off x="759886" y="762001"/>
            <a:ext cx="10678583" cy="759883"/>
          </a:xfrm>
        </p:spPr>
        <p:txBody>
          <a:bodyPr/>
          <a:lstStyle>
            <a:lvl1pPr>
              <a:defRPr/>
            </a:lvl1pPr>
          </a:lstStyle>
          <a:p>
            <a:r>
              <a:rPr lang="fr-FR" noProof="0"/>
              <a:t>Modifier le titre</a:t>
            </a:r>
          </a:p>
        </p:txBody>
      </p:sp>
    </p:spTree>
    <p:extLst>
      <p:ext uri="{BB962C8B-B14F-4D97-AF65-F5344CB8AC3E}">
        <p14:creationId xmlns:p14="http://schemas.microsoft.com/office/powerpoint/2010/main" val="821364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ommaire">
    <p:spTree>
      <p:nvGrpSpPr>
        <p:cNvPr id="1" name=""/>
        <p:cNvGrpSpPr/>
        <p:nvPr/>
      </p:nvGrpSpPr>
      <p:grpSpPr>
        <a:xfrm>
          <a:off x="0" y="0"/>
          <a:ext cx="0" cy="0"/>
          <a:chOff x="0" y="0"/>
          <a:chExt cx="0" cy="0"/>
        </a:xfrm>
      </p:grpSpPr>
      <p:sp>
        <p:nvSpPr>
          <p:cNvPr id="5" name="Content Placeholder"/>
          <p:cNvSpPr>
            <a:spLocks noGrp="1"/>
          </p:cNvSpPr>
          <p:nvPr>
            <p:ph idx="1" hasCustomPrompt="1"/>
          </p:nvPr>
        </p:nvSpPr>
        <p:spPr>
          <a:xfrm>
            <a:off x="759885" y="762002"/>
            <a:ext cx="10668000" cy="5329767"/>
          </a:xfrm>
        </p:spPr>
        <p:txBody>
          <a:bodyPr/>
          <a:lstStyle>
            <a:lvl1pPr>
              <a:spcBef>
                <a:spcPts val="0"/>
              </a:spcBef>
              <a:defRPr sz="3733"/>
            </a:lvl1pPr>
            <a:lvl2pPr marL="482576" indent="-482576">
              <a:spcBef>
                <a:spcPts val="0"/>
              </a:spcBef>
              <a:buClrTx/>
              <a:buSzPct val="100000"/>
              <a:buFont typeface="+mj-lt"/>
              <a:buAutoNum type="arabicPeriod"/>
              <a:defRPr sz="3733"/>
            </a:lvl2pPr>
            <a:lvl3pPr>
              <a:defRPr sz="2400"/>
            </a:lvl3pPr>
            <a:lvl4pPr>
              <a:defRPr sz="2400"/>
            </a:lvl4pPr>
            <a:lvl5pPr>
              <a:defRPr sz="2400"/>
            </a:lvl5pPr>
          </a:lstStyle>
          <a:p>
            <a:pPr lvl="0"/>
            <a:r>
              <a:rPr lang="fr-FR" noProof="0"/>
              <a:t>Modifier le texte</a:t>
            </a:r>
            <a:endParaRPr lang="fr-FR"/>
          </a:p>
          <a:p>
            <a:pPr lvl="1"/>
            <a:r>
              <a:rPr lang="fr-FR" noProof="0"/>
              <a:t>Deuxième niveau</a:t>
            </a:r>
            <a:endParaRPr lang="fr-FR"/>
          </a:p>
        </p:txBody>
      </p:sp>
      <p:sp>
        <p:nvSpPr>
          <p:cNvPr id="4" name="Text Placeholder">
            <a:extLst>
              <a:ext uri="{FF2B5EF4-FFF2-40B4-BE49-F238E27FC236}">
                <a16:creationId xmlns:a16="http://schemas.microsoft.com/office/drawing/2014/main" id="{2B13E345-3FE8-256F-AEF3-9E7EF5959DFA}"/>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6" name="Text Placeholder">
            <a:extLst>
              <a:ext uri="{FF2B5EF4-FFF2-40B4-BE49-F238E27FC236}">
                <a16:creationId xmlns:a16="http://schemas.microsoft.com/office/drawing/2014/main" id="{E06A69BC-E98A-8E2F-A8E1-31145D4E8FD6}"/>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
        <p:nvSpPr>
          <p:cNvPr id="2" name="TextBox 4">
            <a:extLst>
              <a:ext uri="{FF2B5EF4-FFF2-40B4-BE49-F238E27FC236}">
                <a16:creationId xmlns:a16="http://schemas.microsoft.com/office/drawing/2014/main" id="{7A5DE1DB-96CC-DB61-2F53-000C7E41F9F2}"/>
              </a:ext>
            </a:extLst>
          </p:cNvPr>
          <p:cNvSpPr txBox="1"/>
          <p:nvPr userDrawn="1"/>
        </p:nvSpPr>
        <p:spPr>
          <a:xfrm>
            <a:off x="826062" y="6332196"/>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66939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re_de_section">
    <p:spTree>
      <p:nvGrpSpPr>
        <p:cNvPr id="1" name=""/>
        <p:cNvGrpSpPr/>
        <p:nvPr/>
      </p:nvGrpSpPr>
      <p:grpSpPr>
        <a:xfrm>
          <a:off x="0" y="0"/>
          <a:ext cx="0" cy="0"/>
          <a:chOff x="0" y="0"/>
          <a:chExt cx="0" cy="0"/>
        </a:xfrm>
      </p:grpSpPr>
      <p:sp>
        <p:nvSpPr>
          <p:cNvPr id="8" name="Text Placeholder"/>
          <p:cNvSpPr>
            <a:spLocks noGrp="1"/>
          </p:cNvSpPr>
          <p:nvPr>
            <p:ph type="body" sz="quarter" idx="12" hasCustomPrompt="1"/>
          </p:nvPr>
        </p:nvSpPr>
        <p:spPr>
          <a:xfrm>
            <a:off x="759886" y="762002"/>
            <a:ext cx="10668001" cy="5329767"/>
          </a:xfrm>
        </p:spPr>
        <p:txBody>
          <a:bodyPr>
            <a:normAutofit/>
          </a:bodyPr>
          <a:lstStyle>
            <a:lvl1pPr>
              <a:lnSpc>
                <a:spcPct val="90000"/>
              </a:lnSpc>
              <a:spcBef>
                <a:spcPts val="0"/>
              </a:spcBef>
              <a:buNone/>
              <a:defRPr sz="3733" baseline="0"/>
            </a:lvl1pPr>
            <a:lvl2pPr>
              <a:lnSpc>
                <a:spcPct val="90000"/>
              </a:lnSpc>
              <a:spcBef>
                <a:spcPts val="0"/>
              </a:spcBef>
              <a:defRPr sz="3733"/>
            </a:lvl2pPr>
            <a:lvl3pPr>
              <a:defRPr sz="7333"/>
            </a:lvl3pPr>
            <a:lvl4pPr>
              <a:defRPr sz="7333"/>
            </a:lvl4pPr>
            <a:lvl5pPr>
              <a:defRPr sz="7333"/>
            </a:lvl5pPr>
          </a:lstStyle>
          <a:p>
            <a:pPr lvl="0"/>
            <a:r>
              <a:rPr lang="fr-FR" noProof="0"/>
              <a:t>Modifier le texte</a:t>
            </a:r>
            <a:endParaRPr lang="fr-FR"/>
          </a:p>
          <a:p>
            <a:pPr lvl="1"/>
            <a:r>
              <a:rPr lang="fr-FR" noProof="0"/>
              <a:t>Deuxième niveau</a:t>
            </a:r>
          </a:p>
        </p:txBody>
      </p:sp>
      <p:sp>
        <p:nvSpPr>
          <p:cNvPr id="4" name="Text Placeholder">
            <a:extLst>
              <a:ext uri="{FF2B5EF4-FFF2-40B4-BE49-F238E27FC236}">
                <a16:creationId xmlns:a16="http://schemas.microsoft.com/office/drawing/2014/main" id="{3A798FC2-CA0F-BE30-38C1-60CB88137026}"/>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5" name="Text Placeholder">
            <a:extLst>
              <a:ext uri="{FF2B5EF4-FFF2-40B4-BE49-F238E27FC236}">
                <a16:creationId xmlns:a16="http://schemas.microsoft.com/office/drawing/2014/main" id="{AB974BDF-1738-82DF-5AFB-5C3A5EFA7843}"/>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Tree>
    <p:extLst>
      <p:ext uri="{BB962C8B-B14F-4D97-AF65-F5344CB8AC3E}">
        <p14:creationId xmlns:p14="http://schemas.microsoft.com/office/powerpoint/2010/main" val="252930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re_seul">
    <p:spTree>
      <p:nvGrpSpPr>
        <p:cNvPr id="1" name=""/>
        <p:cNvGrpSpPr/>
        <p:nvPr/>
      </p:nvGrpSpPr>
      <p:grpSpPr>
        <a:xfrm>
          <a:off x="0" y="0"/>
          <a:ext cx="0" cy="0"/>
          <a:chOff x="0" y="0"/>
          <a:chExt cx="0" cy="0"/>
        </a:xfrm>
      </p:grpSpPr>
      <p:sp>
        <p:nvSpPr>
          <p:cNvPr id="3" name="Text Placeholder"/>
          <p:cNvSpPr>
            <a:spLocks noGrp="1"/>
          </p:cNvSpPr>
          <p:nvPr>
            <p:ph type="title" hasCustomPrompt="1"/>
          </p:nvPr>
        </p:nvSpPr>
        <p:spPr>
          <a:xfrm>
            <a:off x="759885" y="762002"/>
            <a:ext cx="10668000" cy="759884"/>
          </a:xfrm>
        </p:spPr>
        <p:txBody>
          <a:bodyPr/>
          <a:lstStyle>
            <a:lvl1pPr>
              <a:defRPr/>
            </a:lvl1pPr>
          </a:lstStyle>
          <a:p>
            <a:r>
              <a:rPr lang="fr-FR" noProof="0"/>
              <a:t>Modifier le titre</a:t>
            </a:r>
          </a:p>
        </p:txBody>
      </p:sp>
    </p:spTree>
    <p:extLst>
      <p:ext uri="{BB962C8B-B14F-4D97-AF65-F5344CB8AC3E}">
        <p14:creationId xmlns:p14="http://schemas.microsoft.com/office/powerpoint/2010/main" val="173046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Image_pleine_page">
    <p:spTree>
      <p:nvGrpSpPr>
        <p:cNvPr id="1" name=""/>
        <p:cNvGrpSpPr/>
        <p:nvPr/>
      </p:nvGrpSpPr>
      <p:grpSpPr>
        <a:xfrm>
          <a:off x="0" y="0"/>
          <a:ext cx="0" cy="0"/>
          <a:chOff x="0" y="0"/>
          <a:chExt cx="0" cy="0"/>
        </a:xfrm>
      </p:grpSpPr>
      <p:sp>
        <p:nvSpPr>
          <p:cNvPr id="4" name="Picture Placeholder"/>
          <p:cNvSpPr>
            <a:spLocks noGrp="1"/>
          </p:cNvSpPr>
          <p:nvPr>
            <p:ph type="pic" sz="quarter" idx="12"/>
          </p:nvPr>
        </p:nvSpPr>
        <p:spPr>
          <a:xfrm>
            <a:off x="0" y="0"/>
            <a:ext cx="12192000" cy="6858000"/>
          </a:xfrm>
          <a:solidFill>
            <a:schemeClr val="bg1">
              <a:lumMod val="85000"/>
              <a:lumOff val="15000"/>
            </a:schemeClr>
          </a:solidFill>
        </p:spPr>
        <p:txBody>
          <a:bodyPr/>
          <a:lstStyle>
            <a:lvl1pPr>
              <a:defRPr sz="1067">
                <a:noFill/>
              </a:defRPr>
            </a:lvl1pPr>
          </a:lstStyle>
          <a:p>
            <a:r>
              <a:rPr lang="fr-FR"/>
              <a:t>Cliquez sur l'icône pour ajouter une image</a:t>
            </a:r>
            <a:endParaRPr lang="en-GB"/>
          </a:p>
        </p:txBody>
      </p:sp>
      <p:sp>
        <p:nvSpPr>
          <p:cNvPr id="2" name="Text Placeholder"/>
          <p:cNvSpPr>
            <a:spLocks noGrp="1"/>
          </p:cNvSpPr>
          <p:nvPr>
            <p:ph type="title" hasCustomPrompt="1"/>
          </p:nvPr>
        </p:nvSpPr>
        <p:spPr>
          <a:xfrm>
            <a:off x="759884" y="762000"/>
            <a:ext cx="10668000" cy="762000"/>
          </a:xfrm>
        </p:spPr>
        <p:txBody>
          <a:bodyPr/>
          <a:lstStyle>
            <a:lvl1pPr>
              <a:defRPr baseline="0">
                <a:solidFill>
                  <a:schemeClr val="tx1"/>
                </a:solidFill>
              </a:defRPr>
            </a:lvl1pPr>
          </a:lstStyle>
          <a:p>
            <a:pPr lvl="0"/>
            <a:r>
              <a:rPr lang="fr-FR" noProof="0"/>
              <a:t>Modifier le titre</a:t>
            </a:r>
          </a:p>
        </p:txBody>
      </p:sp>
    </p:spTree>
    <p:extLst>
      <p:ext uri="{BB962C8B-B14F-4D97-AF65-F5344CB8AC3E}">
        <p14:creationId xmlns:p14="http://schemas.microsoft.com/office/powerpoint/2010/main" val="3758126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3492302-2C58-975F-C792-9C389E2E61A0}"/>
              </a:ext>
            </a:extLst>
          </p:cNvPr>
          <p:cNvSpPr txBox="1"/>
          <p:nvPr userDrawn="1"/>
        </p:nvSpPr>
        <p:spPr>
          <a:xfrm>
            <a:off x="826062" y="6332196"/>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19045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xel_statique_3">
    <p:spTree>
      <p:nvGrpSpPr>
        <p:cNvPr id="1" name=""/>
        <p:cNvGrpSpPr/>
        <p:nvPr/>
      </p:nvGrpSpPr>
      <p:grpSpPr>
        <a:xfrm>
          <a:off x="0" y="0"/>
          <a:ext cx="0" cy="0"/>
          <a:chOff x="0" y="0"/>
          <a:chExt cx="0" cy="0"/>
        </a:xfrm>
      </p:grpSpPr>
      <p:grpSp>
        <p:nvGrpSpPr>
          <p:cNvPr id="4" name="Pixels">
            <a:extLst>
              <a:ext uri="{FF2B5EF4-FFF2-40B4-BE49-F238E27FC236}">
                <a16:creationId xmlns:a16="http://schemas.microsoft.com/office/drawing/2014/main" id="{80023CF7-7612-8302-F95B-0871E6544CEF}"/>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5" name="Freeform: Shape 4">
              <a:extLst>
                <a:ext uri="{FF2B5EF4-FFF2-40B4-BE49-F238E27FC236}">
                  <a16:creationId xmlns:a16="http://schemas.microsoft.com/office/drawing/2014/main" id="{4CC2E27B-4395-7DF3-6D83-759A410A0A29}"/>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8BF3D1FD-D1E4-FFA4-6940-83AB4F678D00}"/>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3C8E39FF-3524-AEA5-18EC-EAEB91C7FD7D}"/>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71819311-1017-0AB7-26F6-F2420B7F1CE9}"/>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93EB674F-5D48-8DFD-1485-B89760ACF3E5}"/>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157E337E-130C-3CA5-9EC8-0EDD44060FFC}"/>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483EDB89-955F-2CE4-3342-BD6138DC894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BABE0AFD-E86B-2118-991D-E4743DD42F7C}"/>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784DEBAA-C802-7978-083A-DAC033EDB77E}"/>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F9B3A7F1-9EBC-8709-C2A7-8CE497D300E0}"/>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EC36CADF-E1B5-45DE-22F1-5BF0E00B970C}"/>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DBFA19A1-E498-4764-62E9-D42DB52BDDF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 name="Freeform: Shape 16">
              <a:extLst>
                <a:ext uri="{FF2B5EF4-FFF2-40B4-BE49-F238E27FC236}">
                  <a16:creationId xmlns:a16="http://schemas.microsoft.com/office/drawing/2014/main" id="{637BC41C-70A5-3BD8-9943-67ADE27957DE}"/>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F226CD17-7C08-90E4-8776-B1DF1D2EAA96}"/>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678C7BAC-D52C-901A-0CE8-0688DC727975}"/>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79320A07-E23B-606D-EF1D-BC8C0C21401B}"/>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97451A6B-C7AE-AF4C-AA48-EC8677F3DEF4}"/>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3C6B2764-FA46-2EAA-0A27-2D3A30A033D5}"/>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FF7588DD-7150-F5B4-E02A-F3019E326C1B}"/>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C34CDA98-79DE-3F77-162B-CA755D5C3DF5}"/>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911C1296-B7D7-330C-E227-96D9970038B9}"/>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 name="Freeform: Shape 25">
              <a:extLst>
                <a:ext uri="{FF2B5EF4-FFF2-40B4-BE49-F238E27FC236}">
                  <a16:creationId xmlns:a16="http://schemas.microsoft.com/office/drawing/2014/main" id="{494902A0-9A51-B61C-0257-384D26269649}"/>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 name="Freeform: Shape 26">
              <a:extLst>
                <a:ext uri="{FF2B5EF4-FFF2-40B4-BE49-F238E27FC236}">
                  <a16:creationId xmlns:a16="http://schemas.microsoft.com/office/drawing/2014/main" id="{709B6248-FB82-5581-D52B-70EB740D4E9E}"/>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 name="Freeform: Shape 27">
              <a:extLst>
                <a:ext uri="{FF2B5EF4-FFF2-40B4-BE49-F238E27FC236}">
                  <a16:creationId xmlns:a16="http://schemas.microsoft.com/office/drawing/2014/main" id="{B5932B7F-7982-771A-BD08-9D0CABBB4FC9}"/>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 name="Freeform: Shape 28">
              <a:extLst>
                <a:ext uri="{FF2B5EF4-FFF2-40B4-BE49-F238E27FC236}">
                  <a16:creationId xmlns:a16="http://schemas.microsoft.com/office/drawing/2014/main" id="{B7F4DE5F-C1C7-465C-D290-6334C9A3477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 name="Freeform: Shape 29">
              <a:extLst>
                <a:ext uri="{FF2B5EF4-FFF2-40B4-BE49-F238E27FC236}">
                  <a16:creationId xmlns:a16="http://schemas.microsoft.com/office/drawing/2014/main" id="{4276BAD6-AB43-684E-73A2-D8B57DD77B92}"/>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1" name="Freeform: Shape 30">
              <a:extLst>
                <a:ext uri="{FF2B5EF4-FFF2-40B4-BE49-F238E27FC236}">
                  <a16:creationId xmlns:a16="http://schemas.microsoft.com/office/drawing/2014/main" id="{A69A8C06-9B23-DE0F-0350-26AE469FA837}"/>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2" name="Freeform: Shape 31">
              <a:extLst>
                <a:ext uri="{FF2B5EF4-FFF2-40B4-BE49-F238E27FC236}">
                  <a16:creationId xmlns:a16="http://schemas.microsoft.com/office/drawing/2014/main" id="{FAAFF054-CEAC-9A3F-3F43-7BE334A7BB6E}"/>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3" name="Freeform: Shape 32">
              <a:extLst>
                <a:ext uri="{FF2B5EF4-FFF2-40B4-BE49-F238E27FC236}">
                  <a16:creationId xmlns:a16="http://schemas.microsoft.com/office/drawing/2014/main" id="{74D45256-CBD4-8A2E-D3D0-112FA2B112BD}"/>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4" name="Freeform: Shape 33">
              <a:extLst>
                <a:ext uri="{FF2B5EF4-FFF2-40B4-BE49-F238E27FC236}">
                  <a16:creationId xmlns:a16="http://schemas.microsoft.com/office/drawing/2014/main" id="{72DE4B20-11C7-2D0A-6DFA-3D2E2072C1A0}"/>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5" name="Freeform: Shape 34">
              <a:extLst>
                <a:ext uri="{FF2B5EF4-FFF2-40B4-BE49-F238E27FC236}">
                  <a16:creationId xmlns:a16="http://schemas.microsoft.com/office/drawing/2014/main" id="{B27D7E1C-FAAD-C77F-0C5F-DD9489B7CF60}"/>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6" name="Freeform: Shape 35">
              <a:extLst>
                <a:ext uri="{FF2B5EF4-FFF2-40B4-BE49-F238E27FC236}">
                  <a16:creationId xmlns:a16="http://schemas.microsoft.com/office/drawing/2014/main" id="{7DE50B40-52C1-23E8-73BD-0A1A7D59EC6C}"/>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7" name="Freeform: Shape 36">
              <a:extLst>
                <a:ext uri="{FF2B5EF4-FFF2-40B4-BE49-F238E27FC236}">
                  <a16:creationId xmlns:a16="http://schemas.microsoft.com/office/drawing/2014/main" id="{6CFDC0E6-F85A-205E-D18F-6307FCF914E4}"/>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8" name="Freeform: Shape 37">
              <a:extLst>
                <a:ext uri="{FF2B5EF4-FFF2-40B4-BE49-F238E27FC236}">
                  <a16:creationId xmlns:a16="http://schemas.microsoft.com/office/drawing/2014/main" id="{5F70D294-5F33-51AC-A6C6-49C8EB03AA43}"/>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9" name="Freeform: Shape 38">
              <a:extLst>
                <a:ext uri="{FF2B5EF4-FFF2-40B4-BE49-F238E27FC236}">
                  <a16:creationId xmlns:a16="http://schemas.microsoft.com/office/drawing/2014/main" id="{280994CA-8A30-FC83-048F-D174251414E5}"/>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0" name="Freeform: Shape 39">
              <a:extLst>
                <a:ext uri="{FF2B5EF4-FFF2-40B4-BE49-F238E27FC236}">
                  <a16:creationId xmlns:a16="http://schemas.microsoft.com/office/drawing/2014/main" id="{94CF7AB2-1246-4B2F-7054-7671CE93D699}"/>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1" name="Freeform: Shape 40">
              <a:extLst>
                <a:ext uri="{FF2B5EF4-FFF2-40B4-BE49-F238E27FC236}">
                  <a16:creationId xmlns:a16="http://schemas.microsoft.com/office/drawing/2014/main" id="{49420820-55B2-EA10-2AC5-4975425FEEA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DD48F02F-AF54-2AC1-1605-15032403D2CD}"/>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E034E841-463A-B027-D7E3-5E1D6085A017}"/>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99A70D11-45BE-358E-F40B-DA8161BB0A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F8761792-DDDD-0152-87D3-2CF1A7D1AE1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47F7F604-F78E-13EC-0203-222DC85FB366}"/>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287C8C18-1435-2735-6ED0-C5E091F21811}"/>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9821AA03-DD7F-2B50-D3B3-9A2FD37175A5}"/>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33AC04AD-E10C-8E4E-44D8-BC65BED07C8D}"/>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409F9026-EF4B-D92E-65BB-86B8567FDC25}"/>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167241AA-9AE7-67B5-4E25-AE7C5C8C742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A45381A8-046B-F882-0748-4832EC5AF87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6F05B54F-920A-F602-935C-E62E65618E83}"/>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7C03D694-5D5A-DD1A-FB8E-A7660B147FAB}"/>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2599918C-ED60-FB7B-A4A4-A03D96954993}"/>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6C6C59C7-A001-90B4-6F66-597B0734E327}"/>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4AE5578A-BC59-D541-F5F1-3FFD29736DA3}"/>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CDC8994-3B1C-0738-1136-9B6E52D83047}"/>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EF61E12A-991B-1F4A-F902-CBBD88A1939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95079015-6549-AF08-5E10-5A4938CCD6A4}"/>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28701BD1-533C-9ED1-4ACE-232AE02BAEDC}"/>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BE0CF30F-B0BB-9B98-9C7F-5E0702029B9C}"/>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21ED5217-F411-3B42-E32B-50C36D540332}"/>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784AD2B3-D824-BB8C-7FD2-62124C415FCD}"/>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747FA811-9DFA-B32A-D40E-4B88BAA5BDC2}"/>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ABCCD7EF-0967-E1EB-B086-738291DED958}"/>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8390D45E-2963-82EC-15E7-9D73414DEB3B}"/>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848C3B9B-3B93-6831-028E-A7D76A0731B2}"/>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19F77C2D-F840-7A93-C5C9-46C94C8E671B}"/>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C457D28-66D6-5619-8978-DC21589612B4}"/>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259089B3-DD8A-FE1B-E908-F31B31F86D26}"/>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5E057D9-9417-08B3-8B6A-E1A62D9E6C97}"/>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9B41A78A-F325-CF84-B92A-01A0BD91087A}"/>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213D7E1A-8A3A-7703-D119-443B5945086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B11E442C-4D1A-3BB4-8DAA-5D1454E732EA}"/>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9211162C-74A0-027D-B85E-56FDC2B2329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53F45091-4BC0-73EE-EA5A-1F2ABB8257E0}"/>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4CD6293C-0CE2-C415-FCBE-F9ABBE6FE50C}"/>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20C102CA-C208-A8EE-BA75-5BFEEBADF1D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D4E7B816-860F-35C8-59D8-E56885221AA8}"/>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561846AC-72B2-6C46-F69D-077279F6C1E0}"/>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81CC8753-D5E6-3E2D-A888-1CAD30F829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4A7B2C34-C34D-AB15-723B-CD772728386B}"/>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9E0757D6-B1D6-F89B-2D02-71AA5BB924CF}"/>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30334527-0542-818E-A262-4F93FB99543C}"/>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8FF000A8-D1F6-DA97-CC02-ED8D460673A7}"/>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238CED25-E683-45CF-DA19-9C33DB93CD18}"/>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B57E25A7-5EAB-01FB-0A6F-2B6B507432CD}"/>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4447D5E-5D2D-4342-9CBF-DF4019CD1498}"/>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6C5865A3-8F59-6B6E-C357-4AD0F556B74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4271EF2F-866F-7175-53EE-974C360FEAAE}"/>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1721EC79-70AB-0218-8BF8-E212E88F5A6D}"/>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C827C38A-67E2-D2F8-FECC-BEF934D64ADA}"/>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ECA95EDE-71D9-386C-BBCA-91C2AE72959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CB52AEE2-FCED-0818-4E87-95D1EB52BC1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A483F5A3-BBF5-FC1C-266A-AA3CC08806E3}"/>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991B9CAE-6053-3DCD-5D66-A73F2847D4C1}"/>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E308FCFC-318D-BDAC-0E2B-5E68E436C891}"/>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1D8461E9-6AC1-0098-8E91-671DB9625217}"/>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3D32566D-9751-D225-60C7-2100199323FE}"/>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2F655500-79D6-9DC4-70CE-10DC269B7304}"/>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7D03A24A-587A-80B7-01FB-EDF7BA1D2B78}"/>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807F1A9-D8DC-2259-38E3-E1A586638CD5}"/>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E091CF0D-6EBB-FF5C-73F9-DF66C29C938F}"/>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6EDCD40-4DDA-8572-3C97-0F37E489B59F}"/>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E4EE5A66-82EA-2384-4E75-3CC27B0F8B5C}"/>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782A4D2E-BC81-96C5-B12C-A97B252378A5}"/>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C95031E4-CB09-5632-2DA0-13293FD84092}"/>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60FB815D-8F5C-9EA1-0F4A-B5D909FB565A}"/>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118F29B0-D6E1-2229-2370-3E8460226B38}"/>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5FA7F96C-0C88-D338-88FA-D26F585E7D5C}"/>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3F8F4EC2-2FAB-823C-7EC5-367340734922}"/>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46978B74-AB94-9D8F-EB55-F5783CF4144E}"/>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1C82555F-155F-DAC6-6ECB-36327794E836}"/>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9E217227-7441-F6D6-0B90-4008A5AD1618}"/>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BC116666-DD88-9AE5-F779-7A916A095F9C}"/>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79B31EB4-74A7-AB80-4593-B0808D817A69}"/>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4CB7C084-F201-184F-7617-012EA74E97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96A7C405-AAAE-D87C-0620-ADBF691317C7}"/>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F658F4CD-502A-C806-0758-B3EF664FEE5E}"/>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7367FC40-B4FC-0A60-C9F4-B0C28D6988AE}"/>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C18CEFC2-17D7-6812-7A6C-B00B43E59206}"/>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38730C2C-3711-E24A-35C8-3633AFFDB00E}"/>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411CE659-D33E-CDC6-1133-5410B9F8471A}"/>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E29FA526-997D-F4BA-9F8D-AD621E64B382}"/>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B77439E6-5198-7972-3A2F-3C82594115ED}"/>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99E6C473-9BD7-4229-1100-3FC2FDEB89C4}"/>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EE488029-0F68-9CFB-E563-FA20792B9DE3}"/>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BF1AB9CB-EA5A-0762-0F38-6F0CFFE2F7C4}"/>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1BE4A77-58F4-F721-D5DD-AE7CAE03D8A8}"/>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7321ADAB-8DE9-75A7-5E76-213AC43BC44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BCAB55D8-1918-C127-A3D7-45150BD9E3E9}"/>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0EEBD261-AADC-2C2C-5FE3-E01EC0724F18}"/>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AE634EBE-DA43-C9AB-2BCF-7129F9CD7D93}"/>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7DB5EEBD-9F1B-969B-3CD1-5FA7041AEE88}"/>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55FFC0DC-5D04-7E6E-8942-A54EE127326B}"/>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78AEF6A8-4B36-1347-82D4-E289682AE0C4}"/>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AE9EDB2E-2B26-BF13-DE0C-03C34976AFB0}"/>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70CEF721-D1FB-111B-5813-0FD9AADE81F2}"/>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70177017-D377-6C8D-D133-87EC426EBFEC}"/>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DFC8E38E-913F-7847-1CC9-D658B9FED1A5}"/>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7EFD555E-8176-A056-888F-B20E0827EB0C}"/>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F6394B1D-A285-996A-F6D6-DC7C726C006F}"/>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4E93ED34-3545-73E3-7877-62D36C40BF7D}"/>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E6006DCB-1CE7-0318-1842-6CBDD9BEDC6C}"/>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3E6AF441-FF31-C26E-31DD-C730F683A0AC}"/>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4AE3CE8-E27A-9C99-BD36-D421B63B99D8}"/>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95D1F43D-ADDF-79E6-A915-47391945149C}"/>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3" name="Content Placeholder"/>
          <p:cNvSpPr>
            <a:spLocks noGrp="1"/>
          </p:cNvSpPr>
          <p:nvPr>
            <p:ph idx="1" hasCustomPrompt="1"/>
          </p:nvPr>
        </p:nvSpPr>
        <p:spPr>
          <a:xfrm>
            <a:off x="759885" y="1907120"/>
            <a:ext cx="8001001" cy="3047999"/>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2" name="Text Placeholder"/>
          <p:cNvSpPr>
            <a:spLocks noGrp="1"/>
          </p:cNvSpPr>
          <p:nvPr>
            <p:ph type="title" hasCustomPrompt="1"/>
          </p:nvPr>
        </p:nvSpPr>
        <p:spPr>
          <a:xfrm>
            <a:off x="759885" y="762002"/>
            <a:ext cx="8001000" cy="759884"/>
          </a:xfrm>
        </p:spPr>
        <p:txBody>
          <a:bodyPr/>
          <a:lstStyle>
            <a:lvl1pPr>
              <a:defRPr/>
            </a:lvl1pPr>
          </a:lstStyle>
          <a:p>
            <a:pPr lvl="0"/>
            <a:r>
              <a:rPr lang="fr-FR" noProof="0"/>
              <a:t>Modifier le titre</a:t>
            </a:r>
          </a:p>
        </p:txBody>
      </p:sp>
    </p:spTree>
    <p:extLst>
      <p:ext uri="{BB962C8B-B14F-4D97-AF65-F5344CB8AC3E}">
        <p14:creationId xmlns:p14="http://schemas.microsoft.com/office/powerpoint/2010/main" val="2279559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xel_statique_4">
    <p:spTree>
      <p:nvGrpSpPr>
        <p:cNvPr id="1" name=""/>
        <p:cNvGrpSpPr/>
        <p:nvPr/>
      </p:nvGrpSpPr>
      <p:grpSpPr>
        <a:xfrm>
          <a:off x="0" y="0"/>
          <a:ext cx="0" cy="0"/>
          <a:chOff x="0" y="0"/>
          <a:chExt cx="0" cy="0"/>
        </a:xfrm>
      </p:grpSpPr>
      <p:grpSp>
        <p:nvGrpSpPr>
          <p:cNvPr id="149" name="Pixels">
            <a:extLst>
              <a:ext uri="{FF2B5EF4-FFF2-40B4-BE49-F238E27FC236}">
                <a16:creationId xmlns:a16="http://schemas.microsoft.com/office/drawing/2014/main" id="{2C8D3C27-B882-DE66-20FF-CDF4D0406085}"/>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51" name="Freeform: Shape 150">
              <a:extLst>
                <a:ext uri="{FF2B5EF4-FFF2-40B4-BE49-F238E27FC236}">
                  <a16:creationId xmlns:a16="http://schemas.microsoft.com/office/drawing/2014/main" id="{0C347E4E-2B9B-6030-E41E-E49B22BDC63B}"/>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5583D2F6-C873-B13D-8BB8-1BDFCF0EB3ED}"/>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12067B42-A43D-F04A-1035-2359BA4E33D3}"/>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5239ED42-95C7-ED97-D75D-4C1FCBEE9245}"/>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23B95DB1-F5B7-3F25-A77C-0DE2BB11E787}"/>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AFEF9290-7784-DEA4-6204-45AD260323E3}"/>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5A70DFDE-4294-4FA0-DF46-6D13671C2A7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82F01915-0C7F-70A2-B1D5-9087B9B46FF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26F7AD30-C0E7-3563-A483-12A17E5A5AAB}"/>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13966866-8A22-B4D4-5261-EEFE32E0374E}"/>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C8B6025E-8092-14F4-5DA0-5D50AC73E0BF}"/>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28B3C23F-F0CE-2AA9-67BC-FF0E31C72F82}"/>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BE891C70-0805-07B6-3AE7-8216116ABC0A}"/>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A7B0E3AE-F021-5D96-150C-9CF805A2CB4C}"/>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C54DC159-8C0C-4949-E5D4-210B7A947B31}"/>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6" name="Freeform: Shape 165">
              <a:extLst>
                <a:ext uri="{FF2B5EF4-FFF2-40B4-BE49-F238E27FC236}">
                  <a16:creationId xmlns:a16="http://schemas.microsoft.com/office/drawing/2014/main" id="{21C089CD-CA25-5DAA-3E64-3163594183DA}"/>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7" name="Freeform: Shape 166">
              <a:extLst>
                <a:ext uri="{FF2B5EF4-FFF2-40B4-BE49-F238E27FC236}">
                  <a16:creationId xmlns:a16="http://schemas.microsoft.com/office/drawing/2014/main" id="{60FF89D9-C6C5-BF0E-C3C3-B8477C154BF2}"/>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C9F76D02-4A57-FE7A-F78D-B09260709D74}"/>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995A4BE5-81D1-56C1-D3BE-6F7A7A4799D9}"/>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035A383E-AD2A-F91A-B795-5C9E3CC47DBD}"/>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967E5841-C497-6B87-82F4-E2BCDDBDD01A}"/>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7370C3F5-7A0B-4027-6319-717229EA0C3E}"/>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58A1608E-A73F-DD63-421B-EA471C2AECCA}"/>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236B4ABB-1EEA-C139-07C0-116A42C1A05C}"/>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87D09A5F-D95A-B1D7-DCA7-27678E44801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2047B525-34ED-C8E3-DC94-EB730DC3E2FC}"/>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38A3B3C7-8FE7-82FC-5DB8-FB44D55A5FDF}"/>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DE0FFB00-FFEC-D6D1-6202-FAB70192A172}"/>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D4D812A7-197A-E120-DF55-6F6226512716}"/>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7A0D47EC-005B-9159-3769-71EFE242839B}"/>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96522562-EEA3-942E-38C1-64AD9C186F55}"/>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F98D5A7-991E-E59F-313B-E298D1DBBE25}"/>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0730618C-8914-07D5-83E4-B3B2D368DC8F}"/>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5F8A2103-B371-8DAE-558B-4C41B27A358D}"/>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4ACDAF94-C480-F166-AD26-F083D0EE2402}"/>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D5B48EDA-2F2A-7D9D-BA46-CC7F61368A4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8A01F8A0-515E-F50D-E80B-DEA4C843FC34}"/>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F4A86080-54A3-9602-68FF-8488015913D2}"/>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CA1799E3-FAD4-66A8-E24E-FD5A1775E07A}"/>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147ECA27-102D-282A-6F01-FC09DF622F3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01A2ADE9-E38D-A5A3-39D5-B06B7CC530F9}"/>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4833AA89-9019-55AA-EB51-CB8929815B22}"/>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D0C86527-1149-682C-5B34-41BDC54BD4B2}"/>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2325A34E-8A03-738B-5E3B-0CDF900405C1}"/>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653DB057-2B54-8CD0-C251-11003F5F5177}"/>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D50E0A97-A966-4653-53CA-C0B9DB05635B}"/>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49F17A3D-9F24-7347-10D7-8FCE8B8009A5}"/>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23A51E2E-E246-DFE2-76CD-ECC3A53E4852}"/>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4BCC9174-6340-7CB1-88E7-AC716630D0D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DA180EAD-6D70-95B0-D9EB-739C01816AFF}"/>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1AAFCA4B-120C-C18E-9C94-688719C0A7FC}"/>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2A6B43E8-099D-4C19-D4AA-F0BAB9773243}"/>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399A0F5E-4ABA-10EF-333B-A5737B7F2D59}"/>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F4127A7F-97A4-259B-D535-D39AA2DC02DA}"/>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2A53643D-EDBA-372F-BFCD-EB35644171DC}"/>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09709727-1BE2-97AE-B382-5BA79133A9B7}"/>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0CB01F6D-5EA8-A6AC-B01D-F1D47D28E5A0}"/>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E89C081D-A49A-C289-F085-40C915E8B0A4}"/>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219B6F51-154C-C1FD-F5EC-1D24BCAC180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EE2CDD1A-661D-C0AA-961E-9E85E2448EEA}"/>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48E3E190-9CAF-B5C6-F234-449523B59EE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39319054-5991-C35F-46BD-5A4D9EC9E075}"/>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8BFD0B34-28E7-D318-77FE-50392B9420FF}"/>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5C2220A5-B944-F028-FFE1-54ED1E637405}"/>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82C7E9E-076C-AAA6-D81C-6A12D141786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881610BE-0FFE-9B95-50FB-2C239E904DD5}"/>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FC72AE60-7ED4-D024-74DD-980BDBAAA3C5}"/>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EADE81E-9CA0-A2A9-30BD-154FDFF2AC82}"/>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4D5D2728-46A0-1EFC-ECCE-39B7C590ABB3}"/>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6CE4FC91-2741-1225-EF7D-3C53B1BF4358}"/>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D7C29690-ADD7-FE89-A147-67C904100BCC}"/>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10FC18C5-CF7A-CF28-F7F8-90AAC990B0A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BC7ADBAE-CE0A-93F8-1DE6-47FBA32E1621}"/>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2B3AC93E-6F2F-4B6B-77E5-3E2175263405}"/>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F0F54960-33B5-D8F2-135C-B05466EED42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200F2BDC-FCA2-7D33-93D5-A46013F57BFF}"/>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0FCD8F6C-507F-139E-1A3D-93DC87B1146B}"/>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97A0F419-0A41-0263-669B-78083111CDAF}"/>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AE4B22B-69F5-CD30-59F5-D46D779C6317}"/>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0D43BD18-69BE-410B-5744-CC3A634F14ED}"/>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4DC373AD-63EA-EEE8-F32D-469AD5068944}"/>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9FFBCF88-1F9F-9EE0-784B-9E68344A192C}"/>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BDA4BCE5-969D-4C33-D2E7-BC479D01D75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E4BAA05A-F76B-FF90-22C6-E2692FDAEAD9}"/>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606DCE85-7BF1-6EF8-F766-D0DB34F830F4}"/>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4EDCA396-EBDB-D9A8-E338-57AE867B9B63}"/>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2B34AF83-D96E-0D6A-3101-900DD24F9C25}"/>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3FC842E9-B41A-1432-59CB-93ED8532A96F}"/>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C41766D-2768-2AB0-9D25-A68D17F59719}"/>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7292267-47F0-91FD-CF61-BC7532D1E201}"/>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0884DC34-B1EA-F3FE-8BC8-6ABD2AB3067F}"/>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0AEB310D-A8AD-25CB-509A-A8D64508F9B4}"/>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03A9A708-F7E0-D041-6E5B-4E0416F6F758}"/>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4AB10E45-1CC3-6E3B-94FD-60D0AD9CB6E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EE5136C-B59B-C8C0-D68B-4C89D7034936}"/>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EA58249B-50D2-3668-34B4-D9B74F6ECC18}"/>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F9962285-7ADA-D26D-8D5D-776A27DBAD11}"/>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A682C758-1AAE-DCE4-FD12-B5748B3491B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B4B02DDB-0A34-A8F6-A3A5-CFB22C1A621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C33476D-FB28-0FEA-3B7D-0EFA1D2DE745}"/>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5490E746-7686-6E84-ADC3-DBD9E18E2CED}"/>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69F8FF42-F5F4-C441-2298-48A1C79DE86A}"/>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C340300C-8286-B9E4-4DAD-03F8E7BED9D4}"/>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EA97F2A5-537E-E220-7993-F18964DBA9DA}"/>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0322F48E-E98A-15ED-4220-280C950C8CC2}"/>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F58EA5C2-1E56-9ACD-4239-16F71A09437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85099798-5793-8702-DD70-343C8F93C17F}"/>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895944C1-2476-42BF-8A22-B8CB89A5928F}"/>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9D437EB3-84BE-F57C-23A4-8B37526CF6CC}"/>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E0A940AE-2C3C-DF30-252D-E1A7CEB751F4}"/>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72086A1E-E4DF-A45D-104B-00149B95AFA6}"/>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95BAFB82-0B07-1EF6-0722-970C67CB2ED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F2494336-F1C5-8C7C-7945-DC023F6BF3D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EF06CC6D-BBAB-C922-E82E-16796AF61EE1}"/>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9F4440A7-64F6-407A-7E80-0FD5D8964ACE}"/>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A083BD59-9F41-89BF-4DB3-34533E2D4FA0}"/>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3ACD02F3-3C85-DC9A-EB2F-2D7BF66468B5}"/>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316E334B-5857-7CFF-ECBA-5562F211ED51}"/>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D0C234B7-1309-E702-41FD-496BAE16D7A2}"/>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13537505-08FA-01F3-4D60-ED331613CB92}"/>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19BC0E02-1D51-1A83-67CA-5DA2763842FC}"/>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F74E024-7180-6FE5-4277-1060EFED9C7C}"/>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AB8703EF-9453-D624-BB74-60484576307A}"/>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BD3F381A-3BA5-6846-3114-56217CA3F7AF}"/>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C48DE764-3409-751B-A865-4FFE5E2FEDB1}"/>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4FD89177-3666-CFF8-8542-D6CAFB1FE65C}"/>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1FD53DA3-795A-ACC8-7CD5-70F0C912518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175266AD-1D0A-BE82-62B0-8B5FFC3B932B}"/>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3E7855A6-3D12-B64F-F6F0-7DB778B3F13C}"/>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B8C798C2-8753-C495-C0A9-B70CCA29E5FC}"/>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2B50B9A9-0834-395F-07BC-F8A5D292E44B}"/>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25475B20-5659-154A-FFEA-59D4738F2A50}"/>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62E3382-15C6-1460-A048-24EE9381BC8A}"/>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C4CD9211-A909-936C-5301-95A79370889A}"/>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270BCD4B-652B-8400-2ECD-B4D604CCE7F0}"/>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7B433087-ABE7-722E-1AA8-7FF1EF336E0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2BAAE5C4-27D5-913B-7783-7DCF5F77D618}"/>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A8033DFE-A88F-8237-DA60-85D7D16C7A4F}"/>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ECCFB17C-6D06-29FE-06F6-BBBADCE32E5B}"/>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4C547AE9-6CCA-FB6D-E65A-4BD383CB0C6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443663B8-58D2-EF83-A15D-9AF9E90FDDD3}"/>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F39BDBF4-37BA-5549-9216-688B3BDE46E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B9959809-2531-4004-3C32-0889E166952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99B6F1B2-BAA3-C69D-4048-A76765E36CB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grpSp>
      <p:sp>
        <p:nvSpPr>
          <p:cNvPr id="2" name="Text Placeholder"/>
          <p:cNvSpPr>
            <a:spLocks noGrp="1"/>
          </p:cNvSpPr>
          <p:nvPr>
            <p:ph type="title" hasCustomPrompt="1"/>
          </p:nvPr>
        </p:nvSpPr>
        <p:spPr>
          <a:xfrm>
            <a:off x="762000" y="2667000"/>
            <a:ext cx="10668000" cy="1526117"/>
          </a:xfrm>
        </p:spPr>
        <p:txBody>
          <a:bodyPr/>
          <a:lstStyle>
            <a:lvl1pPr algn="ctr">
              <a:defRPr sz="3733"/>
            </a:lvl1pPr>
          </a:lstStyle>
          <a:p>
            <a:r>
              <a:rPr lang="fr-FR" noProof="0"/>
              <a:t>Modifier le texte</a:t>
            </a:r>
            <a:endParaRPr lang="en-GB"/>
          </a:p>
        </p:txBody>
      </p:sp>
    </p:spTree>
    <p:extLst>
      <p:ext uri="{BB962C8B-B14F-4D97-AF65-F5344CB8AC3E}">
        <p14:creationId xmlns:p14="http://schemas.microsoft.com/office/powerpoint/2010/main" val="1214733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xel_statique_5">
    <p:spTree>
      <p:nvGrpSpPr>
        <p:cNvPr id="1" name=""/>
        <p:cNvGrpSpPr/>
        <p:nvPr/>
      </p:nvGrpSpPr>
      <p:grpSpPr>
        <a:xfrm>
          <a:off x="0" y="0"/>
          <a:ext cx="0" cy="0"/>
          <a:chOff x="0" y="0"/>
          <a:chExt cx="0" cy="0"/>
        </a:xfrm>
      </p:grpSpPr>
      <p:grpSp>
        <p:nvGrpSpPr>
          <p:cNvPr id="149" name="Pixel">
            <a:extLst>
              <a:ext uri="{FF2B5EF4-FFF2-40B4-BE49-F238E27FC236}">
                <a16:creationId xmlns:a16="http://schemas.microsoft.com/office/drawing/2014/main" id="{2C8D3C27-B882-DE66-20FF-CDF4D0406085}"/>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51" name="Freeform: Shape 150">
              <a:extLst>
                <a:ext uri="{FF2B5EF4-FFF2-40B4-BE49-F238E27FC236}">
                  <a16:creationId xmlns:a16="http://schemas.microsoft.com/office/drawing/2014/main" id="{0C347E4E-2B9B-6030-E41E-E49B22BDC63B}"/>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5583D2F6-C873-B13D-8BB8-1BDFCF0EB3ED}"/>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12067B42-A43D-F04A-1035-2359BA4E33D3}"/>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5239ED42-95C7-ED97-D75D-4C1FCBEE9245}"/>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23B95DB1-F5B7-3F25-A77C-0DE2BB11E787}"/>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AFEF9290-7784-DEA4-6204-45AD260323E3}"/>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5A70DFDE-4294-4FA0-DF46-6D13671C2A7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82F01915-0C7F-70A2-B1D5-9087B9B46FF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26F7AD30-C0E7-3563-A483-12A17E5A5AAB}"/>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13966866-8A22-B4D4-5261-EEFE32E0374E}"/>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C8B6025E-8092-14F4-5DA0-5D50AC73E0BF}"/>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28B3C23F-F0CE-2AA9-67BC-FF0E31C72F82}"/>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BE891C70-0805-07B6-3AE7-8216116ABC0A}"/>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A7B0E3AE-F021-5D96-150C-9CF805A2CB4C}"/>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C54DC159-8C0C-4949-E5D4-210B7A947B31}"/>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6" name="Freeform: Shape 165">
              <a:extLst>
                <a:ext uri="{FF2B5EF4-FFF2-40B4-BE49-F238E27FC236}">
                  <a16:creationId xmlns:a16="http://schemas.microsoft.com/office/drawing/2014/main" id="{21C089CD-CA25-5DAA-3E64-3163594183DA}"/>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7" name="Freeform: Shape 166">
              <a:extLst>
                <a:ext uri="{FF2B5EF4-FFF2-40B4-BE49-F238E27FC236}">
                  <a16:creationId xmlns:a16="http://schemas.microsoft.com/office/drawing/2014/main" id="{60FF89D9-C6C5-BF0E-C3C3-B8477C154BF2}"/>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C9F76D02-4A57-FE7A-F78D-B09260709D74}"/>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995A4BE5-81D1-56C1-D3BE-6F7A7A4799D9}"/>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035A383E-AD2A-F91A-B795-5C9E3CC47DBD}"/>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967E5841-C497-6B87-82F4-E2BCDDBDD01A}"/>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7370C3F5-7A0B-4027-6319-717229EA0C3E}"/>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58A1608E-A73F-DD63-421B-EA471C2AECCA}"/>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236B4ABB-1EEA-C139-07C0-116A42C1A05C}"/>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87D09A5F-D95A-B1D7-DCA7-27678E44801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2047B525-34ED-C8E3-DC94-EB730DC3E2FC}"/>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38A3B3C7-8FE7-82FC-5DB8-FB44D55A5FDF}"/>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DE0FFB00-FFEC-D6D1-6202-FAB70192A172}"/>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D4D812A7-197A-E120-DF55-6F6226512716}"/>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7A0D47EC-005B-9159-3769-71EFE242839B}"/>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96522562-EEA3-942E-38C1-64AD9C186F55}"/>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F98D5A7-991E-E59F-313B-E298D1DBBE25}"/>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0730618C-8914-07D5-83E4-B3B2D368DC8F}"/>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5F8A2103-B371-8DAE-558B-4C41B27A358D}"/>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4ACDAF94-C480-F166-AD26-F083D0EE2402}"/>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D5B48EDA-2F2A-7D9D-BA46-CC7F61368A4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8A01F8A0-515E-F50D-E80B-DEA4C843FC34}"/>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F4A86080-54A3-9602-68FF-8488015913D2}"/>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CA1799E3-FAD4-66A8-E24E-FD5A1775E07A}"/>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147ECA27-102D-282A-6F01-FC09DF622F3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01A2ADE9-E38D-A5A3-39D5-B06B7CC530F9}"/>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4833AA89-9019-55AA-EB51-CB8929815B22}"/>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D0C86527-1149-682C-5B34-41BDC54BD4B2}"/>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2325A34E-8A03-738B-5E3B-0CDF900405C1}"/>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653DB057-2B54-8CD0-C251-11003F5F5177}"/>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D50E0A97-A966-4653-53CA-C0B9DB05635B}"/>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49F17A3D-9F24-7347-10D7-8FCE8B8009A5}"/>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23A51E2E-E246-DFE2-76CD-ECC3A53E4852}"/>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4BCC9174-6340-7CB1-88E7-AC716630D0D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DA180EAD-6D70-95B0-D9EB-739C01816AFF}"/>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1AAFCA4B-120C-C18E-9C94-688719C0A7FC}"/>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2A6B43E8-099D-4C19-D4AA-F0BAB9773243}"/>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399A0F5E-4ABA-10EF-333B-A5737B7F2D59}"/>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F4127A7F-97A4-259B-D535-D39AA2DC02DA}"/>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2A53643D-EDBA-372F-BFCD-EB35644171DC}"/>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09709727-1BE2-97AE-B382-5BA79133A9B7}"/>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0CB01F6D-5EA8-A6AC-B01D-F1D47D28E5A0}"/>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E89C081D-A49A-C289-F085-40C915E8B0A4}"/>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219B6F51-154C-C1FD-F5EC-1D24BCAC180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EE2CDD1A-661D-C0AA-961E-9E85E2448EEA}"/>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48E3E190-9CAF-B5C6-F234-449523B59EE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39319054-5991-C35F-46BD-5A4D9EC9E075}"/>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8BFD0B34-28E7-D318-77FE-50392B9420FF}"/>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5C2220A5-B944-F028-FFE1-54ED1E637405}"/>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82C7E9E-076C-AAA6-D81C-6A12D141786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881610BE-0FFE-9B95-50FB-2C239E904DD5}"/>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FC72AE60-7ED4-D024-74DD-980BDBAAA3C5}"/>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EADE81E-9CA0-A2A9-30BD-154FDFF2AC82}"/>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4D5D2728-46A0-1EFC-ECCE-39B7C590ABB3}"/>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6CE4FC91-2741-1225-EF7D-3C53B1BF4358}"/>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D7C29690-ADD7-FE89-A147-67C904100BCC}"/>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10FC18C5-CF7A-CF28-F7F8-90AAC990B0A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BC7ADBAE-CE0A-93F8-1DE6-47FBA32E1621}"/>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2B3AC93E-6F2F-4B6B-77E5-3E2175263405}"/>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F0F54960-33B5-D8F2-135C-B05466EED42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200F2BDC-FCA2-7D33-93D5-A46013F57BFF}"/>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0FCD8F6C-507F-139E-1A3D-93DC87B1146B}"/>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97A0F419-0A41-0263-669B-78083111CDAF}"/>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AE4B22B-69F5-CD30-59F5-D46D779C6317}"/>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0D43BD18-69BE-410B-5744-CC3A634F14ED}"/>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4DC373AD-63EA-EEE8-F32D-469AD5068944}"/>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9FFBCF88-1F9F-9EE0-784B-9E68344A192C}"/>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BDA4BCE5-969D-4C33-D2E7-BC479D01D75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E4BAA05A-F76B-FF90-22C6-E2692FDAEAD9}"/>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606DCE85-7BF1-6EF8-F766-D0DB34F830F4}"/>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4EDCA396-EBDB-D9A8-E338-57AE867B9B63}"/>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2B34AF83-D96E-0D6A-3101-900DD24F9C25}"/>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3FC842E9-B41A-1432-59CB-93ED8532A96F}"/>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C41766D-2768-2AB0-9D25-A68D17F59719}"/>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7292267-47F0-91FD-CF61-BC7532D1E201}"/>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0884DC34-B1EA-F3FE-8BC8-6ABD2AB3067F}"/>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0AEB310D-A8AD-25CB-509A-A8D64508F9B4}"/>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03A9A708-F7E0-D041-6E5B-4E0416F6F758}"/>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4AB10E45-1CC3-6E3B-94FD-60D0AD9CB6E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EE5136C-B59B-C8C0-D68B-4C89D7034936}"/>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EA58249B-50D2-3668-34B4-D9B74F6ECC18}"/>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F9962285-7ADA-D26D-8D5D-776A27DBAD11}"/>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A682C758-1AAE-DCE4-FD12-B5748B3491B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B4B02DDB-0A34-A8F6-A3A5-CFB22C1A621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C33476D-FB28-0FEA-3B7D-0EFA1D2DE745}"/>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5490E746-7686-6E84-ADC3-DBD9E18E2CED}"/>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69F8FF42-F5F4-C441-2298-48A1C79DE86A}"/>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C340300C-8286-B9E4-4DAD-03F8E7BED9D4}"/>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EA97F2A5-537E-E220-7993-F18964DBA9DA}"/>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0322F48E-E98A-15ED-4220-280C950C8CC2}"/>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F58EA5C2-1E56-9ACD-4239-16F71A09437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85099798-5793-8702-DD70-343C8F93C17F}"/>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895944C1-2476-42BF-8A22-B8CB89A5928F}"/>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9D437EB3-84BE-F57C-23A4-8B37526CF6CC}"/>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E0A940AE-2C3C-DF30-252D-E1A7CEB751F4}"/>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72086A1E-E4DF-A45D-104B-00149B95AFA6}"/>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95BAFB82-0B07-1EF6-0722-970C67CB2ED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F2494336-F1C5-8C7C-7945-DC023F6BF3D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EF06CC6D-BBAB-C922-E82E-16796AF61EE1}"/>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9F4440A7-64F6-407A-7E80-0FD5D8964ACE}"/>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A083BD59-9F41-89BF-4DB3-34533E2D4FA0}"/>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3ACD02F3-3C85-DC9A-EB2F-2D7BF66468B5}"/>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316E334B-5857-7CFF-ECBA-5562F211ED51}"/>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D0C234B7-1309-E702-41FD-496BAE16D7A2}"/>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13537505-08FA-01F3-4D60-ED331613CB92}"/>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19BC0E02-1D51-1A83-67CA-5DA2763842FC}"/>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F74E024-7180-6FE5-4277-1060EFED9C7C}"/>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AB8703EF-9453-D624-BB74-60484576307A}"/>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BD3F381A-3BA5-6846-3114-56217CA3F7AF}"/>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C48DE764-3409-751B-A865-4FFE5E2FEDB1}"/>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4FD89177-3666-CFF8-8542-D6CAFB1FE65C}"/>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1FD53DA3-795A-ACC8-7CD5-70F0C912518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175266AD-1D0A-BE82-62B0-8B5FFC3B932B}"/>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3E7855A6-3D12-B64F-F6F0-7DB778B3F13C}"/>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B8C798C2-8753-C495-C0A9-B70CCA29E5FC}"/>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2B50B9A9-0834-395F-07BC-F8A5D292E44B}"/>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25475B20-5659-154A-FFEA-59D4738F2A50}"/>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62E3382-15C6-1460-A048-24EE9381BC8A}"/>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C4CD9211-A909-936C-5301-95A79370889A}"/>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270BCD4B-652B-8400-2ECD-B4D604CCE7F0}"/>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7B433087-ABE7-722E-1AA8-7FF1EF336E0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2BAAE5C4-27D5-913B-7783-7DCF5F77D618}"/>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A8033DFE-A88F-8237-DA60-85D7D16C7A4F}"/>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ECCFB17C-6D06-29FE-06F6-BBBADCE32E5B}"/>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4C547AE9-6CCA-FB6D-E65A-4BD383CB0C6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443663B8-58D2-EF83-A15D-9AF9E90FDDD3}"/>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F39BDBF4-37BA-5549-9216-688B3BDE46E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B9959809-2531-4004-3C32-0889E166952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99B6F1B2-BAA3-C69D-4048-A76765E36CB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5" name="Text Placeholder">
            <a:extLst>
              <a:ext uri="{FF2B5EF4-FFF2-40B4-BE49-F238E27FC236}">
                <a16:creationId xmlns:a16="http://schemas.microsoft.com/office/drawing/2014/main" id="{AC1E98B7-AAF0-0B85-F6DC-61FF4D4FE7C9}"/>
              </a:ext>
            </a:extLst>
          </p:cNvPr>
          <p:cNvSpPr>
            <a:spLocks noGrp="1"/>
          </p:cNvSpPr>
          <p:nvPr>
            <p:ph type="body" sz="quarter" idx="10" hasCustomPrompt="1"/>
          </p:nvPr>
        </p:nvSpPr>
        <p:spPr>
          <a:xfrm>
            <a:off x="759886" y="1907117"/>
            <a:ext cx="4952999" cy="3048000"/>
          </a:xfrm>
        </p:spPr>
        <p:txBody>
          <a:body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6" name="Text Placeholder">
            <a:extLst>
              <a:ext uri="{FF2B5EF4-FFF2-40B4-BE49-F238E27FC236}">
                <a16:creationId xmlns:a16="http://schemas.microsoft.com/office/drawing/2014/main" id="{629E56A1-2F27-D53F-DC95-853288E22EC5}"/>
              </a:ext>
            </a:extLst>
          </p:cNvPr>
          <p:cNvSpPr>
            <a:spLocks noGrp="1"/>
          </p:cNvSpPr>
          <p:nvPr>
            <p:ph type="title" hasCustomPrompt="1"/>
          </p:nvPr>
        </p:nvSpPr>
        <p:spPr>
          <a:xfrm>
            <a:off x="759886" y="762001"/>
            <a:ext cx="4953001" cy="759883"/>
          </a:xfrm>
        </p:spPr>
        <p:txBody>
          <a:bodyPr/>
          <a:lstStyle>
            <a:lvl1pPr>
              <a:defRPr/>
            </a:lvl1pPr>
          </a:lstStyle>
          <a:p>
            <a:r>
              <a:rPr lang="fr-FR" noProof="0"/>
              <a:t>Modifier le titre</a:t>
            </a:r>
          </a:p>
        </p:txBody>
      </p:sp>
      <p:sp>
        <p:nvSpPr>
          <p:cNvPr id="2" name="Picture Placeholder">
            <a:extLst>
              <a:ext uri="{FF2B5EF4-FFF2-40B4-BE49-F238E27FC236}">
                <a16:creationId xmlns:a16="http://schemas.microsoft.com/office/drawing/2014/main" id="{8C7226FF-85AD-CCEE-0E66-2E8B4FADA6DB}"/>
              </a:ext>
            </a:extLst>
          </p:cNvPr>
          <p:cNvSpPr>
            <a:spLocks noGrp="1"/>
          </p:cNvSpPr>
          <p:nvPr>
            <p:ph type="pic" sz="quarter" idx="17"/>
          </p:nvPr>
        </p:nvSpPr>
        <p:spPr>
          <a:xfrm>
            <a:off x="7617886" y="1524000"/>
            <a:ext cx="3050116" cy="3048000"/>
          </a:xfrm>
          <a:noFill/>
        </p:spPr>
        <p:txBody>
          <a:bodyPr/>
          <a:lstStyle>
            <a:lvl1pPr>
              <a:defRPr>
                <a:noFill/>
              </a:defRPr>
            </a:lvl1pPr>
          </a:lstStyle>
          <a:p>
            <a:r>
              <a:rPr lang="fr-FR"/>
              <a:t>Cliquez sur l'icône pour ajouter une image</a:t>
            </a:r>
          </a:p>
        </p:txBody>
      </p:sp>
    </p:spTree>
    <p:extLst>
      <p:ext uri="{BB962C8B-B14F-4D97-AF65-F5344CB8AC3E}">
        <p14:creationId xmlns:p14="http://schemas.microsoft.com/office/powerpoint/2010/main" val="2818003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ixel_statique_6">
    <p:spTree>
      <p:nvGrpSpPr>
        <p:cNvPr id="1" name=""/>
        <p:cNvGrpSpPr/>
        <p:nvPr/>
      </p:nvGrpSpPr>
      <p:grpSpPr>
        <a:xfrm>
          <a:off x="0" y="0"/>
          <a:ext cx="0" cy="0"/>
          <a:chOff x="0" y="0"/>
          <a:chExt cx="0" cy="0"/>
        </a:xfrm>
      </p:grpSpPr>
      <p:sp>
        <p:nvSpPr>
          <p:cNvPr id="21" name="Pixel">
            <a:extLst>
              <a:ext uri="{FF2B5EF4-FFF2-40B4-BE49-F238E27FC236}">
                <a16:creationId xmlns:a16="http://schemas.microsoft.com/office/drawing/2014/main" id="{C9ECC7DB-1F6F-DC7F-76DD-22F8F7232EBD}"/>
              </a:ext>
            </a:extLst>
          </p:cNvPr>
          <p:cNvSpPr/>
          <p:nvPr/>
        </p:nvSpPr>
        <p:spPr>
          <a:xfrm>
            <a:off x="3429001" y="3431117"/>
            <a:ext cx="3431999" cy="34268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xel">
            <a:extLst>
              <a:ext uri="{FF2B5EF4-FFF2-40B4-BE49-F238E27FC236}">
                <a16:creationId xmlns:a16="http://schemas.microsoft.com/office/drawing/2014/main" id="{C76A86E1-8211-97A7-C075-3BC8BEDA6004}"/>
              </a:ext>
            </a:extLst>
          </p:cNvPr>
          <p:cNvSpPr/>
          <p:nvPr/>
        </p:nvSpPr>
        <p:spPr>
          <a:xfrm>
            <a:off x="0" y="-1"/>
            <a:ext cx="3429000" cy="34332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19" name="Pixel">
            <a:extLst>
              <a:ext uri="{FF2B5EF4-FFF2-40B4-BE49-F238E27FC236}">
                <a16:creationId xmlns:a16="http://schemas.microsoft.com/office/drawing/2014/main" id="{0151343F-64C4-727A-FC2A-B1587AC2ADFE}"/>
              </a:ext>
            </a:extLst>
          </p:cNvPr>
          <p:cNvSpPr/>
          <p:nvPr/>
        </p:nvSpPr>
        <p:spPr>
          <a:xfrm>
            <a:off x="3429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0" name="Pixel">
            <a:extLst>
              <a:ext uri="{FF2B5EF4-FFF2-40B4-BE49-F238E27FC236}">
                <a16:creationId xmlns:a16="http://schemas.microsoft.com/office/drawing/2014/main" id="{7DB115A0-2D6E-71EC-D4E5-806EE3BCF471}"/>
              </a:ext>
            </a:extLst>
          </p:cNvPr>
          <p:cNvSpPr/>
          <p:nvPr/>
        </p:nvSpPr>
        <p:spPr>
          <a:xfrm>
            <a:off x="0" y="3431120"/>
            <a:ext cx="3429000" cy="34268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4" name="Picture Placeholder">
            <a:extLst>
              <a:ext uri="{FF2B5EF4-FFF2-40B4-BE49-F238E27FC236}">
                <a16:creationId xmlns:a16="http://schemas.microsoft.com/office/drawing/2014/main" id="{923E9586-A16F-9921-016F-281C824EF5DC}"/>
              </a:ext>
            </a:extLst>
          </p:cNvPr>
          <p:cNvSpPr>
            <a:spLocks noGrp="1"/>
          </p:cNvSpPr>
          <p:nvPr>
            <p:ph type="pic" sz="quarter" idx="12"/>
          </p:nvPr>
        </p:nvSpPr>
        <p:spPr>
          <a:xfrm>
            <a:off x="6855884" y="0"/>
            <a:ext cx="5336117" cy="6858000"/>
          </a:xfrm>
          <a:solidFill>
            <a:schemeClr val="bg1">
              <a:lumMod val="85000"/>
              <a:lumOff val="15000"/>
            </a:schemeClr>
          </a:solidFill>
        </p:spPr>
        <p:txBody>
          <a:bodyPr/>
          <a:lstStyle>
            <a:lvl1pPr>
              <a:defRPr sz="1067">
                <a:noFill/>
              </a:defRPr>
            </a:lvl1pPr>
          </a:lstStyle>
          <a:p>
            <a:r>
              <a:rPr lang="fr-FR"/>
              <a:t>Cliquez sur l'icône pour ajouter une image</a:t>
            </a:r>
            <a:endParaRPr lang="en-GB"/>
          </a:p>
        </p:txBody>
      </p:sp>
      <p:sp>
        <p:nvSpPr>
          <p:cNvPr id="29" name="Text Placeholder">
            <a:extLst>
              <a:ext uri="{FF2B5EF4-FFF2-40B4-BE49-F238E27FC236}">
                <a16:creationId xmlns:a16="http://schemas.microsoft.com/office/drawing/2014/main" id="{F71DA2C9-B0AC-286A-12DA-941593F72D27}"/>
              </a:ext>
            </a:extLst>
          </p:cNvPr>
          <p:cNvSpPr>
            <a:spLocks noGrp="1"/>
          </p:cNvSpPr>
          <p:nvPr>
            <p:ph type="body" sz="quarter" idx="16" hasCustomPrompt="1"/>
          </p:nvPr>
        </p:nvSpPr>
        <p:spPr>
          <a:xfrm>
            <a:off x="3812120" y="2286000"/>
            <a:ext cx="2660649" cy="762000"/>
          </a:xfrm>
        </p:spPr>
        <p:txBody>
          <a:bodyPr/>
          <a:lstStyle>
            <a:lvl1pPr>
              <a:defRPr sz="1333">
                <a:solidFill>
                  <a:schemeClr val="tx1"/>
                </a:solidFill>
              </a:defRPr>
            </a:lvl1pPr>
          </a:lstStyle>
          <a:p>
            <a:pPr lvl="0"/>
            <a:r>
              <a:rPr lang="fr-FR" noProof="0"/>
              <a:t>Modifier le texte</a:t>
            </a:r>
          </a:p>
        </p:txBody>
      </p:sp>
      <p:sp>
        <p:nvSpPr>
          <p:cNvPr id="28" name="Text Placeholder">
            <a:extLst>
              <a:ext uri="{FF2B5EF4-FFF2-40B4-BE49-F238E27FC236}">
                <a16:creationId xmlns:a16="http://schemas.microsoft.com/office/drawing/2014/main" id="{673A8D4D-9977-5D85-076D-8BFAF3E41CBE}"/>
              </a:ext>
            </a:extLst>
          </p:cNvPr>
          <p:cNvSpPr>
            <a:spLocks noGrp="1"/>
          </p:cNvSpPr>
          <p:nvPr>
            <p:ph type="body" sz="quarter" idx="15" hasCustomPrompt="1"/>
          </p:nvPr>
        </p:nvSpPr>
        <p:spPr>
          <a:xfrm>
            <a:off x="3803651" y="381000"/>
            <a:ext cx="2669116" cy="1526117"/>
          </a:xfrm>
        </p:spPr>
        <p:txBody>
          <a:bodyPr/>
          <a:lstStyle>
            <a:lvl1pPr>
              <a:defRPr sz="1867">
                <a:solidFill>
                  <a:schemeClr val="tx1"/>
                </a:solidFill>
              </a:defRPr>
            </a:lvl1pPr>
          </a:lstStyle>
          <a:p>
            <a:pPr lvl="0"/>
            <a:r>
              <a:rPr lang="fr-FR" noProof="0"/>
              <a:t>Modifier le texte</a:t>
            </a:r>
          </a:p>
        </p:txBody>
      </p:sp>
      <p:sp>
        <p:nvSpPr>
          <p:cNvPr id="31" name="Text Placeholder">
            <a:extLst>
              <a:ext uri="{FF2B5EF4-FFF2-40B4-BE49-F238E27FC236}">
                <a16:creationId xmlns:a16="http://schemas.microsoft.com/office/drawing/2014/main" id="{537CFEEF-03E1-92EF-B8FA-13924B58324B}"/>
              </a:ext>
            </a:extLst>
          </p:cNvPr>
          <p:cNvSpPr>
            <a:spLocks noGrp="1"/>
          </p:cNvSpPr>
          <p:nvPr>
            <p:ph type="body" sz="quarter" idx="18" hasCustomPrompt="1"/>
          </p:nvPr>
        </p:nvSpPr>
        <p:spPr>
          <a:xfrm>
            <a:off x="3812117" y="5719233"/>
            <a:ext cx="2664883" cy="762000"/>
          </a:xfrm>
        </p:spPr>
        <p:txBody>
          <a:bodyPr/>
          <a:lstStyle>
            <a:lvl1pPr>
              <a:defRPr sz="1333">
                <a:solidFill>
                  <a:schemeClr val="bg1"/>
                </a:solidFill>
              </a:defRPr>
            </a:lvl1pPr>
          </a:lstStyle>
          <a:p>
            <a:pPr lvl="0"/>
            <a:r>
              <a:rPr lang="fr-FR" noProof="0"/>
              <a:t>Modifier le texte</a:t>
            </a:r>
          </a:p>
        </p:txBody>
      </p:sp>
      <p:sp>
        <p:nvSpPr>
          <p:cNvPr id="30" name="Text Placeholder">
            <a:extLst>
              <a:ext uri="{FF2B5EF4-FFF2-40B4-BE49-F238E27FC236}">
                <a16:creationId xmlns:a16="http://schemas.microsoft.com/office/drawing/2014/main" id="{DB1D1DFA-5F34-7401-C467-77674DEF02FC}"/>
              </a:ext>
            </a:extLst>
          </p:cNvPr>
          <p:cNvSpPr>
            <a:spLocks noGrp="1"/>
          </p:cNvSpPr>
          <p:nvPr>
            <p:ph type="body" sz="quarter" idx="17" hasCustomPrompt="1"/>
          </p:nvPr>
        </p:nvSpPr>
        <p:spPr>
          <a:xfrm>
            <a:off x="3812117" y="3810001"/>
            <a:ext cx="2664883" cy="1524000"/>
          </a:xfrm>
        </p:spPr>
        <p:txBody>
          <a:bodyPr/>
          <a:lstStyle>
            <a:lvl1pPr>
              <a:defRPr sz="1867">
                <a:solidFill>
                  <a:schemeClr val="bg1"/>
                </a:solidFill>
              </a:defRPr>
            </a:lvl1pPr>
          </a:lstStyle>
          <a:p>
            <a:pPr lvl="0"/>
            <a:r>
              <a:rPr lang="fr-FR" noProof="0"/>
              <a:t>Modifier le texte</a:t>
            </a:r>
          </a:p>
        </p:txBody>
      </p:sp>
      <p:sp>
        <p:nvSpPr>
          <p:cNvPr id="33" name="Text Placeholder">
            <a:extLst>
              <a:ext uri="{FF2B5EF4-FFF2-40B4-BE49-F238E27FC236}">
                <a16:creationId xmlns:a16="http://schemas.microsoft.com/office/drawing/2014/main" id="{45EF7319-8B7B-1164-D90A-549772B9E56D}"/>
              </a:ext>
            </a:extLst>
          </p:cNvPr>
          <p:cNvSpPr>
            <a:spLocks noGrp="1"/>
          </p:cNvSpPr>
          <p:nvPr>
            <p:ph type="body" sz="quarter" idx="20" hasCustomPrompt="1"/>
          </p:nvPr>
        </p:nvSpPr>
        <p:spPr>
          <a:xfrm>
            <a:off x="374654" y="5719233"/>
            <a:ext cx="2673348" cy="762000"/>
          </a:xfrm>
        </p:spPr>
        <p:txBody>
          <a:bodyPr/>
          <a:lstStyle>
            <a:lvl1pPr>
              <a:defRPr sz="1333">
                <a:solidFill>
                  <a:schemeClr val="bg1"/>
                </a:solidFill>
              </a:defRPr>
            </a:lvl1pPr>
          </a:lstStyle>
          <a:p>
            <a:pPr lvl="0"/>
            <a:r>
              <a:rPr lang="fr-FR" noProof="0"/>
              <a:t>Modifier le texte</a:t>
            </a:r>
          </a:p>
        </p:txBody>
      </p:sp>
      <p:sp>
        <p:nvSpPr>
          <p:cNvPr id="32" name="Text Placeholder">
            <a:extLst>
              <a:ext uri="{FF2B5EF4-FFF2-40B4-BE49-F238E27FC236}">
                <a16:creationId xmlns:a16="http://schemas.microsoft.com/office/drawing/2014/main" id="{EAEC35F8-562A-05EB-C46C-B181C4CD096F}"/>
              </a:ext>
            </a:extLst>
          </p:cNvPr>
          <p:cNvSpPr>
            <a:spLocks noGrp="1"/>
          </p:cNvSpPr>
          <p:nvPr>
            <p:ph type="body" sz="quarter" idx="19" hasCustomPrompt="1"/>
          </p:nvPr>
        </p:nvSpPr>
        <p:spPr>
          <a:xfrm>
            <a:off x="374652" y="3810001"/>
            <a:ext cx="2673349" cy="1524000"/>
          </a:xfrm>
        </p:spPr>
        <p:txBody>
          <a:bodyPr/>
          <a:lstStyle>
            <a:lvl1pPr>
              <a:defRPr sz="1867">
                <a:solidFill>
                  <a:schemeClr val="bg1"/>
                </a:solidFill>
              </a:defRPr>
            </a:lvl1pPr>
          </a:lstStyle>
          <a:p>
            <a:pPr lvl="0"/>
            <a:r>
              <a:rPr lang="fr-FR" noProof="0"/>
              <a:t>Modifier le texte</a:t>
            </a:r>
          </a:p>
        </p:txBody>
      </p:sp>
      <p:sp>
        <p:nvSpPr>
          <p:cNvPr id="27" name="Text Placeholder">
            <a:extLst>
              <a:ext uri="{FF2B5EF4-FFF2-40B4-BE49-F238E27FC236}">
                <a16:creationId xmlns:a16="http://schemas.microsoft.com/office/drawing/2014/main" id="{5F9923E4-90AB-73AB-87BF-21B6C27DB80C}"/>
              </a:ext>
            </a:extLst>
          </p:cNvPr>
          <p:cNvSpPr>
            <a:spLocks noGrp="1"/>
          </p:cNvSpPr>
          <p:nvPr>
            <p:ph type="body" sz="quarter" idx="14" hasCustomPrompt="1"/>
          </p:nvPr>
        </p:nvSpPr>
        <p:spPr>
          <a:xfrm>
            <a:off x="378886" y="2286000"/>
            <a:ext cx="2669116" cy="762000"/>
          </a:xfrm>
        </p:spPr>
        <p:txBody>
          <a:bodyPr/>
          <a:lstStyle>
            <a:lvl1pPr>
              <a:defRPr sz="1333">
                <a:solidFill>
                  <a:schemeClr val="bg1"/>
                </a:solidFill>
              </a:defRPr>
            </a:lvl1pPr>
          </a:lstStyle>
          <a:p>
            <a:pPr lvl="0"/>
            <a:r>
              <a:rPr lang="fr-FR" noProof="0"/>
              <a:t>Modifier le texte</a:t>
            </a:r>
          </a:p>
        </p:txBody>
      </p:sp>
      <p:sp>
        <p:nvSpPr>
          <p:cNvPr id="26" name="Text Placeholder">
            <a:extLst>
              <a:ext uri="{FF2B5EF4-FFF2-40B4-BE49-F238E27FC236}">
                <a16:creationId xmlns:a16="http://schemas.microsoft.com/office/drawing/2014/main" id="{C3FEC966-5F11-A414-9CDE-B78062288175}"/>
              </a:ext>
            </a:extLst>
          </p:cNvPr>
          <p:cNvSpPr>
            <a:spLocks noGrp="1"/>
          </p:cNvSpPr>
          <p:nvPr>
            <p:ph type="body" sz="quarter" idx="13" hasCustomPrompt="1"/>
          </p:nvPr>
        </p:nvSpPr>
        <p:spPr>
          <a:xfrm>
            <a:off x="378886" y="381001"/>
            <a:ext cx="2669116" cy="1521883"/>
          </a:xfrm>
        </p:spPr>
        <p:txBody>
          <a:bodyPr/>
          <a:lstStyle>
            <a:lvl1pPr>
              <a:defRPr sz="1867">
                <a:solidFill>
                  <a:schemeClr val="bg1"/>
                </a:solidFill>
              </a:defRPr>
            </a:lvl1pPr>
          </a:lstStyle>
          <a:p>
            <a:pPr lvl="0"/>
            <a:r>
              <a:rPr lang="fr-FR" noProof="0"/>
              <a:t>Modifier le texte</a:t>
            </a:r>
          </a:p>
        </p:txBody>
      </p:sp>
    </p:spTree>
    <p:extLst>
      <p:ext uri="{BB962C8B-B14F-4D97-AF65-F5344CB8AC3E}">
        <p14:creationId xmlns:p14="http://schemas.microsoft.com/office/powerpoint/2010/main" val="370950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xel_statique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4000"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6" name="Pixel">
            <a:extLst>
              <a:ext uri="{FF2B5EF4-FFF2-40B4-BE49-F238E27FC236}">
                <a16:creationId xmlns:a16="http://schemas.microsoft.com/office/drawing/2014/main" id="{AE520F3F-52AE-C3D1-52FA-B8E592CA37A8}"/>
              </a:ext>
            </a:extLst>
          </p:cNvPr>
          <p:cNvSpPr/>
          <p:nvPr/>
        </p:nvSpPr>
        <p:spPr>
          <a:xfrm>
            <a:off x="5334000" y="0"/>
            <a:ext cx="3426885" cy="3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6" y="3431117"/>
            <a:ext cx="3431116" cy="3426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fr-FR" noProof="0"/>
              <a:t>Modifier le texte</a:t>
            </a: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9146120" y="2290236"/>
            <a:ext cx="2660649" cy="755651"/>
          </a:xfrm>
        </p:spPr>
        <p:txBody>
          <a:bodyPr/>
          <a:lstStyle>
            <a:lvl1pPr>
              <a:defRPr sz="1333">
                <a:solidFill>
                  <a:schemeClr val="tx1"/>
                </a:solidFill>
              </a:defRPr>
            </a:lvl1pPr>
          </a:lstStyle>
          <a:p>
            <a:pPr lvl="0"/>
            <a:r>
              <a:rPr lang="fr-FR" noProof="0"/>
              <a:t>Modifier le texte</a:t>
            </a: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9146120" y="385235"/>
            <a:ext cx="2660649" cy="1519768"/>
          </a:xfrm>
        </p:spPr>
        <p:txBody>
          <a:bodyPr/>
          <a:lstStyle>
            <a:lvl1pPr>
              <a:defRPr sz="1867">
                <a:solidFill>
                  <a:schemeClr val="tx1"/>
                </a:solidFill>
              </a:defRPr>
            </a:lvl1pPr>
          </a:lstStyle>
          <a:p>
            <a:pPr lvl="0"/>
            <a:r>
              <a:rPr lang="fr-FR" noProof="0"/>
              <a:t>Modifier le texte</a:t>
            </a: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4" y="5723468"/>
            <a:ext cx="2673348" cy="762000"/>
          </a:xfrm>
        </p:spPr>
        <p:txBody>
          <a:bodyPr/>
          <a:lstStyle>
            <a:lvl1pPr>
              <a:defRPr sz="1333">
                <a:solidFill>
                  <a:schemeClr val="bg1"/>
                </a:solidFill>
              </a:defRPr>
            </a:lvl1pPr>
          </a:lstStyle>
          <a:p>
            <a:pPr lvl="0"/>
            <a:r>
              <a:rPr lang="fr-FR" noProof="0"/>
              <a:t>Modifier le texte</a:t>
            </a: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fr-FR" noProof="0"/>
              <a:t>Modifier le texte</a:t>
            </a: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5712886" y="2288469"/>
            <a:ext cx="2661884" cy="757416"/>
          </a:xfrm>
        </p:spPr>
        <p:txBody>
          <a:bodyPr/>
          <a:lstStyle>
            <a:lvl1pPr>
              <a:defRPr sz="1333">
                <a:solidFill>
                  <a:schemeClr val="bg1"/>
                </a:solidFill>
              </a:defRPr>
            </a:lvl1pPr>
          </a:lstStyle>
          <a:p>
            <a:pPr lvl="0"/>
            <a:r>
              <a:rPr lang="fr-FR" noProof="0"/>
              <a:t>Modifier le texte</a:t>
            </a: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460" y="385237"/>
            <a:ext cx="2667424" cy="1521881"/>
          </a:xfrm>
        </p:spPr>
        <p:txBody>
          <a:bodyPr/>
          <a:lstStyle>
            <a:lvl1pPr>
              <a:defRPr sz="1867">
                <a:solidFill>
                  <a:schemeClr val="bg1"/>
                </a:solidFill>
              </a:defRPr>
            </a:lvl1pPr>
          </a:lstStyle>
          <a:p>
            <a:pPr lvl="0"/>
            <a:r>
              <a:rPr lang="fr-FR" noProof="0"/>
              <a:t>Modifier le texte</a:t>
            </a: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9"/>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2"/>
            <a:ext cx="3810000" cy="759884"/>
          </a:xfrm>
        </p:spPr>
        <p:txBody>
          <a:bodyPr/>
          <a:lstStyle>
            <a:lvl1pPr>
              <a:defRPr/>
            </a:lvl1pPr>
          </a:lstStyle>
          <a:p>
            <a:pPr lvl="0"/>
            <a:r>
              <a:rPr lang="fr-FR" noProof="0"/>
              <a:t>Modifier le titre</a:t>
            </a:r>
          </a:p>
        </p:txBody>
      </p:sp>
      <p:sp>
        <p:nvSpPr>
          <p:cNvPr id="11" name="Text Placeholder">
            <a:extLst>
              <a:ext uri="{FF2B5EF4-FFF2-40B4-BE49-F238E27FC236}">
                <a16:creationId xmlns:a16="http://schemas.microsoft.com/office/drawing/2014/main" id="{D5746BF9-C19F-D32D-73EA-53B167C04F57}"/>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12" name="Text Placeholder">
            <a:extLst>
              <a:ext uri="{FF2B5EF4-FFF2-40B4-BE49-F238E27FC236}">
                <a16:creationId xmlns:a16="http://schemas.microsoft.com/office/drawing/2014/main" id="{1021623D-6239-CFF3-33A1-E51B978167E3}"/>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Tree>
    <p:extLst>
      <p:ext uri="{BB962C8B-B14F-4D97-AF65-F5344CB8AC3E}">
        <p14:creationId xmlns:p14="http://schemas.microsoft.com/office/powerpoint/2010/main" val="3411021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xel_statique_8">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4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4000"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6" y="3434080"/>
            <a:ext cx="3431116" cy="3423920"/>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8" name="Picture Placeholder">
            <a:extLst>
              <a:ext uri="{FF2B5EF4-FFF2-40B4-BE49-F238E27FC236}">
                <a16:creationId xmlns:a16="http://schemas.microsoft.com/office/drawing/2014/main" id="{D5A9B168-4E56-B241-6DF0-F86736EC62D4}"/>
              </a:ext>
            </a:extLst>
          </p:cNvPr>
          <p:cNvSpPr>
            <a:spLocks noGrp="1"/>
          </p:cNvSpPr>
          <p:nvPr>
            <p:ph type="pic" sz="quarter" idx="30"/>
          </p:nvPr>
        </p:nvSpPr>
        <p:spPr>
          <a:xfrm>
            <a:off x="5333999" y="1"/>
            <a:ext cx="3425824" cy="3435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fr-FR" noProof="0"/>
              <a:t>Modifier le texte</a:t>
            </a: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4" y="5723468"/>
            <a:ext cx="2673348" cy="762000"/>
          </a:xfrm>
        </p:spPr>
        <p:txBody>
          <a:bodyPr/>
          <a:lstStyle>
            <a:lvl1pPr>
              <a:defRPr sz="1333">
                <a:solidFill>
                  <a:schemeClr val="bg1"/>
                </a:solidFill>
              </a:defRPr>
            </a:lvl1pPr>
          </a:lstStyle>
          <a:p>
            <a:pPr lvl="0"/>
            <a:r>
              <a:rPr lang="fr-FR" noProof="0"/>
              <a:t>Modifier le texte</a:t>
            </a: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fr-FR" noProof="0"/>
              <a:t>Modifier le texte</a:t>
            </a:r>
          </a:p>
        </p:txBody>
      </p:sp>
      <p:sp>
        <p:nvSpPr>
          <p:cNvPr id="11" name="Text Placeholder">
            <a:extLst>
              <a:ext uri="{FF2B5EF4-FFF2-40B4-BE49-F238E27FC236}">
                <a16:creationId xmlns:a16="http://schemas.microsoft.com/office/drawing/2014/main" id="{8A2AF84C-DF35-7E1D-36A5-A6F25F1010DC}"/>
              </a:ext>
            </a:extLst>
          </p:cNvPr>
          <p:cNvSpPr>
            <a:spLocks noGrp="1"/>
          </p:cNvSpPr>
          <p:nvPr>
            <p:ph type="body" sz="quarter" idx="24" hasCustomPrompt="1"/>
          </p:nvPr>
        </p:nvSpPr>
        <p:spPr>
          <a:xfrm>
            <a:off x="9146120" y="2290236"/>
            <a:ext cx="2660649" cy="755651"/>
          </a:xfrm>
        </p:spPr>
        <p:txBody>
          <a:bodyPr/>
          <a:lstStyle>
            <a:lvl1pPr>
              <a:defRPr sz="1333">
                <a:solidFill>
                  <a:schemeClr val="tx1"/>
                </a:solidFill>
              </a:defRPr>
            </a:lvl1pPr>
          </a:lstStyle>
          <a:p>
            <a:pPr lvl="0"/>
            <a:r>
              <a:rPr lang="fr-FR" noProof="0"/>
              <a:t>Modifier le texte</a:t>
            </a:r>
          </a:p>
        </p:txBody>
      </p:sp>
      <p:sp>
        <p:nvSpPr>
          <p:cNvPr id="10" name="Text Placeholder">
            <a:extLst>
              <a:ext uri="{FF2B5EF4-FFF2-40B4-BE49-F238E27FC236}">
                <a16:creationId xmlns:a16="http://schemas.microsoft.com/office/drawing/2014/main" id="{7811CD6A-DEAC-8126-CBBB-42E67D376F83}"/>
              </a:ext>
            </a:extLst>
          </p:cNvPr>
          <p:cNvSpPr>
            <a:spLocks noGrp="1"/>
          </p:cNvSpPr>
          <p:nvPr>
            <p:ph type="body" sz="quarter" idx="23" hasCustomPrompt="1"/>
          </p:nvPr>
        </p:nvSpPr>
        <p:spPr>
          <a:xfrm>
            <a:off x="9146120" y="385235"/>
            <a:ext cx="2660649" cy="1519768"/>
          </a:xfrm>
        </p:spPr>
        <p:txBody>
          <a:bodyPr/>
          <a:lstStyle>
            <a:lvl1pPr>
              <a:defRPr sz="1867">
                <a:solidFill>
                  <a:schemeClr val="tx1"/>
                </a:solidFill>
              </a:defRPr>
            </a:lvl1pPr>
          </a:lstStyle>
          <a:p>
            <a:pPr lvl="0"/>
            <a:r>
              <a:rPr lang="fr-FR" noProof="0"/>
              <a:t>Modifier le texte</a:t>
            </a: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884" y="381353"/>
            <a:ext cx="2667000" cy="385232"/>
          </a:xfrm>
        </p:spPr>
        <p:txBody>
          <a:bodyPr/>
          <a:lstStyle>
            <a:lvl1pPr>
              <a:defRPr sz="1867">
                <a:solidFill>
                  <a:schemeClr val="tx1"/>
                </a:solidFill>
              </a:defRPr>
            </a:lvl1pPr>
          </a:lstStyle>
          <a:p>
            <a:pPr lvl="0"/>
            <a:r>
              <a:rPr lang="fr-FR" noProof="0"/>
              <a:t>Modifier le texte</a:t>
            </a: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9"/>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2"/>
            <a:ext cx="3810000" cy="759884"/>
          </a:xfrm>
        </p:spPr>
        <p:txBody>
          <a:bodyPr/>
          <a:lstStyle>
            <a:lvl1pPr>
              <a:defRPr/>
            </a:lvl1pPr>
          </a:lstStyle>
          <a:p>
            <a:r>
              <a:rPr lang="fr-FR" noProof="0"/>
              <a:t>Modifier le titre</a:t>
            </a:r>
          </a:p>
        </p:txBody>
      </p:sp>
      <p:sp>
        <p:nvSpPr>
          <p:cNvPr id="6" name="Text Placeholder">
            <a:extLst>
              <a:ext uri="{FF2B5EF4-FFF2-40B4-BE49-F238E27FC236}">
                <a16:creationId xmlns:a16="http://schemas.microsoft.com/office/drawing/2014/main" id="{C88CDC4D-13BA-0837-AAE5-302207A740BE}"/>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7" name="Text Placeholder">
            <a:extLst>
              <a:ext uri="{FF2B5EF4-FFF2-40B4-BE49-F238E27FC236}">
                <a16:creationId xmlns:a16="http://schemas.microsoft.com/office/drawing/2014/main" id="{1A11EE72-C023-8C3A-31A5-580A47CC27E4}"/>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Tree>
    <p:extLst>
      <p:ext uri="{BB962C8B-B14F-4D97-AF65-F5344CB8AC3E}">
        <p14:creationId xmlns:p14="http://schemas.microsoft.com/office/powerpoint/2010/main" val="2135054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ixel_animation_1">
    <p:spTree>
      <p:nvGrpSpPr>
        <p:cNvPr id="1" name=""/>
        <p:cNvGrpSpPr/>
        <p:nvPr/>
      </p:nvGrpSpPr>
      <p:grpSpPr>
        <a:xfrm>
          <a:off x="0" y="0"/>
          <a:ext cx="0" cy="0"/>
          <a:chOff x="0" y="0"/>
          <a:chExt cx="0" cy="0"/>
        </a:xfrm>
      </p:grpSpPr>
      <p:pic>
        <p:nvPicPr>
          <p:cNvPr id="3" name="Pixels">
            <a:extLst>
              <a:ext uri="{FF2B5EF4-FFF2-40B4-BE49-F238E27FC236}">
                <a16:creationId xmlns:a16="http://schemas.microsoft.com/office/drawing/2014/main" id="{F2981F13-86A0-72CC-D2F6-ACD30A2971D0}"/>
              </a:ext>
            </a:extLst>
          </p:cNvPr>
          <p:cNvPicPr/>
          <p:nvPr/>
        </p:nvPicPr>
        <p:blipFill>
          <a:blip r:embed="rId2">
            <a:extLst>
              <a:ext uri="{28A0092B-C50C-407E-A947-70E740481C1C}">
                <a14:useLocalDpi xmlns:a14="http://schemas.microsoft.com/office/drawing/2010/main" val="0"/>
              </a:ext>
            </a:extLst>
          </a:blip>
          <a:srcRect/>
          <a:stretch/>
        </p:blipFill>
        <p:spPr>
          <a:xfrm>
            <a:off x="-1060" y="0"/>
            <a:ext cx="12192000" cy="6858000"/>
          </a:xfrm>
          <a:prstGeom prst="rect">
            <a:avLst/>
          </a:prstGeom>
        </p:spPr>
      </p:pic>
      <p:sp>
        <p:nvSpPr>
          <p:cNvPr id="5" name="Text Placeholder">
            <a:extLst>
              <a:ext uri="{FF2B5EF4-FFF2-40B4-BE49-F238E27FC236}">
                <a16:creationId xmlns:a16="http://schemas.microsoft.com/office/drawing/2014/main" id="{AC1E98B7-AAF0-0B85-F6DC-61FF4D4FE7C9}"/>
              </a:ext>
            </a:extLst>
          </p:cNvPr>
          <p:cNvSpPr>
            <a:spLocks noGrp="1"/>
          </p:cNvSpPr>
          <p:nvPr>
            <p:ph type="body" sz="quarter" idx="10" hasCustomPrompt="1"/>
          </p:nvPr>
        </p:nvSpPr>
        <p:spPr>
          <a:xfrm>
            <a:off x="759886" y="1907117"/>
            <a:ext cx="4952999" cy="3048000"/>
          </a:xfrm>
        </p:spPr>
        <p:txBody>
          <a:body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6" name="Text Placeholder">
            <a:extLst>
              <a:ext uri="{FF2B5EF4-FFF2-40B4-BE49-F238E27FC236}">
                <a16:creationId xmlns:a16="http://schemas.microsoft.com/office/drawing/2014/main" id="{629E56A1-2F27-D53F-DC95-853288E22EC5}"/>
              </a:ext>
            </a:extLst>
          </p:cNvPr>
          <p:cNvSpPr>
            <a:spLocks noGrp="1"/>
          </p:cNvSpPr>
          <p:nvPr>
            <p:ph type="title" hasCustomPrompt="1"/>
          </p:nvPr>
        </p:nvSpPr>
        <p:spPr>
          <a:xfrm>
            <a:off x="759886" y="762001"/>
            <a:ext cx="4953001" cy="759883"/>
          </a:xfrm>
        </p:spPr>
        <p:txBody>
          <a:bodyPr/>
          <a:lstStyle>
            <a:lvl1pPr>
              <a:defRPr/>
            </a:lvl1pPr>
          </a:lstStyle>
          <a:p>
            <a:r>
              <a:rPr lang="fr-FR" noProof="0"/>
              <a:t>Modifier le titre</a:t>
            </a:r>
          </a:p>
        </p:txBody>
      </p:sp>
      <p:sp>
        <p:nvSpPr>
          <p:cNvPr id="2" name="Picture Placeholder">
            <a:extLst>
              <a:ext uri="{FF2B5EF4-FFF2-40B4-BE49-F238E27FC236}">
                <a16:creationId xmlns:a16="http://schemas.microsoft.com/office/drawing/2014/main" id="{8C7226FF-85AD-CCEE-0E66-2E8B4FADA6DB}"/>
              </a:ext>
            </a:extLst>
          </p:cNvPr>
          <p:cNvSpPr>
            <a:spLocks noGrp="1"/>
          </p:cNvSpPr>
          <p:nvPr>
            <p:ph type="pic" sz="quarter" idx="17"/>
          </p:nvPr>
        </p:nvSpPr>
        <p:spPr>
          <a:xfrm>
            <a:off x="7617886" y="1524000"/>
            <a:ext cx="3050116" cy="3048000"/>
          </a:xfrm>
          <a:noFill/>
        </p:spPr>
        <p:txBody>
          <a:bodyPr/>
          <a:lstStyle>
            <a:lvl1pPr>
              <a:defRPr>
                <a:noFill/>
              </a:defRPr>
            </a:lvl1pPr>
          </a:lstStyle>
          <a:p>
            <a:r>
              <a:rPr lang="fr-FR"/>
              <a:t>Cliquez sur l'icône pour ajouter une image</a:t>
            </a:r>
          </a:p>
        </p:txBody>
      </p:sp>
    </p:spTree>
    <p:extLst>
      <p:ext uri="{BB962C8B-B14F-4D97-AF65-F5344CB8AC3E}">
        <p14:creationId xmlns:p14="http://schemas.microsoft.com/office/powerpoint/2010/main" val="3754061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Pixel_animation_2">
    <p:spTree>
      <p:nvGrpSpPr>
        <p:cNvPr id="1" name=""/>
        <p:cNvGrpSpPr/>
        <p:nvPr/>
      </p:nvGrpSpPr>
      <p:grpSpPr>
        <a:xfrm>
          <a:off x="0" y="0"/>
          <a:ext cx="0" cy="0"/>
          <a:chOff x="0" y="0"/>
          <a:chExt cx="0" cy="0"/>
        </a:xfrm>
      </p:grpSpPr>
      <p:pic>
        <p:nvPicPr>
          <p:cNvPr id="311" name="Pixels">
            <a:extLst>
              <a:ext uri="{FF2B5EF4-FFF2-40B4-BE49-F238E27FC236}">
                <a16:creationId xmlns:a16="http://schemas.microsoft.com/office/drawing/2014/main" id="{71397095-3CA8-67B9-E273-1EC44E7D8A84}"/>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1" y="0"/>
            <a:ext cx="12202667" cy="6864000"/>
          </a:xfrm>
          <a:prstGeom prst="rect">
            <a:avLst/>
          </a:prstGeom>
        </p:spPr>
      </p:pic>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fr-FR" noProof="0"/>
              <a:t>Modifier le texte</a:t>
            </a:r>
          </a:p>
          <a:p>
            <a:pPr marL="0" marR="0" lvl="1" indent="0" algn="l" defTabSz="121914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92199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Pixel_animation_3">
    <p:spTree>
      <p:nvGrpSpPr>
        <p:cNvPr id="1" name=""/>
        <p:cNvGrpSpPr/>
        <p:nvPr/>
      </p:nvGrpSpPr>
      <p:grpSpPr>
        <a:xfrm>
          <a:off x="0" y="0"/>
          <a:ext cx="0" cy="0"/>
          <a:chOff x="0" y="0"/>
          <a:chExt cx="0" cy="0"/>
        </a:xfrm>
      </p:grpSpPr>
      <p:pic>
        <p:nvPicPr>
          <p:cNvPr id="166" name="Pixels">
            <a:extLst>
              <a:ext uri="{FF2B5EF4-FFF2-40B4-BE49-F238E27FC236}">
                <a16:creationId xmlns:a16="http://schemas.microsoft.com/office/drawing/2014/main" id="{E2048AC1-DF9D-4A62-2E92-890FBD4F8C6C}"/>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2" y="2"/>
            <a:ext cx="12196233" cy="6860380"/>
          </a:xfrm>
          <a:prstGeom prst="rect">
            <a:avLst/>
          </a:prstGeom>
        </p:spPr>
      </p:pic>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6" y="1524000"/>
            <a:ext cx="3050116" cy="3048000"/>
          </a:xfrm>
          <a:solidFill>
            <a:schemeClr val="accent1"/>
          </a:solidFill>
        </p:spPr>
        <p:txBody>
          <a:bodyPr/>
          <a:lstStyle>
            <a:lvl1pPr>
              <a:defRPr>
                <a:noFill/>
              </a:defRPr>
            </a:lvl1pPr>
          </a:lstStyle>
          <a:p>
            <a:r>
              <a:rPr lang="fr-FR"/>
              <a:t>Cliquez sur l'icône pour ajouter une image</a:t>
            </a:r>
          </a:p>
        </p:txBody>
      </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fr-FR" noProof="0"/>
              <a:t>Modifier le texte</a:t>
            </a:r>
          </a:p>
          <a:p>
            <a:pPr marL="0" marR="0" lvl="1" indent="0" algn="l" defTabSz="121914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pPr lvl="0"/>
            <a:r>
              <a:rPr lang="fr-FR" noProof="0"/>
              <a:t>Modifier le titre</a:t>
            </a:r>
          </a:p>
        </p:txBody>
      </p:sp>
    </p:spTree>
    <p:extLst>
      <p:ext uri="{BB962C8B-B14F-4D97-AF65-F5344CB8AC3E}">
        <p14:creationId xmlns:p14="http://schemas.microsoft.com/office/powerpoint/2010/main" val="205913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xel_gril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5729428-D5C1-7A66-794D-49E1358630B4}"/>
              </a:ext>
            </a:extLst>
          </p:cNvPr>
          <p:cNvGrpSpPr/>
          <p:nvPr/>
        </p:nvGrpSpPr>
        <p:grpSpPr>
          <a:xfrm>
            <a:off x="0" y="0"/>
            <a:ext cx="12192000" cy="6858000"/>
            <a:chOff x="0" y="0"/>
            <a:chExt cx="9144000" cy="5143500"/>
          </a:xfrm>
        </p:grpSpPr>
        <p:sp>
          <p:nvSpPr>
            <p:cNvPr id="3" name="Freeform: Shape 2">
              <a:extLst>
                <a:ext uri="{FF2B5EF4-FFF2-40B4-BE49-F238E27FC236}">
                  <a16:creationId xmlns:a16="http://schemas.microsoft.com/office/drawing/2014/main" id="{91EDA2D1-73CD-9F98-DBFB-66C846A93F4F}"/>
                </a:ext>
              </a:extLst>
            </p:cNvPr>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 name="Freeform: Shape 3">
              <a:extLst>
                <a:ext uri="{FF2B5EF4-FFF2-40B4-BE49-F238E27FC236}">
                  <a16:creationId xmlns:a16="http://schemas.microsoft.com/office/drawing/2014/main" id="{FD5565B2-23CF-8DDE-47EB-E738F3280E6E}"/>
                </a:ext>
              </a:extLst>
            </p:cNvPr>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 name="Freeform: Shape 4">
              <a:extLst>
                <a:ext uri="{FF2B5EF4-FFF2-40B4-BE49-F238E27FC236}">
                  <a16:creationId xmlns:a16="http://schemas.microsoft.com/office/drawing/2014/main" id="{8D1C6C4A-3CBD-074F-C516-8D787C57FCE1}"/>
                </a:ext>
              </a:extLst>
            </p:cNvPr>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797A6B57-DC44-C568-C852-B995AF9CFFC2}"/>
                </a:ext>
              </a:extLst>
            </p:cNvPr>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7B0A5E7D-5921-78EF-7826-606DBA266D15}"/>
                </a:ext>
              </a:extLst>
            </p:cNvPr>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56F838F3-96CB-4A05-28D0-C13CA65EB5AA}"/>
                </a:ext>
              </a:extLst>
            </p:cNvPr>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699F8195-C496-6A5E-0265-346773A3A90E}"/>
                </a:ext>
              </a:extLst>
            </p:cNvPr>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507C7F04-C294-4325-9207-706FDE289F31}"/>
                </a:ext>
              </a:extLst>
            </p:cNvPr>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BE9DA107-C770-7906-61B1-FF1030374ED8}"/>
                </a:ext>
              </a:extLst>
            </p:cNvPr>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C0750F79-0A12-9804-057D-0B546BFF652F}"/>
                </a:ext>
              </a:extLst>
            </p:cNvPr>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28A22A6A-B1C6-3098-25C9-04C6012515D6}"/>
                </a:ext>
              </a:extLst>
            </p:cNvPr>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64842043-DC4C-CA3B-FFE6-A08A9C9BD360}"/>
                </a:ext>
              </a:extLst>
            </p:cNvPr>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46ED9297-0A39-921C-E545-54445802E504}"/>
                </a:ext>
              </a:extLst>
            </p:cNvPr>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5D07B033-3C23-03C6-A656-922BBF503B3D}"/>
                </a:ext>
              </a:extLst>
            </p:cNvPr>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7" name="Freeform: Shape 16">
              <a:extLst>
                <a:ext uri="{FF2B5EF4-FFF2-40B4-BE49-F238E27FC236}">
                  <a16:creationId xmlns:a16="http://schemas.microsoft.com/office/drawing/2014/main" id="{4126EA8C-FBEA-5D6F-7E78-1637C4089DAD}"/>
                </a:ext>
              </a:extLst>
            </p:cNvPr>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E02E127F-3CAF-FB76-2D94-024526D4CF24}"/>
                </a:ext>
              </a:extLst>
            </p:cNvPr>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AC484FEE-DEB3-FBED-59DF-77863A8500A5}"/>
                </a:ext>
              </a:extLst>
            </p:cNvPr>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61E7DCB5-54CC-4876-A23B-E3E6DFCA1197}"/>
                </a:ext>
              </a:extLst>
            </p:cNvPr>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47776173-9483-F75E-8D43-916C52F7997D}"/>
                </a:ext>
              </a:extLst>
            </p:cNvPr>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BCFC3356-37A7-AE6B-D42D-C18EEF6AFD02}"/>
                </a:ext>
              </a:extLst>
            </p:cNvPr>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60A3A05-8328-A834-2681-8AE2D9D0EC3E}"/>
                </a:ext>
              </a:extLst>
            </p:cNvPr>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9718F3DF-4DF0-ABF3-C82A-8FB031A35AAB}"/>
                </a:ext>
              </a:extLst>
            </p:cNvPr>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22E906C2-9ACF-1E61-0FA8-9C20EA3C81D4}"/>
                </a:ext>
              </a:extLst>
            </p:cNvPr>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6" name="Freeform: Shape 25">
              <a:extLst>
                <a:ext uri="{FF2B5EF4-FFF2-40B4-BE49-F238E27FC236}">
                  <a16:creationId xmlns:a16="http://schemas.microsoft.com/office/drawing/2014/main" id="{00B9D548-4399-370C-0D95-BE5379FE1F2C}"/>
                </a:ext>
              </a:extLst>
            </p:cNvPr>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7" name="Freeform: Shape 26">
              <a:extLst>
                <a:ext uri="{FF2B5EF4-FFF2-40B4-BE49-F238E27FC236}">
                  <a16:creationId xmlns:a16="http://schemas.microsoft.com/office/drawing/2014/main" id="{67EF58C3-6281-551D-837D-19F7BB1ACF3C}"/>
                </a:ext>
              </a:extLst>
            </p:cNvPr>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8" name="Freeform: Shape 27">
              <a:extLst>
                <a:ext uri="{FF2B5EF4-FFF2-40B4-BE49-F238E27FC236}">
                  <a16:creationId xmlns:a16="http://schemas.microsoft.com/office/drawing/2014/main" id="{6814AEA6-5968-8A33-109E-493934B7428A}"/>
                </a:ext>
              </a:extLst>
            </p:cNvPr>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29" name="Freeform: Shape 28">
              <a:extLst>
                <a:ext uri="{FF2B5EF4-FFF2-40B4-BE49-F238E27FC236}">
                  <a16:creationId xmlns:a16="http://schemas.microsoft.com/office/drawing/2014/main" id="{A5E623C8-E7E9-B21A-0FD6-D47866DC2339}"/>
                </a:ext>
              </a:extLst>
            </p:cNvPr>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0" name="Freeform: Shape 29">
              <a:extLst>
                <a:ext uri="{FF2B5EF4-FFF2-40B4-BE49-F238E27FC236}">
                  <a16:creationId xmlns:a16="http://schemas.microsoft.com/office/drawing/2014/main" id="{3CCEE837-7D6A-C699-B6A2-931F69A71614}"/>
                </a:ext>
              </a:extLst>
            </p:cNvPr>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1" name="Freeform: Shape 30">
              <a:extLst>
                <a:ext uri="{FF2B5EF4-FFF2-40B4-BE49-F238E27FC236}">
                  <a16:creationId xmlns:a16="http://schemas.microsoft.com/office/drawing/2014/main" id="{3B16C4B1-AFA8-87A6-5FEB-0CD8A35FA42A}"/>
                </a:ext>
              </a:extLst>
            </p:cNvPr>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2" name="Freeform: Shape 31">
              <a:extLst>
                <a:ext uri="{FF2B5EF4-FFF2-40B4-BE49-F238E27FC236}">
                  <a16:creationId xmlns:a16="http://schemas.microsoft.com/office/drawing/2014/main" id="{19801998-31CE-834C-4565-AAAB401EEA45}"/>
                </a:ext>
              </a:extLst>
            </p:cNvPr>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3" name="Freeform: Shape 32">
              <a:extLst>
                <a:ext uri="{FF2B5EF4-FFF2-40B4-BE49-F238E27FC236}">
                  <a16:creationId xmlns:a16="http://schemas.microsoft.com/office/drawing/2014/main" id="{0A27ABEB-E43C-BDFE-EF95-8F41F1D01E55}"/>
                </a:ext>
              </a:extLst>
            </p:cNvPr>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4" name="Freeform: Shape 33">
              <a:extLst>
                <a:ext uri="{FF2B5EF4-FFF2-40B4-BE49-F238E27FC236}">
                  <a16:creationId xmlns:a16="http://schemas.microsoft.com/office/drawing/2014/main" id="{B5DAEC07-9B2C-6CE1-A13A-70900A6F2B73}"/>
                </a:ext>
              </a:extLst>
            </p:cNvPr>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5" name="Freeform: Shape 34">
              <a:extLst>
                <a:ext uri="{FF2B5EF4-FFF2-40B4-BE49-F238E27FC236}">
                  <a16:creationId xmlns:a16="http://schemas.microsoft.com/office/drawing/2014/main" id="{400B141E-6FFF-9CEA-1FA6-A1808BE7851D}"/>
                </a:ext>
              </a:extLst>
            </p:cNvPr>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6" name="Freeform: Shape 35">
              <a:extLst>
                <a:ext uri="{FF2B5EF4-FFF2-40B4-BE49-F238E27FC236}">
                  <a16:creationId xmlns:a16="http://schemas.microsoft.com/office/drawing/2014/main" id="{B2820193-A7DB-E4FB-816B-9910B74954F8}"/>
                </a:ext>
              </a:extLst>
            </p:cNvPr>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7" name="Freeform: Shape 36">
              <a:extLst>
                <a:ext uri="{FF2B5EF4-FFF2-40B4-BE49-F238E27FC236}">
                  <a16:creationId xmlns:a16="http://schemas.microsoft.com/office/drawing/2014/main" id="{8F5E0705-CB49-C638-0D0F-74CD6D101690}"/>
                </a:ext>
              </a:extLst>
            </p:cNvPr>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8" name="Freeform: Shape 37">
              <a:extLst>
                <a:ext uri="{FF2B5EF4-FFF2-40B4-BE49-F238E27FC236}">
                  <a16:creationId xmlns:a16="http://schemas.microsoft.com/office/drawing/2014/main" id="{A89A2538-A6CA-748F-7CDF-124C6C3BB068}"/>
                </a:ext>
              </a:extLst>
            </p:cNvPr>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39" name="Freeform: Shape 38">
              <a:extLst>
                <a:ext uri="{FF2B5EF4-FFF2-40B4-BE49-F238E27FC236}">
                  <a16:creationId xmlns:a16="http://schemas.microsoft.com/office/drawing/2014/main" id="{0E867DF2-B6A4-B3C0-F8B0-799C93E78B7B}"/>
                </a:ext>
              </a:extLst>
            </p:cNvPr>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0" name="Freeform: Shape 39">
              <a:extLst>
                <a:ext uri="{FF2B5EF4-FFF2-40B4-BE49-F238E27FC236}">
                  <a16:creationId xmlns:a16="http://schemas.microsoft.com/office/drawing/2014/main" id="{17BB97B3-7F19-5740-B902-399D0563383B}"/>
                </a:ext>
              </a:extLst>
            </p:cNvPr>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1" name="Freeform: Shape 40">
              <a:extLst>
                <a:ext uri="{FF2B5EF4-FFF2-40B4-BE49-F238E27FC236}">
                  <a16:creationId xmlns:a16="http://schemas.microsoft.com/office/drawing/2014/main" id="{1E5640B6-9418-1C97-1F8C-9C65C0CF9373}"/>
                </a:ext>
              </a:extLst>
            </p:cNvPr>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EF51008F-3327-DEE1-DBA7-0DEC0C1D3C09}"/>
                </a:ext>
              </a:extLst>
            </p:cNvPr>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B96C3C7A-AD21-B326-0E8D-6E20BF808E10}"/>
                </a:ext>
              </a:extLst>
            </p:cNvPr>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483E3AC9-AB38-4F7E-25D5-C32717262449}"/>
                </a:ext>
              </a:extLst>
            </p:cNvPr>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4FAE6F4A-7F70-E3DF-7ADE-E6E363A4049D}"/>
                </a:ext>
              </a:extLst>
            </p:cNvPr>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979E01D6-09B0-D371-67FE-7718740D96F5}"/>
                </a:ext>
              </a:extLst>
            </p:cNvPr>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34F3C725-3283-CC27-E911-A175B878E036}"/>
                </a:ext>
              </a:extLst>
            </p:cNvPr>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9BC1C2C4-DA20-4A0E-297D-9F0ABA19853A}"/>
                </a:ext>
              </a:extLst>
            </p:cNvPr>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0BAEECDB-A60A-D0BC-BBF4-62C5003CDACA}"/>
                </a:ext>
              </a:extLst>
            </p:cNvPr>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BABFD3C0-E7EA-64D9-A7A4-7F6F80BD5218}"/>
                </a:ext>
              </a:extLst>
            </p:cNvPr>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C22960D2-5E75-8134-EA7B-D249B07803DC}"/>
                </a:ext>
              </a:extLst>
            </p:cNvPr>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D847BDCA-42A7-9A67-75E9-D326F74DD298}"/>
                </a:ext>
              </a:extLst>
            </p:cNvPr>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1C070B0F-43D8-0E17-5F39-EA676A0D207F}"/>
                </a:ext>
              </a:extLst>
            </p:cNvPr>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77633AD7-259E-3095-AA7D-AE1A810B2C28}"/>
                </a:ext>
              </a:extLst>
            </p:cNvPr>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8C58FBC7-DF68-D957-795A-C79B80E5695F}"/>
                </a:ext>
              </a:extLst>
            </p:cNvPr>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84CE95D7-5BF9-27B6-4A7B-FABBD631AF67}"/>
                </a:ext>
              </a:extLst>
            </p:cNvPr>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B8B06065-7AA5-8B24-6E71-5D3F64C01135}"/>
                </a:ext>
              </a:extLst>
            </p:cNvPr>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BE838CF1-46B4-FCAE-5B0F-EB71F18FF037}"/>
                </a:ext>
              </a:extLst>
            </p:cNvPr>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F24C7E95-878C-39E7-F20C-70FA0CFA44D9}"/>
                </a:ext>
              </a:extLst>
            </p:cNvPr>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627963E3-3C09-5D6C-3D38-B2FDC0F9C6F1}"/>
                </a:ext>
              </a:extLst>
            </p:cNvPr>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4E4EAEE4-F516-CC35-8576-07FE71B3E75C}"/>
                </a:ext>
              </a:extLst>
            </p:cNvPr>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6B0677CB-8B1D-C89C-9F20-EE7287BC88F0}"/>
                </a:ext>
              </a:extLst>
            </p:cNvPr>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0F3D8D72-C487-B05D-EEC5-ABE661A62B0F}"/>
                </a:ext>
              </a:extLst>
            </p:cNvPr>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642E3890-FC1A-578E-4EB3-6A56168E1FC6}"/>
                </a:ext>
              </a:extLst>
            </p:cNvPr>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0BBE12D7-C5A6-3C20-EDD7-59B715100A54}"/>
                </a:ext>
              </a:extLst>
            </p:cNvPr>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7C1B761F-A657-D03B-A421-AA826A623124}"/>
                </a:ext>
              </a:extLst>
            </p:cNvPr>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66C83CB2-EC6E-6646-C0ED-7F17EB8E3386}"/>
                </a:ext>
              </a:extLst>
            </p:cNvPr>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ECEFDC56-163B-FD19-A846-A683430A57C3}"/>
                </a:ext>
              </a:extLst>
            </p:cNvPr>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2C59AFB2-A29F-1CD2-25B2-9AD821FBFE65}"/>
                </a:ext>
              </a:extLst>
            </p:cNvPr>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30242E5C-BA59-5972-7D47-F83B9451E6C9}"/>
                </a:ext>
              </a:extLst>
            </p:cNvPr>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48F0727D-F3F0-6344-0DE3-96E463D1DF69}"/>
                </a:ext>
              </a:extLst>
            </p:cNvPr>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8964D58B-D8ED-8CC6-9DFA-4E412338AB1C}"/>
                </a:ext>
              </a:extLst>
            </p:cNvPr>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991BF506-3835-AFF0-B2E0-6D9C0DC0F90A}"/>
                </a:ext>
              </a:extLst>
            </p:cNvPr>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DD590CD7-2285-FA61-C347-C032FAC759F2}"/>
                </a:ext>
              </a:extLst>
            </p:cNvPr>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748FCBD6-5F9E-C3E7-7BD5-A8A8D6853971}"/>
                </a:ext>
              </a:extLst>
            </p:cNvPr>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5C4CED84-8665-ED73-37B1-DC1660B0AE6B}"/>
                </a:ext>
              </a:extLst>
            </p:cNvPr>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4B9C442F-0278-D851-C287-740A33EB2C15}"/>
                </a:ext>
              </a:extLst>
            </p:cNvPr>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7A1DE110-7DC0-EB89-47BF-20CF31CA5F86}"/>
                </a:ext>
              </a:extLst>
            </p:cNvPr>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984E6DA4-8D9B-8ABE-F237-059D39C7961E}"/>
                </a:ext>
              </a:extLst>
            </p:cNvPr>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327AD575-E28E-AD9E-4D89-69B6544A8360}"/>
                </a:ext>
              </a:extLst>
            </p:cNvPr>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F67A9692-0E08-7AF2-76AA-23B5A36DEB42}"/>
                </a:ext>
              </a:extLst>
            </p:cNvPr>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744B782F-B813-50FE-8298-620A0BE2F83F}"/>
                </a:ext>
              </a:extLst>
            </p:cNvPr>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CEC70DAD-DAC7-7C0A-CDA0-DCF7457C6BE5}"/>
                </a:ext>
              </a:extLst>
            </p:cNvPr>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0D3C2A59-0335-DE63-FA09-6508DCB3F9FF}"/>
                </a:ext>
              </a:extLst>
            </p:cNvPr>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3A09D906-2F95-D1A9-9735-D2C9FDB1C15B}"/>
                </a:ext>
              </a:extLst>
            </p:cNvPr>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834B87B5-6134-5C28-0D63-A5313A37E03A}"/>
                </a:ext>
              </a:extLst>
            </p:cNvPr>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1D9E6322-55D1-F5A6-6C04-863EC1555085}"/>
                </a:ext>
              </a:extLst>
            </p:cNvPr>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D105B595-30C6-CD2F-CEF9-6471E1D9C4D8}"/>
                </a:ext>
              </a:extLst>
            </p:cNvPr>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D58D8AAA-09C6-C4B3-86BD-81569788797A}"/>
                </a:ext>
              </a:extLst>
            </p:cNvPr>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B3B0CDBD-D2FF-4B29-72A9-CB1012D0B82B}"/>
                </a:ext>
              </a:extLst>
            </p:cNvPr>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6E842668-E7BC-174C-26AA-EB957D0B8955}"/>
                </a:ext>
              </a:extLst>
            </p:cNvPr>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0035A41C-001F-399E-545C-E6166F584B84}"/>
                </a:ext>
              </a:extLst>
            </p:cNvPr>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F4A4EAD9-9144-F138-241C-C40467E7375A}"/>
                </a:ext>
              </a:extLst>
            </p:cNvPr>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11B986DC-FFB9-270B-043E-0BF060C02D5B}"/>
                </a:ext>
              </a:extLst>
            </p:cNvPr>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A87D8288-908C-C93F-C5CE-3EE134F8E087}"/>
                </a:ext>
              </a:extLst>
            </p:cNvPr>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7645D070-489A-CF5C-FF22-841C9DE4DF90}"/>
                </a:ext>
              </a:extLst>
            </p:cNvPr>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81E8FF6E-20B2-2F09-EBA0-8803346A1F36}"/>
                </a:ext>
              </a:extLst>
            </p:cNvPr>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CFD8C139-573E-93FC-CF1D-88CD85CAF327}"/>
                </a:ext>
              </a:extLst>
            </p:cNvPr>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B867B571-2A9B-5522-9B9C-3205E396B01A}"/>
                </a:ext>
              </a:extLst>
            </p:cNvPr>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3E4A208D-51A1-1A43-49A1-BF0FB0D2A375}"/>
                </a:ext>
              </a:extLst>
            </p:cNvPr>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6ECBC54D-5D6A-C8DA-DE27-94167DCDC4DE}"/>
                </a:ext>
              </a:extLst>
            </p:cNvPr>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B25C34FA-D2F5-EBA8-E4AF-82067F90E77E}"/>
                </a:ext>
              </a:extLst>
            </p:cNvPr>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4E0CDD0-C56C-0D3F-8167-80BD0A8B2AD7}"/>
                </a:ext>
              </a:extLst>
            </p:cNvPr>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ADA11FA5-862E-14DD-F454-54BD0DDFCD82}"/>
                </a:ext>
              </a:extLst>
            </p:cNvPr>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C50E9267-AF9C-2ED7-37FF-E88D9C5F573E}"/>
                </a:ext>
              </a:extLst>
            </p:cNvPr>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696C9794-63E2-412E-37BB-28A41C0408CC}"/>
                </a:ext>
              </a:extLst>
            </p:cNvPr>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C506380B-4B88-CACB-9623-E21D54B53C93}"/>
                </a:ext>
              </a:extLst>
            </p:cNvPr>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93F35A23-B26D-40F2-3416-4F8F6FEA52B7}"/>
                </a:ext>
              </a:extLst>
            </p:cNvPr>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C417ABF4-247E-49E1-F947-EFC702DB253F}"/>
                </a:ext>
              </a:extLst>
            </p:cNvPr>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2F1266D4-808D-A6D8-965D-7E19DBA457A6}"/>
                </a:ext>
              </a:extLst>
            </p:cNvPr>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5ABD5C5E-7219-5F08-ACB2-0A4335825A30}"/>
                </a:ext>
              </a:extLst>
            </p:cNvPr>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7E0ABBF1-DD97-2797-E532-4DDB8E49C94B}"/>
                </a:ext>
              </a:extLst>
            </p:cNvPr>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DE68B17F-242D-E1FD-7558-CF4E42BDBF10}"/>
                </a:ext>
              </a:extLst>
            </p:cNvPr>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0A7176CC-2897-14E6-3C61-37440E434AA7}"/>
                </a:ext>
              </a:extLst>
            </p:cNvPr>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458A869B-833A-839F-CA5B-B5D29FCD9A69}"/>
                </a:ext>
              </a:extLst>
            </p:cNvPr>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2A2AEEC6-3F1F-F427-2EB2-D154E62768C7}"/>
                </a:ext>
              </a:extLst>
            </p:cNvPr>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E8A3632F-0EF6-4F70-1953-AE1D6F05EC32}"/>
                </a:ext>
              </a:extLst>
            </p:cNvPr>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D3D2BB5B-4EB1-8D97-6D79-F7105A4ABE81}"/>
                </a:ext>
              </a:extLst>
            </p:cNvPr>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A85BEF19-C66A-5136-04CF-68E578C4CDA4}"/>
                </a:ext>
              </a:extLst>
            </p:cNvPr>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7DDC285F-DE9E-3617-88DA-26BCF280B2CA}"/>
                </a:ext>
              </a:extLst>
            </p:cNvPr>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FC2A9EC8-8C5D-8A67-19EA-5455279D9D2C}"/>
                </a:ext>
              </a:extLst>
            </p:cNvPr>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3D846328-E2E9-B634-0F31-F7ECAEC0B3A0}"/>
                </a:ext>
              </a:extLst>
            </p:cNvPr>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186FF532-3C40-5C6A-2E74-C33B864A0E98}"/>
                </a:ext>
              </a:extLst>
            </p:cNvPr>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F787A523-5892-3C3F-95D0-AB99324AD1BB}"/>
                </a:ext>
              </a:extLst>
            </p:cNvPr>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47E02238-539D-8348-3069-5F93A4B8B8C9}"/>
                </a:ext>
              </a:extLst>
            </p:cNvPr>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95734624-43A2-EA1E-5932-9FA7A75D85BB}"/>
                </a:ext>
              </a:extLst>
            </p:cNvPr>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F8027439-F13C-07A8-64D5-D7FF947D0788}"/>
                </a:ext>
              </a:extLst>
            </p:cNvPr>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710C24F0-0281-C204-3F5D-C67B62C0392E}"/>
                </a:ext>
              </a:extLst>
            </p:cNvPr>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60BAB5A-C40B-D235-B3CF-62499EC7EE8C}"/>
                </a:ext>
              </a:extLst>
            </p:cNvPr>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A1FA703A-6630-6BCE-CEF5-65D438B57C5B}"/>
                </a:ext>
              </a:extLst>
            </p:cNvPr>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BA0BD684-4764-4AB9-D811-14685020457A}"/>
                </a:ext>
              </a:extLst>
            </p:cNvPr>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EC46EBEB-371E-621D-3115-553D120A0BE5}"/>
                </a:ext>
              </a:extLst>
            </p:cNvPr>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FE9A0AB9-9953-D68E-4A66-28D1D1C34876}"/>
                </a:ext>
              </a:extLst>
            </p:cNvPr>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B3551C9A-CA5E-F540-2522-48197572FF78}"/>
                </a:ext>
              </a:extLst>
            </p:cNvPr>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981F0146-146E-32FE-0124-60847FF38472}"/>
                </a:ext>
              </a:extLst>
            </p:cNvPr>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B9C50980-775E-6784-3E24-6FC8BA932F1D}"/>
                </a:ext>
              </a:extLst>
            </p:cNvPr>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8A8EF671-0C0F-8BE1-3C82-DB9D06C7DCF0}"/>
                </a:ext>
              </a:extLst>
            </p:cNvPr>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51614466-2EAA-8474-2BB0-C8286040A40C}"/>
                </a:ext>
              </a:extLst>
            </p:cNvPr>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DF3A6ECE-2D68-9C63-77A8-325B577F7004}"/>
                </a:ext>
              </a:extLst>
            </p:cNvPr>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0AF2D97-A155-EA7C-36D7-A00BA03F94FC}"/>
                </a:ext>
              </a:extLst>
            </p:cNvPr>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896C2D4-1073-FD6B-5125-0BE47FEAEDD8}"/>
                </a:ext>
              </a:extLst>
            </p:cNvPr>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209E30BA-84A8-26FC-D712-C854E6D8766C}"/>
                </a:ext>
              </a:extLst>
            </p:cNvPr>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F7D51CDC-5E43-1E7F-5AB2-7BD1D879590A}"/>
                </a:ext>
              </a:extLst>
            </p:cNvPr>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6AB54DAC-0EF8-9329-A9D8-E5A9C446A738}"/>
                </a:ext>
              </a:extLst>
            </p:cNvPr>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A3469525-AF93-4047-DDE7-D73C7D490769}"/>
                </a:ext>
              </a:extLst>
            </p:cNvPr>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5B299FF-274B-031D-FCAD-0931D9CC904C}"/>
                </a:ext>
              </a:extLst>
            </p:cNvPr>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2400"/>
            </a:p>
          </p:txBody>
        </p:sp>
      </p:grpSp>
    </p:spTree>
    <p:extLst>
      <p:ext uri="{BB962C8B-B14F-4D97-AF65-F5344CB8AC3E}">
        <p14:creationId xmlns:p14="http://schemas.microsoft.com/office/powerpoint/2010/main" val="3433666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Static_Blank">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
        <p:nvSpPr>
          <p:cNvPr id="17" name="Text Placeholder"/>
          <p:cNvSpPr>
            <a:spLocks noGrp="1"/>
          </p:cNvSpPr>
          <p:nvPr>
            <p:ph type="body" sz="quarter" idx="16" hasCustomPrompt="1"/>
          </p:nvPr>
        </p:nvSpPr>
        <p:spPr>
          <a:xfrm>
            <a:off x="759885" y="3814235"/>
            <a:ext cx="4193115" cy="753532"/>
          </a:xfrm>
        </p:spPr>
        <p:txBody>
          <a:bodyPr/>
          <a:lstStyle>
            <a:lvl1pPr>
              <a:defRPr/>
            </a:lvl1pPr>
          </a:lstStyle>
          <a:p>
            <a:pPr lvl="0"/>
            <a:r>
              <a:rPr lang="en-US"/>
              <a:t>Edit text</a:t>
            </a:r>
          </a:p>
          <a:p>
            <a:pPr lvl="1"/>
            <a:r>
              <a:rPr lang="en-US"/>
              <a:t>Second level</a:t>
            </a:r>
          </a:p>
        </p:txBody>
      </p:sp>
    </p:spTree>
    <p:extLst>
      <p:ext uri="{BB962C8B-B14F-4D97-AF65-F5344CB8AC3E}">
        <p14:creationId xmlns:p14="http://schemas.microsoft.com/office/powerpoint/2010/main" val="17312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cSld name="Static_Pixel_2">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grpSp>
        <p:nvGrpSpPr>
          <p:cNvPr id="166" name="Pixels">
            <a:extLst>
              <a:ext uri="{FF2B5EF4-FFF2-40B4-BE49-F238E27FC236}">
                <a16:creationId xmlns:a16="http://schemas.microsoft.com/office/drawing/2014/main" id="{63B00F81-2426-68DF-B87C-E83D6BFD7388}"/>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67" name="Freeform: Shape 166">
              <a:extLst>
                <a:ext uri="{FF2B5EF4-FFF2-40B4-BE49-F238E27FC236}">
                  <a16:creationId xmlns:a16="http://schemas.microsoft.com/office/drawing/2014/main" id="{B5B7C15F-6AFC-C015-1194-F7D6C227421A}"/>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436E1851-4EA4-71EB-9181-5254603D0B72}"/>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F20F05E4-A789-1E12-06AB-CEC28F460778}"/>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9CB9D523-433C-9F97-0E6A-5D4154386C33}"/>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4FD7B68B-126E-5A3E-09FB-E5CC48CC3531}"/>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30F39988-6DD5-2B2C-CA3E-E1E1AC040CBE}"/>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A4A4A171-1758-7408-62EC-418635301DC2}"/>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166AB824-768A-3346-EBE2-A577362D6BA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0DC02303-0BA1-C0B0-7AF0-85268C7E12B0}"/>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FA8D2924-2C06-1900-3D56-32F0D9B3E3D7}"/>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4267D0B8-DAD4-65B4-6600-50C73C6B4BD3}"/>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A64B5630-EB32-FBC9-E0CB-5798D9D7769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7A587B47-0AEF-24A3-2ADB-D4EBE7F5BDD5}"/>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BE0C4A92-5B03-C714-ECC2-26DD5B7C1C9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8216496C-43B7-1117-1101-ED23BB095409}"/>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DCDFA3D-F971-342C-3986-2BAC5C1BD58F}"/>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E73F638B-214B-11D2-7F40-14BEE6DE73EA}"/>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275FC475-439A-6B17-23FD-E363971ED737}"/>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3545C9A7-4534-8836-7EA8-44D4E50D70E7}"/>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2AA0F693-99E4-0746-E931-5F546F4EC52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9E6986C5-D73F-E85A-6386-CD1B71064186}"/>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D9F71975-BC64-1148-51C1-3CD83092AFFC}"/>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A1CC842C-F53F-1D46-F1F7-E2E5A8801BC6}"/>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88E50900-75AA-ACF4-768B-FBD0ECC4C968}"/>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32C08A35-6FD1-43F9-8799-52F31204F31A}"/>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72F68F52-8E1C-B06F-38EC-E79AC8F99163}"/>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8AA146FF-7AFF-8DF4-35EB-21190686557D}"/>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EE7FB29D-4493-56CA-B775-2D0A38ECCD2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C500B96D-5BF2-7299-6DE5-E07BF1CC98A2}"/>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8DF8A00B-E8B3-985E-217D-6F772ECE6536}"/>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783A50AB-CF3B-1B71-C758-58F0D9A6943D}"/>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04364A32-78B2-BC19-2D33-159B50DC76A1}"/>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E86A2806-0FF2-B984-744C-CC2AA64C539E}"/>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2965FFAA-EADF-5A83-7D0F-FB872CF56081}"/>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F839D68B-498B-F122-F4A7-658C3932FAA0}"/>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EF766554-FC32-E5E9-12A0-C0D61DC877B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93F95F06-E0F1-5EAB-D06A-E04CA8B399E3}"/>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2B68F975-9D3F-C8ED-9DF7-1AB8334AC579}"/>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0BBE23AC-BA37-E0B2-0A14-D9F2429F5718}"/>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36293912-9983-4631-247D-022532C9C8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1346D994-427D-08C4-3B12-2B8CD025A8C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FC12CD36-F3D4-8E0C-6681-9F2380E8A011}"/>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19F2BAEA-551A-D50F-FE41-9216C06C1330}"/>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8D748CB6-69D7-1C83-19D6-0627BF0FCCB8}"/>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1F9F10C7-58A1-E051-F9D5-B3824E4638EB}"/>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EB06E175-0E2E-7E41-816F-CED213B6FE21}"/>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FC3FED64-7D17-35ED-4062-E892BDF9A830}"/>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AEF0CBC7-FEC8-3549-2E04-A5B42884CA38}"/>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75F5486-EDAA-4C9A-6F13-6CA6FAC256D0}"/>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03B42ECF-06EC-C832-180F-B311CE036930}"/>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CAB36C4A-64F4-A0C4-A805-93C3D1B3A7C2}"/>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80EAFC4-5CBF-CD4F-AABC-E15B0B68F242}"/>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E1990E5B-8EA3-444C-0897-B65A9405C08D}"/>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42E2DB56-A470-3DC0-F027-7A627F299164}"/>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CFF2CB7E-2C73-9FEE-4C98-25297207D86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A12C0104-421F-51E8-33F1-98EA8F091B1E}"/>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144C7BF2-0313-730D-48F4-E9CEF885923A}"/>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77392350-0800-09FE-9478-44C5351630E2}"/>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3E1C73BE-7754-F69F-AD63-BDB29457C07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31DD3761-D2D6-D423-C743-2AA38D789612}"/>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821DE31C-899E-C5EA-F8EF-367D8C6181C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2D8D7CCA-77E8-BAE9-FC68-8F8BC1FCEF59}"/>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8F74471-3A51-CF0C-FFA8-EF9BDFC3CEA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4483FC66-3137-8730-C4CC-FCF4657AF94D}"/>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21C1EF73-7F17-CCAB-5532-6DD40EE5BAF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BFBE1D3F-5F3F-FB45-01E7-2010695F5EF0}"/>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16074FFB-D5C3-401B-4B71-C55E682117C7}"/>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95633537-E0CA-70E6-5B6B-9553B12C5491}"/>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4E4C20C1-0F04-53CD-4EE4-71C5FE07FECE}"/>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8A996914-74B5-13A2-4AF8-53B35C66B92E}"/>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58B55236-EFC7-4E1E-AE19-A5F44AFDB1E2}"/>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ADD056C3-589D-8990-4365-D78EF365FB0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36AA53D-3D61-30C7-3A24-8EA3F54E955E}"/>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0144878-3A44-5E44-FCC4-307DCA09066B}"/>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A2D029E9-F1A3-85F2-644A-48832BD6BA41}"/>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FAFFDB87-3ADF-0F4F-54A2-9C748CE67963}"/>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2D304A30-1681-CE79-796A-17078A23469F}"/>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AC12E148-B017-B32A-EB1E-8305F2F776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C3F3093-00E9-214D-64CD-4C24C6CD7A32}"/>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194A6D59-F903-F97F-974E-A2DE7C1889BA}"/>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D10F7C8A-C781-D7C5-7DD2-EA60B27A0519}"/>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9105B7CC-55D7-7B25-6305-140ED2EAB482}"/>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5F9577D0-F981-C9A3-D527-FF26A3952D0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D2872BE-1529-1B5F-97EE-5E9C8AE4519A}"/>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62BFE230-78D4-B3C4-BEF9-8BC9D25C011C}"/>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DEB36A78-F745-DCBE-9523-07218173A4A1}"/>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1D143F7F-073A-1F78-2E8A-BC320A6E317B}"/>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C3CC0C40-FA63-F4C1-4B82-62B2064E0DAA}"/>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7CD72ADE-2905-2BEC-E345-9024197900CF}"/>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B7D6A5D3-4B20-C8B2-0D1C-ECC4CD92001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4BDDEFE3-F040-EB26-8B7D-3714B3F9EA0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4E204C66-E230-39BC-9378-9B7BB341C142}"/>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6F8940E4-3808-8B6A-7326-92DC595BFE27}"/>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2B83CFE1-E799-14EE-A695-F0B1A2E9641F}"/>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D51A1799-742F-5784-9ED5-39A00B64FD48}"/>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0C9DBB26-278A-5D74-06D3-2A290A65ABB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A7B6F317-A645-35C5-E3B7-BFBE596C8958}"/>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C9871BC3-A698-9C50-9F69-9952E2709542}"/>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DFB31127-51B4-B52E-65C6-C697C7E9A2E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98EE5A25-8B9B-F99F-F21F-86CB5F466524}"/>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D6F417EA-06A5-38F1-CF63-EE19FE81635C}"/>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64CF5E50-C01F-8D4E-66C0-3C3E14AD04D6}"/>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3CD3CA10-4E9C-EA32-C02C-9358B3C52E00}"/>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707E2280-CC67-E9B2-60FB-3A9E285ACCA5}"/>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6654A678-EC58-ECFE-4369-EDBF871A5854}"/>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DCDE485-813D-0D69-DE4E-D60EAB7C6CAA}"/>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D8003DE7-2480-2809-DFB0-2206E2E537D4}"/>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65B1AEF3-90C8-AE28-0ADC-E525D547C89D}"/>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FBFC9116-B0BF-03B0-9679-D38AC694E562}"/>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B8984335-2E73-EC1B-97C2-85E9C618C58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37F4FEF6-8BAC-08BA-4BDA-B90B0DF54879}"/>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52995475-B5A9-3FDF-FBBB-3A7E5FBAF3E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60560E15-0521-CDD9-14EB-D620951A15E3}"/>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283DE157-1A76-DFB0-9E22-C6C07EDDF1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CAF31694-4673-FB02-228B-450E05733F3C}"/>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CC1717BD-75FD-0995-ED50-F8EF90525445}"/>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18BA22E-99C6-B45A-E688-27CCF3C0AD4A}"/>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9D8888D6-DA97-3B74-2531-50E574EAFE79}"/>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FB66E6B6-E8CE-3D20-A22D-396B7E983886}"/>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C172C4F5-093D-B2F0-B22B-E8D115D8504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ABA04D4B-1493-1C15-CF66-3C5899E14720}"/>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CFE463A0-8003-21A6-830B-A17C7642BF3F}"/>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C9468C3D-0123-82BC-E5A2-C7959D88250B}"/>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E3A23B8A-C4ED-EBE2-951E-8AB9D8D11CA9}"/>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53F2F136-134F-F5A3-5628-25BAD7FA6927}"/>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EE30E2E9-75A0-47CF-1FE8-5E09AD92A927}"/>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311F78FD-A46A-3685-2FA7-61A7546B001F}"/>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278AEAB1-A5B5-56EE-4FEB-9EB4E6FF8B36}"/>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5" name="Freeform: Shape 294">
              <a:extLst>
                <a:ext uri="{FF2B5EF4-FFF2-40B4-BE49-F238E27FC236}">
                  <a16:creationId xmlns:a16="http://schemas.microsoft.com/office/drawing/2014/main" id="{B5BEF18D-A8AD-2868-7196-7A2B88C82DA7}"/>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6" name="Freeform: Shape 295">
              <a:extLst>
                <a:ext uri="{FF2B5EF4-FFF2-40B4-BE49-F238E27FC236}">
                  <a16:creationId xmlns:a16="http://schemas.microsoft.com/office/drawing/2014/main" id="{62C999C0-F89A-34F0-5C22-7F6F792FF599}"/>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7" name="Freeform: Shape 296">
              <a:extLst>
                <a:ext uri="{FF2B5EF4-FFF2-40B4-BE49-F238E27FC236}">
                  <a16:creationId xmlns:a16="http://schemas.microsoft.com/office/drawing/2014/main" id="{1C2FC264-FD1F-2DBF-2E56-988DD5FC554F}"/>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8" name="Freeform: Shape 297">
              <a:extLst>
                <a:ext uri="{FF2B5EF4-FFF2-40B4-BE49-F238E27FC236}">
                  <a16:creationId xmlns:a16="http://schemas.microsoft.com/office/drawing/2014/main" id="{3CF16D1A-967E-1BA9-DF69-2F0F53367483}"/>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9" name="Freeform: Shape 298">
              <a:extLst>
                <a:ext uri="{FF2B5EF4-FFF2-40B4-BE49-F238E27FC236}">
                  <a16:creationId xmlns:a16="http://schemas.microsoft.com/office/drawing/2014/main" id="{B346C632-4E56-0A48-8983-25405A9DF31C}"/>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0" name="Freeform: Shape 299">
              <a:extLst>
                <a:ext uri="{FF2B5EF4-FFF2-40B4-BE49-F238E27FC236}">
                  <a16:creationId xmlns:a16="http://schemas.microsoft.com/office/drawing/2014/main" id="{FF30A911-3A08-4A77-B921-55E8CB06CA87}"/>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1" name="Freeform: Shape 300">
              <a:extLst>
                <a:ext uri="{FF2B5EF4-FFF2-40B4-BE49-F238E27FC236}">
                  <a16:creationId xmlns:a16="http://schemas.microsoft.com/office/drawing/2014/main" id="{4993A9FE-3DAB-61D0-9D25-CD5357E42931}"/>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2" name="Freeform: Shape 301">
              <a:extLst>
                <a:ext uri="{FF2B5EF4-FFF2-40B4-BE49-F238E27FC236}">
                  <a16:creationId xmlns:a16="http://schemas.microsoft.com/office/drawing/2014/main" id="{723FAC81-71A9-C8E8-5397-C513CAFA612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3" name="Freeform: Shape 302">
              <a:extLst>
                <a:ext uri="{FF2B5EF4-FFF2-40B4-BE49-F238E27FC236}">
                  <a16:creationId xmlns:a16="http://schemas.microsoft.com/office/drawing/2014/main" id="{9B2B9091-D150-A2BA-D1DE-4C8ED349D0BA}"/>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4" name="Freeform: Shape 303">
              <a:extLst>
                <a:ext uri="{FF2B5EF4-FFF2-40B4-BE49-F238E27FC236}">
                  <a16:creationId xmlns:a16="http://schemas.microsoft.com/office/drawing/2014/main" id="{5B4405A4-90A3-1E7B-80D2-18B0D88B4B72}"/>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5" name="Freeform: Shape 304">
              <a:extLst>
                <a:ext uri="{FF2B5EF4-FFF2-40B4-BE49-F238E27FC236}">
                  <a16:creationId xmlns:a16="http://schemas.microsoft.com/office/drawing/2014/main" id="{2463B354-B9D8-3161-4A62-3162294BD17C}"/>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6" name="Freeform: Shape 305">
              <a:extLst>
                <a:ext uri="{FF2B5EF4-FFF2-40B4-BE49-F238E27FC236}">
                  <a16:creationId xmlns:a16="http://schemas.microsoft.com/office/drawing/2014/main" id="{A14C9E30-8589-2255-42BE-45BC9A84AA2A}"/>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307" name="Freeform: Shape 306">
              <a:extLst>
                <a:ext uri="{FF2B5EF4-FFF2-40B4-BE49-F238E27FC236}">
                  <a16:creationId xmlns:a16="http://schemas.microsoft.com/office/drawing/2014/main" id="{307C21BE-1B21-DF6B-0264-81F70EC732B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8" name="Freeform: Shape 307">
              <a:extLst>
                <a:ext uri="{FF2B5EF4-FFF2-40B4-BE49-F238E27FC236}">
                  <a16:creationId xmlns:a16="http://schemas.microsoft.com/office/drawing/2014/main" id="{DA2645FB-37AC-D2F6-E78F-4DD74DA4FB9E}"/>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9" name="Freeform: Shape 308">
              <a:extLst>
                <a:ext uri="{FF2B5EF4-FFF2-40B4-BE49-F238E27FC236}">
                  <a16:creationId xmlns:a16="http://schemas.microsoft.com/office/drawing/2014/main" id="{C3C0D4A6-DD75-CC7E-3D85-A85AC5B2F17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10" name="Freeform: Shape 309">
              <a:extLst>
                <a:ext uri="{FF2B5EF4-FFF2-40B4-BE49-F238E27FC236}">
                  <a16:creationId xmlns:a16="http://schemas.microsoft.com/office/drawing/2014/main" id="{3C174FDC-D373-A277-0FEB-AE063DFBCDE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grpSp>
        <p:nvGrpSpPr>
          <p:cNvPr id="5" name="Logo">
            <a:extLst>
              <a:ext uri="{FF2B5EF4-FFF2-40B4-BE49-F238E27FC236}">
                <a16:creationId xmlns:a16="http://schemas.microsoft.com/office/drawing/2014/main" id="{83A1A177-CA63-21D9-0664-AA267E568B2D}"/>
              </a:ext>
            </a:extLst>
          </p:cNvPr>
          <p:cNvGrpSpPr>
            <a:grpSpLocks noGrp="1" noUngrp="1" noRot="1" noMove="1" noResize="1"/>
          </p:cNvGrpSpPr>
          <p:nvPr/>
        </p:nvGrpSpPr>
        <p:grpSpPr>
          <a:xfrm>
            <a:off x="768775" y="5329767"/>
            <a:ext cx="3626556" cy="762000"/>
            <a:chOff x="569913" y="4057650"/>
            <a:chExt cx="2447925" cy="514350"/>
          </a:xfrm>
        </p:grpSpPr>
        <p:sp>
          <p:nvSpPr>
            <p:cNvPr id="26" name="Freeform 5">
              <a:extLst>
                <a:ext uri="{FF2B5EF4-FFF2-40B4-BE49-F238E27FC236}">
                  <a16:creationId xmlns:a16="http://schemas.microsoft.com/office/drawing/2014/main" id="{1006C298-DB65-4F2B-A9EE-26B4473AF6EB}"/>
                </a:ext>
              </a:extLst>
            </p:cNvPr>
            <p:cNvSpPr>
              <a:spLocks noGrp="1" noRot="1" noMove="1" noResize="1" noEditPoints="1" noAdjustHandles="1" noChangeArrowheads="1" noChangeShapeType="1"/>
            </p:cNvSpPr>
            <p:nvPr userDrawn="1"/>
          </p:nvSpPr>
          <p:spPr bwMode="auto">
            <a:xfrm>
              <a:off x="1243013" y="4160838"/>
              <a:ext cx="257175" cy="307975"/>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27" name="Freeform 6">
              <a:extLst>
                <a:ext uri="{FF2B5EF4-FFF2-40B4-BE49-F238E27FC236}">
                  <a16:creationId xmlns:a16="http://schemas.microsoft.com/office/drawing/2014/main" id="{C413873F-B596-4126-9F0B-5B23ECE87820}"/>
                </a:ext>
              </a:extLst>
            </p:cNvPr>
            <p:cNvSpPr>
              <a:spLocks noGrp="1" noRot="1" noMove="1" noResize="1" noEditPoints="1" noAdjustHandles="1" noChangeArrowheads="1" noChangeShapeType="1"/>
            </p:cNvSpPr>
            <p:nvPr userDrawn="1"/>
          </p:nvSpPr>
          <p:spPr bwMode="auto">
            <a:xfrm>
              <a:off x="1531938" y="4244975"/>
              <a:ext cx="209550" cy="23018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28" name="Freeform 7">
              <a:extLst>
                <a:ext uri="{FF2B5EF4-FFF2-40B4-BE49-F238E27FC236}">
                  <a16:creationId xmlns:a16="http://schemas.microsoft.com/office/drawing/2014/main" id="{33551E3B-B69B-404C-81B2-BD23385A3704}"/>
                </a:ext>
              </a:extLst>
            </p:cNvPr>
            <p:cNvSpPr>
              <a:spLocks noGrp="1" noRot="1" noMove="1" noResize="1" noEditPoints="1" noAdjustHandles="1" noChangeArrowheads="1" noChangeShapeType="1"/>
            </p:cNvSpPr>
            <p:nvPr userDrawn="1"/>
          </p:nvSpPr>
          <p:spPr bwMode="auto">
            <a:xfrm>
              <a:off x="1770063" y="4238625"/>
              <a:ext cx="206375" cy="236538"/>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29" name="Freeform 8">
              <a:extLst>
                <a:ext uri="{FF2B5EF4-FFF2-40B4-BE49-F238E27FC236}">
                  <a16:creationId xmlns:a16="http://schemas.microsoft.com/office/drawing/2014/main" id="{CA29777D-3DDB-40B1-A949-832B1B2897DB}"/>
                </a:ext>
              </a:extLst>
            </p:cNvPr>
            <p:cNvSpPr>
              <a:spLocks noGrp="1" noRot="1" noMove="1" noResize="1" noEditPoints="1" noAdjustHandles="1" noChangeArrowheads="1" noChangeShapeType="1"/>
            </p:cNvSpPr>
            <p:nvPr userDrawn="1"/>
          </p:nvSpPr>
          <p:spPr bwMode="auto">
            <a:xfrm>
              <a:off x="2008188" y="4160838"/>
              <a:ext cx="60325" cy="307975"/>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30" name="Freeform 9">
              <a:extLst>
                <a:ext uri="{FF2B5EF4-FFF2-40B4-BE49-F238E27FC236}">
                  <a16:creationId xmlns:a16="http://schemas.microsoft.com/office/drawing/2014/main" id="{DE079AB5-C2C7-4C68-91EA-055CF3721EF4}"/>
                </a:ext>
              </a:extLst>
            </p:cNvPr>
            <p:cNvSpPr>
              <a:spLocks noGrp="1" noRot="1" noMove="1" noResize="1" noEditPoints="1" noAdjustHandles="1" noChangeArrowheads="1" noChangeShapeType="1"/>
            </p:cNvSpPr>
            <p:nvPr userDrawn="1"/>
          </p:nvSpPr>
          <p:spPr bwMode="auto">
            <a:xfrm>
              <a:off x="2109788" y="4238625"/>
              <a:ext cx="209550" cy="23018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31" name="Freeform 10">
              <a:extLst>
                <a:ext uri="{FF2B5EF4-FFF2-40B4-BE49-F238E27FC236}">
                  <a16:creationId xmlns:a16="http://schemas.microsoft.com/office/drawing/2014/main" id="{13824EBB-9A38-4CE9-99A1-2981DA41A39F}"/>
                </a:ext>
              </a:extLst>
            </p:cNvPr>
            <p:cNvSpPr>
              <a:spLocks noGrp="1" noRot="1" noMove="1" noResize="1" noEditPoints="1" noAdjustHandles="1" noChangeArrowheads="1" noChangeShapeType="1"/>
            </p:cNvSpPr>
            <p:nvPr userDrawn="1"/>
          </p:nvSpPr>
          <p:spPr bwMode="auto">
            <a:xfrm>
              <a:off x="2347913" y="4238625"/>
              <a:ext cx="222250" cy="236538"/>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32" name="Freeform 11">
              <a:extLst>
                <a:ext uri="{FF2B5EF4-FFF2-40B4-BE49-F238E27FC236}">
                  <a16:creationId xmlns:a16="http://schemas.microsoft.com/office/drawing/2014/main" id="{E1FB89B6-10AC-42EB-B7F3-14C6F4A6879F}"/>
                </a:ext>
              </a:extLst>
            </p:cNvPr>
            <p:cNvSpPr>
              <a:spLocks noGrp="1" noRot="1" noMove="1" noResize="1" noEditPoints="1" noAdjustHandles="1" noChangeArrowheads="1" noChangeShapeType="1"/>
            </p:cNvSpPr>
            <p:nvPr userDrawn="1"/>
          </p:nvSpPr>
          <p:spPr bwMode="auto">
            <a:xfrm>
              <a:off x="2586038"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33" name="Freeform 12">
              <a:extLst>
                <a:ext uri="{FF2B5EF4-FFF2-40B4-BE49-F238E27FC236}">
                  <a16:creationId xmlns:a16="http://schemas.microsoft.com/office/drawing/2014/main" id="{3E6B9B1D-1721-49CD-9807-AB8E27D7AA9B}"/>
                </a:ext>
              </a:extLst>
            </p:cNvPr>
            <p:cNvSpPr>
              <a:spLocks noGrp="1" noRot="1" noMove="1" noResize="1" noEditPoints="1" noAdjustHandles="1" noChangeArrowheads="1" noChangeShapeType="1"/>
            </p:cNvSpPr>
            <p:nvPr userDrawn="1"/>
          </p:nvSpPr>
          <p:spPr bwMode="auto">
            <a:xfrm>
              <a:off x="2811463"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sp>
          <p:nvSpPr>
            <p:cNvPr id="34" name="Rectangle 13">
              <a:extLst>
                <a:ext uri="{FF2B5EF4-FFF2-40B4-BE49-F238E27FC236}">
                  <a16:creationId xmlns:a16="http://schemas.microsoft.com/office/drawing/2014/main" id="{3BF6698F-25C6-4D98-8BD0-8EE77A647FF2}"/>
                </a:ext>
              </a:extLst>
            </p:cNvPr>
            <p:cNvSpPr>
              <a:spLocks noGrp="1" noRot="1" noMove="1" noResize="1" noEditPoints="1" noAdjustHandles="1" noChangeArrowheads="1" noChangeShapeType="1"/>
            </p:cNvSpPr>
            <p:nvPr userDrawn="1"/>
          </p:nvSpPr>
          <p:spPr bwMode="auto">
            <a:xfrm>
              <a:off x="569913" y="4057650"/>
              <a:ext cx="514350" cy="514350"/>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35" name="Freeform 14">
              <a:extLst>
                <a:ext uri="{FF2B5EF4-FFF2-40B4-BE49-F238E27FC236}">
                  <a16:creationId xmlns:a16="http://schemas.microsoft.com/office/drawing/2014/main" id="{56E33B80-270E-429D-8746-588F411AF64A}"/>
                </a:ext>
              </a:extLst>
            </p:cNvPr>
            <p:cNvSpPr>
              <a:spLocks noGrp="1" noRot="1" noMove="1" noResize="1" noEditPoints="1" noAdjustHandles="1" noChangeArrowheads="1" noChangeShapeType="1"/>
            </p:cNvSpPr>
            <p:nvPr userDrawn="1"/>
          </p:nvSpPr>
          <p:spPr bwMode="auto">
            <a:xfrm>
              <a:off x="727076" y="4454525"/>
              <a:ext cx="63500" cy="74613"/>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36" name="Freeform 15">
              <a:extLst>
                <a:ext uri="{FF2B5EF4-FFF2-40B4-BE49-F238E27FC236}">
                  <a16:creationId xmlns:a16="http://schemas.microsoft.com/office/drawing/2014/main" id="{8395EA3D-C719-4A3F-A131-4125CAAF790C}"/>
                </a:ext>
              </a:extLst>
            </p:cNvPr>
            <p:cNvSpPr>
              <a:spLocks noGrp="1" noRot="1" noMove="1" noResize="1" noEditPoints="1" noAdjustHandles="1" noChangeArrowheads="1" noChangeShapeType="1"/>
            </p:cNvSpPr>
            <p:nvPr userDrawn="1"/>
          </p:nvSpPr>
          <p:spPr bwMode="auto">
            <a:xfrm>
              <a:off x="806451" y="4454525"/>
              <a:ext cx="63500" cy="73025"/>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37" name="Freeform 16">
              <a:extLst>
                <a:ext uri="{FF2B5EF4-FFF2-40B4-BE49-F238E27FC236}">
                  <a16:creationId xmlns:a16="http://schemas.microsoft.com/office/drawing/2014/main" id="{2F535571-531A-419E-B5CF-90E57D409260}"/>
                </a:ext>
              </a:extLst>
            </p:cNvPr>
            <p:cNvSpPr>
              <a:spLocks noGrp="1" noRot="1" noMove="1" noResize="1" noEditPoints="1" noAdjustHandles="1" noChangeArrowheads="1" noChangeShapeType="1"/>
            </p:cNvSpPr>
            <p:nvPr userDrawn="1"/>
          </p:nvSpPr>
          <p:spPr bwMode="auto">
            <a:xfrm>
              <a:off x="960438" y="4454525"/>
              <a:ext cx="66675" cy="74613"/>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38" name="Freeform 17">
              <a:extLst>
                <a:ext uri="{FF2B5EF4-FFF2-40B4-BE49-F238E27FC236}">
                  <a16:creationId xmlns:a16="http://schemas.microsoft.com/office/drawing/2014/main" id="{ABAC7ED4-1A0E-41AD-ADE8-8AC89F3CA83B}"/>
                </a:ext>
              </a:extLst>
            </p:cNvPr>
            <p:cNvSpPr>
              <a:spLocks noGrp="1" noRot="1" noMove="1" noResize="1" noEditPoints="1" noAdjustHandles="1" noChangeArrowheads="1" noChangeShapeType="1"/>
            </p:cNvSpPr>
            <p:nvPr userDrawn="1"/>
          </p:nvSpPr>
          <p:spPr bwMode="auto">
            <a:xfrm>
              <a:off x="598488" y="4454525"/>
              <a:ext cx="69850" cy="762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39" name="Freeform 18">
              <a:extLst>
                <a:ext uri="{FF2B5EF4-FFF2-40B4-BE49-F238E27FC236}">
                  <a16:creationId xmlns:a16="http://schemas.microsoft.com/office/drawing/2014/main" id="{8B414238-7310-458E-9C15-9BD135B12B57}"/>
                </a:ext>
              </a:extLst>
            </p:cNvPr>
            <p:cNvSpPr>
              <a:spLocks noGrp="1" noRot="1" noMove="1" noResize="1" noEditPoints="1" noAdjustHandles="1" noChangeArrowheads="1" noChangeShapeType="1"/>
            </p:cNvSpPr>
            <p:nvPr userDrawn="1"/>
          </p:nvSpPr>
          <p:spPr bwMode="auto">
            <a:xfrm>
              <a:off x="681038" y="4454525"/>
              <a:ext cx="41275" cy="74613"/>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0" name="Freeform 19">
              <a:extLst>
                <a:ext uri="{FF2B5EF4-FFF2-40B4-BE49-F238E27FC236}">
                  <a16:creationId xmlns:a16="http://schemas.microsoft.com/office/drawing/2014/main" id="{B156E558-F03B-4BE9-A819-A10409A46BCC}"/>
                </a:ext>
              </a:extLst>
            </p:cNvPr>
            <p:cNvSpPr>
              <a:spLocks noGrp="1" noRot="1" noMove="1" noResize="1" noEditPoints="1" noAdjustHandles="1" noChangeArrowheads="1" noChangeShapeType="1"/>
            </p:cNvSpPr>
            <p:nvPr userDrawn="1"/>
          </p:nvSpPr>
          <p:spPr bwMode="auto">
            <a:xfrm>
              <a:off x="882651" y="4454525"/>
              <a:ext cx="66675" cy="101600"/>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1" name="Freeform 20">
              <a:extLst>
                <a:ext uri="{FF2B5EF4-FFF2-40B4-BE49-F238E27FC236}">
                  <a16:creationId xmlns:a16="http://schemas.microsoft.com/office/drawing/2014/main" id="{8AD2F3D5-B988-4CEC-91D2-17A637185159}"/>
                </a:ext>
              </a:extLst>
            </p:cNvPr>
            <p:cNvSpPr>
              <a:spLocks noGrp="1" noRot="1" noMove="1" noResize="1" noEditPoints="1" noAdjustHandles="1" noChangeArrowheads="1" noChangeShapeType="1"/>
            </p:cNvSpPr>
            <p:nvPr userDrawn="1"/>
          </p:nvSpPr>
          <p:spPr bwMode="auto">
            <a:xfrm>
              <a:off x="1016001" y="4429125"/>
              <a:ext cx="49213" cy="2381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1065650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Static_Pixel_4">
    <p:spTree>
      <p:nvGrpSpPr>
        <p:cNvPr id="1" name=""/>
        <p:cNvGrpSpPr/>
        <p:nvPr/>
      </p:nvGrpSpPr>
      <p:grpSpPr>
        <a:xfrm>
          <a:off x="0" y="0"/>
          <a:ext cx="0" cy="0"/>
          <a:chOff x="0" y="0"/>
          <a:chExt cx="0" cy="0"/>
        </a:xfrm>
      </p:grpSpPr>
      <p:grpSp>
        <p:nvGrpSpPr>
          <p:cNvPr id="149" name="Pixels">
            <a:extLst>
              <a:ext uri="{FF2B5EF4-FFF2-40B4-BE49-F238E27FC236}">
                <a16:creationId xmlns:a16="http://schemas.microsoft.com/office/drawing/2014/main" id="{2C8D3C27-B882-DE66-20FF-CDF4D0406085}"/>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51" name="Freeform: Shape 150">
              <a:extLst>
                <a:ext uri="{FF2B5EF4-FFF2-40B4-BE49-F238E27FC236}">
                  <a16:creationId xmlns:a16="http://schemas.microsoft.com/office/drawing/2014/main" id="{0C347E4E-2B9B-6030-E41E-E49B22BDC63B}"/>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5583D2F6-C873-B13D-8BB8-1BDFCF0EB3ED}"/>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12067B42-A43D-F04A-1035-2359BA4E33D3}"/>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5239ED42-95C7-ED97-D75D-4C1FCBEE9245}"/>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23B95DB1-F5B7-3F25-A77C-0DE2BB11E787}"/>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AFEF9290-7784-DEA4-6204-45AD260323E3}"/>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5A70DFDE-4294-4FA0-DF46-6D13671C2A7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82F01915-0C7F-70A2-B1D5-9087B9B46FF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26F7AD30-C0E7-3563-A483-12A17E5A5AAB}"/>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13966866-8A22-B4D4-5261-EEFE32E0374E}"/>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C8B6025E-8092-14F4-5DA0-5D50AC73E0BF}"/>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28B3C23F-F0CE-2AA9-67BC-FF0E31C72F82}"/>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BE891C70-0805-07B6-3AE7-8216116ABC0A}"/>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A7B0E3AE-F021-5D96-150C-9CF805A2CB4C}"/>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C54DC159-8C0C-4949-E5D4-210B7A947B31}"/>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6" name="Freeform: Shape 165">
              <a:extLst>
                <a:ext uri="{FF2B5EF4-FFF2-40B4-BE49-F238E27FC236}">
                  <a16:creationId xmlns:a16="http://schemas.microsoft.com/office/drawing/2014/main" id="{21C089CD-CA25-5DAA-3E64-3163594183DA}"/>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7" name="Freeform: Shape 166">
              <a:extLst>
                <a:ext uri="{FF2B5EF4-FFF2-40B4-BE49-F238E27FC236}">
                  <a16:creationId xmlns:a16="http://schemas.microsoft.com/office/drawing/2014/main" id="{60FF89D9-C6C5-BF0E-C3C3-B8477C154BF2}"/>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C9F76D02-4A57-FE7A-F78D-B09260709D74}"/>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995A4BE5-81D1-56C1-D3BE-6F7A7A4799D9}"/>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035A383E-AD2A-F91A-B795-5C9E3CC47DBD}"/>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967E5841-C497-6B87-82F4-E2BCDDBDD01A}"/>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7370C3F5-7A0B-4027-6319-717229EA0C3E}"/>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58A1608E-A73F-DD63-421B-EA471C2AECCA}"/>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236B4ABB-1EEA-C139-07C0-116A42C1A05C}"/>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87D09A5F-D95A-B1D7-DCA7-27678E44801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2047B525-34ED-C8E3-DC94-EB730DC3E2FC}"/>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38A3B3C7-8FE7-82FC-5DB8-FB44D55A5FDF}"/>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DE0FFB00-FFEC-D6D1-6202-FAB70192A172}"/>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D4D812A7-197A-E120-DF55-6F6226512716}"/>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7A0D47EC-005B-9159-3769-71EFE242839B}"/>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96522562-EEA3-942E-38C1-64AD9C186F55}"/>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F98D5A7-991E-E59F-313B-E298D1DBBE25}"/>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0730618C-8914-07D5-83E4-B3B2D368DC8F}"/>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5F8A2103-B371-8DAE-558B-4C41B27A358D}"/>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4ACDAF94-C480-F166-AD26-F083D0EE2402}"/>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D5B48EDA-2F2A-7D9D-BA46-CC7F61368A4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8A01F8A0-515E-F50D-E80B-DEA4C843FC34}"/>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F4A86080-54A3-9602-68FF-8488015913D2}"/>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CA1799E3-FAD4-66A8-E24E-FD5A1775E07A}"/>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147ECA27-102D-282A-6F01-FC09DF622F3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01A2ADE9-E38D-A5A3-39D5-B06B7CC530F9}"/>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4833AA89-9019-55AA-EB51-CB8929815B22}"/>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D0C86527-1149-682C-5B34-41BDC54BD4B2}"/>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2325A34E-8A03-738B-5E3B-0CDF900405C1}"/>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653DB057-2B54-8CD0-C251-11003F5F5177}"/>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D50E0A97-A966-4653-53CA-C0B9DB05635B}"/>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49F17A3D-9F24-7347-10D7-8FCE8B8009A5}"/>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23A51E2E-E246-DFE2-76CD-ECC3A53E4852}"/>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4BCC9174-6340-7CB1-88E7-AC716630D0D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DA180EAD-6D70-95B0-D9EB-739C01816AFF}"/>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1AAFCA4B-120C-C18E-9C94-688719C0A7FC}"/>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2A6B43E8-099D-4C19-D4AA-F0BAB9773243}"/>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399A0F5E-4ABA-10EF-333B-A5737B7F2D59}"/>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F4127A7F-97A4-259B-D535-D39AA2DC02DA}"/>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2A53643D-EDBA-372F-BFCD-EB35644171DC}"/>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09709727-1BE2-97AE-B382-5BA79133A9B7}"/>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0CB01F6D-5EA8-A6AC-B01D-F1D47D28E5A0}"/>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E89C081D-A49A-C289-F085-40C915E8B0A4}"/>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219B6F51-154C-C1FD-F5EC-1D24BCAC180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EE2CDD1A-661D-C0AA-961E-9E85E2448EEA}"/>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48E3E190-9CAF-B5C6-F234-449523B59EE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39319054-5991-C35F-46BD-5A4D9EC9E075}"/>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8BFD0B34-28E7-D318-77FE-50392B9420FF}"/>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5C2220A5-B944-F028-FFE1-54ED1E637405}"/>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82C7E9E-076C-AAA6-D81C-6A12D141786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881610BE-0FFE-9B95-50FB-2C239E904DD5}"/>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FC72AE60-7ED4-D024-74DD-980BDBAAA3C5}"/>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EADE81E-9CA0-A2A9-30BD-154FDFF2AC82}"/>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4D5D2728-46A0-1EFC-ECCE-39B7C590ABB3}"/>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6CE4FC91-2741-1225-EF7D-3C53B1BF4358}"/>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D7C29690-ADD7-FE89-A147-67C904100BCC}"/>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10FC18C5-CF7A-CF28-F7F8-90AAC990B0A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BC7ADBAE-CE0A-93F8-1DE6-47FBA32E1621}"/>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2B3AC93E-6F2F-4B6B-77E5-3E2175263405}"/>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F0F54960-33B5-D8F2-135C-B05466EED42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200F2BDC-FCA2-7D33-93D5-A46013F57BFF}"/>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0FCD8F6C-507F-139E-1A3D-93DC87B1146B}"/>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97A0F419-0A41-0263-669B-78083111CDAF}"/>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AE4B22B-69F5-CD30-59F5-D46D779C6317}"/>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0D43BD18-69BE-410B-5744-CC3A634F14ED}"/>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4DC373AD-63EA-EEE8-F32D-469AD5068944}"/>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9FFBCF88-1F9F-9EE0-784B-9E68344A192C}"/>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BDA4BCE5-969D-4C33-D2E7-BC479D01D75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E4BAA05A-F76B-FF90-22C6-E2692FDAEAD9}"/>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606DCE85-7BF1-6EF8-F766-D0DB34F830F4}"/>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4EDCA396-EBDB-D9A8-E338-57AE867B9B63}"/>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2B34AF83-D96E-0D6A-3101-900DD24F9C25}"/>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3FC842E9-B41A-1432-59CB-93ED8532A96F}"/>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C41766D-2768-2AB0-9D25-A68D17F59719}"/>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7292267-47F0-91FD-CF61-BC7532D1E201}"/>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0884DC34-B1EA-F3FE-8BC8-6ABD2AB3067F}"/>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0AEB310D-A8AD-25CB-509A-A8D64508F9B4}"/>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03A9A708-F7E0-D041-6E5B-4E0416F6F758}"/>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4AB10E45-1CC3-6E3B-94FD-60D0AD9CB6E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EE5136C-B59B-C8C0-D68B-4C89D7034936}"/>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EA58249B-50D2-3668-34B4-D9B74F6ECC18}"/>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F9962285-7ADA-D26D-8D5D-776A27DBAD11}"/>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A682C758-1AAE-DCE4-FD12-B5748B3491B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B4B02DDB-0A34-A8F6-A3A5-CFB22C1A621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C33476D-FB28-0FEA-3B7D-0EFA1D2DE745}"/>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5490E746-7686-6E84-ADC3-DBD9E18E2CED}"/>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69F8FF42-F5F4-C441-2298-48A1C79DE86A}"/>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C340300C-8286-B9E4-4DAD-03F8E7BED9D4}"/>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EA97F2A5-537E-E220-7993-F18964DBA9DA}"/>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0322F48E-E98A-15ED-4220-280C950C8CC2}"/>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F58EA5C2-1E56-9ACD-4239-16F71A09437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85099798-5793-8702-DD70-343C8F93C17F}"/>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895944C1-2476-42BF-8A22-B8CB89A5928F}"/>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9D437EB3-84BE-F57C-23A4-8B37526CF6CC}"/>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E0A940AE-2C3C-DF30-252D-E1A7CEB751F4}"/>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72086A1E-E4DF-A45D-104B-00149B95AFA6}"/>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95BAFB82-0B07-1EF6-0722-970C67CB2ED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F2494336-F1C5-8C7C-7945-DC023F6BF3D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EF06CC6D-BBAB-C922-E82E-16796AF61EE1}"/>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9F4440A7-64F6-407A-7E80-0FD5D8964ACE}"/>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A083BD59-9F41-89BF-4DB3-34533E2D4FA0}"/>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3ACD02F3-3C85-DC9A-EB2F-2D7BF66468B5}"/>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316E334B-5857-7CFF-ECBA-5562F211ED51}"/>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D0C234B7-1309-E702-41FD-496BAE16D7A2}"/>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13537505-08FA-01F3-4D60-ED331613CB92}"/>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19BC0E02-1D51-1A83-67CA-5DA2763842FC}"/>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F74E024-7180-6FE5-4277-1060EFED9C7C}"/>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AB8703EF-9453-D624-BB74-60484576307A}"/>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BD3F381A-3BA5-6846-3114-56217CA3F7AF}"/>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C48DE764-3409-751B-A865-4FFE5E2FEDB1}"/>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4FD89177-3666-CFF8-8542-D6CAFB1FE65C}"/>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1FD53DA3-795A-ACC8-7CD5-70F0C912518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175266AD-1D0A-BE82-62B0-8B5FFC3B932B}"/>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3E7855A6-3D12-B64F-F6F0-7DB778B3F13C}"/>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B8C798C2-8753-C495-C0A9-B70CCA29E5FC}"/>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2B50B9A9-0834-395F-07BC-F8A5D292E44B}"/>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25475B20-5659-154A-FFEA-59D4738F2A50}"/>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62E3382-15C6-1460-A048-24EE9381BC8A}"/>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C4CD9211-A909-936C-5301-95A79370889A}"/>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270BCD4B-652B-8400-2ECD-B4D604CCE7F0}"/>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7B433087-ABE7-722E-1AA8-7FF1EF336E0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2BAAE5C4-27D5-913B-7783-7DCF5F77D618}"/>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A8033DFE-A88F-8237-DA60-85D7D16C7A4F}"/>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ECCFB17C-6D06-29FE-06F6-BBBADCE32E5B}"/>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4C547AE9-6CCA-FB6D-E65A-4BD383CB0C6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443663B8-58D2-EF83-A15D-9AF9E90FDDD3}"/>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F39BDBF4-37BA-5549-9216-688B3BDE46E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B9959809-2531-4004-3C32-0889E166952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99B6F1B2-BAA3-C69D-4048-A76765E36CB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grpSp>
      <p:sp>
        <p:nvSpPr>
          <p:cNvPr id="2" name="Text Placeholder"/>
          <p:cNvSpPr>
            <a:spLocks noGrp="1"/>
          </p:cNvSpPr>
          <p:nvPr>
            <p:ph type="title" hasCustomPrompt="1"/>
          </p:nvPr>
        </p:nvSpPr>
        <p:spPr>
          <a:xfrm>
            <a:off x="762000" y="2667000"/>
            <a:ext cx="10668000" cy="1526117"/>
          </a:xfrm>
        </p:spPr>
        <p:txBody>
          <a:bodyPr/>
          <a:lstStyle>
            <a:lvl1pPr algn="ctr">
              <a:defRPr sz="3733"/>
            </a:lvl1pPr>
          </a:lstStyle>
          <a:p>
            <a:r>
              <a:rPr lang="en-US"/>
              <a:t>Edit text</a:t>
            </a:r>
            <a:endParaRPr lang="en-GB"/>
          </a:p>
        </p:txBody>
      </p:sp>
    </p:spTree>
    <p:extLst>
      <p:ext uri="{BB962C8B-B14F-4D97-AF65-F5344CB8AC3E}">
        <p14:creationId xmlns:p14="http://schemas.microsoft.com/office/powerpoint/2010/main" val="118636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5" name="Content Placeholder"/>
          <p:cNvSpPr>
            <a:spLocks noGrp="1"/>
          </p:cNvSpPr>
          <p:nvPr>
            <p:ph idx="1" hasCustomPrompt="1"/>
          </p:nvPr>
        </p:nvSpPr>
        <p:spPr>
          <a:xfrm>
            <a:off x="759885" y="762002"/>
            <a:ext cx="10668000" cy="5329767"/>
          </a:xfrm>
        </p:spPr>
        <p:txBody>
          <a:bodyPr/>
          <a:lstStyle>
            <a:lvl1pPr>
              <a:spcBef>
                <a:spcPts val="0"/>
              </a:spcBef>
              <a:defRPr sz="3733"/>
            </a:lvl1pPr>
            <a:lvl2pPr marL="482576" indent="-482576">
              <a:spcBef>
                <a:spcPts val="0"/>
              </a:spcBef>
              <a:buClrTx/>
              <a:buSzPct val="100000"/>
              <a:buFont typeface="+mj-lt"/>
              <a:buAutoNum type="arabicPeriod"/>
              <a:defRPr sz="3733"/>
            </a:lvl2pPr>
            <a:lvl3pPr>
              <a:defRPr sz="2400"/>
            </a:lvl3pPr>
            <a:lvl4pPr>
              <a:defRPr sz="2400"/>
            </a:lvl4pPr>
            <a:lvl5pPr>
              <a:defRPr sz="2400"/>
            </a:lvl5pPr>
          </a:lstStyle>
          <a:p>
            <a:pPr lvl="0"/>
            <a:r>
              <a:rPr lang="en-US"/>
              <a:t>Edit text</a:t>
            </a:r>
          </a:p>
          <a:p>
            <a:pPr lvl="1"/>
            <a:r>
              <a:rPr lang="en-US"/>
              <a:t>Second level</a:t>
            </a:r>
          </a:p>
        </p:txBody>
      </p:sp>
      <p:sp>
        <p:nvSpPr>
          <p:cNvPr id="4" name="Text Placeholder">
            <a:extLst>
              <a:ext uri="{FF2B5EF4-FFF2-40B4-BE49-F238E27FC236}">
                <a16:creationId xmlns:a16="http://schemas.microsoft.com/office/drawing/2014/main" id="{2B13E345-3FE8-256F-AEF3-9E7EF5959DFA}"/>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6" name="Text Placeholder">
            <a:extLst>
              <a:ext uri="{FF2B5EF4-FFF2-40B4-BE49-F238E27FC236}">
                <a16:creationId xmlns:a16="http://schemas.microsoft.com/office/drawing/2014/main" id="{E06A69BC-E98A-8E2F-A8E1-31145D4E8FD6}"/>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Tree>
    <p:extLst>
      <p:ext uri="{BB962C8B-B14F-4D97-AF65-F5344CB8AC3E}">
        <p14:creationId xmlns:p14="http://schemas.microsoft.com/office/powerpoint/2010/main" val="203505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cSld name="text style 1">
    <p:spTree>
      <p:nvGrpSpPr>
        <p:cNvPr id="1" name=""/>
        <p:cNvGrpSpPr/>
        <p:nvPr/>
      </p:nvGrpSpPr>
      <p:grpSpPr>
        <a:xfrm>
          <a:off x="0" y="0"/>
          <a:ext cx="0" cy="0"/>
          <a:chOff x="0" y="0"/>
          <a:chExt cx="0" cy="0"/>
        </a:xfrm>
      </p:grpSpPr>
      <p:sp>
        <p:nvSpPr>
          <p:cNvPr id="12" name="Title 11"/>
          <p:cNvSpPr>
            <a:spLocks noGrp="1"/>
          </p:cNvSpPr>
          <p:nvPr>
            <p:ph type="title" hasCustomPrompt="1"/>
          </p:nvPr>
        </p:nvSpPr>
        <p:spPr>
          <a:xfrm>
            <a:off x="417603" y="357717"/>
            <a:ext cx="10945725" cy="988483"/>
          </a:xfrm>
        </p:spPr>
        <p:txBody>
          <a:bodyPr/>
          <a:lstStyle/>
          <a:p>
            <a:r>
              <a:rPr lang="en-US"/>
              <a:t>Click to edit title</a:t>
            </a:r>
            <a:endParaRPr lang="en-GB"/>
          </a:p>
        </p:txBody>
      </p:sp>
      <p:sp>
        <p:nvSpPr>
          <p:cNvPr id="14" name="Content Placeholder 2"/>
          <p:cNvSpPr>
            <a:spLocks noGrp="1"/>
          </p:cNvSpPr>
          <p:nvPr>
            <p:ph sz="quarter" idx="11" hasCustomPrompt="1"/>
          </p:nvPr>
        </p:nvSpPr>
        <p:spPr>
          <a:xfrm>
            <a:off x="609607" y="2058992"/>
            <a:ext cx="10753720" cy="3652837"/>
          </a:xfrm>
        </p:spPr>
        <p:txBody>
          <a:bodyPr>
            <a:normAutofit/>
          </a:bodyPr>
          <a:lstStyle>
            <a:lvl1pPr>
              <a:defRPr sz="1867"/>
            </a:lvl1pPr>
            <a:lvl2pPr>
              <a:defRPr sz="1867"/>
            </a:lvl2pPr>
            <a:lvl3pPr>
              <a:defRPr sz="1867"/>
            </a:lvl3pPr>
            <a:lvl4pPr>
              <a:defRPr sz="1867"/>
            </a:lvl4pPr>
            <a:lvl5pPr>
              <a:defRPr sz="1867"/>
            </a:lvl5pPr>
          </a:lstStyle>
          <a:p>
            <a:pPr lvl="0"/>
            <a:r>
              <a:rPr lang="en-US"/>
              <a:t>Click to edit text </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3268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Static_Pixel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4000"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6" name="Pixel">
            <a:extLst>
              <a:ext uri="{FF2B5EF4-FFF2-40B4-BE49-F238E27FC236}">
                <a16:creationId xmlns:a16="http://schemas.microsoft.com/office/drawing/2014/main" id="{AE520F3F-52AE-C3D1-52FA-B8E592CA37A8}"/>
              </a:ext>
            </a:extLst>
          </p:cNvPr>
          <p:cNvSpPr/>
          <p:nvPr/>
        </p:nvSpPr>
        <p:spPr>
          <a:xfrm>
            <a:off x="5334000" y="0"/>
            <a:ext cx="3426885" cy="3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6" y="3431117"/>
            <a:ext cx="3431116" cy="3426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en-US"/>
              <a:t>Edit text</a:t>
            </a:r>
            <a:endParaRPr lang="fr-F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9146120" y="2290236"/>
            <a:ext cx="2660649" cy="755651"/>
          </a:xfrm>
        </p:spPr>
        <p:txBody>
          <a:bodyPr/>
          <a:lstStyle>
            <a:lvl1pPr>
              <a:defRPr sz="1333">
                <a:solidFill>
                  <a:schemeClr val="tx1"/>
                </a:solidFill>
              </a:defRPr>
            </a:lvl1pPr>
          </a:lstStyle>
          <a:p>
            <a:pPr lvl="0"/>
            <a:r>
              <a:rPr lang="en-US"/>
              <a:t>Edit text</a:t>
            </a:r>
            <a:endParaRPr lang="fr-F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9146120" y="385235"/>
            <a:ext cx="2660649" cy="1519768"/>
          </a:xfrm>
        </p:spPr>
        <p:txBody>
          <a:bodyPr/>
          <a:lstStyle>
            <a:lvl1pPr>
              <a:defRPr sz="1867">
                <a:solidFill>
                  <a:schemeClr val="tx1"/>
                </a:solidFill>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4" y="5723468"/>
            <a:ext cx="2673348" cy="762000"/>
          </a:xfrm>
        </p:spPr>
        <p:txBody>
          <a:bodyPr/>
          <a:lstStyle>
            <a:lvl1pPr>
              <a:defRPr sz="1333">
                <a:solidFill>
                  <a:schemeClr val="bg1"/>
                </a:solidFill>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en-US"/>
              <a:t>Edit text</a:t>
            </a:r>
            <a:endParaRPr lang="fr-F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5712886" y="2288469"/>
            <a:ext cx="2661884" cy="757416"/>
          </a:xfrm>
        </p:spPr>
        <p:txBody>
          <a:bodyPr/>
          <a:lstStyle>
            <a:lvl1pPr>
              <a:defRPr sz="1333">
                <a:solidFill>
                  <a:schemeClr val="bg1"/>
                </a:solidFill>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460" y="385237"/>
            <a:ext cx="2667424" cy="1521881"/>
          </a:xfrm>
        </p:spPr>
        <p:txBody>
          <a:bodyPr/>
          <a:lstStyle>
            <a:lvl1pPr>
              <a:defRPr sz="1867">
                <a:solidFill>
                  <a:schemeClr val="bg1"/>
                </a:solidFill>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9"/>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2"/>
            <a:ext cx="3810000" cy="759884"/>
          </a:xfrm>
        </p:spPr>
        <p:txBody>
          <a:bodyPr/>
          <a:lstStyle>
            <a:lvl1pPr>
              <a:defRPr/>
            </a:lvl1pPr>
          </a:lstStyle>
          <a:p>
            <a:r>
              <a:rPr lang="en-US"/>
              <a:t>Edit title</a:t>
            </a:r>
            <a:endParaRPr lang="en-GB"/>
          </a:p>
        </p:txBody>
      </p:sp>
      <p:sp>
        <p:nvSpPr>
          <p:cNvPr id="11" name="Text Placeholder">
            <a:extLst>
              <a:ext uri="{FF2B5EF4-FFF2-40B4-BE49-F238E27FC236}">
                <a16:creationId xmlns:a16="http://schemas.microsoft.com/office/drawing/2014/main" id="{D5746BF9-C19F-D32D-73EA-53B167C04F57}"/>
              </a:ext>
            </a:extLst>
          </p:cNvPr>
          <p:cNvSpPr txBox="1">
            <a:spLocks/>
          </p:cNvSpPr>
          <p:nvPr/>
        </p:nvSpPr>
        <p:spPr>
          <a:xfrm>
            <a:off x="759884" y="6096000"/>
            <a:ext cx="381000" cy="380997"/>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4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12" name="Text Placeholder">
            <a:extLst>
              <a:ext uri="{FF2B5EF4-FFF2-40B4-BE49-F238E27FC236}">
                <a16:creationId xmlns:a16="http://schemas.microsoft.com/office/drawing/2014/main" id="{1021623D-6239-CFF3-33A1-E51B978167E3}"/>
              </a:ext>
            </a:extLst>
          </p:cNvPr>
          <p:cNvSpPr txBox="1"/>
          <p:nvPr/>
        </p:nvSpPr>
        <p:spPr>
          <a:xfrm>
            <a:off x="1140886" y="6317088"/>
            <a:ext cx="1139513" cy="164212"/>
          </a:xfrm>
          <a:prstGeom prst="rect">
            <a:avLst/>
          </a:prstGeom>
          <a:noFill/>
        </p:spPr>
        <p:txBody>
          <a:bodyPr wrap="square" lIns="0" tIns="0" rIns="0" bIns="0" rtlCol="0">
            <a:spAutoFit/>
          </a:bodyPr>
          <a:lstStyle/>
          <a:p>
            <a:r>
              <a:rPr kumimoji="0" lang="en-GB" sz="1067" b="0" i="0" u="none" strike="noStrike" kern="1200" cap="none" spc="0" normalizeH="0" baseline="0">
                <a:ln>
                  <a:noFill/>
                </a:ln>
                <a:solidFill>
                  <a:schemeClr val="bg2"/>
                </a:solidFill>
                <a:effectLst/>
                <a:uLnTx/>
                <a:uFillTx/>
                <a:latin typeface="Helvetica 75 Bold" panose="020B0804020202020204" pitchFamily="34" charset="0"/>
                <a:ea typeface="+mn-ea"/>
                <a:cs typeface="+mn-cs"/>
              </a:rPr>
              <a:t>Orange Business</a:t>
            </a:r>
          </a:p>
        </p:txBody>
      </p:sp>
    </p:spTree>
    <p:extLst>
      <p:ext uri="{BB962C8B-B14F-4D97-AF65-F5344CB8AC3E}">
        <p14:creationId xmlns:p14="http://schemas.microsoft.com/office/powerpoint/2010/main" val="3564049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name="Animated_Pixel_2">
    <p:spTree>
      <p:nvGrpSpPr>
        <p:cNvPr id="1" name=""/>
        <p:cNvGrpSpPr/>
        <p:nvPr/>
      </p:nvGrpSpPr>
      <p:grpSpPr>
        <a:xfrm>
          <a:off x="0" y="0"/>
          <a:ext cx="0" cy="0"/>
          <a:chOff x="0" y="0"/>
          <a:chExt cx="0" cy="0"/>
        </a:xfrm>
      </p:grpSpPr>
      <p:pic>
        <p:nvPicPr>
          <p:cNvPr id="311" name="Pixels">
            <a:extLst>
              <a:ext uri="{FF2B5EF4-FFF2-40B4-BE49-F238E27FC236}">
                <a16:creationId xmlns:a16="http://schemas.microsoft.com/office/drawing/2014/main" id="{71397095-3CA8-67B9-E273-1EC44E7D8A84}"/>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1" y="0"/>
            <a:ext cx="12202667" cy="6864000"/>
          </a:xfrm>
          <a:prstGeom prst="rect">
            <a:avLst/>
          </a:prstGeom>
        </p:spPr>
      </p:pic>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99127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297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cSld name="Animated_Pixel_3">
    <p:spTree>
      <p:nvGrpSpPr>
        <p:cNvPr id="1" name=""/>
        <p:cNvGrpSpPr/>
        <p:nvPr/>
      </p:nvGrpSpPr>
      <p:grpSpPr>
        <a:xfrm>
          <a:off x="0" y="0"/>
          <a:ext cx="0" cy="0"/>
          <a:chOff x="0" y="0"/>
          <a:chExt cx="0" cy="0"/>
        </a:xfrm>
      </p:grpSpPr>
      <p:pic>
        <p:nvPicPr>
          <p:cNvPr id="166" name="Pixels">
            <a:extLst>
              <a:ext uri="{FF2B5EF4-FFF2-40B4-BE49-F238E27FC236}">
                <a16:creationId xmlns:a16="http://schemas.microsoft.com/office/drawing/2014/main" id="{E2048AC1-DF9D-4A62-2E92-890FBD4F8C6C}"/>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2" y="2"/>
            <a:ext cx="12196233" cy="6860380"/>
          </a:xfrm>
          <a:prstGeom prst="rect">
            <a:avLst/>
          </a:prstGeom>
        </p:spPr>
      </p:pic>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6" y="1524000"/>
            <a:ext cx="3050116" cy="3048000"/>
          </a:xfrm>
          <a:solidFill>
            <a:schemeClr val="accent1"/>
          </a:solidFill>
        </p:spPr>
        <p:txBody>
          <a:bodyPr/>
          <a:lstStyle>
            <a:lvl1pPr>
              <a:defRPr>
                <a:noFill/>
              </a:defRPr>
            </a:lvl1pPr>
          </a:lstStyle>
          <a:p>
            <a:r>
              <a:rPr lang="fr-FR"/>
              <a:t>Cliquez sur l'icône pour ajouter une image</a:t>
            </a:r>
          </a:p>
        </p:txBody>
      </p:sp>
      <p:sp>
        <p:nvSpPr>
          <p:cNvPr id="17" name="Text Placeholder"/>
          <p:cNvSpPr>
            <a:spLocks noGrp="1"/>
          </p:cNvSpPr>
          <p:nvPr>
            <p:ph type="body" sz="quarter" idx="16" hasCustomPrompt="1"/>
          </p:nvPr>
        </p:nvSpPr>
        <p:spPr>
          <a:xfrm>
            <a:off x="759886" y="3814235"/>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6" y="762002"/>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2309638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79670FE5-5DC9-9145-A1A8-C0DE0F840C20}"/>
              </a:ext>
            </a:extLst>
          </p:cNvPr>
          <p:cNvSpPr>
            <a:spLocks noGrp="1"/>
          </p:cNvSpPr>
          <p:nvPr>
            <p:ph type="title"/>
          </p:nvPr>
        </p:nvSpPr>
        <p:spPr>
          <a:xfrm>
            <a:off x="524255" y="1"/>
            <a:ext cx="11160644" cy="881595"/>
          </a:xfrm>
          <a:prstGeom prst="rect">
            <a:avLst/>
          </a:prstGeom>
        </p:spPr>
        <p:txBody>
          <a:bodyPr vert="horz" lIns="0" tIns="36576" rIns="0" bIns="0" rtlCol="0" anchor="ctr">
            <a:normAutofit/>
          </a:bodyPr>
          <a:lstStyle/>
          <a:p>
            <a:r>
              <a:rPr lang="en-US"/>
              <a:t>Click to edit Master title style</a:t>
            </a:r>
          </a:p>
        </p:txBody>
      </p:sp>
      <p:sp>
        <p:nvSpPr>
          <p:cNvPr id="7" name="Text Placeholder 3">
            <a:extLst>
              <a:ext uri="{FF2B5EF4-FFF2-40B4-BE49-F238E27FC236}">
                <a16:creationId xmlns:a16="http://schemas.microsoft.com/office/drawing/2014/main" id="{76FF8E83-F6D5-3543-B126-37D08A0AD309}"/>
              </a:ext>
            </a:extLst>
          </p:cNvPr>
          <p:cNvSpPr>
            <a:spLocks noGrp="1"/>
          </p:cNvSpPr>
          <p:nvPr>
            <p:ph idx="1"/>
          </p:nvPr>
        </p:nvSpPr>
        <p:spPr>
          <a:xfrm>
            <a:off x="527628" y="1117126"/>
            <a:ext cx="11157273" cy="5242991"/>
          </a:xfrm>
          <a:prstGeom prst="rect">
            <a:avLst/>
          </a:prstGeom>
        </p:spPr>
        <p:txBody>
          <a:bodyPr vert="horz" lIns="91440" tIns="45720" rIns="91440" bIns="45720" numCol="1" spcCol="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966157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a:p>
        </p:txBody>
      </p:sp>
      <p:sp>
        <p:nvSpPr>
          <p:cNvPr id="3" name="Content Left"/>
          <p:cNvSpPr>
            <a:spLocks noGrp="1"/>
          </p:cNvSpPr>
          <p:nvPr>
            <p:ph idx="11"/>
          </p:nvPr>
        </p:nvSpPr>
        <p:spPr>
          <a:xfrm>
            <a:off x="457200" y="1399032"/>
            <a:ext cx="54102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Right"/>
          <p:cNvSpPr>
            <a:spLocks noGrp="1"/>
          </p:cNvSpPr>
          <p:nvPr>
            <p:ph idx="12"/>
          </p:nvPr>
        </p:nvSpPr>
        <p:spPr>
          <a:xfrm>
            <a:off x="6324605" y="1399032"/>
            <a:ext cx="5410199"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037730940"/>
      </p:ext>
    </p:extLst>
  </p:cSld>
  <p:clrMapOvr>
    <a:masterClrMapping/>
  </p:clrMapOvr>
  <p:extLst>
    <p:ext uri="{DCECCB84-F9BA-43D5-87BE-67443E8EF086}">
      <p15:sldGuideLst xmlns:p15="http://schemas.microsoft.com/office/powerpoint/2012/main">
        <p15:guide id="1" orient="horz" pos="880">
          <p15:clr>
            <a:srgbClr val="FBAE40"/>
          </p15:clr>
        </p15:guide>
        <p15:guide id="2" pos="3696">
          <p15:clr>
            <a:srgbClr val="FBAE40"/>
          </p15:clr>
        </p15:guide>
        <p15:guide id="5" pos="398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3" y="357720"/>
            <a:ext cx="6437997" cy="3069165"/>
          </a:xfrm>
        </p:spPr>
        <p:txBody>
          <a:bodyPr>
            <a:noAutofit/>
          </a:bodyPr>
          <a:lstStyle>
            <a:lvl1pPr algn="l">
              <a:lnSpc>
                <a:spcPct val="85000"/>
              </a:lnSpc>
              <a:defRPr sz="7333" baseline="0">
                <a:solidFill>
                  <a:schemeClr val="tx1"/>
                </a:solidFill>
              </a:defRPr>
            </a:lvl1pPr>
          </a:lstStyle>
          <a:p>
            <a:r>
              <a:rPr lang="fr-FR" noProof="0"/>
              <a:t>Cliquez pour modifier le titre</a:t>
            </a:r>
          </a:p>
        </p:txBody>
      </p:sp>
      <p:sp>
        <p:nvSpPr>
          <p:cNvPr id="17" name="Text Placeholder 17"/>
          <p:cNvSpPr>
            <a:spLocks noGrp="1"/>
          </p:cNvSpPr>
          <p:nvPr>
            <p:ph type="body" sz="quarter" idx="16" hasCustomPrompt="1"/>
          </p:nvPr>
        </p:nvSpPr>
        <p:spPr>
          <a:xfrm>
            <a:off x="7734300" y="355603"/>
            <a:ext cx="4038600" cy="4538133"/>
          </a:xfrm>
        </p:spPr>
        <p:txBody>
          <a:bodyPr/>
          <a:lstStyle>
            <a:lvl1pPr>
              <a:defRPr/>
            </a:lvl1pPr>
          </a:lstStyle>
          <a:p>
            <a:pPr lvl="0"/>
            <a:r>
              <a:rPr lang="fr-FR" noProof="0"/>
              <a:t>Cliquez pour modifier le texte</a:t>
            </a:r>
          </a:p>
          <a:p>
            <a:pPr lvl="1"/>
            <a:r>
              <a:rPr lang="fr-FR" noProof="0"/>
              <a:t>Deuxième niveau</a:t>
            </a:r>
          </a:p>
        </p:txBody>
      </p:sp>
      <p:sp>
        <p:nvSpPr>
          <p:cNvPr id="42" name="Subtitle 2"/>
          <p:cNvSpPr>
            <a:spLocks noGrp="1"/>
          </p:cNvSpPr>
          <p:nvPr>
            <p:ph type="subTitle" idx="1" hasCustomPrompt="1"/>
          </p:nvPr>
        </p:nvSpPr>
        <p:spPr>
          <a:xfrm>
            <a:off x="414251" y="3605525"/>
            <a:ext cx="6441580" cy="1288208"/>
          </a:xfrm>
        </p:spPr>
        <p:txBody>
          <a:bodyPr/>
          <a:lstStyle>
            <a:lvl1pPr marL="0" indent="0" algn="l">
              <a:buNone/>
              <a:defRPr baseline="0">
                <a:solidFill>
                  <a:schemeClr val="tx1"/>
                </a:solidFill>
              </a:defRPr>
            </a:lvl1pPr>
            <a:lvl2pPr marL="241289" indent="-241289" algn="l">
              <a:buClr>
                <a:schemeClr val="bg2"/>
              </a:buClr>
              <a:buSzPct val="100000"/>
              <a:buFont typeface="Wingdings" panose="05000000000000000000" pitchFamily="2" charset="2"/>
              <a:buChar char="§"/>
              <a:defRPr>
                <a:solidFill>
                  <a:schemeClr val="tx1"/>
                </a:solidFill>
              </a:defRPr>
            </a:lvl2pPr>
            <a:lvl3pPr marL="542373" indent="-254388"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60" indent="-230389" algn="l">
              <a:spcBef>
                <a:spcPts val="32"/>
              </a:spcBef>
              <a:buFont typeface="Helvetica 55 Roman" panose="020B0604020202020204" pitchFamily="34" charset="0"/>
              <a:buChar char="–"/>
              <a:defRPr>
                <a:solidFill>
                  <a:schemeClr val="tx1"/>
                </a:solidFill>
              </a:defRPr>
            </a:lvl4pPr>
            <a:lvl5pPr marL="1065547" indent="-254388" algn="l">
              <a:buFont typeface="Helvetica 55 Roman" panose="020B0604020202020204" pitchFamily="34" charset="0"/>
              <a:buChar char="–"/>
              <a:defRPr>
                <a:solidFill>
                  <a:schemeClr val="tx1"/>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fr-FR"/>
              <a:t>Cliquez pour modifier le nom du présentateur</a:t>
            </a:r>
          </a:p>
        </p:txBody>
      </p:sp>
      <p:grpSp>
        <p:nvGrpSpPr>
          <p:cNvPr id="3" name="Group 2"/>
          <p:cNvGrpSpPr/>
          <p:nvPr userDrawn="1"/>
        </p:nvGrpSpPr>
        <p:grpSpPr>
          <a:xfrm>
            <a:off x="418049" y="5645153"/>
            <a:ext cx="817033" cy="817033"/>
            <a:chOff x="313535" y="4233863"/>
            <a:chExt cx="612775" cy="612775"/>
          </a:xfrm>
        </p:grpSpPr>
        <p:sp>
          <p:nvSpPr>
            <p:cNvPr id="43" name="Rectangle 5"/>
            <p:cNvSpPr>
              <a:spLocks noChangeArrowheads="1"/>
            </p:cNvSpPr>
            <p:nvPr userDrawn="1"/>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userDrawn="1"/>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userDrawn="1"/>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userDrawn="1"/>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userDrawn="1"/>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userDrawn="1"/>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userDrawn="1"/>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userDrawn="1"/>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2464398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8047" y="356826"/>
            <a:ext cx="6439052" cy="3072175"/>
          </a:xfrm>
        </p:spPr>
        <p:txBody>
          <a:bodyPr>
            <a:noAutofit/>
          </a:bodyPr>
          <a:lstStyle>
            <a:lvl1pPr algn="l">
              <a:lnSpc>
                <a:spcPct val="85000"/>
              </a:lnSpc>
              <a:defRPr sz="7333" baseline="0">
                <a:solidFill>
                  <a:schemeClr val="accent1"/>
                </a:solidFill>
              </a:defRPr>
            </a:lvl1pPr>
          </a:lstStyle>
          <a:p>
            <a:r>
              <a:rPr lang="en-US"/>
              <a:t>Click to edit title</a:t>
            </a:r>
            <a:endParaRPr lang="en-GB"/>
          </a:p>
        </p:txBody>
      </p:sp>
      <p:sp>
        <p:nvSpPr>
          <p:cNvPr id="17" name="Text Placeholder 17"/>
          <p:cNvSpPr>
            <a:spLocks noGrp="1"/>
          </p:cNvSpPr>
          <p:nvPr>
            <p:ph type="body" sz="quarter" idx="16" hasCustomPrompt="1"/>
          </p:nvPr>
        </p:nvSpPr>
        <p:spPr>
          <a:xfrm>
            <a:off x="7734301" y="355603"/>
            <a:ext cx="4038600" cy="4538133"/>
          </a:xfrm>
        </p:spPr>
        <p:txBody>
          <a:bodyPr/>
          <a:lstStyle>
            <a:lvl1pPr>
              <a:defRPr/>
            </a:lvl1pPr>
          </a:lstStyle>
          <a:p>
            <a:pPr lvl="0"/>
            <a:r>
              <a:rPr lang="en-US"/>
              <a:t>Click to edit text</a:t>
            </a:r>
          </a:p>
          <a:p>
            <a:pPr lvl="1"/>
            <a:r>
              <a:rPr lang="en-US"/>
              <a:t>Second level</a:t>
            </a:r>
          </a:p>
        </p:txBody>
      </p:sp>
      <p:sp>
        <p:nvSpPr>
          <p:cNvPr id="16" name="Subtitle 2"/>
          <p:cNvSpPr>
            <a:spLocks noGrp="1"/>
          </p:cNvSpPr>
          <p:nvPr>
            <p:ph type="subTitle" idx="1" hasCustomPrompt="1"/>
          </p:nvPr>
        </p:nvSpPr>
        <p:spPr>
          <a:xfrm>
            <a:off x="416779" y="3605525"/>
            <a:ext cx="6439052" cy="1288208"/>
          </a:xfrm>
        </p:spPr>
        <p:txBody>
          <a:bodyPr/>
          <a:lstStyle>
            <a:lvl1pPr marL="0" indent="0" algn="l">
              <a:buNone/>
              <a:defRPr baseline="0">
                <a:solidFill>
                  <a:schemeClr val="tx1"/>
                </a:solidFill>
              </a:defRPr>
            </a:lvl1pPr>
            <a:lvl2pPr marL="241289" indent="-241289" algn="l">
              <a:buClr>
                <a:schemeClr val="bg2"/>
              </a:buClr>
              <a:buSzPct val="100000"/>
              <a:buFont typeface="Wingdings" panose="05000000000000000000" pitchFamily="2" charset="2"/>
              <a:buChar char="§"/>
              <a:defRPr>
                <a:solidFill>
                  <a:schemeClr val="tx1"/>
                </a:solidFill>
              </a:defRPr>
            </a:lvl2pPr>
            <a:lvl3pPr marL="542373" indent="-254388"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60" indent="-230389" algn="l">
              <a:spcBef>
                <a:spcPts val="32"/>
              </a:spcBef>
              <a:buFont typeface="Helvetica 55 Roman" panose="020B0604020202020204" pitchFamily="34" charset="0"/>
              <a:buChar char="–"/>
              <a:defRPr>
                <a:solidFill>
                  <a:schemeClr val="tx1"/>
                </a:solidFill>
              </a:defRPr>
            </a:lvl4pPr>
            <a:lvl5pPr marL="1065547" indent="-254388" algn="l">
              <a:buFont typeface="Helvetica 55 Roman" panose="020B0604020202020204" pitchFamily="34" charset="0"/>
              <a:buChar char="–"/>
              <a:defRPr>
                <a:solidFill>
                  <a:schemeClr val="tx1"/>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presenter name</a:t>
            </a:r>
          </a:p>
        </p:txBody>
      </p:sp>
    </p:spTree>
    <p:extLst>
      <p:ext uri="{BB962C8B-B14F-4D97-AF65-F5344CB8AC3E}">
        <p14:creationId xmlns:p14="http://schemas.microsoft.com/office/powerpoint/2010/main" val="211133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1_Statique_Vide">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Tree>
    <p:extLst>
      <p:ext uri="{BB962C8B-B14F-4D97-AF65-F5344CB8AC3E}">
        <p14:creationId xmlns:p14="http://schemas.microsoft.com/office/powerpoint/2010/main" val="355539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1_Pixel_statique_1">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5" y="1524000"/>
            <a:ext cx="3050116" cy="3048000"/>
          </a:xfrm>
          <a:solidFill>
            <a:schemeClr val="accent1"/>
          </a:solidFill>
        </p:spPr>
        <p:txBody>
          <a:bodyPr/>
          <a:lstStyle>
            <a:lvl1pPr>
              <a:defRPr>
                <a:noFill/>
              </a:defRPr>
            </a:lvl1pPr>
          </a:lstStyle>
          <a:p>
            <a:r>
              <a:rPr lang="fr-FR"/>
              <a:t>Cliquez sur l'icône pour ajouter une image</a:t>
            </a: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605939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1_Pixel_statique_2">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grpSp>
        <p:nvGrpSpPr>
          <p:cNvPr id="166" name="Pixels">
            <a:extLst>
              <a:ext uri="{FF2B5EF4-FFF2-40B4-BE49-F238E27FC236}">
                <a16:creationId xmlns:a16="http://schemas.microsoft.com/office/drawing/2014/main" id="{63B00F81-2426-68DF-B87C-E83D6BFD7388}"/>
              </a:ext>
            </a:extLst>
          </p:cNvPr>
          <p:cNvGrpSpPr>
            <a:grpSpLocks noGrp="1" noUngrp="1" noRot="1" noMove="1" noResize="1"/>
          </p:cNvGrpSpPr>
          <p:nvPr/>
        </p:nvGrpSpPr>
        <p:grpSpPr>
          <a:xfrm>
            <a:off x="0" y="0"/>
            <a:ext cx="12192000" cy="6858000"/>
            <a:chOff x="0" y="0"/>
            <a:chExt cx="9144000" cy="5143500"/>
          </a:xfrm>
          <a:solidFill>
            <a:schemeClr val="bg1"/>
          </a:solidFill>
        </p:grpSpPr>
        <p:sp>
          <p:nvSpPr>
            <p:cNvPr id="167" name="Freeform: Shape 166">
              <a:extLst>
                <a:ext uri="{FF2B5EF4-FFF2-40B4-BE49-F238E27FC236}">
                  <a16:creationId xmlns:a16="http://schemas.microsoft.com/office/drawing/2014/main" id="{B5B7C15F-6AFC-C015-1194-F7D6C227421A}"/>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8" name="Freeform: Shape 167">
              <a:extLst>
                <a:ext uri="{FF2B5EF4-FFF2-40B4-BE49-F238E27FC236}">
                  <a16:creationId xmlns:a16="http://schemas.microsoft.com/office/drawing/2014/main" id="{436E1851-4EA4-71EB-9181-5254603D0B72}"/>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9" name="Freeform: Shape 168">
              <a:extLst>
                <a:ext uri="{FF2B5EF4-FFF2-40B4-BE49-F238E27FC236}">
                  <a16:creationId xmlns:a16="http://schemas.microsoft.com/office/drawing/2014/main" id="{F20F05E4-A789-1E12-06AB-CEC28F460778}"/>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0" name="Freeform: Shape 169">
              <a:extLst>
                <a:ext uri="{FF2B5EF4-FFF2-40B4-BE49-F238E27FC236}">
                  <a16:creationId xmlns:a16="http://schemas.microsoft.com/office/drawing/2014/main" id="{9CB9D523-433C-9F97-0E6A-5D4154386C33}"/>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1" name="Freeform: Shape 170">
              <a:extLst>
                <a:ext uri="{FF2B5EF4-FFF2-40B4-BE49-F238E27FC236}">
                  <a16:creationId xmlns:a16="http://schemas.microsoft.com/office/drawing/2014/main" id="{4FD7B68B-126E-5A3E-09FB-E5CC48CC3531}"/>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2" name="Freeform: Shape 171">
              <a:extLst>
                <a:ext uri="{FF2B5EF4-FFF2-40B4-BE49-F238E27FC236}">
                  <a16:creationId xmlns:a16="http://schemas.microsoft.com/office/drawing/2014/main" id="{30F39988-6DD5-2B2C-CA3E-E1E1AC040CBE}"/>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73" name="Freeform: Shape 172">
              <a:extLst>
                <a:ext uri="{FF2B5EF4-FFF2-40B4-BE49-F238E27FC236}">
                  <a16:creationId xmlns:a16="http://schemas.microsoft.com/office/drawing/2014/main" id="{A4A4A171-1758-7408-62EC-418635301DC2}"/>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74" name="Freeform: Shape 173">
              <a:extLst>
                <a:ext uri="{FF2B5EF4-FFF2-40B4-BE49-F238E27FC236}">
                  <a16:creationId xmlns:a16="http://schemas.microsoft.com/office/drawing/2014/main" id="{166AB824-768A-3346-EBE2-A577362D6BA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5" name="Freeform: Shape 174">
              <a:extLst>
                <a:ext uri="{FF2B5EF4-FFF2-40B4-BE49-F238E27FC236}">
                  <a16:creationId xmlns:a16="http://schemas.microsoft.com/office/drawing/2014/main" id="{0DC02303-0BA1-C0B0-7AF0-85268C7E12B0}"/>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6" name="Freeform: Shape 175">
              <a:extLst>
                <a:ext uri="{FF2B5EF4-FFF2-40B4-BE49-F238E27FC236}">
                  <a16:creationId xmlns:a16="http://schemas.microsoft.com/office/drawing/2014/main" id="{FA8D2924-2C06-1900-3D56-32F0D9B3E3D7}"/>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7" name="Freeform: Shape 176">
              <a:extLst>
                <a:ext uri="{FF2B5EF4-FFF2-40B4-BE49-F238E27FC236}">
                  <a16:creationId xmlns:a16="http://schemas.microsoft.com/office/drawing/2014/main" id="{4267D0B8-DAD4-65B4-6600-50C73C6B4BD3}"/>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8" name="Freeform: Shape 177">
              <a:extLst>
                <a:ext uri="{FF2B5EF4-FFF2-40B4-BE49-F238E27FC236}">
                  <a16:creationId xmlns:a16="http://schemas.microsoft.com/office/drawing/2014/main" id="{A64B5630-EB32-FBC9-E0CB-5798D9D7769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9" name="Freeform: Shape 178">
              <a:extLst>
                <a:ext uri="{FF2B5EF4-FFF2-40B4-BE49-F238E27FC236}">
                  <a16:creationId xmlns:a16="http://schemas.microsoft.com/office/drawing/2014/main" id="{7A587B47-0AEF-24A3-2ADB-D4EBE7F5BDD5}"/>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0" name="Freeform: Shape 179">
              <a:extLst>
                <a:ext uri="{FF2B5EF4-FFF2-40B4-BE49-F238E27FC236}">
                  <a16:creationId xmlns:a16="http://schemas.microsoft.com/office/drawing/2014/main" id="{BE0C4A92-5B03-C714-ECC2-26DD5B7C1C9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1" name="Freeform: Shape 180">
              <a:extLst>
                <a:ext uri="{FF2B5EF4-FFF2-40B4-BE49-F238E27FC236}">
                  <a16:creationId xmlns:a16="http://schemas.microsoft.com/office/drawing/2014/main" id="{8216496C-43B7-1117-1101-ED23BB095409}"/>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2" name="Freeform: Shape 181">
              <a:extLst>
                <a:ext uri="{FF2B5EF4-FFF2-40B4-BE49-F238E27FC236}">
                  <a16:creationId xmlns:a16="http://schemas.microsoft.com/office/drawing/2014/main" id="{3DCDFA3D-F971-342C-3986-2BAC5C1BD58F}"/>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3" name="Freeform: Shape 182">
              <a:extLst>
                <a:ext uri="{FF2B5EF4-FFF2-40B4-BE49-F238E27FC236}">
                  <a16:creationId xmlns:a16="http://schemas.microsoft.com/office/drawing/2014/main" id="{E73F638B-214B-11D2-7F40-14BEE6DE73EA}"/>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4" name="Freeform: Shape 183">
              <a:extLst>
                <a:ext uri="{FF2B5EF4-FFF2-40B4-BE49-F238E27FC236}">
                  <a16:creationId xmlns:a16="http://schemas.microsoft.com/office/drawing/2014/main" id="{275FC475-439A-6B17-23FD-E363971ED737}"/>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5" name="Freeform: Shape 184">
              <a:extLst>
                <a:ext uri="{FF2B5EF4-FFF2-40B4-BE49-F238E27FC236}">
                  <a16:creationId xmlns:a16="http://schemas.microsoft.com/office/drawing/2014/main" id="{3545C9A7-4534-8836-7EA8-44D4E50D70E7}"/>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6" name="Freeform: Shape 185">
              <a:extLst>
                <a:ext uri="{FF2B5EF4-FFF2-40B4-BE49-F238E27FC236}">
                  <a16:creationId xmlns:a16="http://schemas.microsoft.com/office/drawing/2014/main" id="{2AA0F693-99E4-0746-E931-5F546F4EC52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87" name="Freeform: Shape 186">
              <a:extLst>
                <a:ext uri="{FF2B5EF4-FFF2-40B4-BE49-F238E27FC236}">
                  <a16:creationId xmlns:a16="http://schemas.microsoft.com/office/drawing/2014/main" id="{9E6986C5-D73F-E85A-6386-CD1B71064186}"/>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8" name="Freeform: Shape 187">
              <a:extLst>
                <a:ext uri="{FF2B5EF4-FFF2-40B4-BE49-F238E27FC236}">
                  <a16:creationId xmlns:a16="http://schemas.microsoft.com/office/drawing/2014/main" id="{D9F71975-BC64-1148-51C1-3CD83092AFFC}"/>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9" name="Freeform: Shape 188">
              <a:extLst>
                <a:ext uri="{FF2B5EF4-FFF2-40B4-BE49-F238E27FC236}">
                  <a16:creationId xmlns:a16="http://schemas.microsoft.com/office/drawing/2014/main" id="{A1CC842C-F53F-1D46-F1F7-E2E5A8801BC6}"/>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90" name="Freeform: Shape 189">
              <a:extLst>
                <a:ext uri="{FF2B5EF4-FFF2-40B4-BE49-F238E27FC236}">
                  <a16:creationId xmlns:a16="http://schemas.microsoft.com/office/drawing/2014/main" id="{88E50900-75AA-ACF4-768B-FBD0ECC4C968}"/>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1" name="Freeform: Shape 190">
              <a:extLst>
                <a:ext uri="{FF2B5EF4-FFF2-40B4-BE49-F238E27FC236}">
                  <a16:creationId xmlns:a16="http://schemas.microsoft.com/office/drawing/2014/main" id="{32C08A35-6FD1-43F9-8799-52F31204F31A}"/>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2" name="Freeform: Shape 191">
              <a:extLst>
                <a:ext uri="{FF2B5EF4-FFF2-40B4-BE49-F238E27FC236}">
                  <a16:creationId xmlns:a16="http://schemas.microsoft.com/office/drawing/2014/main" id="{72F68F52-8E1C-B06F-38EC-E79AC8F99163}"/>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3" name="Freeform: Shape 192">
              <a:extLst>
                <a:ext uri="{FF2B5EF4-FFF2-40B4-BE49-F238E27FC236}">
                  <a16:creationId xmlns:a16="http://schemas.microsoft.com/office/drawing/2014/main" id="{8AA146FF-7AFF-8DF4-35EB-21190686557D}"/>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4" name="Freeform: Shape 193">
              <a:extLst>
                <a:ext uri="{FF2B5EF4-FFF2-40B4-BE49-F238E27FC236}">
                  <a16:creationId xmlns:a16="http://schemas.microsoft.com/office/drawing/2014/main" id="{EE7FB29D-4493-56CA-B775-2D0A38ECCD2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5" name="Freeform: Shape 194">
              <a:extLst>
                <a:ext uri="{FF2B5EF4-FFF2-40B4-BE49-F238E27FC236}">
                  <a16:creationId xmlns:a16="http://schemas.microsoft.com/office/drawing/2014/main" id="{C500B96D-5BF2-7299-6DE5-E07BF1CC98A2}"/>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6" name="Freeform: Shape 195">
              <a:extLst>
                <a:ext uri="{FF2B5EF4-FFF2-40B4-BE49-F238E27FC236}">
                  <a16:creationId xmlns:a16="http://schemas.microsoft.com/office/drawing/2014/main" id="{8DF8A00B-E8B3-985E-217D-6F772ECE6536}"/>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7" name="Freeform: Shape 196">
              <a:extLst>
                <a:ext uri="{FF2B5EF4-FFF2-40B4-BE49-F238E27FC236}">
                  <a16:creationId xmlns:a16="http://schemas.microsoft.com/office/drawing/2014/main" id="{783A50AB-CF3B-1B71-C758-58F0D9A6943D}"/>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98" name="Freeform: Shape 197">
              <a:extLst>
                <a:ext uri="{FF2B5EF4-FFF2-40B4-BE49-F238E27FC236}">
                  <a16:creationId xmlns:a16="http://schemas.microsoft.com/office/drawing/2014/main" id="{04364A32-78B2-BC19-2D33-159B50DC76A1}"/>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9" name="Freeform: Shape 198">
              <a:extLst>
                <a:ext uri="{FF2B5EF4-FFF2-40B4-BE49-F238E27FC236}">
                  <a16:creationId xmlns:a16="http://schemas.microsoft.com/office/drawing/2014/main" id="{E86A2806-0FF2-B984-744C-CC2AA64C539E}"/>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0" name="Freeform: Shape 199">
              <a:extLst>
                <a:ext uri="{FF2B5EF4-FFF2-40B4-BE49-F238E27FC236}">
                  <a16:creationId xmlns:a16="http://schemas.microsoft.com/office/drawing/2014/main" id="{2965FFAA-EADF-5A83-7D0F-FB872CF56081}"/>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1" name="Freeform: Shape 200">
              <a:extLst>
                <a:ext uri="{FF2B5EF4-FFF2-40B4-BE49-F238E27FC236}">
                  <a16:creationId xmlns:a16="http://schemas.microsoft.com/office/drawing/2014/main" id="{F839D68B-498B-F122-F4A7-658C3932FAA0}"/>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2" name="Freeform: Shape 201">
              <a:extLst>
                <a:ext uri="{FF2B5EF4-FFF2-40B4-BE49-F238E27FC236}">
                  <a16:creationId xmlns:a16="http://schemas.microsoft.com/office/drawing/2014/main" id="{EF766554-FC32-E5E9-12A0-C0D61DC877B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3" name="Freeform: Shape 202">
              <a:extLst>
                <a:ext uri="{FF2B5EF4-FFF2-40B4-BE49-F238E27FC236}">
                  <a16:creationId xmlns:a16="http://schemas.microsoft.com/office/drawing/2014/main" id="{93F95F06-E0F1-5EAB-D06A-E04CA8B399E3}"/>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4" name="Freeform: Shape 203">
              <a:extLst>
                <a:ext uri="{FF2B5EF4-FFF2-40B4-BE49-F238E27FC236}">
                  <a16:creationId xmlns:a16="http://schemas.microsoft.com/office/drawing/2014/main" id="{2B68F975-9D3F-C8ED-9DF7-1AB8334AC579}"/>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05" name="Freeform: Shape 204">
              <a:extLst>
                <a:ext uri="{FF2B5EF4-FFF2-40B4-BE49-F238E27FC236}">
                  <a16:creationId xmlns:a16="http://schemas.microsoft.com/office/drawing/2014/main" id="{0BBE23AC-BA37-E0B2-0A14-D9F2429F5718}"/>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06" name="Freeform: Shape 205">
              <a:extLst>
                <a:ext uri="{FF2B5EF4-FFF2-40B4-BE49-F238E27FC236}">
                  <a16:creationId xmlns:a16="http://schemas.microsoft.com/office/drawing/2014/main" id="{36293912-9983-4631-247D-022532C9C8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07" name="Freeform: Shape 206">
              <a:extLst>
                <a:ext uri="{FF2B5EF4-FFF2-40B4-BE49-F238E27FC236}">
                  <a16:creationId xmlns:a16="http://schemas.microsoft.com/office/drawing/2014/main" id="{1346D994-427D-08C4-3B12-2B8CD025A8C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8" name="Freeform: Shape 207">
              <a:extLst>
                <a:ext uri="{FF2B5EF4-FFF2-40B4-BE49-F238E27FC236}">
                  <a16:creationId xmlns:a16="http://schemas.microsoft.com/office/drawing/2014/main" id="{FC12CD36-F3D4-8E0C-6681-9F2380E8A011}"/>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09" name="Freeform: Shape 208">
              <a:extLst>
                <a:ext uri="{FF2B5EF4-FFF2-40B4-BE49-F238E27FC236}">
                  <a16:creationId xmlns:a16="http://schemas.microsoft.com/office/drawing/2014/main" id="{19F2BAEA-551A-D50F-FE41-9216C06C1330}"/>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0" name="Freeform: Shape 209">
              <a:extLst>
                <a:ext uri="{FF2B5EF4-FFF2-40B4-BE49-F238E27FC236}">
                  <a16:creationId xmlns:a16="http://schemas.microsoft.com/office/drawing/2014/main" id="{8D748CB6-69D7-1C83-19D6-0627BF0FCCB8}"/>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1" name="Freeform: Shape 210">
              <a:extLst>
                <a:ext uri="{FF2B5EF4-FFF2-40B4-BE49-F238E27FC236}">
                  <a16:creationId xmlns:a16="http://schemas.microsoft.com/office/drawing/2014/main" id="{1F9F10C7-58A1-E051-F9D5-B3824E4638EB}"/>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2" name="Freeform: Shape 211">
              <a:extLst>
                <a:ext uri="{FF2B5EF4-FFF2-40B4-BE49-F238E27FC236}">
                  <a16:creationId xmlns:a16="http://schemas.microsoft.com/office/drawing/2014/main" id="{EB06E175-0E2E-7E41-816F-CED213B6FE21}"/>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13" name="Freeform: Shape 212">
              <a:extLst>
                <a:ext uri="{FF2B5EF4-FFF2-40B4-BE49-F238E27FC236}">
                  <a16:creationId xmlns:a16="http://schemas.microsoft.com/office/drawing/2014/main" id="{FC3FED64-7D17-35ED-4062-E892BDF9A830}"/>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14" name="Freeform: Shape 213">
              <a:extLst>
                <a:ext uri="{FF2B5EF4-FFF2-40B4-BE49-F238E27FC236}">
                  <a16:creationId xmlns:a16="http://schemas.microsoft.com/office/drawing/2014/main" id="{AEF0CBC7-FEC8-3549-2E04-A5B42884CA38}"/>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5" name="Freeform: Shape 214">
              <a:extLst>
                <a:ext uri="{FF2B5EF4-FFF2-40B4-BE49-F238E27FC236}">
                  <a16:creationId xmlns:a16="http://schemas.microsoft.com/office/drawing/2014/main" id="{F75F5486-EDAA-4C9A-6F13-6CA6FAC256D0}"/>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6" name="Freeform: Shape 215">
              <a:extLst>
                <a:ext uri="{FF2B5EF4-FFF2-40B4-BE49-F238E27FC236}">
                  <a16:creationId xmlns:a16="http://schemas.microsoft.com/office/drawing/2014/main" id="{03B42ECF-06EC-C832-180F-B311CE036930}"/>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7" name="Freeform: Shape 216">
              <a:extLst>
                <a:ext uri="{FF2B5EF4-FFF2-40B4-BE49-F238E27FC236}">
                  <a16:creationId xmlns:a16="http://schemas.microsoft.com/office/drawing/2014/main" id="{CAB36C4A-64F4-A0C4-A805-93C3D1B3A7C2}"/>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8" name="Freeform: Shape 217">
              <a:extLst>
                <a:ext uri="{FF2B5EF4-FFF2-40B4-BE49-F238E27FC236}">
                  <a16:creationId xmlns:a16="http://schemas.microsoft.com/office/drawing/2014/main" id="{680EAFC4-5CBF-CD4F-AABC-E15B0B68F242}"/>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9" name="Freeform: Shape 218">
              <a:extLst>
                <a:ext uri="{FF2B5EF4-FFF2-40B4-BE49-F238E27FC236}">
                  <a16:creationId xmlns:a16="http://schemas.microsoft.com/office/drawing/2014/main" id="{E1990E5B-8EA3-444C-0897-B65A9405C08D}"/>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0" name="Freeform: Shape 219">
              <a:extLst>
                <a:ext uri="{FF2B5EF4-FFF2-40B4-BE49-F238E27FC236}">
                  <a16:creationId xmlns:a16="http://schemas.microsoft.com/office/drawing/2014/main" id="{42E2DB56-A470-3DC0-F027-7A627F299164}"/>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1" name="Freeform: Shape 220">
              <a:extLst>
                <a:ext uri="{FF2B5EF4-FFF2-40B4-BE49-F238E27FC236}">
                  <a16:creationId xmlns:a16="http://schemas.microsoft.com/office/drawing/2014/main" id="{CFF2CB7E-2C73-9FEE-4C98-25297207D86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2" name="Freeform: Shape 221">
              <a:extLst>
                <a:ext uri="{FF2B5EF4-FFF2-40B4-BE49-F238E27FC236}">
                  <a16:creationId xmlns:a16="http://schemas.microsoft.com/office/drawing/2014/main" id="{A12C0104-421F-51E8-33F1-98EA8F091B1E}"/>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23" name="Freeform: Shape 222">
              <a:extLst>
                <a:ext uri="{FF2B5EF4-FFF2-40B4-BE49-F238E27FC236}">
                  <a16:creationId xmlns:a16="http://schemas.microsoft.com/office/drawing/2014/main" id="{144C7BF2-0313-730D-48F4-E9CEF885923A}"/>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4" name="Freeform: Shape 223">
              <a:extLst>
                <a:ext uri="{FF2B5EF4-FFF2-40B4-BE49-F238E27FC236}">
                  <a16:creationId xmlns:a16="http://schemas.microsoft.com/office/drawing/2014/main" id="{77392350-0800-09FE-9478-44C5351630E2}"/>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5" name="Freeform: Shape 224">
              <a:extLst>
                <a:ext uri="{FF2B5EF4-FFF2-40B4-BE49-F238E27FC236}">
                  <a16:creationId xmlns:a16="http://schemas.microsoft.com/office/drawing/2014/main" id="{3E1C73BE-7754-F69F-AD63-BDB29457C07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6" name="Freeform: Shape 225">
              <a:extLst>
                <a:ext uri="{FF2B5EF4-FFF2-40B4-BE49-F238E27FC236}">
                  <a16:creationId xmlns:a16="http://schemas.microsoft.com/office/drawing/2014/main" id="{31DD3761-D2D6-D423-C743-2AA38D789612}"/>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7" name="Freeform: Shape 226">
              <a:extLst>
                <a:ext uri="{FF2B5EF4-FFF2-40B4-BE49-F238E27FC236}">
                  <a16:creationId xmlns:a16="http://schemas.microsoft.com/office/drawing/2014/main" id="{821DE31C-899E-C5EA-F8EF-367D8C6181C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8" name="Freeform: Shape 227">
              <a:extLst>
                <a:ext uri="{FF2B5EF4-FFF2-40B4-BE49-F238E27FC236}">
                  <a16:creationId xmlns:a16="http://schemas.microsoft.com/office/drawing/2014/main" id="{2D8D7CCA-77E8-BAE9-FC68-8F8BC1FCEF59}"/>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29" name="Freeform: Shape 228">
              <a:extLst>
                <a:ext uri="{FF2B5EF4-FFF2-40B4-BE49-F238E27FC236}">
                  <a16:creationId xmlns:a16="http://schemas.microsoft.com/office/drawing/2014/main" id="{D8F74471-3A51-CF0C-FFA8-EF9BDFC3CEA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0" name="Freeform: Shape 229">
              <a:extLst>
                <a:ext uri="{FF2B5EF4-FFF2-40B4-BE49-F238E27FC236}">
                  <a16:creationId xmlns:a16="http://schemas.microsoft.com/office/drawing/2014/main" id="{4483FC66-3137-8730-C4CC-FCF4657AF94D}"/>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1" name="Freeform: Shape 230">
              <a:extLst>
                <a:ext uri="{FF2B5EF4-FFF2-40B4-BE49-F238E27FC236}">
                  <a16:creationId xmlns:a16="http://schemas.microsoft.com/office/drawing/2014/main" id="{21C1EF73-7F17-CCAB-5532-6DD40EE5BAF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2" name="Freeform: Shape 231">
              <a:extLst>
                <a:ext uri="{FF2B5EF4-FFF2-40B4-BE49-F238E27FC236}">
                  <a16:creationId xmlns:a16="http://schemas.microsoft.com/office/drawing/2014/main" id="{BFBE1D3F-5F3F-FB45-01E7-2010695F5EF0}"/>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3" name="Freeform: Shape 232">
              <a:extLst>
                <a:ext uri="{FF2B5EF4-FFF2-40B4-BE49-F238E27FC236}">
                  <a16:creationId xmlns:a16="http://schemas.microsoft.com/office/drawing/2014/main" id="{16074FFB-D5C3-401B-4B71-C55E682117C7}"/>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34" name="Freeform: Shape 233">
              <a:extLst>
                <a:ext uri="{FF2B5EF4-FFF2-40B4-BE49-F238E27FC236}">
                  <a16:creationId xmlns:a16="http://schemas.microsoft.com/office/drawing/2014/main" id="{95633537-E0CA-70E6-5B6B-9553B12C5491}"/>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5" name="Freeform: Shape 234">
              <a:extLst>
                <a:ext uri="{FF2B5EF4-FFF2-40B4-BE49-F238E27FC236}">
                  <a16:creationId xmlns:a16="http://schemas.microsoft.com/office/drawing/2014/main" id="{4E4C20C1-0F04-53CD-4EE4-71C5FE07FECE}"/>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6" name="Freeform: Shape 235">
              <a:extLst>
                <a:ext uri="{FF2B5EF4-FFF2-40B4-BE49-F238E27FC236}">
                  <a16:creationId xmlns:a16="http://schemas.microsoft.com/office/drawing/2014/main" id="{8A996914-74B5-13A2-4AF8-53B35C66B92E}"/>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7" name="Freeform: Shape 236">
              <a:extLst>
                <a:ext uri="{FF2B5EF4-FFF2-40B4-BE49-F238E27FC236}">
                  <a16:creationId xmlns:a16="http://schemas.microsoft.com/office/drawing/2014/main" id="{58B55236-EFC7-4E1E-AE19-A5F44AFDB1E2}"/>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8" name="Freeform: Shape 237">
              <a:extLst>
                <a:ext uri="{FF2B5EF4-FFF2-40B4-BE49-F238E27FC236}">
                  <a16:creationId xmlns:a16="http://schemas.microsoft.com/office/drawing/2014/main" id="{ADD056C3-589D-8990-4365-D78EF365FB0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39" name="Freeform: Shape 238">
              <a:extLst>
                <a:ext uri="{FF2B5EF4-FFF2-40B4-BE49-F238E27FC236}">
                  <a16:creationId xmlns:a16="http://schemas.microsoft.com/office/drawing/2014/main" id="{536AA53D-3D61-30C7-3A24-8EA3F54E955E}"/>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0" name="Freeform: Shape 239">
              <a:extLst>
                <a:ext uri="{FF2B5EF4-FFF2-40B4-BE49-F238E27FC236}">
                  <a16:creationId xmlns:a16="http://schemas.microsoft.com/office/drawing/2014/main" id="{00144878-3A44-5E44-FCC4-307DCA09066B}"/>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1" name="Freeform: Shape 240">
              <a:extLst>
                <a:ext uri="{FF2B5EF4-FFF2-40B4-BE49-F238E27FC236}">
                  <a16:creationId xmlns:a16="http://schemas.microsoft.com/office/drawing/2014/main" id="{A2D029E9-F1A3-85F2-644A-48832BD6BA41}"/>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2" name="Freeform: Shape 241">
              <a:extLst>
                <a:ext uri="{FF2B5EF4-FFF2-40B4-BE49-F238E27FC236}">
                  <a16:creationId xmlns:a16="http://schemas.microsoft.com/office/drawing/2014/main" id="{FAFFDB87-3ADF-0F4F-54A2-9C748CE67963}"/>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3" name="Freeform: Shape 242">
              <a:extLst>
                <a:ext uri="{FF2B5EF4-FFF2-40B4-BE49-F238E27FC236}">
                  <a16:creationId xmlns:a16="http://schemas.microsoft.com/office/drawing/2014/main" id="{2D304A30-1681-CE79-796A-17078A23469F}"/>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4" name="Freeform: Shape 243">
              <a:extLst>
                <a:ext uri="{FF2B5EF4-FFF2-40B4-BE49-F238E27FC236}">
                  <a16:creationId xmlns:a16="http://schemas.microsoft.com/office/drawing/2014/main" id="{AC12E148-B017-B32A-EB1E-8305F2F776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5" name="Freeform: Shape 244">
              <a:extLst>
                <a:ext uri="{FF2B5EF4-FFF2-40B4-BE49-F238E27FC236}">
                  <a16:creationId xmlns:a16="http://schemas.microsoft.com/office/drawing/2014/main" id="{0C3F3093-00E9-214D-64CD-4C24C6CD7A32}"/>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6" name="Freeform: Shape 245">
              <a:extLst>
                <a:ext uri="{FF2B5EF4-FFF2-40B4-BE49-F238E27FC236}">
                  <a16:creationId xmlns:a16="http://schemas.microsoft.com/office/drawing/2014/main" id="{194A6D59-F903-F97F-974E-A2DE7C1889BA}"/>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47" name="Freeform: Shape 246">
              <a:extLst>
                <a:ext uri="{FF2B5EF4-FFF2-40B4-BE49-F238E27FC236}">
                  <a16:creationId xmlns:a16="http://schemas.microsoft.com/office/drawing/2014/main" id="{D10F7C8A-C781-D7C5-7DD2-EA60B27A0519}"/>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8" name="Freeform: Shape 247">
              <a:extLst>
                <a:ext uri="{FF2B5EF4-FFF2-40B4-BE49-F238E27FC236}">
                  <a16:creationId xmlns:a16="http://schemas.microsoft.com/office/drawing/2014/main" id="{9105B7CC-55D7-7B25-6305-140ED2EAB482}"/>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49" name="Freeform: Shape 248">
              <a:extLst>
                <a:ext uri="{FF2B5EF4-FFF2-40B4-BE49-F238E27FC236}">
                  <a16:creationId xmlns:a16="http://schemas.microsoft.com/office/drawing/2014/main" id="{5F9577D0-F981-C9A3-D527-FF26A3952D0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0" name="Freeform: Shape 249">
              <a:extLst>
                <a:ext uri="{FF2B5EF4-FFF2-40B4-BE49-F238E27FC236}">
                  <a16:creationId xmlns:a16="http://schemas.microsoft.com/office/drawing/2014/main" id="{1D2872BE-1529-1B5F-97EE-5E9C8AE4519A}"/>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1" name="Freeform: Shape 250">
              <a:extLst>
                <a:ext uri="{FF2B5EF4-FFF2-40B4-BE49-F238E27FC236}">
                  <a16:creationId xmlns:a16="http://schemas.microsoft.com/office/drawing/2014/main" id="{62BFE230-78D4-B3C4-BEF9-8BC9D25C011C}"/>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52" name="Freeform: Shape 251">
              <a:extLst>
                <a:ext uri="{FF2B5EF4-FFF2-40B4-BE49-F238E27FC236}">
                  <a16:creationId xmlns:a16="http://schemas.microsoft.com/office/drawing/2014/main" id="{DEB36A78-F745-DCBE-9523-07218173A4A1}"/>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53" name="Freeform: Shape 252">
              <a:extLst>
                <a:ext uri="{FF2B5EF4-FFF2-40B4-BE49-F238E27FC236}">
                  <a16:creationId xmlns:a16="http://schemas.microsoft.com/office/drawing/2014/main" id="{1D143F7F-073A-1F78-2E8A-BC320A6E317B}"/>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4" name="Freeform: Shape 253">
              <a:extLst>
                <a:ext uri="{FF2B5EF4-FFF2-40B4-BE49-F238E27FC236}">
                  <a16:creationId xmlns:a16="http://schemas.microsoft.com/office/drawing/2014/main" id="{C3CC0C40-FA63-F4C1-4B82-62B2064E0DAA}"/>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5" name="Freeform: Shape 254">
              <a:extLst>
                <a:ext uri="{FF2B5EF4-FFF2-40B4-BE49-F238E27FC236}">
                  <a16:creationId xmlns:a16="http://schemas.microsoft.com/office/drawing/2014/main" id="{7CD72ADE-2905-2BEC-E345-9024197900CF}"/>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6" name="Freeform: Shape 255">
              <a:extLst>
                <a:ext uri="{FF2B5EF4-FFF2-40B4-BE49-F238E27FC236}">
                  <a16:creationId xmlns:a16="http://schemas.microsoft.com/office/drawing/2014/main" id="{B7D6A5D3-4B20-C8B2-0D1C-ECC4CD92001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7" name="Freeform: Shape 256">
              <a:extLst>
                <a:ext uri="{FF2B5EF4-FFF2-40B4-BE49-F238E27FC236}">
                  <a16:creationId xmlns:a16="http://schemas.microsoft.com/office/drawing/2014/main" id="{4BDDEFE3-F040-EB26-8B7D-3714B3F9EA0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8" name="Freeform: Shape 257">
              <a:extLst>
                <a:ext uri="{FF2B5EF4-FFF2-40B4-BE49-F238E27FC236}">
                  <a16:creationId xmlns:a16="http://schemas.microsoft.com/office/drawing/2014/main" id="{4E204C66-E230-39BC-9378-9B7BB341C142}"/>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59" name="Freeform: Shape 258">
              <a:extLst>
                <a:ext uri="{FF2B5EF4-FFF2-40B4-BE49-F238E27FC236}">
                  <a16:creationId xmlns:a16="http://schemas.microsoft.com/office/drawing/2014/main" id="{6F8940E4-3808-8B6A-7326-92DC595BFE27}"/>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0" name="Freeform: Shape 259">
              <a:extLst>
                <a:ext uri="{FF2B5EF4-FFF2-40B4-BE49-F238E27FC236}">
                  <a16:creationId xmlns:a16="http://schemas.microsoft.com/office/drawing/2014/main" id="{2B83CFE1-E799-14EE-A695-F0B1A2E9641F}"/>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1" name="Freeform: Shape 260">
              <a:extLst>
                <a:ext uri="{FF2B5EF4-FFF2-40B4-BE49-F238E27FC236}">
                  <a16:creationId xmlns:a16="http://schemas.microsoft.com/office/drawing/2014/main" id="{D51A1799-742F-5784-9ED5-39A00B64FD48}"/>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2" name="Freeform: Shape 261">
              <a:extLst>
                <a:ext uri="{FF2B5EF4-FFF2-40B4-BE49-F238E27FC236}">
                  <a16:creationId xmlns:a16="http://schemas.microsoft.com/office/drawing/2014/main" id="{0C9DBB26-278A-5D74-06D3-2A290A65ABB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63" name="Freeform: Shape 262">
              <a:extLst>
                <a:ext uri="{FF2B5EF4-FFF2-40B4-BE49-F238E27FC236}">
                  <a16:creationId xmlns:a16="http://schemas.microsoft.com/office/drawing/2014/main" id="{A7B6F317-A645-35C5-E3B7-BFBE596C8958}"/>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4" name="Freeform: Shape 263">
              <a:extLst>
                <a:ext uri="{FF2B5EF4-FFF2-40B4-BE49-F238E27FC236}">
                  <a16:creationId xmlns:a16="http://schemas.microsoft.com/office/drawing/2014/main" id="{C9871BC3-A698-9C50-9F69-9952E2709542}"/>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5" name="Freeform: Shape 264">
              <a:extLst>
                <a:ext uri="{FF2B5EF4-FFF2-40B4-BE49-F238E27FC236}">
                  <a16:creationId xmlns:a16="http://schemas.microsoft.com/office/drawing/2014/main" id="{DFB31127-51B4-B52E-65C6-C697C7E9A2E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6" name="Freeform: Shape 265">
              <a:extLst>
                <a:ext uri="{FF2B5EF4-FFF2-40B4-BE49-F238E27FC236}">
                  <a16:creationId xmlns:a16="http://schemas.microsoft.com/office/drawing/2014/main" id="{98EE5A25-8B9B-F99F-F21F-86CB5F466524}"/>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7" name="Freeform: Shape 266">
              <a:extLst>
                <a:ext uri="{FF2B5EF4-FFF2-40B4-BE49-F238E27FC236}">
                  <a16:creationId xmlns:a16="http://schemas.microsoft.com/office/drawing/2014/main" id="{D6F417EA-06A5-38F1-CF63-EE19FE81635C}"/>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8" name="Freeform: Shape 267">
              <a:extLst>
                <a:ext uri="{FF2B5EF4-FFF2-40B4-BE49-F238E27FC236}">
                  <a16:creationId xmlns:a16="http://schemas.microsoft.com/office/drawing/2014/main" id="{64CF5E50-C01F-8D4E-66C0-3C3E14AD04D6}"/>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69" name="Freeform: Shape 268">
              <a:extLst>
                <a:ext uri="{FF2B5EF4-FFF2-40B4-BE49-F238E27FC236}">
                  <a16:creationId xmlns:a16="http://schemas.microsoft.com/office/drawing/2014/main" id="{3CD3CA10-4E9C-EA32-C02C-9358B3C52E00}"/>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0" name="Freeform: Shape 269">
              <a:extLst>
                <a:ext uri="{FF2B5EF4-FFF2-40B4-BE49-F238E27FC236}">
                  <a16:creationId xmlns:a16="http://schemas.microsoft.com/office/drawing/2014/main" id="{707E2280-CC67-E9B2-60FB-3A9E285ACCA5}"/>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1" name="Freeform: Shape 270">
              <a:extLst>
                <a:ext uri="{FF2B5EF4-FFF2-40B4-BE49-F238E27FC236}">
                  <a16:creationId xmlns:a16="http://schemas.microsoft.com/office/drawing/2014/main" id="{6654A678-EC58-ECFE-4369-EDBF871A5854}"/>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2" name="Freeform: Shape 271">
              <a:extLst>
                <a:ext uri="{FF2B5EF4-FFF2-40B4-BE49-F238E27FC236}">
                  <a16:creationId xmlns:a16="http://schemas.microsoft.com/office/drawing/2014/main" id="{BDCDE485-813D-0D69-DE4E-D60EAB7C6CAA}"/>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3" name="Freeform: Shape 272">
              <a:extLst>
                <a:ext uri="{FF2B5EF4-FFF2-40B4-BE49-F238E27FC236}">
                  <a16:creationId xmlns:a16="http://schemas.microsoft.com/office/drawing/2014/main" id="{D8003DE7-2480-2809-DFB0-2206E2E537D4}"/>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4" name="Freeform: Shape 273">
              <a:extLst>
                <a:ext uri="{FF2B5EF4-FFF2-40B4-BE49-F238E27FC236}">
                  <a16:creationId xmlns:a16="http://schemas.microsoft.com/office/drawing/2014/main" id="{65B1AEF3-90C8-AE28-0ADC-E525D547C89D}"/>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5" name="Freeform: Shape 274">
              <a:extLst>
                <a:ext uri="{FF2B5EF4-FFF2-40B4-BE49-F238E27FC236}">
                  <a16:creationId xmlns:a16="http://schemas.microsoft.com/office/drawing/2014/main" id="{FBFC9116-B0BF-03B0-9679-D38AC694E562}"/>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6" name="Freeform: Shape 275">
              <a:extLst>
                <a:ext uri="{FF2B5EF4-FFF2-40B4-BE49-F238E27FC236}">
                  <a16:creationId xmlns:a16="http://schemas.microsoft.com/office/drawing/2014/main" id="{B8984335-2E73-EC1B-97C2-85E9C618C58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7" name="Freeform: Shape 276">
              <a:extLst>
                <a:ext uri="{FF2B5EF4-FFF2-40B4-BE49-F238E27FC236}">
                  <a16:creationId xmlns:a16="http://schemas.microsoft.com/office/drawing/2014/main" id="{37F4FEF6-8BAC-08BA-4BDA-B90B0DF54879}"/>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78" name="Freeform: Shape 277">
              <a:extLst>
                <a:ext uri="{FF2B5EF4-FFF2-40B4-BE49-F238E27FC236}">
                  <a16:creationId xmlns:a16="http://schemas.microsoft.com/office/drawing/2014/main" id="{52995475-B5A9-3FDF-FBBB-3A7E5FBAF3E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9" name="Freeform: Shape 278">
              <a:extLst>
                <a:ext uri="{FF2B5EF4-FFF2-40B4-BE49-F238E27FC236}">
                  <a16:creationId xmlns:a16="http://schemas.microsoft.com/office/drawing/2014/main" id="{60560E15-0521-CDD9-14EB-D620951A15E3}"/>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0" name="Freeform: Shape 279">
              <a:extLst>
                <a:ext uri="{FF2B5EF4-FFF2-40B4-BE49-F238E27FC236}">
                  <a16:creationId xmlns:a16="http://schemas.microsoft.com/office/drawing/2014/main" id="{283DE157-1A76-DFB0-9E22-C6C07EDDF1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1" name="Freeform: Shape 280">
              <a:extLst>
                <a:ext uri="{FF2B5EF4-FFF2-40B4-BE49-F238E27FC236}">
                  <a16:creationId xmlns:a16="http://schemas.microsoft.com/office/drawing/2014/main" id="{CAF31694-4673-FB02-228B-450E05733F3C}"/>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2" name="Freeform: Shape 281">
              <a:extLst>
                <a:ext uri="{FF2B5EF4-FFF2-40B4-BE49-F238E27FC236}">
                  <a16:creationId xmlns:a16="http://schemas.microsoft.com/office/drawing/2014/main" id="{CC1717BD-75FD-0995-ED50-F8EF90525445}"/>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3" name="Freeform: Shape 282">
              <a:extLst>
                <a:ext uri="{FF2B5EF4-FFF2-40B4-BE49-F238E27FC236}">
                  <a16:creationId xmlns:a16="http://schemas.microsoft.com/office/drawing/2014/main" id="{C18BA22E-99C6-B45A-E688-27CCF3C0AD4A}"/>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84" name="Freeform: Shape 283">
              <a:extLst>
                <a:ext uri="{FF2B5EF4-FFF2-40B4-BE49-F238E27FC236}">
                  <a16:creationId xmlns:a16="http://schemas.microsoft.com/office/drawing/2014/main" id="{9D8888D6-DA97-3B74-2531-50E574EAFE79}"/>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5" name="Freeform: Shape 284">
              <a:extLst>
                <a:ext uri="{FF2B5EF4-FFF2-40B4-BE49-F238E27FC236}">
                  <a16:creationId xmlns:a16="http://schemas.microsoft.com/office/drawing/2014/main" id="{FB66E6B6-E8CE-3D20-A22D-396B7E983886}"/>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86" name="Freeform: Shape 285">
              <a:extLst>
                <a:ext uri="{FF2B5EF4-FFF2-40B4-BE49-F238E27FC236}">
                  <a16:creationId xmlns:a16="http://schemas.microsoft.com/office/drawing/2014/main" id="{C172C4F5-093D-B2F0-B22B-E8D115D8504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7" name="Freeform: Shape 286">
              <a:extLst>
                <a:ext uri="{FF2B5EF4-FFF2-40B4-BE49-F238E27FC236}">
                  <a16:creationId xmlns:a16="http://schemas.microsoft.com/office/drawing/2014/main" id="{ABA04D4B-1493-1C15-CF66-3C5899E14720}"/>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8" name="Freeform: Shape 287">
              <a:extLst>
                <a:ext uri="{FF2B5EF4-FFF2-40B4-BE49-F238E27FC236}">
                  <a16:creationId xmlns:a16="http://schemas.microsoft.com/office/drawing/2014/main" id="{CFE463A0-8003-21A6-830B-A17C7642BF3F}"/>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9" name="Freeform: Shape 288">
              <a:extLst>
                <a:ext uri="{FF2B5EF4-FFF2-40B4-BE49-F238E27FC236}">
                  <a16:creationId xmlns:a16="http://schemas.microsoft.com/office/drawing/2014/main" id="{C9468C3D-0123-82BC-E5A2-C7959D88250B}"/>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0" name="Freeform: Shape 289">
              <a:extLst>
                <a:ext uri="{FF2B5EF4-FFF2-40B4-BE49-F238E27FC236}">
                  <a16:creationId xmlns:a16="http://schemas.microsoft.com/office/drawing/2014/main" id="{E3A23B8A-C4ED-EBE2-951E-8AB9D8D11CA9}"/>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1" name="Freeform: Shape 290">
              <a:extLst>
                <a:ext uri="{FF2B5EF4-FFF2-40B4-BE49-F238E27FC236}">
                  <a16:creationId xmlns:a16="http://schemas.microsoft.com/office/drawing/2014/main" id="{53F2F136-134F-F5A3-5628-25BAD7FA6927}"/>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2" name="Freeform: Shape 291">
              <a:extLst>
                <a:ext uri="{FF2B5EF4-FFF2-40B4-BE49-F238E27FC236}">
                  <a16:creationId xmlns:a16="http://schemas.microsoft.com/office/drawing/2014/main" id="{EE30E2E9-75A0-47CF-1FE8-5E09AD92A927}"/>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293" name="Freeform: Shape 292">
              <a:extLst>
                <a:ext uri="{FF2B5EF4-FFF2-40B4-BE49-F238E27FC236}">
                  <a16:creationId xmlns:a16="http://schemas.microsoft.com/office/drawing/2014/main" id="{311F78FD-A46A-3685-2FA7-61A7546B001F}"/>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4" name="Freeform: Shape 293">
              <a:extLst>
                <a:ext uri="{FF2B5EF4-FFF2-40B4-BE49-F238E27FC236}">
                  <a16:creationId xmlns:a16="http://schemas.microsoft.com/office/drawing/2014/main" id="{278AEAB1-A5B5-56EE-4FEB-9EB4E6FF8B36}"/>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95" name="Freeform: Shape 294">
              <a:extLst>
                <a:ext uri="{FF2B5EF4-FFF2-40B4-BE49-F238E27FC236}">
                  <a16:creationId xmlns:a16="http://schemas.microsoft.com/office/drawing/2014/main" id="{B5BEF18D-A8AD-2868-7196-7A2B88C82DA7}"/>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6" name="Freeform: Shape 295">
              <a:extLst>
                <a:ext uri="{FF2B5EF4-FFF2-40B4-BE49-F238E27FC236}">
                  <a16:creationId xmlns:a16="http://schemas.microsoft.com/office/drawing/2014/main" id="{62C999C0-F89A-34F0-5C22-7F6F792FF599}"/>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7" name="Freeform: Shape 296">
              <a:extLst>
                <a:ext uri="{FF2B5EF4-FFF2-40B4-BE49-F238E27FC236}">
                  <a16:creationId xmlns:a16="http://schemas.microsoft.com/office/drawing/2014/main" id="{1C2FC264-FD1F-2DBF-2E56-988DD5FC554F}"/>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8" name="Freeform: Shape 297">
              <a:extLst>
                <a:ext uri="{FF2B5EF4-FFF2-40B4-BE49-F238E27FC236}">
                  <a16:creationId xmlns:a16="http://schemas.microsoft.com/office/drawing/2014/main" id="{3CF16D1A-967E-1BA9-DF69-2F0F53367483}"/>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99" name="Freeform: Shape 298">
              <a:extLst>
                <a:ext uri="{FF2B5EF4-FFF2-40B4-BE49-F238E27FC236}">
                  <a16:creationId xmlns:a16="http://schemas.microsoft.com/office/drawing/2014/main" id="{B346C632-4E56-0A48-8983-25405A9DF31C}"/>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0" name="Freeform: Shape 299">
              <a:extLst>
                <a:ext uri="{FF2B5EF4-FFF2-40B4-BE49-F238E27FC236}">
                  <a16:creationId xmlns:a16="http://schemas.microsoft.com/office/drawing/2014/main" id="{FF30A911-3A08-4A77-B921-55E8CB06CA87}"/>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1" name="Freeform: Shape 300">
              <a:extLst>
                <a:ext uri="{FF2B5EF4-FFF2-40B4-BE49-F238E27FC236}">
                  <a16:creationId xmlns:a16="http://schemas.microsoft.com/office/drawing/2014/main" id="{4993A9FE-3DAB-61D0-9D25-CD5357E42931}"/>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302" name="Freeform: Shape 301">
              <a:extLst>
                <a:ext uri="{FF2B5EF4-FFF2-40B4-BE49-F238E27FC236}">
                  <a16:creationId xmlns:a16="http://schemas.microsoft.com/office/drawing/2014/main" id="{723FAC81-71A9-C8E8-5397-C513CAFA612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3" name="Freeform: Shape 302">
              <a:extLst>
                <a:ext uri="{FF2B5EF4-FFF2-40B4-BE49-F238E27FC236}">
                  <a16:creationId xmlns:a16="http://schemas.microsoft.com/office/drawing/2014/main" id="{9B2B9091-D150-A2BA-D1DE-4C8ED349D0BA}"/>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4" name="Freeform: Shape 303">
              <a:extLst>
                <a:ext uri="{FF2B5EF4-FFF2-40B4-BE49-F238E27FC236}">
                  <a16:creationId xmlns:a16="http://schemas.microsoft.com/office/drawing/2014/main" id="{5B4405A4-90A3-1E7B-80D2-18B0D88B4B72}"/>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5" name="Freeform: Shape 304">
              <a:extLst>
                <a:ext uri="{FF2B5EF4-FFF2-40B4-BE49-F238E27FC236}">
                  <a16:creationId xmlns:a16="http://schemas.microsoft.com/office/drawing/2014/main" id="{2463B354-B9D8-3161-4A62-3162294BD17C}"/>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6" name="Freeform: Shape 305">
              <a:extLst>
                <a:ext uri="{FF2B5EF4-FFF2-40B4-BE49-F238E27FC236}">
                  <a16:creationId xmlns:a16="http://schemas.microsoft.com/office/drawing/2014/main" id="{A14C9E30-8589-2255-42BE-45BC9A84AA2A}"/>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307" name="Freeform: Shape 306">
              <a:extLst>
                <a:ext uri="{FF2B5EF4-FFF2-40B4-BE49-F238E27FC236}">
                  <a16:creationId xmlns:a16="http://schemas.microsoft.com/office/drawing/2014/main" id="{307C21BE-1B21-DF6B-0264-81F70EC732B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08" name="Freeform: Shape 307">
              <a:extLst>
                <a:ext uri="{FF2B5EF4-FFF2-40B4-BE49-F238E27FC236}">
                  <a16:creationId xmlns:a16="http://schemas.microsoft.com/office/drawing/2014/main" id="{DA2645FB-37AC-D2F6-E78F-4DD74DA4FB9E}"/>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9" name="Freeform: Shape 308">
              <a:extLst>
                <a:ext uri="{FF2B5EF4-FFF2-40B4-BE49-F238E27FC236}">
                  <a16:creationId xmlns:a16="http://schemas.microsoft.com/office/drawing/2014/main" id="{C3C0D4A6-DD75-CC7E-3D85-A85AC5B2F17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310" name="Freeform: Shape 309">
              <a:extLst>
                <a:ext uri="{FF2B5EF4-FFF2-40B4-BE49-F238E27FC236}">
                  <a16:creationId xmlns:a16="http://schemas.microsoft.com/office/drawing/2014/main" id="{3C174FDC-D373-A277-0FEB-AE063DFBCDE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129027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re_et_contenu">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759885" y="1907118"/>
            <a:ext cx="10668001" cy="418464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2" name="Text Placeholder"/>
          <p:cNvSpPr>
            <a:spLocks noGrp="1"/>
          </p:cNvSpPr>
          <p:nvPr>
            <p:ph type="title" hasCustomPrompt="1"/>
          </p:nvPr>
        </p:nvSpPr>
        <p:spPr>
          <a:xfrm>
            <a:off x="759885" y="762001"/>
            <a:ext cx="10668001" cy="759884"/>
          </a:xfrm>
        </p:spPr>
        <p:txBody>
          <a:bodyPr/>
          <a:lstStyle>
            <a:lvl1pPr>
              <a:defRPr/>
            </a:lvl1pPr>
          </a:lstStyle>
          <a:p>
            <a:r>
              <a:rPr lang="fr-FR" noProof="0"/>
              <a:t>Modifier le titre</a:t>
            </a:r>
          </a:p>
        </p:txBody>
      </p:sp>
    </p:spTree>
    <p:extLst>
      <p:ext uri="{BB962C8B-B14F-4D97-AF65-F5344CB8AC3E}">
        <p14:creationId xmlns:p14="http://schemas.microsoft.com/office/powerpoint/2010/main" val="1085754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Deux_contenus">
    <p:spTree>
      <p:nvGrpSpPr>
        <p:cNvPr id="1" name=""/>
        <p:cNvGrpSpPr/>
        <p:nvPr/>
      </p:nvGrpSpPr>
      <p:grpSpPr>
        <a:xfrm>
          <a:off x="0" y="0"/>
          <a:ext cx="0" cy="0"/>
          <a:chOff x="0" y="0"/>
          <a:chExt cx="0" cy="0"/>
        </a:xfrm>
      </p:grpSpPr>
      <p:sp>
        <p:nvSpPr>
          <p:cNvPr id="3" name="Content Placeholder"/>
          <p:cNvSpPr>
            <a:spLocks noGrp="1"/>
          </p:cNvSpPr>
          <p:nvPr>
            <p:ph sz="half" idx="1" hasCustomPrompt="1"/>
          </p:nvPr>
        </p:nvSpPr>
        <p:spPr>
          <a:xfrm>
            <a:off x="759884" y="1907118"/>
            <a:ext cx="4953000" cy="4188884"/>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p:cNvSpPr>
            <a:spLocks noGrp="1"/>
          </p:cNvSpPr>
          <p:nvPr>
            <p:ph sz="half" idx="2" hasCustomPrompt="1"/>
          </p:nvPr>
        </p:nvSpPr>
        <p:spPr>
          <a:xfrm>
            <a:off x="6477001" y="1907118"/>
            <a:ext cx="4950884" cy="4188884"/>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7" name="Text Placeholder"/>
          <p:cNvSpPr>
            <a:spLocks noGrp="1"/>
          </p:cNvSpPr>
          <p:nvPr>
            <p:ph type="title" hasCustomPrompt="1"/>
          </p:nvPr>
        </p:nvSpPr>
        <p:spPr>
          <a:xfrm>
            <a:off x="759885" y="762000"/>
            <a:ext cx="10678583" cy="759883"/>
          </a:xfrm>
        </p:spPr>
        <p:txBody>
          <a:bodyPr/>
          <a:lstStyle>
            <a:lvl1pPr>
              <a:defRPr/>
            </a:lvl1pPr>
          </a:lstStyle>
          <a:p>
            <a:r>
              <a:rPr lang="fr-FR" noProof="0"/>
              <a:t>Modifier le titre</a:t>
            </a:r>
          </a:p>
        </p:txBody>
      </p:sp>
    </p:spTree>
    <p:extLst>
      <p:ext uri="{BB962C8B-B14F-4D97-AF65-F5344CB8AC3E}">
        <p14:creationId xmlns:p14="http://schemas.microsoft.com/office/powerpoint/2010/main" val="21151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Sommaire">
    <p:spTree>
      <p:nvGrpSpPr>
        <p:cNvPr id="1" name=""/>
        <p:cNvGrpSpPr/>
        <p:nvPr/>
      </p:nvGrpSpPr>
      <p:grpSpPr>
        <a:xfrm>
          <a:off x="0" y="0"/>
          <a:ext cx="0" cy="0"/>
          <a:chOff x="0" y="0"/>
          <a:chExt cx="0" cy="0"/>
        </a:xfrm>
      </p:grpSpPr>
      <p:sp>
        <p:nvSpPr>
          <p:cNvPr id="5" name="Content Placeholder"/>
          <p:cNvSpPr>
            <a:spLocks noGrp="1"/>
          </p:cNvSpPr>
          <p:nvPr>
            <p:ph idx="1" hasCustomPrompt="1"/>
          </p:nvPr>
        </p:nvSpPr>
        <p:spPr>
          <a:xfrm>
            <a:off x="759885" y="762001"/>
            <a:ext cx="10668000" cy="5329767"/>
          </a:xfrm>
        </p:spPr>
        <p:txBody>
          <a:bodyPr/>
          <a:lstStyle>
            <a:lvl1pPr>
              <a:spcBef>
                <a:spcPts val="0"/>
              </a:spcBef>
              <a:defRPr sz="3733"/>
            </a:lvl1pPr>
            <a:lvl2pPr marL="482588" indent="-482588">
              <a:spcBef>
                <a:spcPts val="0"/>
              </a:spcBef>
              <a:buClrTx/>
              <a:buSzPct val="100000"/>
              <a:buFont typeface="+mj-lt"/>
              <a:buAutoNum type="arabicPeriod"/>
              <a:defRPr sz="3733"/>
            </a:lvl2pPr>
            <a:lvl3pPr>
              <a:defRPr sz="2400"/>
            </a:lvl3pPr>
            <a:lvl4pPr>
              <a:defRPr sz="2400"/>
            </a:lvl4pPr>
            <a:lvl5pPr>
              <a:defRPr sz="2400"/>
            </a:lvl5pPr>
          </a:lstStyle>
          <a:p>
            <a:pPr lvl="0"/>
            <a:r>
              <a:rPr lang="fr-FR" noProof="0"/>
              <a:t>Modifier le texte</a:t>
            </a:r>
            <a:endParaRPr lang="fr-FR"/>
          </a:p>
          <a:p>
            <a:pPr lvl="1"/>
            <a:r>
              <a:rPr lang="fr-FR" noProof="0"/>
              <a:t>Deuxième niveau</a:t>
            </a:r>
            <a:endParaRPr lang="fr-FR"/>
          </a:p>
        </p:txBody>
      </p:sp>
      <p:sp>
        <p:nvSpPr>
          <p:cNvPr id="2" name="TextBox 4">
            <a:extLst>
              <a:ext uri="{FF2B5EF4-FFF2-40B4-BE49-F238E27FC236}">
                <a16:creationId xmlns:a16="http://schemas.microsoft.com/office/drawing/2014/main" id="{7A5DE1DB-96CC-DB61-2F53-000C7E41F9F2}"/>
              </a:ext>
            </a:extLst>
          </p:cNvPr>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95560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Titre_de_section">
    <p:spTree>
      <p:nvGrpSpPr>
        <p:cNvPr id="1" name=""/>
        <p:cNvGrpSpPr/>
        <p:nvPr/>
      </p:nvGrpSpPr>
      <p:grpSpPr>
        <a:xfrm>
          <a:off x="0" y="0"/>
          <a:ext cx="0" cy="0"/>
          <a:chOff x="0" y="0"/>
          <a:chExt cx="0" cy="0"/>
        </a:xfrm>
      </p:grpSpPr>
      <p:sp>
        <p:nvSpPr>
          <p:cNvPr id="8" name="Text Placeholder"/>
          <p:cNvSpPr>
            <a:spLocks noGrp="1"/>
          </p:cNvSpPr>
          <p:nvPr>
            <p:ph type="body" sz="quarter" idx="12" hasCustomPrompt="1"/>
          </p:nvPr>
        </p:nvSpPr>
        <p:spPr>
          <a:xfrm>
            <a:off x="759885" y="762001"/>
            <a:ext cx="10668001" cy="5329767"/>
          </a:xfrm>
        </p:spPr>
        <p:txBody>
          <a:bodyPr>
            <a:normAutofit/>
          </a:bodyPr>
          <a:lstStyle>
            <a:lvl1pPr>
              <a:lnSpc>
                <a:spcPct val="90000"/>
              </a:lnSpc>
              <a:spcBef>
                <a:spcPts val="0"/>
              </a:spcBef>
              <a:buNone/>
              <a:defRPr sz="3733" baseline="0"/>
            </a:lvl1pPr>
            <a:lvl2pPr>
              <a:lnSpc>
                <a:spcPct val="90000"/>
              </a:lnSpc>
              <a:spcBef>
                <a:spcPts val="0"/>
              </a:spcBef>
              <a:defRPr sz="3733"/>
            </a:lvl2pPr>
            <a:lvl3pPr>
              <a:defRPr sz="7333"/>
            </a:lvl3pPr>
            <a:lvl4pPr>
              <a:defRPr sz="7333"/>
            </a:lvl4pPr>
            <a:lvl5pPr>
              <a:defRPr sz="7333"/>
            </a:lvl5pPr>
          </a:lstStyle>
          <a:p>
            <a:pPr lvl="0"/>
            <a:r>
              <a:rPr lang="fr-FR" noProof="0"/>
              <a:t>Modifier le texte</a:t>
            </a:r>
            <a:endParaRPr lang="fr-FR"/>
          </a:p>
          <a:p>
            <a:pPr lvl="1"/>
            <a:r>
              <a:rPr lang="fr-FR" noProof="0"/>
              <a:t>Deuxième niveau</a:t>
            </a:r>
          </a:p>
        </p:txBody>
      </p:sp>
    </p:spTree>
    <p:extLst>
      <p:ext uri="{BB962C8B-B14F-4D97-AF65-F5344CB8AC3E}">
        <p14:creationId xmlns:p14="http://schemas.microsoft.com/office/powerpoint/2010/main" val="393910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Pixel_statique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3999"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6" name="Pixel">
            <a:extLst>
              <a:ext uri="{FF2B5EF4-FFF2-40B4-BE49-F238E27FC236}">
                <a16:creationId xmlns:a16="http://schemas.microsoft.com/office/drawing/2014/main" id="{AE520F3F-52AE-C3D1-52FA-B8E592CA37A8}"/>
              </a:ext>
            </a:extLst>
          </p:cNvPr>
          <p:cNvSpPr/>
          <p:nvPr/>
        </p:nvSpPr>
        <p:spPr>
          <a:xfrm>
            <a:off x="5333999" y="0"/>
            <a:ext cx="3426885" cy="3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5" y="3431117"/>
            <a:ext cx="3431116" cy="3426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fr-FR" noProof="0"/>
              <a:t>Modifier le texte</a:t>
            </a: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9146118" y="2290235"/>
            <a:ext cx="2660649" cy="755651"/>
          </a:xfrm>
        </p:spPr>
        <p:txBody>
          <a:bodyPr/>
          <a:lstStyle>
            <a:lvl1pPr>
              <a:defRPr sz="1333">
                <a:solidFill>
                  <a:schemeClr val="tx1"/>
                </a:solidFill>
              </a:defRPr>
            </a:lvl1pPr>
          </a:lstStyle>
          <a:p>
            <a:pPr lvl="0"/>
            <a:r>
              <a:rPr lang="fr-FR" noProof="0"/>
              <a:t>Modifier le texte</a:t>
            </a: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9146118" y="385235"/>
            <a:ext cx="2660649" cy="1519768"/>
          </a:xfrm>
        </p:spPr>
        <p:txBody>
          <a:bodyPr/>
          <a:lstStyle>
            <a:lvl1pPr>
              <a:defRPr sz="1867">
                <a:solidFill>
                  <a:schemeClr val="tx1"/>
                </a:solidFill>
              </a:defRPr>
            </a:lvl1pPr>
          </a:lstStyle>
          <a:p>
            <a:pPr lvl="0"/>
            <a:r>
              <a:rPr lang="fr-FR" noProof="0"/>
              <a:t>Modifier le texte</a:t>
            </a: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3" y="5723468"/>
            <a:ext cx="2673348" cy="762000"/>
          </a:xfrm>
        </p:spPr>
        <p:txBody>
          <a:bodyPr/>
          <a:lstStyle>
            <a:lvl1pPr>
              <a:defRPr sz="1333">
                <a:solidFill>
                  <a:schemeClr val="bg1"/>
                </a:solidFill>
              </a:defRPr>
            </a:lvl1pPr>
          </a:lstStyle>
          <a:p>
            <a:pPr lvl="0"/>
            <a:r>
              <a:rPr lang="fr-FR" noProof="0"/>
              <a:t>Modifier le texte</a:t>
            </a: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fr-FR" noProof="0"/>
              <a:t>Modifier le texte</a:t>
            </a: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5712885" y="2288469"/>
            <a:ext cx="2661884" cy="757416"/>
          </a:xfrm>
        </p:spPr>
        <p:txBody>
          <a:bodyPr/>
          <a:lstStyle>
            <a:lvl1pPr>
              <a:defRPr sz="1333">
                <a:solidFill>
                  <a:schemeClr val="bg1"/>
                </a:solidFill>
              </a:defRPr>
            </a:lvl1pPr>
          </a:lstStyle>
          <a:p>
            <a:pPr lvl="0"/>
            <a:r>
              <a:rPr lang="fr-FR" noProof="0"/>
              <a:t>Modifier le texte</a:t>
            </a: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460" y="385236"/>
            <a:ext cx="2667424" cy="1521881"/>
          </a:xfrm>
        </p:spPr>
        <p:txBody>
          <a:bodyPr/>
          <a:lstStyle>
            <a:lvl1pPr>
              <a:defRPr sz="1867">
                <a:solidFill>
                  <a:schemeClr val="bg1"/>
                </a:solidFill>
              </a:defRPr>
            </a:lvl1pPr>
          </a:lstStyle>
          <a:p>
            <a:pPr lvl="0"/>
            <a:r>
              <a:rPr lang="fr-FR" noProof="0"/>
              <a:t>Modifier le texte</a:t>
            </a: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8"/>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1"/>
            <a:ext cx="3810000" cy="759884"/>
          </a:xfrm>
        </p:spPr>
        <p:txBody>
          <a:bodyPr/>
          <a:lstStyle>
            <a:lvl1pPr>
              <a:defRPr/>
            </a:lvl1pPr>
          </a:lstStyle>
          <a:p>
            <a:pPr lvl="0"/>
            <a:r>
              <a:rPr lang="fr-FR" noProof="0"/>
              <a:t>Modifier le titre</a:t>
            </a:r>
          </a:p>
        </p:txBody>
      </p:sp>
    </p:spTree>
    <p:extLst>
      <p:ext uri="{BB962C8B-B14F-4D97-AF65-F5344CB8AC3E}">
        <p14:creationId xmlns:p14="http://schemas.microsoft.com/office/powerpoint/2010/main" val="355523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Pixel_statique_8">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4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3999"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5" y="3434080"/>
            <a:ext cx="3431116" cy="3423920"/>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8" name="Picture Placeholder">
            <a:extLst>
              <a:ext uri="{FF2B5EF4-FFF2-40B4-BE49-F238E27FC236}">
                <a16:creationId xmlns:a16="http://schemas.microsoft.com/office/drawing/2014/main" id="{D5A9B168-4E56-B241-6DF0-F86736EC62D4}"/>
              </a:ext>
            </a:extLst>
          </p:cNvPr>
          <p:cNvSpPr>
            <a:spLocks noGrp="1"/>
          </p:cNvSpPr>
          <p:nvPr>
            <p:ph type="pic" sz="quarter" idx="30"/>
          </p:nvPr>
        </p:nvSpPr>
        <p:spPr>
          <a:xfrm>
            <a:off x="5333999" y="0"/>
            <a:ext cx="3425824" cy="3435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fr-FR" noProof="0"/>
              <a:t>Modifier le texte</a:t>
            </a: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3" y="5723468"/>
            <a:ext cx="2673348" cy="762000"/>
          </a:xfrm>
        </p:spPr>
        <p:txBody>
          <a:bodyPr/>
          <a:lstStyle>
            <a:lvl1pPr>
              <a:defRPr sz="1333">
                <a:solidFill>
                  <a:schemeClr val="bg1"/>
                </a:solidFill>
              </a:defRPr>
            </a:lvl1pPr>
          </a:lstStyle>
          <a:p>
            <a:pPr lvl="0"/>
            <a:r>
              <a:rPr lang="fr-FR" noProof="0"/>
              <a:t>Modifier le texte</a:t>
            </a: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fr-FR" noProof="0"/>
              <a:t>Modifier le texte</a:t>
            </a:r>
          </a:p>
        </p:txBody>
      </p:sp>
      <p:sp>
        <p:nvSpPr>
          <p:cNvPr id="11" name="Text Placeholder">
            <a:extLst>
              <a:ext uri="{FF2B5EF4-FFF2-40B4-BE49-F238E27FC236}">
                <a16:creationId xmlns:a16="http://schemas.microsoft.com/office/drawing/2014/main" id="{8A2AF84C-DF35-7E1D-36A5-A6F25F1010DC}"/>
              </a:ext>
            </a:extLst>
          </p:cNvPr>
          <p:cNvSpPr>
            <a:spLocks noGrp="1"/>
          </p:cNvSpPr>
          <p:nvPr>
            <p:ph type="body" sz="quarter" idx="24" hasCustomPrompt="1"/>
          </p:nvPr>
        </p:nvSpPr>
        <p:spPr>
          <a:xfrm>
            <a:off x="9146118" y="2290235"/>
            <a:ext cx="2660649" cy="755651"/>
          </a:xfrm>
        </p:spPr>
        <p:txBody>
          <a:bodyPr/>
          <a:lstStyle>
            <a:lvl1pPr>
              <a:defRPr sz="1333">
                <a:solidFill>
                  <a:schemeClr val="tx1"/>
                </a:solidFill>
              </a:defRPr>
            </a:lvl1pPr>
          </a:lstStyle>
          <a:p>
            <a:pPr lvl="0"/>
            <a:r>
              <a:rPr lang="fr-FR" noProof="0"/>
              <a:t>Modifier le texte</a:t>
            </a:r>
          </a:p>
        </p:txBody>
      </p:sp>
      <p:sp>
        <p:nvSpPr>
          <p:cNvPr id="10" name="Text Placeholder">
            <a:extLst>
              <a:ext uri="{FF2B5EF4-FFF2-40B4-BE49-F238E27FC236}">
                <a16:creationId xmlns:a16="http://schemas.microsoft.com/office/drawing/2014/main" id="{7811CD6A-DEAC-8126-CBBB-42E67D376F83}"/>
              </a:ext>
            </a:extLst>
          </p:cNvPr>
          <p:cNvSpPr>
            <a:spLocks noGrp="1"/>
          </p:cNvSpPr>
          <p:nvPr>
            <p:ph type="body" sz="quarter" idx="23" hasCustomPrompt="1"/>
          </p:nvPr>
        </p:nvSpPr>
        <p:spPr>
          <a:xfrm>
            <a:off x="9146118" y="385235"/>
            <a:ext cx="2660649" cy="1519768"/>
          </a:xfrm>
        </p:spPr>
        <p:txBody>
          <a:bodyPr/>
          <a:lstStyle>
            <a:lvl1pPr>
              <a:defRPr sz="1867">
                <a:solidFill>
                  <a:schemeClr val="tx1"/>
                </a:solidFill>
              </a:defRPr>
            </a:lvl1pPr>
          </a:lstStyle>
          <a:p>
            <a:pPr lvl="0"/>
            <a:r>
              <a:rPr lang="fr-FR" noProof="0"/>
              <a:t>Modifier le texte</a:t>
            </a: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884" y="381353"/>
            <a:ext cx="2667000" cy="385232"/>
          </a:xfrm>
        </p:spPr>
        <p:txBody>
          <a:bodyPr/>
          <a:lstStyle>
            <a:lvl1pPr>
              <a:defRPr sz="1867">
                <a:solidFill>
                  <a:schemeClr val="tx1"/>
                </a:solidFill>
              </a:defRPr>
            </a:lvl1pPr>
          </a:lstStyle>
          <a:p>
            <a:pPr lvl="0"/>
            <a:r>
              <a:rPr lang="fr-FR" noProof="0"/>
              <a:t>Modifier le texte</a:t>
            </a: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8"/>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1"/>
            <a:ext cx="3810000" cy="759884"/>
          </a:xfrm>
        </p:spPr>
        <p:txBody>
          <a:bodyPr/>
          <a:lstStyle>
            <a:lvl1pPr>
              <a:defRPr/>
            </a:lvl1pPr>
          </a:lstStyle>
          <a:p>
            <a:r>
              <a:rPr lang="fr-FR" noProof="0"/>
              <a:t>Modifier le titre</a:t>
            </a:r>
          </a:p>
        </p:txBody>
      </p:sp>
    </p:spTree>
    <p:extLst>
      <p:ext uri="{BB962C8B-B14F-4D97-AF65-F5344CB8AC3E}">
        <p14:creationId xmlns:p14="http://schemas.microsoft.com/office/powerpoint/2010/main" val="3547915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Pixel_animation_2">
    <p:spTree>
      <p:nvGrpSpPr>
        <p:cNvPr id="1" name=""/>
        <p:cNvGrpSpPr/>
        <p:nvPr/>
      </p:nvGrpSpPr>
      <p:grpSpPr>
        <a:xfrm>
          <a:off x="0" y="0"/>
          <a:ext cx="0" cy="0"/>
          <a:chOff x="0" y="0"/>
          <a:chExt cx="0" cy="0"/>
        </a:xfrm>
      </p:grpSpPr>
      <p:pic>
        <p:nvPicPr>
          <p:cNvPr id="311" name="Pixels">
            <a:extLst>
              <a:ext uri="{FF2B5EF4-FFF2-40B4-BE49-F238E27FC236}">
                <a16:creationId xmlns:a16="http://schemas.microsoft.com/office/drawing/2014/main" id="{71397095-3CA8-67B9-E273-1EC44E7D8A84}"/>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0" y="0"/>
            <a:ext cx="12202667" cy="6864000"/>
          </a:xfrm>
          <a:prstGeom prst="rect">
            <a:avLst/>
          </a:prstGeom>
        </p:spPr>
      </p:pic>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Tree>
    <p:extLst>
      <p:ext uri="{BB962C8B-B14F-4D97-AF65-F5344CB8AC3E}">
        <p14:creationId xmlns:p14="http://schemas.microsoft.com/office/powerpoint/2010/main" val="392175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1_Pixel_animation_3">
    <p:spTree>
      <p:nvGrpSpPr>
        <p:cNvPr id="1" name=""/>
        <p:cNvGrpSpPr/>
        <p:nvPr/>
      </p:nvGrpSpPr>
      <p:grpSpPr>
        <a:xfrm>
          <a:off x="0" y="0"/>
          <a:ext cx="0" cy="0"/>
          <a:chOff x="0" y="0"/>
          <a:chExt cx="0" cy="0"/>
        </a:xfrm>
      </p:grpSpPr>
      <p:pic>
        <p:nvPicPr>
          <p:cNvPr id="166" name="Pixels">
            <a:extLst>
              <a:ext uri="{FF2B5EF4-FFF2-40B4-BE49-F238E27FC236}">
                <a16:creationId xmlns:a16="http://schemas.microsoft.com/office/drawing/2014/main" id="{E2048AC1-DF9D-4A62-2E92-890FBD4F8C6C}"/>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1" y="1"/>
            <a:ext cx="12196233" cy="6860380"/>
          </a:xfrm>
          <a:prstGeom prst="rect">
            <a:avLst/>
          </a:prstGeom>
        </p:spPr>
      </p:pic>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5" y="1524000"/>
            <a:ext cx="3050116" cy="3048000"/>
          </a:xfrm>
          <a:solidFill>
            <a:schemeClr val="accent1"/>
          </a:solidFill>
        </p:spPr>
        <p:txBody>
          <a:bodyPr/>
          <a:lstStyle>
            <a:lvl1pPr>
              <a:defRPr>
                <a:noFill/>
              </a:defRPr>
            </a:lvl1pPr>
          </a:lstStyle>
          <a:p>
            <a:r>
              <a:rPr lang="fr-FR"/>
              <a:t>Cliquez sur l'icône pour ajouter une image</a:t>
            </a: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pPr lvl="0"/>
            <a:r>
              <a:rPr lang="fr-FR" noProof="0"/>
              <a:t>Modifier le titre</a:t>
            </a:r>
          </a:p>
        </p:txBody>
      </p:sp>
    </p:spTree>
    <p:extLst>
      <p:ext uri="{BB962C8B-B14F-4D97-AF65-F5344CB8AC3E}">
        <p14:creationId xmlns:p14="http://schemas.microsoft.com/office/powerpoint/2010/main" val="65419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Static_Pixel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p:nvSpPr>
        <p:spPr>
          <a:xfrm>
            <a:off x="8760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p:nvSpPr>
        <p:spPr>
          <a:xfrm>
            <a:off x="5333999"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6" name="Pixel">
            <a:extLst>
              <a:ext uri="{FF2B5EF4-FFF2-40B4-BE49-F238E27FC236}">
                <a16:creationId xmlns:a16="http://schemas.microsoft.com/office/drawing/2014/main" id="{AE520F3F-52AE-C3D1-52FA-B8E592CA37A8}"/>
              </a:ext>
            </a:extLst>
          </p:cNvPr>
          <p:cNvSpPr/>
          <p:nvPr/>
        </p:nvSpPr>
        <p:spPr>
          <a:xfrm>
            <a:off x="5333999" y="0"/>
            <a:ext cx="3426885" cy="3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5" y="3431117"/>
            <a:ext cx="3431116" cy="3426883"/>
          </a:xfrm>
          <a:solidFill>
            <a:schemeClr val="bg1">
              <a:lumMod val="85000"/>
              <a:lumOff val="15000"/>
            </a:schemeClr>
          </a:solidFill>
        </p:spPr>
        <p:txBody>
          <a:bodyPr/>
          <a:lstStyle>
            <a:lvl1pPr>
              <a:defRPr>
                <a:noFill/>
              </a:defRPr>
            </a:lvl1pPr>
          </a:lstStyle>
          <a:p>
            <a:r>
              <a:rPr lang="fr-FR"/>
              <a:t>Cliquez sur l'icône pour ajouter une image</a:t>
            </a: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en-US"/>
              <a:t>Edit text</a:t>
            </a:r>
            <a:endParaRPr lang="fr-F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9146118" y="2290235"/>
            <a:ext cx="2660649" cy="755651"/>
          </a:xfrm>
        </p:spPr>
        <p:txBody>
          <a:bodyPr/>
          <a:lstStyle>
            <a:lvl1pPr>
              <a:defRPr sz="1333">
                <a:solidFill>
                  <a:schemeClr val="tx1"/>
                </a:solidFill>
              </a:defRPr>
            </a:lvl1pPr>
          </a:lstStyle>
          <a:p>
            <a:pPr lvl="0"/>
            <a:r>
              <a:rPr lang="en-US"/>
              <a:t>Edit text</a:t>
            </a:r>
            <a:endParaRPr lang="fr-F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9146118" y="385235"/>
            <a:ext cx="2660649" cy="1519768"/>
          </a:xfrm>
        </p:spPr>
        <p:txBody>
          <a:bodyPr/>
          <a:lstStyle>
            <a:lvl1pPr>
              <a:defRPr sz="1867">
                <a:solidFill>
                  <a:schemeClr val="tx1"/>
                </a:solidFill>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3" y="5723468"/>
            <a:ext cx="2673348" cy="762000"/>
          </a:xfrm>
        </p:spPr>
        <p:txBody>
          <a:bodyPr/>
          <a:lstStyle>
            <a:lvl1pPr>
              <a:defRPr sz="1333">
                <a:solidFill>
                  <a:schemeClr val="bg1"/>
                </a:solidFill>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en-US"/>
              <a:t>Edit text</a:t>
            </a:r>
            <a:endParaRPr lang="fr-F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5712885" y="2288469"/>
            <a:ext cx="2661884" cy="757416"/>
          </a:xfrm>
        </p:spPr>
        <p:txBody>
          <a:bodyPr/>
          <a:lstStyle>
            <a:lvl1pPr>
              <a:defRPr sz="1333">
                <a:solidFill>
                  <a:schemeClr val="bg1"/>
                </a:solidFill>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460" y="385236"/>
            <a:ext cx="2667424" cy="1521881"/>
          </a:xfrm>
        </p:spPr>
        <p:txBody>
          <a:bodyPr/>
          <a:lstStyle>
            <a:lvl1pPr>
              <a:defRPr sz="1867">
                <a:solidFill>
                  <a:schemeClr val="bg1"/>
                </a:solidFill>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8"/>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1"/>
            <a:ext cx="3810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4290603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35610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1_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3" baseline="0">
                <a:solidFill>
                  <a:schemeClr val="tx1"/>
                </a:solidFill>
              </a:defRPr>
            </a:lvl1pPr>
          </a:lstStyle>
          <a:p>
            <a:r>
              <a:rPr lang="fr-FR" noProof="0"/>
              <a:t>Cliquez pour modifier le titre</a:t>
            </a:r>
          </a:p>
        </p:txBody>
      </p:sp>
      <p:sp>
        <p:nvSpPr>
          <p:cNvPr id="17" name="Text Placeholder 17"/>
          <p:cNvSpPr>
            <a:spLocks noGrp="1"/>
          </p:cNvSpPr>
          <p:nvPr>
            <p:ph type="body" sz="quarter" idx="16" hasCustomPrompt="1"/>
          </p:nvPr>
        </p:nvSpPr>
        <p:spPr>
          <a:xfrm>
            <a:off x="7734300" y="355602"/>
            <a:ext cx="4038600" cy="4538133"/>
          </a:xfrm>
        </p:spPr>
        <p:txBody>
          <a:bodyPr/>
          <a:lstStyle>
            <a:lvl1pPr>
              <a:defRPr/>
            </a:lvl1pPr>
          </a:lstStyle>
          <a:p>
            <a:pPr lvl="0"/>
            <a:r>
              <a:rPr lang="fr-FR" noProof="0"/>
              <a:t>Cliquez pour modifier le texte</a:t>
            </a:r>
          </a:p>
          <a:p>
            <a:pPr lvl="1"/>
            <a:r>
              <a:rPr lang="fr-FR" noProof="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a:t>Cliquez pour modifier le nom du présentateur</a:t>
            </a:r>
          </a:p>
        </p:txBody>
      </p:sp>
    </p:spTree>
    <p:extLst>
      <p:ext uri="{BB962C8B-B14F-4D97-AF65-F5344CB8AC3E}">
        <p14:creationId xmlns:p14="http://schemas.microsoft.com/office/powerpoint/2010/main" val="305137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1" y="1574801"/>
            <a:ext cx="11353800" cy="449368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itle 1"/>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410858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name="1_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7211575"/>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6_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noProof="0" err="1"/>
              <a:t>Cliquez</a:t>
            </a:r>
            <a:r>
              <a:rPr lang="en-US" noProof="0"/>
              <a:t> pour modifier le </a:t>
            </a:r>
            <a:r>
              <a:rPr lang="en-US" noProof="0" err="1"/>
              <a:t>titre</a:t>
            </a:r>
            <a:endParaRPr lang="en-US" noProof="0"/>
          </a:p>
        </p:txBody>
      </p:sp>
      <p:sp>
        <p:nvSpPr>
          <p:cNvPr id="5" name="TextBox 4"/>
          <p:cNvSpPr txBox="1"/>
          <p:nvPr userDrawn="1"/>
        </p:nvSpPr>
        <p:spPr>
          <a:xfrm>
            <a:off x="826065" y="6332195"/>
            <a:ext cx="65" cy="164212"/>
          </a:xfrm>
          <a:prstGeom prst="rect">
            <a:avLst/>
          </a:prstGeom>
          <a:noFill/>
        </p:spPr>
        <p:txBody>
          <a:bodyPr wrap="none" lIns="0" tIns="0" rIns="0" bIns="0" rtlCol="0">
            <a:spAutoFit/>
          </a:bodyPr>
          <a:lstStyle/>
          <a:p>
            <a:endParaRPr kumimoji="0" lang="en-US"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803742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759886" y="1907119"/>
            <a:ext cx="10668001" cy="418464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759886" y="762002"/>
            <a:ext cx="10668001"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3982270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cSld name="2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18B653-B181-B423-A624-17997686FEE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E4E23AF-F15C-DCB9-64EF-E857010D1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9067043-7AF8-6AA4-0459-BC8C8B3F2B7D}"/>
              </a:ext>
            </a:extLst>
          </p:cNvPr>
          <p:cNvSpPr>
            <a:spLocks noGrp="1"/>
          </p:cNvSpPr>
          <p:nvPr>
            <p:ph type="dt" sz="half" idx="10"/>
          </p:nvPr>
        </p:nvSpPr>
        <p:spPr/>
        <p:txBody>
          <a:bodyPr/>
          <a:lstStyle/>
          <a:p>
            <a:fld id="{0006BF69-03CF-4585-AAB6-B4FB145FE52F}"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6FC0F31F-2D0B-AE78-64D6-2B020F7EC9C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383137D-5F8E-8189-279C-2888A2ACA211}"/>
              </a:ext>
            </a:extLst>
          </p:cNvPr>
          <p:cNvSpPr>
            <a:spLocks noGrp="1"/>
          </p:cNvSpPr>
          <p:nvPr>
            <p:ph type="sldNum" sz="quarter" idx="12"/>
          </p:nvPr>
        </p:nvSpPr>
        <p:spPr/>
        <p:txBody>
          <a:bodyPr/>
          <a:lstStyle/>
          <a:p>
            <a:fld id="{F7600D59-9157-45BF-851A-FE418DBAB92F}" type="slidenum">
              <a:rPr lang="fr-FR" smtClean="0"/>
              <a:t>‹#›</a:t>
            </a:fld>
            <a:endParaRPr lang="fr-FR"/>
          </a:p>
        </p:txBody>
      </p:sp>
    </p:spTree>
    <p:extLst>
      <p:ext uri="{BB962C8B-B14F-4D97-AF65-F5344CB8AC3E}">
        <p14:creationId xmlns:p14="http://schemas.microsoft.com/office/powerpoint/2010/main" val="4807312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tatic_Blank">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
        <p:nvSpPr>
          <p:cNvPr id="17" name="Text Placeholder"/>
          <p:cNvSpPr>
            <a:spLocks noGrp="1"/>
          </p:cNvSpPr>
          <p:nvPr>
            <p:ph type="body" sz="quarter" idx="16" hasCustomPrompt="1"/>
          </p:nvPr>
        </p:nvSpPr>
        <p:spPr>
          <a:xfrm>
            <a:off x="759885" y="3814234"/>
            <a:ext cx="4193115" cy="753532"/>
          </a:xfrm>
        </p:spPr>
        <p:txBody>
          <a:bodyPr/>
          <a:lstStyle>
            <a:lvl1pPr>
              <a:defRPr/>
            </a:lvl1pPr>
          </a:lstStyle>
          <a:p>
            <a:pPr lvl="0"/>
            <a:r>
              <a:rPr lang="en-US"/>
              <a:t>Edit text</a:t>
            </a:r>
          </a:p>
          <a:p>
            <a:pPr lvl="1"/>
            <a:r>
              <a:rPr lang="en-US"/>
              <a:t>Second level</a:t>
            </a:r>
          </a:p>
        </p:txBody>
      </p:sp>
    </p:spTree>
    <p:extLst>
      <p:ext uri="{BB962C8B-B14F-4D97-AF65-F5344CB8AC3E}">
        <p14:creationId xmlns:p14="http://schemas.microsoft.com/office/powerpoint/2010/main" val="516190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tatic_Pixel_1">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grpSp>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5" y="1524000"/>
            <a:ext cx="3050116" cy="3048000"/>
          </a:xfrm>
          <a:solidFill>
            <a:schemeClr val="accent1"/>
          </a:solidFill>
        </p:spPr>
        <p:txBody>
          <a:bodyPr/>
          <a:lstStyle>
            <a:lvl1pPr>
              <a:defRPr>
                <a:noFill/>
              </a:defRPr>
            </a:lvl1pPr>
          </a:lstStyle>
          <a:p>
            <a:r>
              <a:rPr lang="en-US"/>
              <a:t>Click icon to add picture</a:t>
            </a:r>
            <a:endParaRPr lang="fr-F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4102966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tatic_Pixel_2">
    <p:spTree>
      <p:nvGrpSpPr>
        <p:cNvPr id="1" name=""/>
        <p:cNvGrpSpPr/>
        <p:nvPr/>
      </p:nvGrpSpPr>
      <p:grpSpPr>
        <a:xfrm>
          <a:off x="0" y="0"/>
          <a:ext cx="0" cy="0"/>
          <a:chOff x="0" y="0"/>
          <a:chExt cx="0" cy="0"/>
        </a:xfrm>
      </p:grpSpPr>
      <p:grpSp>
        <p:nvGrpSpPr>
          <p:cNvPr id="3" name="Pixels">
            <a:extLst>
              <a:ext uri="{FF2B5EF4-FFF2-40B4-BE49-F238E27FC236}">
                <a16:creationId xmlns:a16="http://schemas.microsoft.com/office/drawing/2014/main" id="{32B2C01B-8598-61AF-A0B1-4879F925A87F}"/>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4" name="Freeform: Shape 3">
              <a:extLst>
                <a:ext uri="{FF2B5EF4-FFF2-40B4-BE49-F238E27FC236}">
                  <a16:creationId xmlns:a16="http://schemas.microsoft.com/office/drawing/2014/main" id="{E81100D8-B382-9CD3-2826-7FE42E96CC9F}"/>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 name="Freeform: Shape 5">
              <a:extLst>
                <a:ext uri="{FF2B5EF4-FFF2-40B4-BE49-F238E27FC236}">
                  <a16:creationId xmlns:a16="http://schemas.microsoft.com/office/drawing/2014/main" id="{5C800AC1-6D04-0E15-D7E7-0B26F2352DB5}"/>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 name="Freeform: Shape 6">
              <a:extLst>
                <a:ext uri="{FF2B5EF4-FFF2-40B4-BE49-F238E27FC236}">
                  <a16:creationId xmlns:a16="http://schemas.microsoft.com/office/drawing/2014/main" id="{54C2DFCE-D1AE-F568-2045-D2E3532253A1}"/>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 name="Freeform: Shape 7">
              <a:extLst>
                <a:ext uri="{FF2B5EF4-FFF2-40B4-BE49-F238E27FC236}">
                  <a16:creationId xmlns:a16="http://schemas.microsoft.com/office/drawing/2014/main" id="{B68A3046-4E87-67C7-FC6D-32716E10A2DE}"/>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 name="Freeform: Shape 8">
              <a:extLst>
                <a:ext uri="{FF2B5EF4-FFF2-40B4-BE49-F238E27FC236}">
                  <a16:creationId xmlns:a16="http://schemas.microsoft.com/office/drawing/2014/main" id="{BA180481-87DC-60CC-0EB4-1B3E51F874E4}"/>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 name="Freeform: Shape 9">
              <a:extLst>
                <a:ext uri="{FF2B5EF4-FFF2-40B4-BE49-F238E27FC236}">
                  <a16:creationId xmlns:a16="http://schemas.microsoft.com/office/drawing/2014/main" id="{04B995B1-C86D-09AE-7C9F-B6AEF9A1FA67}"/>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1" name="Freeform: Shape 10">
              <a:extLst>
                <a:ext uri="{FF2B5EF4-FFF2-40B4-BE49-F238E27FC236}">
                  <a16:creationId xmlns:a16="http://schemas.microsoft.com/office/drawing/2014/main" id="{F319EF8E-ABA2-A5A4-6C12-FBA5D3397E11}"/>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2" name="Freeform: Shape 11">
              <a:extLst>
                <a:ext uri="{FF2B5EF4-FFF2-40B4-BE49-F238E27FC236}">
                  <a16:creationId xmlns:a16="http://schemas.microsoft.com/office/drawing/2014/main" id="{560FDBA2-A2F7-9D62-E5EA-3EBA04D50B05}"/>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 name="Freeform: Shape 12">
              <a:extLst>
                <a:ext uri="{FF2B5EF4-FFF2-40B4-BE49-F238E27FC236}">
                  <a16:creationId xmlns:a16="http://schemas.microsoft.com/office/drawing/2014/main" id="{CD60F4C0-A798-4C9C-D500-292789E8454C}"/>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 name="Freeform: Shape 13">
              <a:extLst>
                <a:ext uri="{FF2B5EF4-FFF2-40B4-BE49-F238E27FC236}">
                  <a16:creationId xmlns:a16="http://schemas.microsoft.com/office/drawing/2014/main" id="{1BE2448B-5F48-3BC4-A181-DC8C2B3E0562}"/>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 name="Freeform: Shape 14">
              <a:extLst>
                <a:ext uri="{FF2B5EF4-FFF2-40B4-BE49-F238E27FC236}">
                  <a16:creationId xmlns:a16="http://schemas.microsoft.com/office/drawing/2014/main" id="{0C6F739F-FD90-D6B1-FF74-D2BA4B5C0895}"/>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 name="Freeform: Shape 15">
              <a:extLst>
                <a:ext uri="{FF2B5EF4-FFF2-40B4-BE49-F238E27FC236}">
                  <a16:creationId xmlns:a16="http://schemas.microsoft.com/office/drawing/2014/main" id="{4FB9915E-C544-8357-FD6E-C8E265D2DEFF}"/>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 name="Freeform: Shape 17">
              <a:extLst>
                <a:ext uri="{FF2B5EF4-FFF2-40B4-BE49-F238E27FC236}">
                  <a16:creationId xmlns:a16="http://schemas.microsoft.com/office/drawing/2014/main" id="{CAFDD315-1458-9278-4CF9-455C8D76E0B4}"/>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9" name="Freeform: Shape 18">
              <a:extLst>
                <a:ext uri="{FF2B5EF4-FFF2-40B4-BE49-F238E27FC236}">
                  <a16:creationId xmlns:a16="http://schemas.microsoft.com/office/drawing/2014/main" id="{CADAF5EA-08EC-2875-332F-35093B3E20C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 name="Freeform: Shape 19">
              <a:extLst>
                <a:ext uri="{FF2B5EF4-FFF2-40B4-BE49-F238E27FC236}">
                  <a16:creationId xmlns:a16="http://schemas.microsoft.com/office/drawing/2014/main" id="{94B8E17F-F39C-BD3A-3507-7ADD9921096D}"/>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 name="Freeform: Shape 20">
              <a:extLst>
                <a:ext uri="{FF2B5EF4-FFF2-40B4-BE49-F238E27FC236}">
                  <a16:creationId xmlns:a16="http://schemas.microsoft.com/office/drawing/2014/main" id="{7BCDCB05-186C-9517-40AA-C640B1F3B36E}"/>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 name="Freeform: Shape 21">
              <a:extLst>
                <a:ext uri="{FF2B5EF4-FFF2-40B4-BE49-F238E27FC236}">
                  <a16:creationId xmlns:a16="http://schemas.microsoft.com/office/drawing/2014/main" id="{057355A1-4292-516E-FF74-90D04C993ACF}"/>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 name="Freeform: Shape 22">
              <a:extLst>
                <a:ext uri="{FF2B5EF4-FFF2-40B4-BE49-F238E27FC236}">
                  <a16:creationId xmlns:a16="http://schemas.microsoft.com/office/drawing/2014/main" id="{E5F07B47-7C21-B9DC-016B-826E659CD91B}"/>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 name="Freeform: Shape 23">
              <a:extLst>
                <a:ext uri="{FF2B5EF4-FFF2-40B4-BE49-F238E27FC236}">
                  <a16:creationId xmlns:a16="http://schemas.microsoft.com/office/drawing/2014/main" id="{6DC892BB-2CA9-3AA1-4DFC-2935051A607D}"/>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 name="Freeform: Shape 24">
              <a:extLst>
                <a:ext uri="{FF2B5EF4-FFF2-40B4-BE49-F238E27FC236}">
                  <a16:creationId xmlns:a16="http://schemas.microsoft.com/office/drawing/2014/main" id="{89A9CE13-E980-BDE6-AEB6-5F93602ECDC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2" name="Freeform: Shape 41">
              <a:extLst>
                <a:ext uri="{FF2B5EF4-FFF2-40B4-BE49-F238E27FC236}">
                  <a16:creationId xmlns:a16="http://schemas.microsoft.com/office/drawing/2014/main" id="{811E3D8F-9E94-44B7-5A0F-DA8BA84C72A3}"/>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43" name="Freeform: Shape 42">
              <a:extLst>
                <a:ext uri="{FF2B5EF4-FFF2-40B4-BE49-F238E27FC236}">
                  <a16:creationId xmlns:a16="http://schemas.microsoft.com/office/drawing/2014/main" id="{AD05C2CB-2010-2A91-A83D-74EC00C257E5}"/>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44" name="Freeform: Shape 43">
              <a:extLst>
                <a:ext uri="{FF2B5EF4-FFF2-40B4-BE49-F238E27FC236}">
                  <a16:creationId xmlns:a16="http://schemas.microsoft.com/office/drawing/2014/main" id="{BA724FA6-FDC4-D0D4-A206-675D16E2E799}"/>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45" name="Freeform: Shape 44">
              <a:extLst>
                <a:ext uri="{FF2B5EF4-FFF2-40B4-BE49-F238E27FC236}">
                  <a16:creationId xmlns:a16="http://schemas.microsoft.com/office/drawing/2014/main" id="{9EE66EE4-2EE1-141F-7C77-F6E2AB556557}"/>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6" name="Freeform: Shape 45">
              <a:extLst>
                <a:ext uri="{FF2B5EF4-FFF2-40B4-BE49-F238E27FC236}">
                  <a16:creationId xmlns:a16="http://schemas.microsoft.com/office/drawing/2014/main" id="{60D6CFDC-D0C2-678C-0040-44BB4FD7FBA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7" name="Freeform: Shape 46">
              <a:extLst>
                <a:ext uri="{FF2B5EF4-FFF2-40B4-BE49-F238E27FC236}">
                  <a16:creationId xmlns:a16="http://schemas.microsoft.com/office/drawing/2014/main" id="{DFF8CE51-317C-C389-60B6-797DDA4492B7}"/>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8" name="Freeform: Shape 47">
              <a:extLst>
                <a:ext uri="{FF2B5EF4-FFF2-40B4-BE49-F238E27FC236}">
                  <a16:creationId xmlns:a16="http://schemas.microsoft.com/office/drawing/2014/main" id="{56E8A70E-C056-6B13-7A7A-46A00C5A2A5B}"/>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9" name="Freeform: Shape 48">
              <a:extLst>
                <a:ext uri="{FF2B5EF4-FFF2-40B4-BE49-F238E27FC236}">
                  <a16:creationId xmlns:a16="http://schemas.microsoft.com/office/drawing/2014/main" id="{9C8A9C4A-61B7-EBD3-1EA4-7B86B74A70D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0" name="Freeform: Shape 49">
              <a:extLst>
                <a:ext uri="{FF2B5EF4-FFF2-40B4-BE49-F238E27FC236}">
                  <a16:creationId xmlns:a16="http://schemas.microsoft.com/office/drawing/2014/main" id="{907895E9-527B-E3F1-BD24-FACC1E3EDB78}"/>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51" name="Freeform: Shape 50">
              <a:extLst>
                <a:ext uri="{FF2B5EF4-FFF2-40B4-BE49-F238E27FC236}">
                  <a16:creationId xmlns:a16="http://schemas.microsoft.com/office/drawing/2014/main" id="{2DF9AFF0-538F-42DD-852A-BCBFBF5D0BB9}"/>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52" name="Freeform: Shape 51">
              <a:extLst>
                <a:ext uri="{FF2B5EF4-FFF2-40B4-BE49-F238E27FC236}">
                  <a16:creationId xmlns:a16="http://schemas.microsoft.com/office/drawing/2014/main" id="{88B84CFA-8722-BF4D-E865-04F9553BA867}"/>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53" name="Freeform: Shape 52">
              <a:extLst>
                <a:ext uri="{FF2B5EF4-FFF2-40B4-BE49-F238E27FC236}">
                  <a16:creationId xmlns:a16="http://schemas.microsoft.com/office/drawing/2014/main" id="{27E513F5-3AAB-BA54-E3C6-08C35BEC79D7}"/>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4" name="Freeform: Shape 53">
              <a:extLst>
                <a:ext uri="{FF2B5EF4-FFF2-40B4-BE49-F238E27FC236}">
                  <a16:creationId xmlns:a16="http://schemas.microsoft.com/office/drawing/2014/main" id="{3C9876BD-DB02-4363-9E5F-89C366317CED}"/>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5" name="Freeform: Shape 54">
              <a:extLst>
                <a:ext uri="{FF2B5EF4-FFF2-40B4-BE49-F238E27FC236}">
                  <a16:creationId xmlns:a16="http://schemas.microsoft.com/office/drawing/2014/main" id="{B2349602-1592-95FC-E0EC-F4EB383FAF9B}"/>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6" name="Freeform: Shape 55">
              <a:extLst>
                <a:ext uri="{FF2B5EF4-FFF2-40B4-BE49-F238E27FC236}">
                  <a16:creationId xmlns:a16="http://schemas.microsoft.com/office/drawing/2014/main" id="{47AE2A33-D595-2C6D-A081-E4727B5B65D3}"/>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7" name="Freeform: Shape 56">
              <a:extLst>
                <a:ext uri="{FF2B5EF4-FFF2-40B4-BE49-F238E27FC236}">
                  <a16:creationId xmlns:a16="http://schemas.microsoft.com/office/drawing/2014/main" id="{8229472F-9DC6-70A0-1D25-39EFFDA82B8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8" name="Freeform: Shape 57">
              <a:extLst>
                <a:ext uri="{FF2B5EF4-FFF2-40B4-BE49-F238E27FC236}">
                  <a16:creationId xmlns:a16="http://schemas.microsoft.com/office/drawing/2014/main" id="{0D427E41-CF33-3758-8DAE-2FFEAF031F7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9" name="Freeform: Shape 58">
              <a:extLst>
                <a:ext uri="{FF2B5EF4-FFF2-40B4-BE49-F238E27FC236}">
                  <a16:creationId xmlns:a16="http://schemas.microsoft.com/office/drawing/2014/main" id="{2A360893-D263-523E-DCED-C51FD69FC0DA}"/>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60" name="Freeform: Shape 59">
              <a:extLst>
                <a:ext uri="{FF2B5EF4-FFF2-40B4-BE49-F238E27FC236}">
                  <a16:creationId xmlns:a16="http://schemas.microsoft.com/office/drawing/2014/main" id="{C74FB631-2F11-0535-D822-7FCDFE1624DD}"/>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1" name="Freeform: Shape 60">
              <a:extLst>
                <a:ext uri="{FF2B5EF4-FFF2-40B4-BE49-F238E27FC236}">
                  <a16:creationId xmlns:a16="http://schemas.microsoft.com/office/drawing/2014/main" id="{7E662AB4-3AFA-1566-F7A6-9BF243D5E56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62" name="Freeform: Shape 61">
              <a:extLst>
                <a:ext uri="{FF2B5EF4-FFF2-40B4-BE49-F238E27FC236}">
                  <a16:creationId xmlns:a16="http://schemas.microsoft.com/office/drawing/2014/main" id="{21E5379A-2070-C989-CD7B-4E7BF6334163}"/>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3" name="Freeform: Shape 62">
              <a:extLst>
                <a:ext uri="{FF2B5EF4-FFF2-40B4-BE49-F238E27FC236}">
                  <a16:creationId xmlns:a16="http://schemas.microsoft.com/office/drawing/2014/main" id="{75C70D20-7C28-E8DA-CD85-31787BB92D84}"/>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4" name="Freeform: Shape 63">
              <a:extLst>
                <a:ext uri="{FF2B5EF4-FFF2-40B4-BE49-F238E27FC236}">
                  <a16:creationId xmlns:a16="http://schemas.microsoft.com/office/drawing/2014/main" id="{05D4E967-05D9-4A49-8E0D-F2964C83DB76}"/>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5" name="Freeform: Shape 64">
              <a:extLst>
                <a:ext uri="{FF2B5EF4-FFF2-40B4-BE49-F238E27FC236}">
                  <a16:creationId xmlns:a16="http://schemas.microsoft.com/office/drawing/2014/main" id="{D55A9D37-0F32-71AB-78F8-164055760C5C}"/>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6" name="Freeform: Shape 65">
              <a:extLst>
                <a:ext uri="{FF2B5EF4-FFF2-40B4-BE49-F238E27FC236}">
                  <a16:creationId xmlns:a16="http://schemas.microsoft.com/office/drawing/2014/main" id="{3EC56F55-90C5-C1A8-7EBE-31EA437EA4D3}"/>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7" name="Freeform: Shape 66">
              <a:extLst>
                <a:ext uri="{FF2B5EF4-FFF2-40B4-BE49-F238E27FC236}">
                  <a16:creationId xmlns:a16="http://schemas.microsoft.com/office/drawing/2014/main" id="{737DCCCA-9164-661A-6B24-467CB516933F}"/>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68" name="Freeform: Shape 67">
              <a:extLst>
                <a:ext uri="{FF2B5EF4-FFF2-40B4-BE49-F238E27FC236}">
                  <a16:creationId xmlns:a16="http://schemas.microsoft.com/office/drawing/2014/main" id="{1AA3E843-BA32-11A4-2772-D0CFC6753D4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69" name="Freeform: Shape 68">
              <a:extLst>
                <a:ext uri="{FF2B5EF4-FFF2-40B4-BE49-F238E27FC236}">
                  <a16:creationId xmlns:a16="http://schemas.microsoft.com/office/drawing/2014/main" id="{EBAFA06B-3A71-E051-CB73-90A5F1DA7CF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0" name="Freeform: Shape 69">
              <a:extLst>
                <a:ext uri="{FF2B5EF4-FFF2-40B4-BE49-F238E27FC236}">
                  <a16:creationId xmlns:a16="http://schemas.microsoft.com/office/drawing/2014/main" id="{F7DD9422-77C0-7FD8-66F7-8789DCEDBF8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1" name="Freeform: Shape 70">
              <a:extLst>
                <a:ext uri="{FF2B5EF4-FFF2-40B4-BE49-F238E27FC236}">
                  <a16:creationId xmlns:a16="http://schemas.microsoft.com/office/drawing/2014/main" id="{CDAE5A93-EA9C-E247-6499-C9794DB13489}"/>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2" name="Freeform: Shape 71">
              <a:extLst>
                <a:ext uri="{FF2B5EF4-FFF2-40B4-BE49-F238E27FC236}">
                  <a16:creationId xmlns:a16="http://schemas.microsoft.com/office/drawing/2014/main" id="{2A9B8EEC-A013-1285-944F-A37DEB5825C0}"/>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3" name="Freeform: Shape 72">
              <a:extLst>
                <a:ext uri="{FF2B5EF4-FFF2-40B4-BE49-F238E27FC236}">
                  <a16:creationId xmlns:a16="http://schemas.microsoft.com/office/drawing/2014/main" id="{EB750D8C-725F-9E26-147F-959765E9CAF9}"/>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4" name="Freeform: Shape 73">
              <a:extLst>
                <a:ext uri="{FF2B5EF4-FFF2-40B4-BE49-F238E27FC236}">
                  <a16:creationId xmlns:a16="http://schemas.microsoft.com/office/drawing/2014/main" id="{6884A303-9D71-C709-05C8-1515F7330E9B}"/>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5" name="Freeform: Shape 74">
              <a:extLst>
                <a:ext uri="{FF2B5EF4-FFF2-40B4-BE49-F238E27FC236}">
                  <a16:creationId xmlns:a16="http://schemas.microsoft.com/office/drawing/2014/main" id="{FD03D4C9-1812-DD4A-71D4-5A10BBC53402}"/>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6" name="Freeform: Shape 75">
              <a:extLst>
                <a:ext uri="{FF2B5EF4-FFF2-40B4-BE49-F238E27FC236}">
                  <a16:creationId xmlns:a16="http://schemas.microsoft.com/office/drawing/2014/main" id="{F073DA85-D3DB-9840-4576-3F90AC3A2A5A}"/>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7" name="Freeform: Shape 76">
              <a:extLst>
                <a:ext uri="{FF2B5EF4-FFF2-40B4-BE49-F238E27FC236}">
                  <a16:creationId xmlns:a16="http://schemas.microsoft.com/office/drawing/2014/main" id="{F8FBAF4A-035C-8BB2-6424-A55F6AF9D0D0}"/>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78" name="Freeform: Shape 77">
              <a:extLst>
                <a:ext uri="{FF2B5EF4-FFF2-40B4-BE49-F238E27FC236}">
                  <a16:creationId xmlns:a16="http://schemas.microsoft.com/office/drawing/2014/main" id="{6FC41C8E-F238-8658-2D46-C4ECEF47986F}"/>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9" name="Freeform: Shape 78">
              <a:extLst>
                <a:ext uri="{FF2B5EF4-FFF2-40B4-BE49-F238E27FC236}">
                  <a16:creationId xmlns:a16="http://schemas.microsoft.com/office/drawing/2014/main" id="{D7AF2D12-E059-A43A-6A46-6C8E27A7DDA7}"/>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0" name="Freeform: Shape 79">
              <a:extLst>
                <a:ext uri="{FF2B5EF4-FFF2-40B4-BE49-F238E27FC236}">
                  <a16:creationId xmlns:a16="http://schemas.microsoft.com/office/drawing/2014/main" id="{CC960CE5-06C4-73AD-AFDA-D5319E64D665}"/>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1" name="Freeform: Shape 80">
              <a:extLst>
                <a:ext uri="{FF2B5EF4-FFF2-40B4-BE49-F238E27FC236}">
                  <a16:creationId xmlns:a16="http://schemas.microsoft.com/office/drawing/2014/main" id="{C1D660B8-1B0D-62DC-37A2-C980F9C86631}"/>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2" name="Freeform: Shape 81">
              <a:extLst>
                <a:ext uri="{FF2B5EF4-FFF2-40B4-BE49-F238E27FC236}">
                  <a16:creationId xmlns:a16="http://schemas.microsoft.com/office/drawing/2014/main" id="{23EBC772-F8DF-3507-BAAB-F751D9DD39AC}"/>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3" name="Freeform: Shape 82">
              <a:extLst>
                <a:ext uri="{FF2B5EF4-FFF2-40B4-BE49-F238E27FC236}">
                  <a16:creationId xmlns:a16="http://schemas.microsoft.com/office/drawing/2014/main" id="{A07A5405-5004-BC9D-8DA9-55CECEEA4CAB}"/>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4" name="Freeform: Shape 83">
              <a:extLst>
                <a:ext uri="{FF2B5EF4-FFF2-40B4-BE49-F238E27FC236}">
                  <a16:creationId xmlns:a16="http://schemas.microsoft.com/office/drawing/2014/main" id="{66E65A34-F69F-0B89-C058-B1D331BD6DD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5" name="Freeform: Shape 84">
              <a:extLst>
                <a:ext uri="{FF2B5EF4-FFF2-40B4-BE49-F238E27FC236}">
                  <a16:creationId xmlns:a16="http://schemas.microsoft.com/office/drawing/2014/main" id="{F38CAADC-2E90-3A9D-2D19-C4B5B7590CAC}"/>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6" name="Freeform: Shape 85">
              <a:extLst>
                <a:ext uri="{FF2B5EF4-FFF2-40B4-BE49-F238E27FC236}">
                  <a16:creationId xmlns:a16="http://schemas.microsoft.com/office/drawing/2014/main" id="{2E3F28A2-935B-92F5-1F97-C86243B1A5DE}"/>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7" name="Freeform: Shape 86">
              <a:extLst>
                <a:ext uri="{FF2B5EF4-FFF2-40B4-BE49-F238E27FC236}">
                  <a16:creationId xmlns:a16="http://schemas.microsoft.com/office/drawing/2014/main" id="{82042120-95CC-2B21-5BA0-096640F68A2F}"/>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8" name="Freeform: Shape 87">
              <a:extLst>
                <a:ext uri="{FF2B5EF4-FFF2-40B4-BE49-F238E27FC236}">
                  <a16:creationId xmlns:a16="http://schemas.microsoft.com/office/drawing/2014/main" id="{52E376B2-9254-483B-B3BC-0C0D082AC5AB}"/>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89" name="Freeform: Shape 88">
              <a:extLst>
                <a:ext uri="{FF2B5EF4-FFF2-40B4-BE49-F238E27FC236}">
                  <a16:creationId xmlns:a16="http://schemas.microsoft.com/office/drawing/2014/main" id="{504152E0-6880-FDA5-0E2F-8A41FFB1C7D8}"/>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0" name="Freeform: Shape 89">
              <a:extLst>
                <a:ext uri="{FF2B5EF4-FFF2-40B4-BE49-F238E27FC236}">
                  <a16:creationId xmlns:a16="http://schemas.microsoft.com/office/drawing/2014/main" id="{5C03B13D-7781-EB68-04E0-F0E8B39E82CF}"/>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91" name="Freeform: Shape 90">
              <a:extLst>
                <a:ext uri="{FF2B5EF4-FFF2-40B4-BE49-F238E27FC236}">
                  <a16:creationId xmlns:a16="http://schemas.microsoft.com/office/drawing/2014/main" id="{8B2388EE-98AD-2466-B263-E0B3414E559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92" name="Freeform: Shape 91">
              <a:extLst>
                <a:ext uri="{FF2B5EF4-FFF2-40B4-BE49-F238E27FC236}">
                  <a16:creationId xmlns:a16="http://schemas.microsoft.com/office/drawing/2014/main" id="{3BE9A40F-B6F6-1AB7-345A-9F760B2BF004}"/>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3" name="Freeform: Shape 92">
              <a:extLst>
                <a:ext uri="{FF2B5EF4-FFF2-40B4-BE49-F238E27FC236}">
                  <a16:creationId xmlns:a16="http://schemas.microsoft.com/office/drawing/2014/main" id="{AC2780B7-6117-E621-163C-EAB24012DA36}"/>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94" name="Freeform: Shape 93">
              <a:extLst>
                <a:ext uri="{FF2B5EF4-FFF2-40B4-BE49-F238E27FC236}">
                  <a16:creationId xmlns:a16="http://schemas.microsoft.com/office/drawing/2014/main" id="{2A0A6990-15D1-C49A-B861-3896812B929F}"/>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95" name="Freeform: Shape 94">
              <a:extLst>
                <a:ext uri="{FF2B5EF4-FFF2-40B4-BE49-F238E27FC236}">
                  <a16:creationId xmlns:a16="http://schemas.microsoft.com/office/drawing/2014/main" id="{4D5641B0-72E6-5116-69F4-2908216634AD}"/>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6" name="Freeform: Shape 95">
              <a:extLst>
                <a:ext uri="{FF2B5EF4-FFF2-40B4-BE49-F238E27FC236}">
                  <a16:creationId xmlns:a16="http://schemas.microsoft.com/office/drawing/2014/main" id="{0B8429CA-3F74-29CB-47A2-C3ED3BEB245D}"/>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7" name="Freeform: Shape 96">
              <a:extLst>
                <a:ext uri="{FF2B5EF4-FFF2-40B4-BE49-F238E27FC236}">
                  <a16:creationId xmlns:a16="http://schemas.microsoft.com/office/drawing/2014/main" id="{E26B9BFF-E2F8-7282-237F-BBF28E8B0260}"/>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98" name="Freeform: Shape 97">
              <a:extLst>
                <a:ext uri="{FF2B5EF4-FFF2-40B4-BE49-F238E27FC236}">
                  <a16:creationId xmlns:a16="http://schemas.microsoft.com/office/drawing/2014/main" id="{168017DD-D5BD-306B-2403-6F412AF547E5}"/>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9" name="Freeform: Shape 98">
              <a:extLst>
                <a:ext uri="{FF2B5EF4-FFF2-40B4-BE49-F238E27FC236}">
                  <a16:creationId xmlns:a16="http://schemas.microsoft.com/office/drawing/2014/main" id="{7EDA2694-2C8F-174A-3131-E341C38DC13D}"/>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0" name="Freeform: Shape 99">
              <a:extLst>
                <a:ext uri="{FF2B5EF4-FFF2-40B4-BE49-F238E27FC236}">
                  <a16:creationId xmlns:a16="http://schemas.microsoft.com/office/drawing/2014/main" id="{202663BD-B3C2-980C-4CD2-CB3504B6785F}"/>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1" name="Freeform: Shape 100">
              <a:extLst>
                <a:ext uri="{FF2B5EF4-FFF2-40B4-BE49-F238E27FC236}">
                  <a16:creationId xmlns:a16="http://schemas.microsoft.com/office/drawing/2014/main" id="{1018E2A4-AF65-9E63-D22C-8AB4E2B0F75E}"/>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02" name="Freeform: Shape 101">
              <a:extLst>
                <a:ext uri="{FF2B5EF4-FFF2-40B4-BE49-F238E27FC236}">
                  <a16:creationId xmlns:a16="http://schemas.microsoft.com/office/drawing/2014/main" id="{A5BFF598-9FBE-C840-0D6C-B4A0762A4B3E}"/>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3" name="Freeform: Shape 102">
              <a:extLst>
                <a:ext uri="{FF2B5EF4-FFF2-40B4-BE49-F238E27FC236}">
                  <a16:creationId xmlns:a16="http://schemas.microsoft.com/office/drawing/2014/main" id="{6BD151C2-BF23-0123-9FD2-231167EF6E3A}"/>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4" name="Freeform: Shape 103">
              <a:extLst>
                <a:ext uri="{FF2B5EF4-FFF2-40B4-BE49-F238E27FC236}">
                  <a16:creationId xmlns:a16="http://schemas.microsoft.com/office/drawing/2014/main" id="{0FB8649B-DF77-850F-D1A5-10674DA8229B}"/>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5" name="Freeform: Shape 104">
              <a:extLst>
                <a:ext uri="{FF2B5EF4-FFF2-40B4-BE49-F238E27FC236}">
                  <a16:creationId xmlns:a16="http://schemas.microsoft.com/office/drawing/2014/main" id="{5368C4B5-4DF5-D380-E850-54CA2A90D7E5}"/>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6" name="Freeform: Shape 105">
              <a:extLst>
                <a:ext uri="{FF2B5EF4-FFF2-40B4-BE49-F238E27FC236}">
                  <a16:creationId xmlns:a16="http://schemas.microsoft.com/office/drawing/2014/main" id="{29BC6A4F-854C-68EF-C820-C4DD066360C2}"/>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7" name="Freeform: Shape 106">
              <a:extLst>
                <a:ext uri="{FF2B5EF4-FFF2-40B4-BE49-F238E27FC236}">
                  <a16:creationId xmlns:a16="http://schemas.microsoft.com/office/drawing/2014/main" id="{6BF080D4-3C7E-5EBD-B85D-B624736D3A0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08" name="Freeform: Shape 107">
              <a:extLst>
                <a:ext uri="{FF2B5EF4-FFF2-40B4-BE49-F238E27FC236}">
                  <a16:creationId xmlns:a16="http://schemas.microsoft.com/office/drawing/2014/main" id="{18BEB113-E186-9AF5-382B-E6BD4508BD96}"/>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9" name="Freeform: Shape 108">
              <a:extLst>
                <a:ext uri="{FF2B5EF4-FFF2-40B4-BE49-F238E27FC236}">
                  <a16:creationId xmlns:a16="http://schemas.microsoft.com/office/drawing/2014/main" id="{F99EB533-AA2E-1A23-1258-0C6B3EF521D9}"/>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10" name="Freeform: Shape 109">
              <a:extLst>
                <a:ext uri="{FF2B5EF4-FFF2-40B4-BE49-F238E27FC236}">
                  <a16:creationId xmlns:a16="http://schemas.microsoft.com/office/drawing/2014/main" id="{A242AE7B-18FE-C59C-433C-D189561C7BEC}"/>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1" name="Freeform: Shape 110">
              <a:extLst>
                <a:ext uri="{FF2B5EF4-FFF2-40B4-BE49-F238E27FC236}">
                  <a16:creationId xmlns:a16="http://schemas.microsoft.com/office/drawing/2014/main" id="{6BB4D8A3-26EF-105C-F62B-DA1EF08F70A2}"/>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2" name="Freeform: Shape 111">
              <a:extLst>
                <a:ext uri="{FF2B5EF4-FFF2-40B4-BE49-F238E27FC236}">
                  <a16:creationId xmlns:a16="http://schemas.microsoft.com/office/drawing/2014/main" id="{48FD908D-41CD-F460-14A8-A3E86ABC8981}"/>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3" name="Freeform: Shape 112">
              <a:extLst>
                <a:ext uri="{FF2B5EF4-FFF2-40B4-BE49-F238E27FC236}">
                  <a16:creationId xmlns:a16="http://schemas.microsoft.com/office/drawing/2014/main" id="{E5CD5982-B1BB-F05D-1129-D3375B9028A5}"/>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4" name="Freeform: Shape 113">
              <a:extLst>
                <a:ext uri="{FF2B5EF4-FFF2-40B4-BE49-F238E27FC236}">
                  <a16:creationId xmlns:a16="http://schemas.microsoft.com/office/drawing/2014/main" id="{D2118FC6-12D5-7CF3-786A-2EAF9F34A522}"/>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5" name="Freeform: Shape 114">
              <a:extLst>
                <a:ext uri="{FF2B5EF4-FFF2-40B4-BE49-F238E27FC236}">
                  <a16:creationId xmlns:a16="http://schemas.microsoft.com/office/drawing/2014/main" id="{0836221A-8D31-09C6-8668-F3CB2BDCACB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6" name="Freeform: Shape 115">
              <a:extLst>
                <a:ext uri="{FF2B5EF4-FFF2-40B4-BE49-F238E27FC236}">
                  <a16:creationId xmlns:a16="http://schemas.microsoft.com/office/drawing/2014/main" id="{6D32AD7A-075C-037D-17A8-E959EAB2194B}"/>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17" name="Freeform: Shape 116">
              <a:extLst>
                <a:ext uri="{FF2B5EF4-FFF2-40B4-BE49-F238E27FC236}">
                  <a16:creationId xmlns:a16="http://schemas.microsoft.com/office/drawing/2014/main" id="{1F7E5AC0-4047-1C0E-B573-62F3FC2E485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18" name="Freeform: Shape 117">
              <a:extLst>
                <a:ext uri="{FF2B5EF4-FFF2-40B4-BE49-F238E27FC236}">
                  <a16:creationId xmlns:a16="http://schemas.microsoft.com/office/drawing/2014/main" id="{7B9CD6BB-CC27-392C-5D87-654F30E45E47}"/>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9" name="Freeform: Shape 118">
              <a:extLst>
                <a:ext uri="{FF2B5EF4-FFF2-40B4-BE49-F238E27FC236}">
                  <a16:creationId xmlns:a16="http://schemas.microsoft.com/office/drawing/2014/main" id="{FC980C21-C85F-ABC6-F468-147554F8455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0" name="Freeform: Shape 119">
              <a:extLst>
                <a:ext uri="{FF2B5EF4-FFF2-40B4-BE49-F238E27FC236}">
                  <a16:creationId xmlns:a16="http://schemas.microsoft.com/office/drawing/2014/main" id="{4CB71F60-EDAB-BBBA-1471-82A51DEF2720}"/>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1" name="Freeform: Shape 120">
              <a:extLst>
                <a:ext uri="{FF2B5EF4-FFF2-40B4-BE49-F238E27FC236}">
                  <a16:creationId xmlns:a16="http://schemas.microsoft.com/office/drawing/2014/main" id="{5B1C27CC-C313-BFA5-61A7-7B63C21455E1}"/>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2" name="Freeform: Shape 121">
              <a:extLst>
                <a:ext uri="{FF2B5EF4-FFF2-40B4-BE49-F238E27FC236}">
                  <a16:creationId xmlns:a16="http://schemas.microsoft.com/office/drawing/2014/main" id="{68DF15BD-BEDC-E630-D84F-5ED86FE33A79}"/>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3" name="Freeform: Shape 122">
              <a:extLst>
                <a:ext uri="{FF2B5EF4-FFF2-40B4-BE49-F238E27FC236}">
                  <a16:creationId xmlns:a16="http://schemas.microsoft.com/office/drawing/2014/main" id="{85D811F1-9950-3201-4DF1-D2FB09A7F048}"/>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4" name="Freeform: Shape 123">
              <a:extLst>
                <a:ext uri="{FF2B5EF4-FFF2-40B4-BE49-F238E27FC236}">
                  <a16:creationId xmlns:a16="http://schemas.microsoft.com/office/drawing/2014/main" id="{0C502483-C545-3A30-5BCA-FF5B39075D6E}"/>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25" name="Freeform: Shape 124">
              <a:extLst>
                <a:ext uri="{FF2B5EF4-FFF2-40B4-BE49-F238E27FC236}">
                  <a16:creationId xmlns:a16="http://schemas.microsoft.com/office/drawing/2014/main" id="{980131D4-6656-83E7-1C0E-A5914E3CB9AF}"/>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6" name="Freeform: Shape 125">
              <a:extLst>
                <a:ext uri="{FF2B5EF4-FFF2-40B4-BE49-F238E27FC236}">
                  <a16:creationId xmlns:a16="http://schemas.microsoft.com/office/drawing/2014/main" id="{A1FCDAB4-2C42-3AE5-7B6A-7EE156020846}"/>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7" name="Freeform: Shape 126">
              <a:extLst>
                <a:ext uri="{FF2B5EF4-FFF2-40B4-BE49-F238E27FC236}">
                  <a16:creationId xmlns:a16="http://schemas.microsoft.com/office/drawing/2014/main" id="{249D8C61-050E-15D1-444E-C4CB4847343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8" name="Freeform: Shape 127">
              <a:extLst>
                <a:ext uri="{FF2B5EF4-FFF2-40B4-BE49-F238E27FC236}">
                  <a16:creationId xmlns:a16="http://schemas.microsoft.com/office/drawing/2014/main" id="{625B9BD8-C482-18C2-BFB3-0FDFD6C82610}"/>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9" name="Freeform: Shape 128">
              <a:extLst>
                <a:ext uri="{FF2B5EF4-FFF2-40B4-BE49-F238E27FC236}">
                  <a16:creationId xmlns:a16="http://schemas.microsoft.com/office/drawing/2014/main" id="{DC90D9C6-7C46-7FFE-E503-1569710FDCB9}"/>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0" name="Freeform: Shape 129">
              <a:extLst>
                <a:ext uri="{FF2B5EF4-FFF2-40B4-BE49-F238E27FC236}">
                  <a16:creationId xmlns:a16="http://schemas.microsoft.com/office/drawing/2014/main" id="{931B1506-2A2E-F66E-744A-83CC028D3CF3}"/>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1" name="Freeform: Shape 130">
              <a:extLst>
                <a:ext uri="{FF2B5EF4-FFF2-40B4-BE49-F238E27FC236}">
                  <a16:creationId xmlns:a16="http://schemas.microsoft.com/office/drawing/2014/main" id="{8F803A79-7FC3-660C-F577-9C20D06DB62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32" name="Freeform: Shape 131">
              <a:extLst>
                <a:ext uri="{FF2B5EF4-FFF2-40B4-BE49-F238E27FC236}">
                  <a16:creationId xmlns:a16="http://schemas.microsoft.com/office/drawing/2014/main" id="{18BBFC5D-CF17-6D23-CDE8-B886291F763C}"/>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33" name="Freeform: Shape 132">
              <a:extLst>
                <a:ext uri="{FF2B5EF4-FFF2-40B4-BE49-F238E27FC236}">
                  <a16:creationId xmlns:a16="http://schemas.microsoft.com/office/drawing/2014/main" id="{AFEF1D44-D11F-2F71-2098-4961CC527563}"/>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4" name="Freeform: Shape 133">
              <a:extLst>
                <a:ext uri="{FF2B5EF4-FFF2-40B4-BE49-F238E27FC236}">
                  <a16:creationId xmlns:a16="http://schemas.microsoft.com/office/drawing/2014/main" id="{363585C0-8405-F3F5-CEED-9AE931E3E47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5" name="Freeform: Shape 134">
              <a:extLst>
                <a:ext uri="{FF2B5EF4-FFF2-40B4-BE49-F238E27FC236}">
                  <a16:creationId xmlns:a16="http://schemas.microsoft.com/office/drawing/2014/main" id="{19385949-0397-C3EF-95C8-7143504B80CC}"/>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6" name="Freeform: Shape 135">
              <a:extLst>
                <a:ext uri="{FF2B5EF4-FFF2-40B4-BE49-F238E27FC236}">
                  <a16:creationId xmlns:a16="http://schemas.microsoft.com/office/drawing/2014/main" id="{7D31A654-FFBC-D274-C373-6F76FAD546AF}"/>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7" name="Freeform: Shape 136">
              <a:extLst>
                <a:ext uri="{FF2B5EF4-FFF2-40B4-BE49-F238E27FC236}">
                  <a16:creationId xmlns:a16="http://schemas.microsoft.com/office/drawing/2014/main" id="{04CA9C1A-9FBC-925F-B776-C49CF561E1B2}"/>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8" name="Freeform: Shape 137">
              <a:extLst>
                <a:ext uri="{FF2B5EF4-FFF2-40B4-BE49-F238E27FC236}">
                  <a16:creationId xmlns:a16="http://schemas.microsoft.com/office/drawing/2014/main" id="{2E81F1AF-442F-264E-550A-A415A0861694}"/>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39" name="Freeform: Shape 138">
              <a:extLst>
                <a:ext uri="{FF2B5EF4-FFF2-40B4-BE49-F238E27FC236}">
                  <a16:creationId xmlns:a16="http://schemas.microsoft.com/office/drawing/2014/main" id="{954A9B9B-7FE4-3A8F-8FE1-8B1A6C8FC617}"/>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0" name="Freeform: Shape 139">
              <a:extLst>
                <a:ext uri="{FF2B5EF4-FFF2-40B4-BE49-F238E27FC236}">
                  <a16:creationId xmlns:a16="http://schemas.microsoft.com/office/drawing/2014/main" id="{BE0EFA17-FB61-5F78-E138-31BF0AF2A6DC}"/>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1" name="Freeform: Shape 140">
              <a:extLst>
                <a:ext uri="{FF2B5EF4-FFF2-40B4-BE49-F238E27FC236}">
                  <a16:creationId xmlns:a16="http://schemas.microsoft.com/office/drawing/2014/main" id="{F5ABA7AB-71A3-F6A6-2A95-FB545047419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2" name="Freeform: Shape 141">
              <a:extLst>
                <a:ext uri="{FF2B5EF4-FFF2-40B4-BE49-F238E27FC236}">
                  <a16:creationId xmlns:a16="http://schemas.microsoft.com/office/drawing/2014/main" id="{0B99F127-F375-FA5B-A98F-D0835C6CCCCA}"/>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3" name="Freeform: Shape 142">
              <a:extLst>
                <a:ext uri="{FF2B5EF4-FFF2-40B4-BE49-F238E27FC236}">
                  <a16:creationId xmlns:a16="http://schemas.microsoft.com/office/drawing/2014/main" id="{00B90DE2-C1ED-8F65-ED8A-03385E9DB4B2}"/>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4" name="Freeform: Shape 143">
              <a:extLst>
                <a:ext uri="{FF2B5EF4-FFF2-40B4-BE49-F238E27FC236}">
                  <a16:creationId xmlns:a16="http://schemas.microsoft.com/office/drawing/2014/main" id="{CCB1CC9E-A4F3-C3F8-B69F-64C2D6307547}"/>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5" name="Freeform: Shape 144">
              <a:extLst>
                <a:ext uri="{FF2B5EF4-FFF2-40B4-BE49-F238E27FC236}">
                  <a16:creationId xmlns:a16="http://schemas.microsoft.com/office/drawing/2014/main" id="{D46F0F28-9014-F685-519F-628FFB987305}"/>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6" name="Freeform: Shape 145">
              <a:extLst>
                <a:ext uri="{FF2B5EF4-FFF2-40B4-BE49-F238E27FC236}">
                  <a16:creationId xmlns:a16="http://schemas.microsoft.com/office/drawing/2014/main" id="{D085F86A-1E53-74D6-07F1-72C349383243}"/>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47" name="Freeform: Shape 146">
              <a:extLst>
                <a:ext uri="{FF2B5EF4-FFF2-40B4-BE49-F238E27FC236}">
                  <a16:creationId xmlns:a16="http://schemas.microsoft.com/office/drawing/2014/main" id="{6E7AD6BC-5A56-5BE9-AF3D-24A2D8EAF95A}"/>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48" name="Freeform: Shape 147">
              <a:extLst>
                <a:ext uri="{FF2B5EF4-FFF2-40B4-BE49-F238E27FC236}">
                  <a16:creationId xmlns:a16="http://schemas.microsoft.com/office/drawing/2014/main" id="{57C8C19E-D0AD-807D-EA7C-F9E043AA8D49}"/>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49" name="Freeform: Shape 148">
              <a:extLst>
                <a:ext uri="{FF2B5EF4-FFF2-40B4-BE49-F238E27FC236}">
                  <a16:creationId xmlns:a16="http://schemas.microsoft.com/office/drawing/2014/main" id="{80B9D831-8E57-CBFE-3A3B-99711B5F874F}"/>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50" name="Freeform: Shape 149">
              <a:extLst>
                <a:ext uri="{FF2B5EF4-FFF2-40B4-BE49-F238E27FC236}">
                  <a16:creationId xmlns:a16="http://schemas.microsoft.com/office/drawing/2014/main" id="{62206051-B586-5D90-4539-41F3E91CA0C9}"/>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1" name="Freeform: Shape 150">
              <a:extLst>
                <a:ext uri="{FF2B5EF4-FFF2-40B4-BE49-F238E27FC236}">
                  <a16:creationId xmlns:a16="http://schemas.microsoft.com/office/drawing/2014/main" id="{5D605221-EDDF-66C1-CDED-F94403F0FC16}"/>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2" name="Freeform: Shape 151">
              <a:extLst>
                <a:ext uri="{FF2B5EF4-FFF2-40B4-BE49-F238E27FC236}">
                  <a16:creationId xmlns:a16="http://schemas.microsoft.com/office/drawing/2014/main" id="{6D73E46C-7AD1-48FD-885C-5BE56905B176}"/>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3" name="Freeform: Shape 152">
              <a:extLst>
                <a:ext uri="{FF2B5EF4-FFF2-40B4-BE49-F238E27FC236}">
                  <a16:creationId xmlns:a16="http://schemas.microsoft.com/office/drawing/2014/main" id="{EE2BC7A4-CF39-8CA8-3A0B-F236F23E709C}"/>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4" name="Freeform: Shape 153">
              <a:extLst>
                <a:ext uri="{FF2B5EF4-FFF2-40B4-BE49-F238E27FC236}">
                  <a16:creationId xmlns:a16="http://schemas.microsoft.com/office/drawing/2014/main" id="{F702535F-18AA-61CE-82F8-4777788FAA00}"/>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5" name="Freeform: Shape 154">
              <a:extLst>
                <a:ext uri="{FF2B5EF4-FFF2-40B4-BE49-F238E27FC236}">
                  <a16:creationId xmlns:a16="http://schemas.microsoft.com/office/drawing/2014/main" id="{CD760794-BDA8-D0AD-9552-CD3EB7B7E8E2}"/>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6" name="Freeform: Shape 155">
              <a:extLst>
                <a:ext uri="{FF2B5EF4-FFF2-40B4-BE49-F238E27FC236}">
                  <a16:creationId xmlns:a16="http://schemas.microsoft.com/office/drawing/2014/main" id="{DFD3AE53-6D8C-69CC-C81C-89CA47F73CA6}"/>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57" name="Freeform: Shape 156">
              <a:extLst>
                <a:ext uri="{FF2B5EF4-FFF2-40B4-BE49-F238E27FC236}">
                  <a16:creationId xmlns:a16="http://schemas.microsoft.com/office/drawing/2014/main" id="{915FB3E6-796C-1FC2-2BAC-0FE463C6391E}"/>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8" name="Freeform: Shape 157">
              <a:extLst>
                <a:ext uri="{FF2B5EF4-FFF2-40B4-BE49-F238E27FC236}">
                  <a16:creationId xmlns:a16="http://schemas.microsoft.com/office/drawing/2014/main" id="{AD322BF1-85D6-2C7B-4C72-914AE02CC8FE}"/>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59" name="Freeform: Shape 158">
              <a:extLst>
                <a:ext uri="{FF2B5EF4-FFF2-40B4-BE49-F238E27FC236}">
                  <a16:creationId xmlns:a16="http://schemas.microsoft.com/office/drawing/2014/main" id="{B6C67E24-49B2-A27C-1418-C9830427883E}"/>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0" name="Freeform: Shape 159">
              <a:extLst>
                <a:ext uri="{FF2B5EF4-FFF2-40B4-BE49-F238E27FC236}">
                  <a16:creationId xmlns:a16="http://schemas.microsoft.com/office/drawing/2014/main" id="{F91DEE1B-E75A-E7AC-BE7D-C21B91930ADA}"/>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1" name="Freeform: Shape 160">
              <a:extLst>
                <a:ext uri="{FF2B5EF4-FFF2-40B4-BE49-F238E27FC236}">
                  <a16:creationId xmlns:a16="http://schemas.microsoft.com/office/drawing/2014/main" id="{DAF4A113-80ED-8B25-47A5-5D36E686587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2" name="Freeform: Shape 161">
              <a:extLst>
                <a:ext uri="{FF2B5EF4-FFF2-40B4-BE49-F238E27FC236}">
                  <a16:creationId xmlns:a16="http://schemas.microsoft.com/office/drawing/2014/main" id="{B080D88E-BB90-AECB-5EDE-94E5707148D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3" name="Freeform: Shape 162">
              <a:extLst>
                <a:ext uri="{FF2B5EF4-FFF2-40B4-BE49-F238E27FC236}">
                  <a16:creationId xmlns:a16="http://schemas.microsoft.com/office/drawing/2014/main" id="{51B718CD-0BF8-F91A-51C6-35AE12A23E6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4" name="Freeform: Shape 163">
              <a:extLst>
                <a:ext uri="{FF2B5EF4-FFF2-40B4-BE49-F238E27FC236}">
                  <a16:creationId xmlns:a16="http://schemas.microsoft.com/office/drawing/2014/main" id="{E7685C16-D1FF-2BF1-5FC5-D9A51B3D8CA6}"/>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5" name="Freeform: Shape 164">
              <a:extLst>
                <a:ext uri="{FF2B5EF4-FFF2-40B4-BE49-F238E27FC236}">
                  <a16:creationId xmlns:a16="http://schemas.microsoft.com/office/drawing/2014/main" id="{DAB23E6C-2460-E587-92E5-1A53E82A7B1A}"/>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grpSp>
      <p:grpSp>
        <p:nvGrpSpPr>
          <p:cNvPr id="166" name="Pixels">
            <a:extLst>
              <a:ext uri="{FF2B5EF4-FFF2-40B4-BE49-F238E27FC236}">
                <a16:creationId xmlns:a16="http://schemas.microsoft.com/office/drawing/2014/main" id="{63B00F81-2426-68DF-B87C-E83D6BFD7388}"/>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167" name="Freeform: Shape 166">
              <a:extLst>
                <a:ext uri="{FF2B5EF4-FFF2-40B4-BE49-F238E27FC236}">
                  <a16:creationId xmlns:a16="http://schemas.microsoft.com/office/drawing/2014/main" id="{B5B7C15F-6AFC-C015-1194-F7D6C227421A}"/>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8" name="Freeform: Shape 167">
              <a:extLst>
                <a:ext uri="{FF2B5EF4-FFF2-40B4-BE49-F238E27FC236}">
                  <a16:creationId xmlns:a16="http://schemas.microsoft.com/office/drawing/2014/main" id="{436E1851-4EA4-71EB-9181-5254603D0B72}"/>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9" name="Freeform: Shape 168">
              <a:extLst>
                <a:ext uri="{FF2B5EF4-FFF2-40B4-BE49-F238E27FC236}">
                  <a16:creationId xmlns:a16="http://schemas.microsoft.com/office/drawing/2014/main" id="{F20F05E4-A789-1E12-06AB-CEC28F460778}"/>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0" name="Freeform: Shape 169">
              <a:extLst>
                <a:ext uri="{FF2B5EF4-FFF2-40B4-BE49-F238E27FC236}">
                  <a16:creationId xmlns:a16="http://schemas.microsoft.com/office/drawing/2014/main" id="{9CB9D523-433C-9F97-0E6A-5D4154386C33}"/>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71" name="Freeform: Shape 170">
              <a:extLst>
                <a:ext uri="{FF2B5EF4-FFF2-40B4-BE49-F238E27FC236}">
                  <a16:creationId xmlns:a16="http://schemas.microsoft.com/office/drawing/2014/main" id="{4FD7B68B-126E-5A3E-09FB-E5CC48CC3531}"/>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2" name="Freeform: Shape 171">
              <a:extLst>
                <a:ext uri="{FF2B5EF4-FFF2-40B4-BE49-F238E27FC236}">
                  <a16:creationId xmlns:a16="http://schemas.microsoft.com/office/drawing/2014/main" id="{30F39988-6DD5-2B2C-CA3E-E1E1AC040CBE}"/>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73" name="Freeform: Shape 172">
              <a:extLst>
                <a:ext uri="{FF2B5EF4-FFF2-40B4-BE49-F238E27FC236}">
                  <a16:creationId xmlns:a16="http://schemas.microsoft.com/office/drawing/2014/main" id="{A4A4A171-1758-7408-62EC-418635301DC2}"/>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74" name="Freeform: Shape 173">
              <a:extLst>
                <a:ext uri="{FF2B5EF4-FFF2-40B4-BE49-F238E27FC236}">
                  <a16:creationId xmlns:a16="http://schemas.microsoft.com/office/drawing/2014/main" id="{166AB824-768A-3346-EBE2-A577362D6BA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5" name="Freeform: Shape 174">
              <a:extLst>
                <a:ext uri="{FF2B5EF4-FFF2-40B4-BE49-F238E27FC236}">
                  <a16:creationId xmlns:a16="http://schemas.microsoft.com/office/drawing/2014/main" id="{0DC02303-0BA1-C0B0-7AF0-85268C7E12B0}"/>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6" name="Freeform: Shape 175">
              <a:extLst>
                <a:ext uri="{FF2B5EF4-FFF2-40B4-BE49-F238E27FC236}">
                  <a16:creationId xmlns:a16="http://schemas.microsoft.com/office/drawing/2014/main" id="{FA8D2924-2C06-1900-3D56-32F0D9B3E3D7}"/>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7" name="Freeform: Shape 176">
              <a:extLst>
                <a:ext uri="{FF2B5EF4-FFF2-40B4-BE49-F238E27FC236}">
                  <a16:creationId xmlns:a16="http://schemas.microsoft.com/office/drawing/2014/main" id="{4267D0B8-DAD4-65B4-6600-50C73C6B4BD3}"/>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8" name="Freeform: Shape 177">
              <a:extLst>
                <a:ext uri="{FF2B5EF4-FFF2-40B4-BE49-F238E27FC236}">
                  <a16:creationId xmlns:a16="http://schemas.microsoft.com/office/drawing/2014/main" id="{A64B5630-EB32-FBC9-E0CB-5798D9D7769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9" name="Freeform: Shape 178">
              <a:extLst>
                <a:ext uri="{FF2B5EF4-FFF2-40B4-BE49-F238E27FC236}">
                  <a16:creationId xmlns:a16="http://schemas.microsoft.com/office/drawing/2014/main" id="{7A587B47-0AEF-24A3-2ADB-D4EBE7F5BDD5}"/>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0" name="Freeform: Shape 179">
              <a:extLst>
                <a:ext uri="{FF2B5EF4-FFF2-40B4-BE49-F238E27FC236}">
                  <a16:creationId xmlns:a16="http://schemas.microsoft.com/office/drawing/2014/main" id="{BE0C4A92-5B03-C714-ECC2-26DD5B7C1C9D}"/>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1" name="Freeform: Shape 180">
              <a:extLst>
                <a:ext uri="{FF2B5EF4-FFF2-40B4-BE49-F238E27FC236}">
                  <a16:creationId xmlns:a16="http://schemas.microsoft.com/office/drawing/2014/main" id="{8216496C-43B7-1117-1101-ED23BB095409}"/>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2" name="Freeform: Shape 181">
              <a:extLst>
                <a:ext uri="{FF2B5EF4-FFF2-40B4-BE49-F238E27FC236}">
                  <a16:creationId xmlns:a16="http://schemas.microsoft.com/office/drawing/2014/main" id="{3DCDFA3D-F971-342C-3986-2BAC5C1BD58F}"/>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3" name="Freeform: Shape 182">
              <a:extLst>
                <a:ext uri="{FF2B5EF4-FFF2-40B4-BE49-F238E27FC236}">
                  <a16:creationId xmlns:a16="http://schemas.microsoft.com/office/drawing/2014/main" id="{E73F638B-214B-11D2-7F40-14BEE6DE73EA}"/>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4" name="Freeform: Shape 183">
              <a:extLst>
                <a:ext uri="{FF2B5EF4-FFF2-40B4-BE49-F238E27FC236}">
                  <a16:creationId xmlns:a16="http://schemas.microsoft.com/office/drawing/2014/main" id="{275FC475-439A-6B17-23FD-E363971ED737}"/>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5" name="Freeform: Shape 184">
              <a:extLst>
                <a:ext uri="{FF2B5EF4-FFF2-40B4-BE49-F238E27FC236}">
                  <a16:creationId xmlns:a16="http://schemas.microsoft.com/office/drawing/2014/main" id="{3545C9A7-4534-8836-7EA8-44D4E50D70E7}"/>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6" name="Freeform: Shape 185">
              <a:extLst>
                <a:ext uri="{FF2B5EF4-FFF2-40B4-BE49-F238E27FC236}">
                  <a16:creationId xmlns:a16="http://schemas.microsoft.com/office/drawing/2014/main" id="{2AA0F693-99E4-0746-E931-5F546F4EC52F}"/>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7" name="Freeform: Shape 186">
              <a:extLst>
                <a:ext uri="{FF2B5EF4-FFF2-40B4-BE49-F238E27FC236}">
                  <a16:creationId xmlns:a16="http://schemas.microsoft.com/office/drawing/2014/main" id="{9E6986C5-D73F-E85A-6386-CD1B71064186}"/>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8" name="Freeform: Shape 187">
              <a:extLst>
                <a:ext uri="{FF2B5EF4-FFF2-40B4-BE49-F238E27FC236}">
                  <a16:creationId xmlns:a16="http://schemas.microsoft.com/office/drawing/2014/main" id="{D9F71975-BC64-1148-51C1-3CD83092AFFC}"/>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9" name="Freeform: Shape 188">
              <a:extLst>
                <a:ext uri="{FF2B5EF4-FFF2-40B4-BE49-F238E27FC236}">
                  <a16:creationId xmlns:a16="http://schemas.microsoft.com/office/drawing/2014/main" id="{A1CC842C-F53F-1D46-F1F7-E2E5A8801BC6}"/>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90" name="Freeform: Shape 189">
              <a:extLst>
                <a:ext uri="{FF2B5EF4-FFF2-40B4-BE49-F238E27FC236}">
                  <a16:creationId xmlns:a16="http://schemas.microsoft.com/office/drawing/2014/main" id="{88E50900-75AA-ACF4-768B-FBD0ECC4C968}"/>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1" name="Freeform: Shape 190">
              <a:extLst>
                <a:ext uri="{FF2B5EF4-FFF2-40B4-BE49-F238E27FC236}">
                  <a16:creationId xmlns:a16="http://schemas.microsoft.com/office/drawing/2014/main" id="{32C08A35-6FD1-43F9-8799-52F31204F31A}"/>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2" name="Freeform: Shape 191">
              <a:extLst>
                <a:ext uri="{FF2B5EF4-FFF2-40B4-BE49-F238E27FC236}">
                  <a16:creationId xmlns:a16="http://schemas.microsoft.com/office/drawing/2014/main" id="{72F68F52-8E1C-B06F-38EC-E79AC8F99163}"/>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3" name="Freeform: Shape 192">
              <a:extLst>
                <a:ext uri="{FF2B5EF4-FFF2-40B4-BE49-F238E27FC236}">
                  <a16:creationId xmlns:a16="http://schemas.microsoft.com/office/drawing/2014/main" id="{8AA146FF-7AFF-8DF4-35EB-21190686557D}"/>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4" name="Freeform: Shape 193">
              <a:extLst>
                <a:ext uri="{FF2B5EF4-FFF2-40B4-BE49-F238E27FC236}">
                  <a16:creationId xmlns:a16="http://schemas.microsoft.com/office/drawing/2014/main" id="{EE7FB29D-4493-56CA-B775-2D0A38ECCD28}"/>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5" name="Freeform: Shape 194">
              <a:extLst>
                <a:ext uri="{FF2B5EF4-FFF2-40B4-BE49-F238E27FC236}">
                  <a16:creationId xmlns:a16="http://schemas.microsoft.com/office/drawing/2014/main" id="{C500B96D-5BF2-7299-6DE5-E07BF1CC98A2}"/>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96" name="Freeform: Shape 195">
              <a:extLst>
                <a:ext uri="{FF2B5EF4-FFF2-40B4-BE49-F238E27FC236}">
                  <a16:creationId xmlns:a16="http://schemas.microsoft.com/office/drawing/2014/main" id="{8DF8A00B-E8B3-985E-217D-6F772ECE6536}"/>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97" name="Freeform: Shape 196">
              <a:extLst>
                <a:ext uri="{FF2B5EF4-FFF2-40B4-BE49-F238E27FC236}">
                  <a16:creationId xmlns:a16="http://schemas.microsoft.com/office/drawing/2014/main" id="{783A50AB-CF3B-1B71-C758-58F0D9A6943D}"/>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98" name="Freeform: Shape 197">
              <a:extLst>
                <a:ext uri="{FF2B5EF4-FFF2-40B4-BE49-F238E27FC236}">
                  <a16:creationId xmlns:a16="http://schemas.microsoft.com/office/drawing/2014/main" id="{04364A32-78B2-BC19-2D33-159B50DC76A1}"/>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9" name="Freeform: Shape 198">
              <a:extLst>
                <a:ext uri="{FF2B5EF4-FFF2-40B4-BE49-F238E27FC236}">
                  <a16:creationId xmlns:a16="http://schemas.microsoft.com/office/drawing/2014/main" id="{E86A2806-0FF2-B984-744C-CC2AA64C539E}"/>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0" name="Freeform: Shape 199">
              <a:extLst>
                <a:ext uri="{FF2B5EF4-FFF2-40B4-BE49-F238E27FC236}">
                  <a16:creationId xmlns:a16="http://schemas.microsoft.com/office/drawing/2014/main" id="{2965FFAA-EADF-5A83-7D0F-FB872CF56081}"/>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1" name="Freeform: Shape 200">
              <a:extLst>
                <a:ext uri="{FF2B5EF4-FFF2-40B4-BE49-F238E27FC236}">
                  <a16:creationId xmlns:a16="http://schemas.microsoft.com/office/drawing/2014/main" id="{F839D68B-498B-F122-F4A7-658C3932FAA0}"/>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2" name="Freeform: Shape 201">
              <a:extLst>
                <a:ext uri="{FF2B5EF4-FFF2-40B4-BE49-F238E27FC236}">
                  <a16:creationId xmlns:a16="http://schemas.microsoft.com/office/drawing/2014/main" id="{EF766554-FC32-E5E9-12A0-C0D61DC877B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3" name="Freeform: Shape 202">
              <a:extLst>
                <a:ext uri="{FF2B5EF4-FFF2-40B4-BE49-F238E27FC236}">
                  <a16:creationId xmlns:a16="http://schemas.microsoft.com/office/drawing/2014/main" id="{93F95F06-E0F1-5EAB-D06A-E04CA8B399E3}"/>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4" name="Freeform: Shape 203">
              <a:extLst>
                <a:ext uri="{FF2B5EF4-FFF2-40B4-BE49-F238E27FC236}">
                  <a16:creationId xmlns:a16="http://schemas.microsoft.com/office/drawing/2014/main" id="{2B68F975-9D3F-C8ED-9DF7-1AB8334AC579}"/>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05" name="Freeform: Shape 204">
              <a:extLst>
                <a:ext uri="{FF2B5EF4-FFF2-40B4-BE49-F238E27FC236}">
                  <a16:creationId xmlns:a16="http://schemas.microsoft.com/office/drawing/2014/main" id="{0BBE23AC-BA37-E0B2-0A14-D9F2429F5718}"/>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06" name="Freeform: Shape 205">
              <a:extLst>
                <a:ext uri="{FF2B5EF4-FFF2-40B4-BE49-F238E27FC236}">
                  <a16:creationId xmlns:a16="http://schemas.microsoft.com/office/drawing/2014/main" id="{36293912-9983-4631-247D-022532C9C8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07" name="Freeform: Shape 206">
              <a:extLst>
                <a:ext uri="{FF2B5EF4-FFF2-40B4-BE49-F238E27FC236}">
                  <a16:creationId xmlns:a16="http://schemas.microsoft.com/office/drawing/2014/main" id="{1346D994-427D-08C4-3B12-2B8CD025A8C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8" name="Freeform: Shape 207">
              <a:extLst>
                <a:ext uri="{FF2B5EF4-FFF2-40B4-BE49-F238E27FC236}">
                  <a16:creationId xmlns:a16="http://schemas.microsoft.com/office/drawing/2014/main" id="{FC12CD36-F3D4-8E0C-6681-9F2380E8A011}"/>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9" name="Freeform: Shape 208">
              <a:extLst>
                <a:ext uri="{FF2B5EF4-FFF2-40B4-BE49-F238E27FC236}">
                  <a16:creationId xmlns:a16="http://schemas.microsoft.com/office/drawing/2014/main" id="{19F2BAEA-551A-D50F-FE41-9216C06C1330}"/>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0" name="Freeform: Shape 209">
              <a:extLst>
                <a:ext uri="{FF2B5EF4-FFF2-40B4-BE49-F238E27FC236}">
                  <a16:creationId xmlns:a16="http://schemas.microsoft.com/office/drawing/2014/main" id="{8D748CB6-69D7-1C83-19D6-0627BF0FCCB8}"/>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1" name="Freeform: Shape 210">
              <a:extLst>
                <a:ext uri="{FF2B5EF4-FFF2-40B4-BE49-F238E27FC236}">
                  <a16:creationId xmlns:a16="http://schemas.microsoft.com/office/drawing/2014/main" id="{1F9F10C7-58A1-E051-F9D5-B3824E4638EB}"/>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2" name="Freeform: Shape 211">
              <a:extLst>
                <a:ext uri="{FF2B5EF4-FFF2-40B4-BE49-F238E27FC236}">
                  <a16:creationId xmlns:a16="http://schemas.microsoft.com/office/drawing/2014/main" id="{EB06E175-0E2E-7E41-816F-CED213B6FE21}"/>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3" name="Freeform: Shape 212">
              <a:extLst>
                <a:ext uri="{FF2B5EF4-FFF2-40B4-BE49-F238E27FC236}">
                  <a16:creationId xmlns:a16="http://schemas.microsoft.com/office/drawing/2014/main" id="{FC3FED64-7D17-35ED-4062-E892BDF9A830}"/>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14" name="Freeform: Shape 213">
              <a:extLst>
                <a:ext uri="{FF2B5EF4-FFF2-40B4-BE49-F238E27FC236}">
                  <a16:creationId xmlns:a16="http://schemas.microsoft.com/office/drawing/2014/main" id="{AEF0CBC7-FEC8-3549-2E04-A5B42884CA38}"/>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5" name="Freeform: Shape 214">
              <a:extLst>
                <a:ext uri="{FF2B5EF4-FFF2-40B4-BE49-F238E27FC236}">
                  <a16:creationId xmlns:a16="http://schemas.microsoft.com/office/drawing/2014/main" id="{F75F5486-EDAA-4C9A-6F13-6CA6FAC256D0}"/>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6" name="Freeform: Shape 215">
              <a:extLst>
                <a:ext uri="{FF2B5EF4-FFF2-40B4-BE49-F238E27FC236}">
                  <a16:creationId xmlns:a16="http://schemas.microsoft.com/office/drawing/2014/main" id="{03B42ECF-06EC-C832-180F-B311CE036930}"/>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7" name="Freeform: Shape 216">
              <a:extLst>
                <a:ext uri="{FF2B5EF4-FFF2-40B4-BE49-F238E27FC236}">
                  <a16:creationId xmlns:a16="http://schemas.microsoft.com/office/drawing/2014/main" id="{CAB36C4A-64F4-A0C4-A805-93C3D1B3A7C2}"/>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8" name="Freeform: Shape 217">
              <a:extLst>
                <a:ext uri="{FF2B5EF4-FFF2-40B4-BE49-F238E27FC236}">
                  <a16:creationId xmlns:a16="http://schemas.microsoft.com/office/drawing/2014/main" id="{680EAFC4-5CBF-CD4F-AABC-E15B0B68F242}"/>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9" name="Freeform: Shape 218">
              <a:extLst>
                <a:ext uri="{FF2B5EF4-FFF2-40B4-BE49-F238E27FC236}">
                  <a16:creationId xmlns:a16="http://schemas.microsoft.com/office/drawing/2014/main" id="{E1990E5B-8EA3-444C-0897-B65A9405C08D}"/>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0" name="Freeform: Shape 219">
              <a:extLst>
                <a:ext uri="{FF2B5EF4-FFF2-40B4-BE49-F238E27FC236}">
                  <a16:creationId xmlns:a16="http://schemas.microsoft.com/office/drawing/2014/main" id="{42E2DB56-A470-3DC0-F027-7A627F299164}"/>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1" name="Freeform: Shape 220">
              <a:extLst>
                <a:ext uri="{FF2B5EF4-FFF2-40B4-BE49-F238E27FC236}">
                  <a16:creationId xmlns:a16="http://schemas.microsoft.com/office/drawing/2014/main" id="{CFF2CB7E-2C73-9FEE-4C98-25297207D86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2" name="Freeform: Shape 221">
              <a:extLst>
                <a:ext uri="{FF2B5EF4-FFF2-40B4-BE49-F238E27FC236}">
                  <a16:creationId xmlns:a16="http://schemas.microsoft.com/office/drawing/2014/main" id="{A12C0104-421F-51E8-33F1-98EA8F091B1E}"/>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23" name="Freeform: Shape 222">
              <a:extLst>
                <a:ext uri="{FF2B5EF4-FFF2-40B4-BE49-F238E27FC236}">
                  <a16:creationId xmlns:a16="http://schemas.microsoft.com/office/drawing/2014/main" id="{144C7BF2-0313-730D-48F4-E9CEF885923A}"/>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4" name="Freeform: Shape 223">
              <a:extLst>
                <a:ext uri="{FF2B5EF4-FFF2-40B4-BE49-F238E27FC236}">
                  <a16:creationId xmlns:a16="http://schemas.microsoft.com/office/drawing/2014/main" id="{77392350-0800-09FE-9478-44C5351630E2}"/>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25" name="Freeform: Shape 224">
              <a:extLst>
                <a:ext uri="{FF2B5EF4-FFF2-40B4-BE49-F238E27FC236}">
                  <a16:creationId xmlns:a16="http://schemas.microsoft.com/office/drawing/2014/main" id="{3E1C73BE-7754-F69F-AD63-BDB29457C07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6" name="Freeform: Shape 225">
              <a:extLst>
                <a:ext uri="{FF2B5EF4-FFF2-40B4-BE49-F238E27FC236}">
                  <a16:creationId xmlns:a16="http://schemas.microsoft.com/office/drawing/2014/main" id="{31DD3761-D2D6-D423-C743-2AA38D789612}"/>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7" name="Freeform: Shape 226">
              <a:extLst>
                <a:ext uri="{FF2B5EF4-FFF2-40B4-BE49-F238E27FC236}">
                  <a16:creationId xmlns:a16="http://schemas.microsoft.com/office/drawing/2014/main" id="{821DE31C-899E-C5EA-F8EF-367D8C6181C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8" name="Freeform: Shape 227">
              <a:extLst>
                <a:ext uri="{FF2B5EF4-FFF2-40B4-BE49-F238E27FC236}">
                  <a16:creationId xmlns:a16="http://schemas.microsoft.com/office/drawing/2014/main" id="{2D8D7CCA-77E8-BAE9-FC68-8F8BC1FCEF59}"/>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9" name="Freeform: Shape 228">
              <a:extLst>
                <a:ext uri="{FF2B5EF4-FFF2-40B4-BE49-F238E27FC236}">
                  <a16:creationId xmlns:a16="http://schemas.microsoft.com/office/drawing/2014/main" id="{D8F74471-3A51-CF0C-FFA8-EF9BDFC3CEA5}"/>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0" name="Freeform: Shape 229">
              <a:extLst>
                <a:ext uri="{FF2B5EF4-FFF2-40B4-BE49-F238E27FC236}">
                  <a16:creationId xmlns:a16="http://schemas.microsoft.com/office/drawing/2014/main" id="{4483FC66-3137-8730-C4CC-FCF4657AF94D}"/>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1" name="Freeform: Shape 230">
              <a:extLst>
                <a:ext uri="{FF2B5EF4-FFF2-40B4-BE49-F238E27FC236}">
                  <a16:creationId xmlns:a16="http://schemas.microsoft.com/office/drawing/2014/main" id="{21C1EF73-7F17-CCAB-5532-6DD40EE5BAF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2" name="Freeform: Shape 231">
              <a:extLst>
                <a:ext uri="{FF2B5EF4-FFF2-40B4-BE49-F238E27FC236}">
                  <a16:creationId xmlns:a16="http://schemas.microsoft.com/office/drawing/2014/main" id="{BFBE1D3F-5F3F-FB45-01E7-2010695F5EF0}"/>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3" name="Freeform: Shape 232">
              <a:extLst>
                <a:ext uri="{FF2B5EF4-FFF2-40B4-BE49-F238E27FC236}">
                  <a16:creationId xmlns:a16="http://schemas.microsoft.com/office/drawing/2014/main" id="{16074FFB-D5C3-401B-4B71-C55E682117C7}"/>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4" name="Freeform: Shape 233">
              <a:extLst>
                <a:ext uri="{FF2B5EF4-FFF2-40B4-BE49-F238E27FC236}">
                  <a16:creationId xmlns:a16="http://schemas.microsoft.com/office/drawing/2014/main" id="{95633537-E0CA-70E6-5B6B-9553B12C5491}"/>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5" name="Freeform: Shape 234">
              <a:extLst>
                <a:ext uri="{FF2B5EF4-FFF2-40B4-BE49-F238E27FC236}">
                  <a16:creationId xmlns:a16="http://schemas.microsoft.com/office/drawing/2014/main" id="{4E4C20C1-0F04-53CD-4EE4-71C5FE07FECE}"/>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6" name="Freeform: Shape 235">
              <a:extLst>
                <a:ext uri="{FF2B5EF4-FFF2-40B4-BE49-F238E27FC236}">
                  <a16:creationId xmlns:a16="http://schemas.microsoft.com/office/drawing/2014/main" id="{8A996914-74B5-13A2-4AF8-53B35C66B92E}"/>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7" name="Freeform: Shape 236">
              <a:extLst>
                <a:ext uri="{FF2B5EF4-FFF2-40B4-BE49-F238E27FC236}">
                  <a16:creationId xmlns:a16="http://schemas.microsoft.com/office/drawing/2014/main" id="{58B55236-EFC7-4E1E-AE19-A5F44AFDB1E2}"/>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8" name="Freeform: Shape 237">
              <a:extLst>
                <a:ext uri="{FF2B5EF4-FFF2-40B4-BE49-F238E27FC236}">
                  <a16:creationId xmlns:a16="http://schemas.microsoft.com/office/drawing/2014/main" id="{ADD056C3-589D-8990-4365-D78EF365FB0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9" name="Freeform: Shape 238">
              <a:extLst>
                <a:ext uri="{FF2B5EF4-FFF2-40B4-BE49-F238E27FC236}">
                  <a16:creationId xmlns:a16="http://schemas.microsoft.com/office/drawing/2014/main" id="{536AA53D-3D61-30C7-3A24-8EA3F54E955E}"/>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40" name="Freeform: Shape 239">
              <a:extLst>
                <a:ext uri="{FF2B5EF4-FFF2-40B4-BE49-F238E27FC236}">
                  <a16:creationId xmlns:a16="http://schemas.microsoft.com/office/drawing/2014/main" id="{00144878-3A44-5E44-FCC4-307DCA09066B}"/>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1" name="Freeform: Shape 240">
              <a:extLst>
                <a:ext uri="{FF2B5EF4-FFF2-40B4-BE49-F238E27FC236}">
                  <a16:creationId xmlns:a16="http://schemas.microsoft.com/office/drawing/2014/main" id="{A2D029E9-F1A3-85F2-644A-48832BD6BA41}"/>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2" name="Freeform: Shape 241">
              <a:extLst>
                <a:ext uri="{FF2B5EF4-FFF2-40B4-BE49-F238E27FC236}">
                  <a16:creationId xmlns:a16="http://schemas.microsoft.com/office/drawing/2014/main" id="{FAFFDB87-3ADF-0F4F-54A2-9C748CE67963}"/>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43" name="Freeform: Shape 242">
              <a:extLst>
                <a:ext uri="{FF2B5EF4-FFF2-40B4-BE49-F238E27FC236}">
                  <a16:creationId xmlns:a16="http://schemas.microsoft.com/office/drawing/2014/main" id="{2D304A30-1681-CE79-796A-17078A23469F}"/>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4" name="Freeform: Shape 243">
              <a:extLst>
                <a:ext uri="{FF2B5EF4-FFF2-40B4-BE49-F238E27FC236}">
                  <a16:creationId xmlns:a16="http://schemas.microsoft.com/office/drawing/2014/main" id="{AC12E148-B017-B32A-EB1E-8305F2F776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5" name="Freeform: Shape 244">
              <a:extLst>
                <a:ext uri="{FF2B5EF4-FFF2-40B4-BE49-F238E27FC236}">
                  <a16:creationId xmlns:a16="http://schemas.microsoft.com/office/drawing/2014/main" id="{0C3F3093-00E9-214D-64CD-4C24C6CD7A32}"/>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6" name="Freeform: Shape 245">
              <a:extLst>
                <a:ext uri="{FF2B5EF4-FFF2-40B4-BE49-F238E27FC236}">
                  <a16:creationId xmlns:a16="http://schemas.microsoft.com/office/drawing/2014/main" id="{194A6D59-F903-F97F-974E-A2DE7C1889BA}"/>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47" name="Freeform: Shape 246">
              <a:extLst>
                <a:ext uri="{FF2B5EF4-FFF2-40B4-BE49-F238E27FC236}">
                  <a16:creationId xmlns:a16="http://schemas.microsoft.com/office/drawing/2014/main" id="{D10F7C8A-C781-D7C5-7DD2-EA60B27A0519}"/>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8" name="Freeform: Shape 247">
              <a:extLst>
                <a:ext uri="{FF2B5EF4-FFF2-40B4-BE49-F238E27FC236}">
                  <a16:creationId xmlns:a16="http://schemas.microsoft.com/office/drawing/2014/main" id="{9105B7CC-55D7-7B25-6305-140ED2EAB482}"/>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49" name="Freeform: Shape 248">
              <a:extLst>
                <a:ext uri="{FF2B5EF4-FFF2-40B4-BE49-F238E27FC236}">
                  <a16:creationId xmlns:a16="http://schemas.microsoft.com/office/drawing/2014/main" id="{5F9577D0-F981-C9A3-D527-FF26A3952D0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0" name="Freeform: Shape 249">
              <a:extLst>
                <a:ext uri="{FF2B5EF4-FFF2-40B4-BE49-F238E27FC236}">
                  <a16:creationId xmlns:a16="http://schemas.microsoft.com/office/drawing/2014/main" id="{1D2872BE-1529-1B5F-97EE-5E9C8AE4519A}"/>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1" name="Freeform: Shape 250">
              <a:extLst>
                <a:ext uri="{FF2B5EF4-FFF2-40B4-BE49-F238E27FC236}">
                  <a16:creationId xmlns:a16="http://schemas.microsoft.com/office/drawing/2014/main" id="{62BFE230-78D4-B3C4-BEF9-8BC9D25C011C}"/>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52" name="Freeform: Shape 251">
              <a:extLst>
                <a:ext uri="{FF2B5EF4-FFF2-40B4-BE49-F238E27FC236}">
                  <a16:creationId xmlns:a16="http://schemas.microsoft.com/office/drawing/2014/main" id="{DEB36A78-F745-DCBE-9523-07218173A4A1}"/>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53" name="Freeform: Shape 252">
              <a:extLst>
                <a:ext uri="{FF2B5EF4-FFF2-40B4-BE49-F238E27FC236}">
                  <a16:creationId xmlns:a16="http://schemas.microsoft.com/office/drawing/2014/main" id="{1D143F7F-073A-1F78-2E8A-BC320A6E317B}"/>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4" name="Freeform: Shape 253">
              <a:extLst>
                <a:ext uri="{FF2B5EF4-FFF2-40B4-BE49-F238E27FC236}">
                  <a16:creationId xmlns:a16="http://schemas.microsoft.com/office/drawing/2014/main" id="{C3CC0C40-FA63-F4C1-4B82-62B2064E0DAA}"/>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55" name="Freeform: Shape 254">
              <a:extLst>
                <a:ext uri="{FF2B5EF4-FFF2-40B4-BE49-F238E27FC236}">
                  <a16:creationId xmlns:a16="http://schemas.microsoft.com/office/drawing/2014/main" id="{7CD72ADE-2905-2BEC-E345-9024197900CF}"/>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6" name="Freeform: Shape 255">
              <a:extLst>
                <a:ext uri="{FF2B5EF4-FFF2-40B4-BE49-F238E27FC236}">
                  <a16:creationId xmlns:a16="http://schemas.microsoft.com/office/drawing/2014/main" id="{B7D6A5D3-4B20-C8B2-0D1C-ECC4CD92001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7" name="Freeform: Shape 256">
              <a:extLst>
                <a:ext uri="{FF2B5EF4-FFF2-40B4-BE49-F238E27FC236}">
                  <a16:creationId xmlns:a16="http://schemas.microsoft.com/office/drawing/2014/main" id="{4BDDEFE3-F040-EB26-8B7D-3714B3F9EA0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8" name="Freeform: Shape 257">
              <a:extLst>
                <a:ext uri="{FF2B5EF4-FFF2-40B4-BE49-F238E27FC236}">
                  <a16:creationId xmlns:a16="http://schemas.microsoft.com/office/drawing/2014/main" id="{4E204C66-E230-39BC-9378-9B7BB341C142}"/>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59" name="Freeform: Shape 258">
              <a:extLst>
                <a:ext uri="{FF2B5EF4-FFF2-40B4-BE49-F238E27FC236}">
                  <a16:creationId xmlns:a16="http://schemas.microsoft.com/office/drawing/2014/main" id="{6F8940E4-3808-8B6A-7326-92DC595BFE27}"/>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0" name="Freeform: Shape 259">
              <a:extLst>
                <a:ext uri="{FF2B5EF4-FFF2-40B4-BE49-F238E27FC236}">
                  <a16:creationId xmlns:a16="http://schemas.microsoft.com/office/drawing/2014/main" id="{2B83CFE1-E799-14EE-A695-F0B1A2E9641F}"/>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61" name="Freeform: Shape 260">
              <a:extLst>
                <a:ext uri="{FF2B5EF4-FFF2-40B4-BE49-F238E27FC236}">
                  <a16:creationId xmlns:a16="http://schemas.microsoft.com/office/drawing/2014/main" id="{D51A1799-742F-5784-9ED5-39A00B64FD48}"/>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62" name="Freeform: Shape 261">
              <a:extLst>
                <a:ext uri="{FF2B5EF4-FFF2-40B4-BE49-F238E27FC236}">
                  <a16:creationId xmlns:a16="http://schemas.microsoft.com/office/drawing/2014/main" id="{0C9DBB26-278A-5D74-06D3-2A290A65ABB4}"/>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63" name="Freeform: Shape 262">
              <a:extLst>
                <a:ext uri="{FF2B5EF4-FFF2-40B4-BE49-F238E27FC236}">
                  <a16:creationId xmlns:a16="http://schemas.microsoft.com/office/drawing/2014/main" id="{A7B6F317-A645-35C5-E3B7-BFBE596C8958}"/>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4" name="Freeform: Shape 263">
              <a:extLst>
                <a:ext uri="{FF2B5EF4-FFF2-40B4-BE49-F238E27FC236}">
                  <a16:creationId xmlns:a16="http://schemas.microsoft.com/office/drawing/2014/main" id="{C9871BC3-A698-9C50-9F69-9952E2709542}"/>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5" name="Freeform: Shape 264">
              <a:extLst>
                <a:ext uri="{FF2B5EF4-FFF2-40B4-BE49-F238E27FC236}">
                  <a16:creationId xmlns:a16="http://schemas.microsoft.com/office/drawing/2014/main" id="{DFB31127-51B4-B52E-65C6-C697C7E9A2E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6" name="Freeform: Shape 265">
              <a:extLst>
                <a:ext uri="{FF2B5EF4-FFF2-40B4-BE49-F238E27FC236}">
                  <a16:creationId xmlns:a16="http://schemas.microsoft.com/office/drawing/2014/main" id="{98EE5A25-8B9B-F99F-F21F-86CB5F466524}"/>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7" name="Freeform: Shape 266">
              <a:extLst>
                <a:ext uri="{FF2B5EF4-FFF2-40B4-BE49-F238E27FC236}">
                  <a16:creationId xmlns:a16="http://schemas.microsoft.com/office/drawing/2014/main" id="{D6F417EA-06A5-38F1-CF63-EE19FE81635C}"/>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68" name="Freeform: Shape 267">
              <a:extLst>
                <a:ext uri="{FF2B5EF4-FFF2-40B4-BE49-F238E27FC236}">
                  <a16:creationId xmlns:a16="http://schemas.microsoft.com/office/drawing/2014/main" id="{64CF5E50-C01F-8D4E-66C0-3C3E14AD04D6}"/>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69" name="Freeform: Shape 268">
              <a:extLst>
                <a:ext uri="{FF2B5EF4-FFF2-40B4-BE49-F238E27FC236}">
                  <a16:creationId xmlns:a16="http://schemas.microsoft.com/office/drawing/2014/main" id="{3CD3CA10-4E9C-EA32-C02C-9358B3C52E00}"/>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70" name="Freeform: Shape 269">
              <a:extLst>
                <a:ext uri="{FF2B5EF4-FFF2-40B4-BE49-F238E27FC236}">
                  <a16:creationId xmlns:a16="http://schemas.microsoft.com/office/drawing/2014/main" id="{707E2280-CC67-E9B2-60FB-3A9E285ACCA5}"/>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1" name="Freeform: Shape 270">
              <a:extLst>
                <a:ext uri="{FF2B5EF4-FFF2-40B4-BE49-F238E27FC236}">
                  <a16:creationId xmlns:a16="http://schemas.microsoft.com/office/drawing/2014/main" id="{6654A678-EC58-ECFE-4369-EDBF871A5854}"/>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2" name="Freeform: Shape 271">
              <a:extLst>
                <a:ext uri="{FF2B5EF4-FFF2-40B4-BE49-F238E27FC236}">
                  <a16:creationId xmlns:a16="http://schemas.microsoft.com/office/drawing/2014/main" id="{BDCDE485-813D-0D69-DE4E-D60EAB7C6CAA}"/>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3" name="Freeform: Shape 272">
              <a:extLst>
                <a:ext uri="{FF2B5EF4-FFF2-40B4-BE49-F238E27FC236}">
                  <a16:creationId xmlns:a16="http://schemas.microsoft.com/office/drawing/2014/main" id="{D8003DE7-2480-2809-DFB0-2206E2E537D4}"/>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4" name="Freeform: Shape 273">
              <a:extLst>
                <a:ext uri="{FF2B5EF4-FFF2-40B4-BE49-F238E27FC236}">
                  <a16:creationId xmlns:a16="http://schemas.microsoft.com/office/drawing/2014/main" id="{65B1AEF3-90C8-AE28-0ADC-E525D547C89D}"/>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5" name="Freeform: Shape 274">
              <a:extLst>
                <a:ext uri="{FF2B5EF4-FFF2-40B4-BE49-F238E27FC236}">
                  <a16:creationId xmlns:a16="http://schemas.microsoft.com/office/drawing/2014/main" id="{FBFC9116-B0BF-03B0-9679-D38AC694E562}"/>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6" name="Freeform: Shape 275">
              <a:extLst>
                <a:ext uri="{FF2B5EF4-FFF2-40B4-BE49-F238E27FC236}">
                  <a16:creationId xmlns:a16="http://schemas.microsoft.com/office/drawing/2014/main" id="{B8984335-2E73-EC1B-97C2-85E9C618C583}"/>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77" name="Freeform: Shape 276">
              <a:extLst>
                <a:ext uri="{FF2B5EF4-FFF2-40B4-BE49-F238E27FC236}">
                  <a16:creationId xmlns:a16="http://schemas.microsoft.com/office/drawing/2014/main" id="{37F4FEF6-8BAC-08BA-4BDA-B90B0DF54879}"/>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78" name="Freeform: Shape 277">
              <a:extLst>
                <a:ext uri="{FF2B5EF4-FFF2-40B4-BE49-F238E27FC236}">
                  <a16:creationId xmlns:a16="http://schemas.microsoft.com/office/drawing/2014/main" id="{52995475-B5A9-3FDF-FBBB-3A7E5FBAF3E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9" name="Freeform: Shape 278">
              <a:extLst>
                <a:ext uri="{FF2B5EF4-FFF2-40B4-BE49-F238E27FC236}">
                  <a16:creationId xmlns:a16="http://schemas.microsoft.com/office/drawing/2014/main" id="{60560E15-0521-CDD9-14EB-D620951A15E3}"/>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0" name="Freeform: Shape 279">
              <a:extLst>
                <a:ext uri="{FF2B5EF4-FFF2-40B4-BE49-F238E27FC236}">
                  <a16:creationId xmlns:a16="http://schemas.microsoft.com/office/drawing/2014/main" id="{283DE157-1A76-DFB0-9E22-C6C07EDDF1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1" name="Freeform: Shape 280">
              <a:extLst>
                <a:ext uri="{FF2B5EF4-FFF2-40B4-BE49-F238E27FC236}">
                  <a16:creationId xmlns:a16="http://schemas.microsoft.com/office/drawing/2014/main" id="{CAF31694-4673-FB02-228B-450E05733F3C}"/>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2" name="Freeform: Shape 281">
              <a:extLst>
                <a:ext uri="{FF2B5EF4-FFF2-40B4-BE49-F238E27FC236}">
                  <a16:creationId xmlns:a16="http://schemas.microsoft.com/office/drawing/2014/main" id="{CC1717BD-75FD-0995-ED50-F8EF90525445}"/>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3" name="Freeform: Shape 282">
              <a:extLst>
                <a:ext uri="{FF2B5EF4-FFF2-40B4-BE49-F238E27FC236}">
                  <a16:creationId xmlns:a16="http://schemas.microsoft.com/office/drawing/2014/main" id="{C18BA22E-99C6-B45A-E688-27CCF3C0AD4A}"/>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84" name="Freeform: Shape 283">
              <a:extLst>
                <a:ext uri="{FF2B5EF4-FFF2-40B4-BE49-F238E27FC236}">
                  <a16:creationId xmlns:a16="http://schemas.microsoft.com/office/drawing/2014/main" id="{9D8888D6-DA97-3B74-2531-50E574EAFE79}"/>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85" name="Freeform: Shape 284">
              <a:extLst>
                <a:ext uri="{FF2B5EF4-FFF2-40B4-BE49-F238E27FC236}">
                  <a16:creationId xmlns:a16="http://schemas.microsoft.com/office/drawing/2014/main" id="{FB66E6B6-E8CE-3D20-A22D-396B7E983886}"/>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86" name="Freeform: Shape 285">
              <a:extLst>
                <a:ext uri="{FF2B5EF4-FFF2-40B4-BE49-F238E27FC236}">
                  <a16:creationId xmlns:a16="http://schemas.microsoft.com/office/drawing/2014/main" id="{C172C4F5-093D-B2F0-B22B-E8D115D85040}"/>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7" name="Freeform: Shape 286">
              <a:extLst>
                <a:ext uri="{FF2B5EF4-FFF2-40B4-BE49-F238E27FC236}">
                  <a16:creationId xmlns:a16="http://schemas.microsoft.com/office/drawing/2014/main" id="{ABA04D4B-1493-1C15-CF66-3C5899E14720}"/>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8" name="Freeform: Shape 287">
              <a:extLst>
                <a:ext uri="{FF2B5EF4-FFF2-40B4-BE49-F238E27FC236}">
                  <a16:creationId xmlns:a16="http://schemas.microsoft.com/office/drawing/2014/main" id="{CFE463A0-8003-21A6-830B-A17C7642BF3F}"/>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9" name="Freeform: Shape 288">
              <a:extLst>
                <a:ext uri="{FF2B5EF4-FFF2-40B4-BE49-F238E27FC236}">
                  <a16:creationId xmlns:a16="http://schemas.microsoft.com/office/drawing/2014/main" id="{C9468C3D-0123-82BC-E5A2-C7959D88250B}"/>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0" name="Freeform: Shape 289">
              <a:extLst>
                <a:ext uri="{FF2B5EF4-FFF2-40B4-BE49-F238E27FC236}">
                  <a16:creationId xmlns:a16="http://schemas.microsoft.com/office/drawing/2014/main" id="{E3A23B8A-C4ED-EBE2-951E-8AB9D8D11CA9}"/>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1" name="Freeform: Shape 290">
              <a:extLst>
                <a:ext uri="{FF2B5EF4-FFF2-40B4-BE49-F238E27FC236}">
                  <a16:creationId xmlns:a16="http://schemas.microsoft.com/office/drawing/2014/main" id="{53F2F136-134F-F5A3-5628-25BAD7FA6927}"/>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92" name="Freeform: Shape 291">
              <a:extLst>
                <a:ext uri="{FF2B5EF4-FFF2-40B4-BE49-F238E27FC236}">
                  <a16:creationId xmlns:a16="http://schemas.microsoft.com/office/drawing/2014/main" id="{EE30E2E9-75A0-47CF-1FE8-5E09AD92A927}"/>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93" name="Freeform: Shape 292">
              <a:extLst>
                <a:ext uri="{FF2B5EF4-FFF2-40B4-BE49-F238E27FC236}">
                  <a16:creationId xmlns:a16="http://schemas.microsoft.com/office/drawing/2014/main" id="{311F78FD-A46A-3685-2FA7-61A7546B001F}"/>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4" name="Freeform: Shape 293">
              <a:extLst>
                <a:ext uri="{FF2B5EF4-FFF2-40B4-BE49-F238E27FC236}">
                  <a16:creationId xmlns:a16="http://schemas.microsoft.com/office/drawing/2014/main" id="{278AEAB1-A5B5-56EE-4FEB-9EB4E6FF8B36}"/>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95" name="Freeform: Shape 294">
              <a:extLst>
                <a:ext uri="{FF2B5EF4-FFF2-40B4-BE49-F238E27FC236}">
                  <a16:creationId xmlns:a16="http://schemas.microsoft.com/office/drawing/2014/main" id="{B5BEF18D-A8AD-2868-7196-7A2B88C82DA7}"/>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6" name="Freeform: Shape 295">
              <a:extLst>
                <a:ext uri="{FF2B5EF4-FFF2-40B4-BE49-F238E27FC236}">
                  <a16:creationId xmlns:a16="http://schemas.microsoft.com/office/drawing/2014/main" id="{62C999C0-F89A-34F0-5C22-7F6F792FF599}"/>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7" name="Freeform: Shape 296">
              <a:extLst>
                <a:ext uri="{FF2B5EF4-FFF2-40B4-BE49-F238E27FC236}">
                  <a16:creationId xmlns:a16="http://schemas.microsoft.com/office/drawing/2014/main" id="{1C2FC264-FD1F-2DBF-2E56-988DD5FC554F}"/>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8" name="Freeform: Shape 297">
              <a:extLst>
                <a:ext uri="{FF2B5EF4-FFF2-40B4-BE49-F238E27FC236}">
                  <a16:creationId xmlns:a16="http://schemas.microsoft.com/office/drawing/2014/main" id="{3CF16D1A-967E-1BA9-DF69-2F0F53367483}"/>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9" name="Freeform: Shape 298">
              <a:extLst>
                <a:ext uri="{FF2B5EF4-FFF2-40B4-BE49-F238E27FC236}">
                  <a16:creationId xmlns:a16="http://schemas.microsoft.com/office/drawing/2014/main" id="{B346C632-4E56-0A48-8983-25405A9DF31C}"/>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300" name="Freeform: Shape 299">
              <a:extLst>
                <a:ext uri="{FF2B5EF4-FFF2-40B4-BE49-F238E27FC236}">
                  <a16:creationId xmlns:a16="http://schemas.microsoft.com/office/drawing/2014/main" id="{FF30A911-3A08-4A77-B921-55E8CB06CA87}"/>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01" name="Freeform: Shape 300">
              <a:extLst>
                <a:ext uri="{FF2B5EF4-FFF2-40B4-BE49-F238E27FC236}">
                  <a16:creationId xmlns:a16="http://schemas.microsoft.com/office/drawing/2014/main" id="{4993A9FE-3DAB-61D0-9D25-CD5357E42931}"/>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302" name="Freeform: Shape 301">
              <a:extLst>
                <a:ext uri="{FF2B5EF4-FFF2-40B4-BE49-F238E27FC236}">
                  <a16:creationId xmlns:a16="http://schemas.microsoft.com/office/drawing/2014/main" id="{723FAC81-71A9-C8E8-5397-C513CAFA612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03" name="Freeform: Shape 302">
              <a:extLst>
                <a:ext uri="{FF2B5EF4-FFF2-40B4-BE49-F238E27FC236}">
                  <a16:creationId xmlns:a16="http://schemas.microsoft.com/office/drawing/2014/main" id="{9B2B9091-D150-A2BA-D1DE-4C8ED349D0BA}"/>
                </a:ext>
              </a:extLst>
            </p:cNvPr>
            <p:cNvSpPr>
              <a:spLocks noGrp="1" noRot="1" noMove="1" noResize="1" noEditPoints="1" noAdjustHandles="1" noChangeArrowheads="1" noChangeShapeType="1"/>
            </p:cNvSpPr>
            <p:nvPr userDrawn="1"/>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304" name="Freeform: Shape 303">
              <a:extLst>
                <a:ext uri="{FF2B5EF4-FFF2-40B4-BE49-F238E27FC236}">
                  <a16:creationId xmlns:a16="http://schemas.microsoft.com/office/drawing/2014/main" id="{5B4405A4-90A3-1E7B-80D2-18B0D88B4B72}"/>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05" name="Freeform: Shape 304">
              <a:extLst>
                <a:ext uri="{FF2B5EF4-FFF2-40B4-BE49-F238E27FC236}">
                  <a16:creationId xmlns:a16="http://schemas.microsoft.com/office/drawing/2014/main" id="{2463B354-B9D8-3161-4A62-3162294BD17C}"/>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306" name="Freeform: Shape 305">
              <a:extLst>
                <a:ext uri="{FF2B5EF4-FFF2-40B4-BE49-F238E27FC236}">
                  <a16:creationId xmlns:a16="http://schemas.microsoft.com/office/drawing/2014/main" id="{A14C9E30-8589-2255-42BE-45BC9A84AA2A}"/>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307" name="Freeform: Shape 306">
              <a:extLst>
                <a:ext uri="{FF2B5EF4-FFF2-40B4-BE49-F238E27FC236}">
                  <a16:creationId xmlns:a16="http://schemas.microsoft.com/office/drawing/2014/main" id="{307C21BE-1B21-DF6B-0264-81F70EC732BB}"/>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308" name="Freeform: Shape 307">
              <a:extLst>
                <a:ext uri="{FF2B5EF4-FFF2-40B4-BE49-F238E27FC236}">
                  <a16:creationId xmlns:a16="http://schemas.microsoft.com/office/drawing/2014/main" id="{DA2645FB-37AC-D2F6-E78F-4DD74DA4FB9E}"/>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09" name="Freeform: Shape 308">
              <a:extLst>
                <a:ext uri="{FF2B5EF4-FFF2-40B4-BE49-F238E27FC236}">
                  <a16:creationId xmlns:a16="http://schemas.microsoft.com/office/drawing/2014/main" id="{C3C0D4A6-DD75-CC7E-3D85-A85AC5B2F17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310" name="Freeform: Shape 309">
              <a:extLst>
                <a:ext uri="{FF2B5EF4-FFF2-40B4-BE49-F238E27FC236}">
                  <a16:creationId xmlns:a16="http://schemas.microsoft.com/office/drawing/2014/main" id="{3C174FDC-D373-A277-0FEB-AE063DFBCDE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gr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404011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759885" y="1907118"/>
            <a:ext cx="10668001" cy="418464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759885" y="762001"/>
            <a:ext cx="10668001"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61489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p:cNvSpPr>
            <a:spLocks noGrp="1"/>
          </p:cNvSpPr>
          <p:nvPr>
            <p:ph sz="half" idx="1" hasCustomPrompt="1"/>
          </p:nvPr>
        </p:nvSpPr>
        <p:spPr>
          <a:xfrm>
            <a:off x="759884" y="1907118"/>
            <a:ext cx="4953000" cy="4188884"/>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 name="Content Placeholder"/>
          <p:cNvSpPr>
            <a:spLocks noGrp="1"/>
          </p:cNvSpPr>
          <p:nvPr>
            <p:ph sz="half" idx="2" hasCustomPrompt="1"/>
          </p:nvPr>
        </p:nvSpPr>
        <p:spPr>
          <a:xfrm>
            <a:off x="6477001" y="1907118"/>
            <a:ext cx="4950884" cy="4188884"/>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7" name="Text Placeholder"/>
          <p:cNvSpPr>
            <a:spLocks noGrp="1"/>
          </p:cNvSpPr>
          <p:nvPr>
            <p:ph type="title" hasCustomPrompt="1"/>
          </p:nvPr>
        </p:nvSpPr>
        <p:spPr>
          <a:xfrm>
            <a:off x="759885" y="762000"/>
            <a:ext cx="10678583" cy="759883"/>
          </a:xfrm>
        </p:spPr>
        <p:txBody>
          <a:bodyPr/>
          <a:lstStyle>
            <a:lvl1pPr>
              <a:defRPr/>
            </a:lvl1pPr>
          </a:lstStyle>
          <a:p>
            <a:r>
              <a:rPr lang="en-US"/>
              <a:t>Edit title</a:t>
            </a:r>
            <a:endParaRPr lang="en-GB"/>
          </a:p>
        </p:txBody>
      </p:sp>
    </p:spTree>
    <p:extLst>
      <p:ext uri="{BB962C8B-B14F-4D97-AF65-F5344CB8AC3E}">
        <p14:creationId xmlns:p14="http://schemas.microsoft.com/office/powerpoint/2010/main" val="975015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Content Placeholder"/>
          <p:cNvSpPr>
            <a:spLocks noGrp="1"/>
          </p:cNvSpPr>
          <p:nvPr>
            <p:ph idx="1" hasCustomPrompt="1"/>
          </p:nvPr>
        </p:nvSpPr>
        <p:spPr>
          <a:xfrm>
            <a:off x="759885" y="762001"/>
            <a:ext cx="10668000" cy="5329767"/>
          </a:xfrm>
        </p:spPr>
        <p:txBody>
          <a:bodyPr/>
          <a:lstStyle>
            <a:lvl1pPr>
              <a:spcBef>
                <a:spcPts val="0"/>
              </a:spcBef>
              <a:defRPr sz="3733"/>
            </a:lvl1pPr>
            <a:lvl2pPr marL="482588" indent="-482588">
              <a:spcBef>
                <a:spcPts val="0"/>
              </a:spcBef>
              <a:buClrTx/>
              <a:buSzPct val="100000"/>
              <a:buFont typeface="+mj-lt"/>
              <a:buAutoNum type="arabicPeriod"/>
              <a:defRPr sz="3733"/>
            </a:lvl2pPr>
            <a:lvl3pPr>
              <a:defRPr sz="2400"/>
            </a:lvl3pPr>
            <a:lvl4pPr>
              <a:defRPr sz="2400"/>
            </a:lvl4pPr>
            <a:lvl5pPr>
              <a:defRPr sz="2400"/>
            </a:lvl5pPr>
          </a:lstStyle>
          <a:p>
            <a:pPr lvl="0"/>
            <a:r>
              <a:rPr lang="en-US"/>
              <a:t>Edit text</a:t>
            </a:r>
          </a:p>
          <a:p>
            <a:pPr lvl="1"/>
            <a:r>
              <a:rPr lang="en-US"/>
              <a:t>Second level</a:t>
            </a:r>
          </a:p>
        </p:txBody>
      </p:sp>
    </p:spTree>
    <p:extLst>
      <p:ext uri="{BB962C8B-B14F-4D97-AF65-F5344CB8AC3E}">
        <p14:creationId xmlns:p14="http://schemas.microsoft.com/office/powerpoint/2010/main" val="3955406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p:cNvSpPr>
            <a:spLocks noGrp="1"/>
          </p:cNvSpPr>
          <p:nvPr>
            <p:ph type="body" sz="quarter" idx="12" hasCustomPrompt="1"/>
          </p:nvPr>
        </p:nvSpPr>
        <p:spPr>
          <a:xfrm>
            <a:off x="759885" y="762001"/>
            <a:ext cx="10668001" cy="5329767"/>
          </a:xfrm>
        </p:spPr>
        <p:txBody>
          <a:bodyPr>
            <a:normAutofit/>
          </a:bodyPr>
          <a:lstStyle>
            <a:lvl1pPr>
              <a:lnSpc>
                <a:spcPct val="90000"/>
              </a:lnSpc>
              <a:spcBef>
                <a:spcPts val="0"/>
              </a:spcBef>
              <a:buNone/>
              <a:defRPr sz="3733" baseline="0"/>
            </a:lvl1pPr>
            <a:lvl2pPr>
              <a:lnSpc>
                <a:spcPct val="90000"/>
              </a:lnSpc>
              <a:spcBef>
                <a:spcPts val="0"/>
              </a:spcBef>
              <a:defRPr sz="3733"/>
            </a:lvl2pPr>
            <a:lvl3pPr>
              <a:defRPr sz="7333"/>
            </a:lvl3pPr>
            <a:lvl4pPr>
              <a:defRPr sz="7333"/>
            </a:lvl4pPr>
            <a:lvl5pPr>
              <a:defRPr sz="7333"/>
            </a:lvl5pPr>
          </a:lstStyle>
          <a:p>
            <a:pPr lvl="0"/>
            <a:r>
              <a:rPr lang="en-US"/>
              <a:t>Edit text</a:t>
            </a:r>
          </a:p>
          <a:p>
            <a:pPr lvl="1"/>
            <a:r>
              <a:rPr lang="en-US"/>
              <a:t>Second level</a:t>
            </a:r>
          </a:p>
        </p:txBody>
      </p:sp>
    </p:spTree>
    <p:extLst>
      <p:ext uri="{BB962C8B-B14F-4D97-AF65-F5344CB8AC3E}">
        <p14:creationId xmlns:p14="http://schemas.microsoft.com/office/powerpoint/2010/main" val="185064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ext Placeholder"/>
          <p:cNvSpPr>
            <a:spLocks noGrp="1"/>
          </p:cNvSpPr>
          <p:nvPr>
            <p:ph type="title" hasCustomPrompt="1"/>
          </p:nvPr>
        </p:nvSpPr>
        <p:spPr>
          <a:xfrm>
            <a:off x="759885" y="762001"/>
            <a:ext cx="10668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47361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Bleed Media">
    <p:spTree>
      <p:nvGrpSpPr>
        <p:cNvPr id="1" name=""/>
        <p:cNvGrpSpPr/>
        <p:nvPr/>
      </p:nvGrpSpPr>
      <p:grpSpPr>
        <a:xfrm>
          <a:off x="0" y="0"/>
          <a:ext cx="0" cy="0"/>
          <a:chOff x="0" y="0"/>
          <a:chExt cx="0" cy="0"/>
        </a:xfrm>
      </p:grpSpPr>
      <p:sp>
        <p:nvSpPr>
          <p:cNvPr id="4" name="Picture Placeholder"/>
          <p:cNvSpPr>
            <a:spLocks noGrp="1"/>
          </p:cNvSpPr>
          <p:nvPr>
            <p:ph type="pic" sz="quarter" idx="12"/>
          </p:nvPr>
        </p:nvSpPr>
        <p:spPr>
          <a:xfrm>
            <a:off x="0" y="0"/>
            <a:ext cx="12192000" cy="6858000"/>
          </a:xfrm>
          <a:solidFill>
            <a:schemeClr val="bg1">
              <a:lumMod val="85000"/>
              <a:lumOff val="15000"/>
            </a:schemeClr>
          </a:solidFill>
        </p:spPr>
        <p:txBody>
          <a:bodyPr/>
          <a:lstStyle>
            <a:lvl1pPr>
              <a:defRPr sz="1067">
                <a:noFill/>
              </a:defRPr>
            </a:lvl1pPr>
          </a:lstStyle>
          <a:p>
            <a:r>
              <a:rPr lang="en-US"/>
              <a:t>Click icon to add picture</a:t>
            </a:r>
            <a:endParaRPr lang="en-GB"/>
          </a:p>
        </p:txBody>
      </p:sp>
      <p:sp>
        <p:nvSpPr>
          <p:cNvPr id="2" name="Text Placeholder"/>
          <p:cNvSpPr>
            <a:spLocks noGrp="1"/>
          </p:cNvSpPr>
          <p:nvPr>
            <p:ph type="title" hasCustomPrompt="1"/>
          </p:nvPr>
        </p:nvSpPr>
        <p:spPr>
          <a:xfrm>
            <a:off x="759884" y="762000"/>
            <a:ext cx="10668000" cy="762000"/>
          </a:xfrm>
        </p:spPr>
        <p:txBody>
          <a:bodyPr/>
          <a:lstStyle>
            <a:lvl1pPr>
              <a:defRPr baseline="0">
                <a:solidFill>
                  <a:schemeClr val="tx1"/>
                </a:solidFill>
              </a:defRPr>
            </a:lvl1pPr>
          </a:lstStyle>
          <a:p>
            <a:r>
              <a:rPr lang="en-US"/>
              <a:t>Edit title</a:t>
            </a:r>
            <a:endParaRPr lang="en-GB"/>
          </a:p>
        </p:txBody>
      </p:sp>
    </p:spTree>
    <p:extLst>
      <p:ext uri="{BB962C8B-B14F-4D97-AF65-F5344CB8AC3E}">
        <p14:creationId xmlns:p14="http://schemas.microsoft.com/office/powerpoint/2010/main" val="289137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87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tatic_Pixel_3">
    <p:spTree>
      <p:nvGrpSpPr>
        <p:cNvPr id="1" name=""/>
        <p:cNvGrpSpPr/>
        <p:nvPr/>
      </p:nvGrpSpPr>
      <p:grpSpPr>
        <a:xfrm>
          <a:off x="0" y="0"/>
          <a:ext cx="0" cy="0"/>
          <a:chOff x="0" y="0"/>
          <a:chExt cx="0" cy="0"/>
        </a:xfrm>
      </p:grpSpPr>
      <p:grpSp>
        <p:nvGrpSpPr>
          <p:cNvPr id="4" name="Pixels">
            <a:extLst>
              <a:ext uri="{FF2B5EF4-FFF2-40B4-BE49-F238E27FC236}">
                <a16:creationId xmlns:a16="http://schemas.microsoft.com/office/drawing/2014/main" id="{80023CF7-7612-8302-F95B-0871E6544CEF}"/>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5" name="Freeform: Shape 4">
              <a:extLst>
                <a:ext uri="{FF2B5EF4-FFF2-40B4-BE49-F238E27FC236}">
                  <a16:creationId xmlns:a16="http://schemas.microsoft.com/office/drawing/2014/main" id="{4CC2E27B-4395-7DF3-6D83-759A410A0A29}"/>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 name="Freeform: Shape 5">
              <a:extLst>
                <a:ext uri="{FF2B5EF4-FFF2-40B4-BE49-F238E27FC236}">
                  <a16:creationId xmlns:a16="http://schemas.microsoft.com/office/drawing/2014/main" id="{8BF3D1FD-D1E4-FFA4-6940-83AB4F678D00}"/>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 name="Freeform: Shape 6">
              <a:extLst>
                <a:ext uri="{FF2B5EF4-FFF2-40B4-BE49-F238E27FC236}">
                  <a16:creationId xmlns:a16="http://schemas.microsoft.com/office/drawing/2014/main" id="{3C8E39FF-3524-AEA5-18EC-EAEB91C7FD7D}"/>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 name="Freeform: Shape 7">
              <a:extLst>
                <a:ext uri="{FF2B5EF4-FFF2-40B4-BE49-F238E27FC236}">
                  <a16:creationId xmlns:a16="http://schemas.microsoft.com/office/drawing/2014/main" id="{71819311-1017-0AB7-26F6-F2420B7F1CE9}"/>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 name="Freeform: Shape 8">
              <a:extLst>
                <a:ext uri="{FF2B5EF4-FFF2-40B4-BE49-F238E27FC236}">
                  <a16:creationId xmlns:a16="http://schemas.microsoft.com/office/drawing/2014/main" id="{93EB674F-5D48-8DFD-1485-B89760ACF3E5}"/>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 name="Freeform: Shape 9">
              <a:extLst>
                <a:ext uri="{FF2B5EF4-FFF2-40B4-BE49-F238E27FC236}">
                  <a16:creationId xmlns:a16="http://schemas.microsoft.com/office/drawing/2014/main" id="{157E337E-130C-3CA5-9EC8-0EDD44060FFC}"/>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 name="Freeform: Shape 10">
              <a:extLst>
                <a:ext uri="{FF2B5EF4-FFF2-40B4-BE49-F238E27FC236}">
                  <a16:creationId xmlns:a16="http://schemas.microsoft.com/office/drawing/2014/main" id="{483EDB89-955F-2CE4-3342-BD6138DC894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2" name="Freeform: Shape 11">
              <a:extLst>
                <a:ext uri="{FF2B5EF4-FFF2-40B4-BE49-F238E27FC236}">
                  <a16:creationId xmlns:a16="http://schemas.microsoft.com/office/drawing/2014/main" id="{BABE0AFD-E86B-2118-991D-E4743DD42F7C}"/>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 name="Freeform: Shape 12">
              <a:extLst>
                <a:ext uri="{FF2B5EF4-FFF2-40B4-BE49-F238E27FC236}">
                  <a16:creationId xmlns:a16="http://schemas.microsoft.com/office/drawing/2014/main" id="{784DEBAA-C802-7978-083A-DAC033EDB77E}"/>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 name="Freeform: Shape 13">
              <a:extLst>
                <a:ext uri="{FF2B5EF4-FFF2-40B4-BE49-F238E27FC236}">
                  <a16:creationId xmlns:a16="http://schemas.microsoft.com/office/drawing/2014/main" id="{F9B3A7F1-9EBC-8709-C2A7-8CE497D300E0}"/>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 name="Freeform: Shape 14">
              <a:extLst>
                <a:ext uri="{FF2B5EF4-FFF2-40B4-BE49-F238E27FC236}">
                  <a16:creationId xmlns:a16="http://schemas.microsoft.com/office/drawing/2014/main" id="{EC36CADF-E1B5-45DE-22F1-5BF0E00B970C}"/>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 name="Freeform: Shape 15">
              <a:extLst>
                <a:ext uri="{FF2B5EF4-FFF2-40B4-BE49-F238E27FC236}">
                  <a16:creationId xmlns:a16="http://schemas.microsoft.com/office/drawing/2014/main" id="{DBFA19A1-E498-4764-62E9-D42DB52BDDF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 name="Freeform: Shape 16">
              <a:extLst>
                <a:ext uri="{FF2B5EF4-FFF2-40B4-BE49-F238E27FC236}">
                  <a16:creationId xmlns:a16="http://schemas.microsoft.com/office/drawing/2014/main" id="{637BC41C-70A5-3BD8-9943-67ADE27957DE}"/>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8" name="Freeform: Shape 17">
              <a:extLst>
                <a:ext uri="{FF2B5EF4-FFF2-40B4-BE49-F238E27FC236}">
                  <a16:creationId xmlns:a16="http://schemas.microsoft.com/office/drawing/2014/main" id="{F226CD17-7C08-90E4-8776-B1DF1D2EAA96}"/>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 name="Freeform: Shape 18">
              <a:extLst>
                <a:ext uri="{FF2B5EF4-FFF2-40B4-BE49-F238E27FC236}">
                  <a16:creationId xmlns:a16="http://schemas.microsoft.com/office/drawing/2014/main" id="{678C7BAC-D52C-901A-0CE8-0688DC727975}"/>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0" name="Freeform: Shape 19">
              <a:extLst>
                <a:ext uri="{FF2B5EF4-FFF2-40B4-BE49-F238E27FC236}">
                  <a16:creationId xmlns:a16="http://schemas.microsoft.com/office/drawing/2014/main" id="{79320A07-E23B-606D-EF1D-BC8C0C21401B}"/>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 name="Freeform: Shape 20">
              <a:extLst>
                <a:ext uri="{FF2B5EF4-FFF2-40B4-BE49-F238E27FC236}">
                  <a16:creationId xmlns:a16="http://schemas.microsoft.com/office/drawing/2014/main" id="{97451A6B-C7AE-AF4C-AA48-EC8677F3DEF4}"/>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2" name="Freeform: Shape 21">
              <a:extLst>
                <a:ext uri="{FF2B5EF4-FFF2-40B4-BE49-F238E27FC236}">
                  <a16:creationId xmlns:a16="http://schemas.microsoft.com/office/drawing/2014/main" id="{3C6B2764-FA46-2EAA-0A27-2D3A30A033D5}"/>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 name="Freeform: Shape 22">
              <a:extLst>
                <a:ext uri="{FF2B5EF4-FFF2-40B4-BE49-F238E27FC236}">
                  <a16:creationId xmlns:a16="http://schemas.microsoft.com/office/drawing/2014/main" id="{FF7588DD-7150-F5B4-E02A-F3019E326C1B}"/>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 name="Freeform: Shape 23">
              <a:extLst>
                <a:ext uri="{FF2B5EF4-FFF2-40B4-BE49-F238E27FC236}">
                  <a16:creationId xmlns:a16="http://schemas.microsoft.com/office/drawing/2014/main" id="{C34CDA98-79DE-3F77-162B-CA755D5C3DF5}"/>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 name="Freeform: Shape 24">
              <a:extLst>
                <a:ext uri="{FF2B5EF4-FFF2-40B4-BE49-F238E27FC236}">
                  <a16:creationId xmlns:a16="http://schemas.microsoft.com/office/drawing/2014/main" id="{911C1296-B7D7-330C-E227-96D9970038B9}"/>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 name="Freeform: Shape 25">
              <a:extLst>
                <a:ext uri="{FF2B5EF4-FFF2-40B4-BE49-F238E27FC236}">
                  <a16:creationId xmlns:a16="http://schemas.microsoft.com/office/drawing/2014/main" id="{494902A0-9A51-B61C-0257-384D26269649}"/>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 name="Freeform: Shape 26">
              <a:extLst>
                <a:ext uri="{FF2B5EF4-FFF2-40B4-BE49-F238E27FC236}">
                  <a16:creationId xmlns:a16="http://schemas.microsoft.com/office/drawing/2014/main" id="{709B6248-FB82-5581-D52B-70EB740D4E9E}"/>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 name="Freeform: Shape 27">
              <a:extLst>
                <a:ext uri="{FF2B5EF4-FFF2-40B4-BE49-F238E27FC236}">
                  <a16:creationId xmlns:a16="http://schemas.microsoft.com/office/drawing/2014/main" id="{B5932B7F-7982-771A-BD08-9D0CABBB4FC9}"/>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 name="Freeform: Shape 28">
              <a:extLst>
                <a:ext uri="{FF2B5EF4-FFF2-40B4-BE49-F238E27FC236}">
                  <a16:creationId xmlns:a16="http://schemas.microsoft.com/office/drawing/2014/main" id="{B7F4DE5F-C1C7-465C-D290-6334C9A3477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0" name="Freeform: Shape 29">
              <a:extLst>
                <a:ext uri="{FF2B5EF4-FFF2-40B4-BE49-F238E27FC236}">
                  <a16:creationId xmlns:a16="http://schemas.microsoft.com/office/drawing/2014/main" id="{4276BAD6-AB43-684E-73A2-D8B57DD77B92}"/>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1" name="Freeform: Shape 30">
              <a:extLst>
                <a:ext uri="{FF2B5EF4-FFF2-40B4-BE49-F238E27FC236}">
                  <a16:creationId xmlns:a16="http://schemas.microsoft.com/office/drawing/2014/main" id="{A69A8C06-9B23-DE0F-0350-26AE469FA837}"/>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2" name="Freeform: Shape 31">
              <a:extLst>
                <a:ext uri="{FF2B5EF4-FFF2-40B4-BE49-F238E27FC236}">
                  <a16:creationId xmlns:a16="http://schemas.microsoft.com/office/drawing/2014/main" id="{FAAFF054-CEAC-9A3F-3F43-7BE334A7BB6E}"/>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3" name="Freeform: Shape 32">
              <a:extLst>
                <a:ext uri="{FF2B5EF4-FFF2-40B4-BE49-F238E27FC236}">
                  <a16:creationId xmlns:a16="http://schemas.microsoft.com/office/drawing/2014/main" id="{74D45256-CBD4-8A2E-D3D0-112FA2B112BD}"/>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4" name="Freeform: Shape 33">
              <a:extLst>
                <a:ext uri="{FF2B5EF4-FFF2-40B4-BE49-F238E27FC236}">
                  <a16:creationId xmlns:a16="http://schemas.microsoft.com/office/drawing/2014/main" id="{72DE4B20-11C7-2D0A-6DFA-3D2E2072C1A0}"/>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5" name="Freeform: Shape 34">
              <a:extLst>
                <a:ext uri="{FF2B5EF4-FFF2-40B4-BE49-F238E27FC236}">
                  <a16:creationId xmlns:a16="http://schemas.microsoft.com/office/drawing/2014/main" id="{B27D7E1C-FAAD-C77F-0C5F-DD9489B7CF60}"/>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6" name="Freeform: Shape 35">
              <a:extLst>
                <a:ext uri="{FF2B5EF4-FFF2-40B4-BE49-F238E27FC236}">
                  <a16:creationId xmlns:a16="http://schemas.microsoft.com/office/drawing/2014/main" id="{7DE50B40-52C1-23E8-73BD-0A1A7D59EC6C}"/>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7" name="Freeform: Shape 36">
              <a:extLst>
                <a:ext uri="{FF2B5EF4-FFF2-40B4-BE49-F238E27FC236}">
                  <a16:creationId xmlns:a16="http://schemas.microsoft.com/office/drawing/2014/main" id="{6CFDC0E6-F85A-205E-D18F-6307FCF914E4}"/>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8" name="Freeform: Shape 37">
              <a:extLst>
                <a:ext uri="{FF2B5EF4-FFF2-40B4-BE49-F238E27FC236}">
                  <a16:creationId xmlns:a16="http://schemas.microsoft.com/office/drawing/2014/main" id="{5F70D294-5F33-51AC-A6C6-49C8EB03AA43}"/>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39" name="Freeform: Shape 38">
              <a:extLst>
                <a:ext uri="{FF2B5EF4-FFF2-40B4-BE49-F238E27FC236}">
                  <a16:creationId xmlns:a16="http://schemas.microsoft.com/office/drawing/2014/main" id="{280994CA-8A30-FC83-048F-D174251414E5}"/>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0" name="Freeform: Shape 39">
              <a:extLst>
                <a:ext uri="{FF2B5EF4-FFF2-40B4-BE49-F238E27FC236}">
                  <a16:creationId xmlns:a16="http://schemas.microsoft.com/office/drawing/2014/main" id="{94CF7AB2-1246-4B2F-7054-7671CE93D699}"/>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1" name="Freeform: Shape 40">
              <a:extLst>
                <a:ext uri="{FF2B5EF4-FFF2-40B4-BE49-F238E27FC236}">
                  <a16:creationId xmlns:a16="http://schemas.microsoft.com/office/drawing/2014/main" id="{49420820-55B2-EA10-2AC5-4975425FEEA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2" name="Freeform: Shape 41">
              <a:extLst>
                <a:ext uri="{FF2B5EF4-FFF2-40B4-BE49-F238E27FC236}">
                  <a16:creationId xmlns:a16="http://schemas.microsoft.com/office/drawing/2014/main" id="{DD48F02F-AF54-2AC1-1605-15032403D2CD}"/>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3" name="Freeform: Shape 42">
              <a:extLst>
                <a:ext uri="{FF2B5EF4-FFF2-40B4-BE49-F238E27FC236}">
                  <a16:creationId xmlns:a16="http://schemas.microsoft.com/office/drawing/2014/main" id="{E034E841-463A-B027-D7E3-5E1D6085A017}"/>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4" name="Freeform: Shape 43">
              <a:extLst>
                <a:ext uri="{FF2B5EF4-FFF2-40B4-BE49-F238E27FC236}">
                  <a16:creationId xmlns:a16="http://schemas.microsoft.com/office/drawing/2014/main" id="{99A70D11-45BE-358E-F40B-DA8161BB0A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5" name="Freeform: Shape 44">
              <a:extLst>
                <a:ext uri="{FF2B5EF4-FFF2-40B4-BE49-F238E27FC236}">
                  <a16:creationId xmlns:a16="http://schemas.microsoft.com/office/drawing/2014/main" id="{F8761792-DDDD-0152-87D3-2CF1A7D1AE1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6" name="Freeform: Shape 45">
              <a:extLst>
                <a:ext uri="{FF2B5EF4-FFF2-40B4-BE49-F238E27FC236}">
                  <a16:creationId xmlns:a16="http://schemas.microsoft.com/office/drawing/2014/main" id="{47F7F604-F78E-13EC-0203-222DC85FB366}"/>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7" name="Freeform: Shape 46">
              <a:extLst>
                <a:ext uri="{FF2B5EF4-FFF2-40B4-BE49-F238E27FC236}">
                  <a16:creationId xmlns:a16="http://schemas.microsoft.com/office/drawing/2014/main" id="{287C8C18-1435-2735-6ED0-C5E091F21811}"/>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8" name="Freeform: Shape 47">
              <a:extLst>
                <a:ext uri="{FF2B5EF4-FFF2-40B4-BE49-F238E27FC236}">
                  <a16:creationId xmlns:a16="http://schemas.microsoft.com/office/drawing/2014/main" id="{9821AA03-DD7F-2B50-D3B3-9A2FD37175A5}"/>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49" name="Freeform: Shape 48">
              <a:extLst>
                <a:ext uri="{FF2B5EF4-FFF2-40B4-BE49-F238E27FC236}">
                  <a16:creationId xmlns:a16="http://schemas.microsoft.com/office/drawing/2014/main" id="{33AC04AD-E10C-8E4E-44D8-BC65BED07C8D}"/>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0" name="Freeform: Shape 49">
              <a:extLst>
                <a:ext uri="{FF2B5EF4-FFF2-40B4-BE49-F238E27FC236}">
                  <a16:creationId xmlns:a16="http://schemas.microsoft.com/office/drawing/2014/main" id="{409F9026-EF4B-D92E-65BB-86B8567FDC25}"/>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1" name="Freeform: Shape 50">
              <a:extLst>
                <a:ext uri="{FF2B5EF4-FFF2-40B4-BE49-F238E27FC236}">
                  <a16:creationId xmlns:a16="http://schemas.microsoft.com/office/drawing/2014/main" id="{167241AA-9AE7-67B5-4E25-AE7C5C8C742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2" name="Freeform: Shape 51">
              <a:extLst>
                <a:ext uri="{FF2B5EF4-FFF2-40B4-BE49-F238E27FC236}">
                  <a16:creationId xmlns:a16="http://schemas.microsoft.com/office/drawing/2014/main" id="{A45381A8-046B-F882-0748-4832EC5AF87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3" name="Freeform: Shape 52">
              <a:extLst>
                <a:ext uri="{FF2B5EF4-FFF2-40B4-BE49-F238E27FC236}">
                  <a16:creationId xmlns:a16="http://schemas.microsoft.com/office/drawing/2014/main" id="{6F05B54F-920A-F602-935C-E62E65618E83}"/>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4" name="Freeform: Shape 53">
              <a:extLst>
                <a:ext uri="{FF2B5EF4-FFF2-40B4-BE49-F238E27FC236}">
                  <a16:creationId xmlns:a16="http://schemas.microsoft.com/office/drawing/2014/main" id="{7C03D694-5D5A-DD1A-FB8E-A7660B147FAB}"/>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5" name="Freeform: Shape 54">
              <a:extLst>
                <a:ext uri="{FF2B5EF4-FFF2-40B4-BE49-F238E27FC236}">
                  <a16:creationId xmlns:a16="http://schemas.microsoft.com/office/drawing/2014/main" id="{2599918C-ED60-FB7B-A4A4-A03D96954993}"/>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6" name="Freeform: Shape 55">
              <a:extLst>
                <a:ext uri="{FF2B5EF4-FFF2-40B4-BE49-F238E27FC236}">
                  <a16:creationId xmlns:a16="http://schemas.microsoft.com/office/drawing/2014/main" id="{6C6C59C7-A001-90B4-6F66-597B0734E327}"/>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7" name="Freeform: Shape 56">
              <a:extLst>
                <a:ext uri="{FF2B5EF4-FFF2-40B4-BE49-F238E27FC236}">
                  <a16:creationId xmlns:a16="http://schemas.microsoft.com/office/drawing/2014/main" id="{4AE5578A-BC59-D541-F5F1-3FFD29736DA3}"/>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8" name="Freeform: Shape 57">
              <a:extLst>
                <a:ext uri="{FF2B5EF4-FFF2-40B4-BE49-F238E27FC236}">
                  <a16:creationId xmlns:a16="http://schemas.microsoft.com/office/drawing/2014/main" id="{0CDC8994-3B1C-0738-1136-9B6E52D83047}"/>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59" name="Freeform: Shape 58">
              <a:extLst>
                <a:ext uri="{FF2B5EF4-FFF2-40B4-BE49-F238E27FC236}">
                  <a16:creationId xmlns:a16="http://schemas.microsoft.com/office/drawing/2014/main" id="{EF61E12A-991B-1F4A-F902-CBBD88A1939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0" name="Freeform: Shape 59">
              <a:extLst>
                <a:ext uri="{FF2B5EF4-FFF2-40B4-BE49-F238E27FC236}">
                  <a16:creationId xmlns:a16="http://schemas.microsoft.com/office/drawing/2014/main" id="{95079015-6549-AF08-5E10-5A4938CCD6A4}"/>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1" name="Freeform: Shape 60">
              <a:extLst>
                <a:ext uri="{FF2B5EF4-FFF2-40B4-BE49-F238E27FC236}">
                  <a16:creationId xmlns:a16="http://schemas.microsoft.com/office/drawing/2014/main" id="{28701BD1-533C-9ED1-4ACE-232AE02BAEDC}"/>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2" name="Freeform: Shape 61">
              <a:extLst>
                <a:ext uri="{FF2B5EF4-FFF2-40B4-BE49-F238E27FC236}">
                  <a16:creationId xmlns:a16="http://schemas.microsoft.com/office/drawing/2014/main" id="{BE0CF30F-B0BB-9B98-9C7F-5E0702029B9C}"/>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63" name="Freeform: Shape 62">
              <a:extLst>
                <a:ext uri="{FF2B5EF4-FFF2-40B4-BE49-F238E27FC236}">
                  <a16:creationId xmlns:a16="http://schemas.microsoft.com/office/drawing/2014/main" id="{21ED5217-F411-3B42-E32B-50C36D540332}"/>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4" name="Freeform: Shape 63">
              <a:extLst>
                <a:ext uri="{FF2B5EF4-FFF2-40B4-BE49-F238E27FC236}">
                  <a16:creationId xmlns:a16="http://schemas.microsoft.com/office/drawing/2014/main" id="{784AD2B3-D824-BB8C-7FD2-62124C415FCD}"/>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5" name="Freeform: Shape 64">
              <a:extLst>
                <a:ext uri="{FF2B5EF4-FFF2-40B4-BE49-F238E27FC236}">
                  <a16:creationId xmlns:a16="http://schemas.microsoft.com/office/drawing/2014/main" id="{747FA811-9DFA-B32A-D40E-4B88BAA5BDC2}"/>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6" name="Freeform: Shape 65">
              <a:extLst>
                <a:ext uri="{FF2B5EF4-FFF2-40B4-BE49-F238E27FC236}">
                  <a16:creationId xmlns:a16="http://schemas.microsoft.com/office/drawing/2014/main" id="{ABCCD7EF-0967-E1EB-B086-738291DED958}"/>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7" name="Freeform: Shape 66">
              <a:extLst>
                <a:ext uri="{FF2B5EF4-FFF2-40B4-BE49-F238E27FC236}">
                  <a16:creationId xmlns:a16="http://schemas.microsoft.com/office/drawing/2014/main" id="{8390D45E-2963-82EC-15E7-9D73414DEB3B}"/>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8" name="Freeform: Shape 67">
              <a:extLst>
                <a:ext uri="{FF2B5EF4-FFF2-40B4-BE49-F238E27FC236}">
                  <a16:creationId xmlns:a16="http://schemas.microsoft.com/office/drawing/2014/main" id="{848C3B9B-3B93-6831-028E-A7D76A0731B2}"/>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69" name="Freeform: Shape 68">
              <a:extLst>
                <a:ext uri="{FF2B5EF4-FFF2-40B4-BE49-F238E27FC236}">
                  <a16:creationId xmlns:a16="http://schemas.microsoft.com/office/drawing/2014/main" id="{19F77C2D-F840-7A93-C5C9-46C94C8E671B}"/>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0" name="Freeform: Shape 69">
              <a:extLst>
                <a:ext uri="{FF2B5EF4-FFF2-40B4-BE49-F238E27FC236}">
                  <a16:creationId xmlns:a16="http://schemas.microsoft.com/office/drawing/2014/main" id="{FC457D28-66D6-5619-8978-DC21589612B4}"/>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71" name="Freeform: Shape 70">
              <a:extLst>
                <a:ext uri="{FF2B5EF4-FFF2-40B4-BE49-F238E27FC236}">
                  <a16:creationId xmlns:a16="http://schemas.microsoft.com/office/drawing/2014/main" id="{259089B3-DD8A-FE1B-E908-F31B31F86D26}"/>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2" name="Freeform: Shape 71">
              <a:extLst>
                <a:ext uri="{FF2B5EF4-FFF2-40B4-BE49-F238E27FC236}">
                  <a16:creationId xmlns:a16="http://schemas.microsoft.com/office/drawing/2014/main" id="{25E057D9-9417-08B3-8B6A-E1A62D9E6C97}"/>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3" name="Freeform: Shape 72">
              <a:extLst>
                <a:ext uri="{FF2B5EF4-FFF2-40B4-BE49-F238E27FC236}">
                  <a16:creationId xmlns:a16="http://schemas.microsoft.com/office/drawing/2014/main" id="{9B41A78A-F325-CF84-B92A-01A0BD91087A}"/>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4" name="Freeform: Shape 73">
              <a:extLst>
                <a:ext uri="{FF2B5EF4-FFF2-40B4-BE49-F238E27FC236}">
                  <a16:creationId xmlns:a16="http://schemas.microsoft.com/office/drawing/2014/main" id="{213D7E1A-8A3A-7703-D119-443B5945086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5" name="Freeform: Shape 74">
              <a:extLst>
                <a:ext uri="{FF2B5EF4-FFF2-40B4-BE49-F238E27FC236}">
                  <a16:creationId xmlns:a16="http://schemas.microsoft.com/office/drawing/2014/main" id="{B11E442C-4D1A-3BB4-8DAA-5D1454E732EA}"/>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6" name="Freeform: Shape 75">
              <a:extLst>
                <a:ext uri="{FF2B5EF4-FFF2-40B4-BE49-F238E27FC236}">
                  <a16:creationId xmlns:a16="http://schemas.microsoft.com/office/drawing/2014/main" id="{9211162C-74A0-027D-B85E-56FDC2B2329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7" name="Freeform: Shape 76">
              <a:extLst>
                <a:ext uri="{FF2B5EF4-FFF2-40B4-BE49-F238E27FC236}">
                  <a16:creationId xmlns:a16="http://schemas.microsoft.com/office/drawing/2014/main" id="{53F45091-4BC0-73EE-EA5A-1F2ABB8257E0}"/>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8" name="Freeform: Shape 77">
              <a:extLst>
                <a:ext uri="{FF2B5EF4-FFF2-40B4-BE49-F238E27FC236}">
                  <a16:creationId xmlns:a16="http://schemas.microsoft.com/office/drawing/2014/main" id="{4CD6293C-0CE2-C415-FCBE-F9ABBE6FE50C}"/>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79" name="Freeform: Shape 78">
              <a:extLst>
                <a:ext uri="{FF2B5EF4-FFF2-40B4-BE49-F238E27FC236}">
                  <a16:creationId xmlns:a16="http://schemas.microsoft.com/office/drawing/2014/main" id="{20C102CA-C208-A8EE-BA75-5BFEEBADF1D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0" name="Freeform: Shape 79">
              <a:extLst>
                <a:ext uri="{FF2B5EF4-FFF2-40B4-BE49-F238E27FC236}">
                  <a16:creationId xmlns:a16="http://schemas.microsoft.com/office/drawing/2014/main" id="{D4E7B816-860F-35C8-59D8-E56885221AA8}"/>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1" name="Freeform: Shape 80">
              <a:extLst>
                <a:ext uri="{FF2B5EF4-FFF2-40B4-BE49-F238E27FC236}">
                  <a16:creationId xmlns:a16="http://schemas.microsoft.com/office/drawing/2014/main" id="{561846AC-72B2-6C46-F69D-077279F6C1E0}"/>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2" name="Freeform: Shape 81">
              <a:extLst>
                <a:ext uri="{FF2B5EF4-FFF2-40B4-BE49-F238E27FC236}">
                  <a16:creationId xmlns:a16="http://schemas.microsoft.com/office/drawing/2014/main" id="{81CC8753-D5E6-3E2D-A888-1CAD30F829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3" name="Freeform: Shape 82">
              <a:extLst>
                <a:ext uri="{FF2B5EF4-FFF2-40B4-BE49-F238E27FC236}">
                  <a16:creationId xmlns:a16="http://schemas.microsoft.com/office/drawing/2014/main" id="{4A7B2C34-C34D-AB15-723B-CD772728386B}"/>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4" name="Freeform: Shape 83">
              <a:extLst>
                <a:ext uri="{FF2B5EF4-FFF2-40B4-BE49-F238E27FC236}">
                  <a16:creationId xmlns:a16="http://schemas.microsoft.com/office/drawing/2014/main" id="{9E0757D6-B1D6-F89B-2D02-71AA5BB924CF}"/>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85" name="Freeform: Shape 84">
              <a:extLst>
                <a:ext uri="{FF2B5EF4-FFF2-40B4-BE49-F238E27FC236}">
                  <a16:creationId xmlns:a16="http://schemas.microsoft.com/office/drawing/2014/main" id="{30334527-0542-818E-A262-4F93FB99543C}"/>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6" name="Freeform: Shape 85">
              <a:extLst>
                <a:ext uri="{FF2B5EF4-FFF2-40B4-BE49-F238E27FC236}">
                  <a16:creationId xmlns:a16="http://schemas.microsoft.com/office/drawing/2014/main" id="{8FF000A8-D1F6-DA97-CC02-ED8D460673A7}"/>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7" name="Freeform: Shape 86">
              <a:extLst>
                <a:ext uri="{FF2B5EF4-FFF2-40B4-BE49-F238E27FC236}">
                  <a16:creationId xmlns:a16="http://schemas.microsoft.com/office/drawing/2014/main" id="{238CED25-E683-45CF-DA19-9C33DB93CD18}"/>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8" name="Freeform: Shape 87">
              <a:extLst>
                <a:ext uri="{FF2B5EF4-FFF2-40B4-BE49-F238E27FC236}">
                  <a16:creationId xmlns:a16="http://schemas.microsoft.com/office/drawing/2014/main" id="{B57E25A7-5EAB-01FB-0A6F-2B6B507432CD}"/>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89" name="Freeform: Shape 88">
              <a:extLst>
                <a:ext uri="{FF2B5EF4-FFF2-40B4-BE49-F238E27FC236}">
                  <a16:creationId xmlns:a16="http://schemas.microsoft.com/office/drawing/2014/main" id="{54447D5E-5D2D-4342-9CBF-DF4019CD1498}"/>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0" name="Freeform: Shape 89">
              <a:extLst>
                <a:ext uri="{FF2B5EF4-FFF2-40B4-BE49-F238E27FC236}">
                  <a16:creationId xmlns:a16="http://schemas.microsoft.com/office/drawing/2014/main" id="{6C5865A3-8F59-6B6E-C357-4AD0F556B74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1" name="Freeform: Shape 90">
              <a:extLst>
                <a:ext uri="{FF2B5EF4-FFF2-40B4-BE49-F238E27FC236}">
                  <a16:creationId xmlns:a16="http://schemas.microsoft.com/office/drawing/2014/main" id="{4271EF2F-866F-7175-53EE-974C360FEAAE}"/>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2" name="Freeform: Shape 91">
              <a:extLst>
                <a:ext uri="{FF2B5EF4-FFF2-40B4-BE49-F238E27FC236}">
                  <a16:creationId xmlns:a16="http://schemas.microsoft.com/office/drawing/2014/main" id="{1721EC79-70AB-0218-8BF8-E212E88F5A6D}"/>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3" name="Freeform: Shape 92">
              <a:extLst>
                <a:ext uri="{FF2B5EF4-FFF2-40B4-BE49-F238E27FC236}">
                  <a16:creationId xmlns:a16="http://schemas.microsoft.com/office/drawing/2014/main" id="{C827C38A-67E2-D2F8-FECC-BEF934D64ADA}"/>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4" name="Freeform: Shape 93">
              <a:extLst>
                <a:ext uri="{FF2B5EF4-FFF2-40B4-BE49-F238E27FC236}">
                  <a16:creationId xmlns:a16="http://schemas.microsoft.com/office/drawing/2014/main" id="{ECA95EDE-71D9-386C-BBCA-91C2AE72959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5" name="Freeform: Shape 94">
              <a:extLst>
                <a:ext uri="{FF2B5EF4-FFF2-40B4-BE49-F238E27FC236}">
                  <a16:creationId xmlns:a16="http://schemas.microsoft.com/office/drawing/2014/main" id="{CB52AEE2-FCED-0818-4E87-95D1EB52BC1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6" name="Freeform: Shape 95">
              <a:extLst>
                <a:ext uri="{FF2B5EF4-FFF2-40B4-BE49-F238E27FC236}">
                  <a16:creationId xmlns:a16="http://schemas.microsoft.com/office/drawing/2014/main" id="{A483F5A3-BBF5-FC1C-266A-AA3CC08806E3}"/>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7" name="Freeform: Shape 96">
              <a:extLst>
                <a:ext uri="{FF2B5EF4-FFF2-40B4-BE49-F238E27FC236}">
                  <a16:creationId xmlns:a16="http://schemas.microsoft.com/office/drawing/2014/main" id="{991B9CAE-6053-3DCD-5D66-A73F2847D4C1}"/>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8" name="Freeform: Shape 97">
              <a:extLst>
                <a:ext uri="{FF2B5EF4-FFF2-40B4-BE49-F238E27FC236}">
                  <a16:creationId xmlns:a16="http://schemas.microsoft.com/office/drawing/2014/main" id="{E308FCFC-318D-BDAC-0E2B-5E68E436C891}"/>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99" name="Freeform: Shape 98">
              <a:extLst>
                <a:ext uri="{FF2B5EF4-FFF2-40B4-BE49-F238E27FC236}">
                  <a16:creationId xmlns:a16="http://schemas.microsoft.com/office/drawing/2014/main" id="{1D8461E9-6AC1-0098-8E91-671DB9625217}"/>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0" name="Freeform: Shape 99">
              <a:extLst>
                <a:ext uri="{FF2B5EF4-FFF2-40B4-BE49-F238E27FC236}">
                  <a16:creationId xmlns:a16="http://schemas.microsoft.com/office/drawing/2014/main" id="{3D32566D-9751-D225-60C7-2100199323FE}"/>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1" name="Freeform: Shape 100">
              <a:extLst>
                <a:ext uri="{FF2B5EF4-FFF2-40B4-BE49-F238E27FC236}">
                  <a16:creationId xmlns:a16="http://schemas.microsoft.com/office/drawing/2014/main" id="{2F655500-79D6-9DC4-70CE-10DC269B7304}"/>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2" name="Freeform: Shape 101">
              <a:extLst>
                <a:ext uri="{FF2B5EF4-FFF2-40B4-BE49-F238E27FC236}">
                  <a16:creationId xmlns:a16="http://schemas.microsoft.com/office/drawing/2014/main" id="{7D03A24A-587A-80B7-01FB-EDF7BA1D2B78}"/>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3" name="Freeform: Shape 102">
              <a:extLst>
                <a:ext uri="{FF2B5EF4-FFF2-40B4-BE49-F238E27FC236}">
                  <a16:creationId xmlns:a16="http://schemas.microsoft.com/office/drawing/2014/main" id="{6807F1A9-D8DC-2259-38E3-E1A586638CD5}"/>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4" name="Freeform: Shape 103">
              <a:extLst>
                <a:ext uri="{FF2B5EF4-FFF2-40B4-BE49-F238E27FC236}">
                  <a16:creationId xmlns:a16="http://schemas.microsoft.com/office/drawing/2014/main" id="{E091CF0D-6EBB-FF5C-73F9-DF66C29C938F}"/>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5" name="Freeform: Shape 104">
              <a:extLst>
                <a:ext uri="{FF2B5EF4-FFF2-40B4-BE49-F238E27FC236}">
                  <a16:creationId xmlns:a16="http://schemas.microsoft.com/office/drawing/2014/main" id="{56EDCD40-4DDA-8572-3C97-0F37E489B59F}"/>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6" name="Freeform: Shape 105">
              <a:extLst>
                <a:ext uri="{FF2B5EF4-FFF2-40B4-BE49-F238E27FC236}">
                  <a16:creationId xmlns:a16="http://schemas.microsoft.com/office/drawing/2014/main" id="{E4EE5A66-82EA-2384-4E75-3CC27B0F8B5C}"/>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7" name="Freeform: Shape 106">
              <a:extLst>
                <a:ext uri="{FF2B5EF4-FFF2-40B4-BE49-F238E27FC236}">
                  <a16:creationId xmlns:a16="http://schemas.microsoft.com/office/drawing/2014/main" id="{782A4D2E-BC81-96C5-B12C-A97B252378A5}"/>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08" name="Freeform: Shape 107">
              <a:extLst>
                <a:ext uri="{FF2B5EF4-FFF2-40B4-BE49-F238E27FC236}">
                  <a16:creationId xmlns:a16="http://schemas.microsoft.com/office/drawing/2014/main" id="{C95031E4-CB09-5632-2DA0-13293FD84092}"/>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09" name="Freeform: Shape 108">
              <a:extLst>
                <a:ext uri="{FF2B5EF4-FFF2-40B4-BE49-F238E27FC236}">
                  <a16:creationId xmlns:a16="http://schemas.microsoft.com/office/drawing/2014/main" id="{60FB815D-8F5C-9EA1-0F4A-B5D909FB565A}"/>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0" name="Freeform: Shape 109">
              <a:extLst>
                <a:ext uri="{FF2B5EF4-FFF2-40B4-BE49-F238E27FC236}">
                  <a16:creationId xmlns:a16="http://schemas.microsoft.com/office/drawing/2014/main" id="{118F29B0-D6E1-2229-2370-3E8460226B38}"/>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1" name="Freeform: Shape 110">
              <a:extLst>
                <a:ext uri="{FF2B5EF4-FFF2-40B4-BE49-F238E27FC236}">
                  <a16:creationId xmlns:a16="http://schemas.microsoft.com/office/drawing/2014/main" id="{5FA7F96C-0C88-D338-88FA-D26F585E7D5C}"/>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2" name="Freeform: Shape 111">
              <a:extLst>
                <a:ext uri="{FF2B5EF4-FFF2-40B4-BE49-F238E27FC236}">
                  <a16:creationId xmlns:a16="http://schemas.microsoft.com/office/drawing/2014/main" id="{3F8F4EC2-2FAB-823C-7EC5-367340734922}"/>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3" name="Freeform: Shape 112">
              <a:extLst>
                <a:ext uri="{FF2B5EF4-FFF2-40B4-BE49-F238E27FC236}">
                  <a16:creationId xmlns:a16="http://schemas.microsoft.com/office/drawing/2014/main" id="{46978B74-AB94-9D8F-EB55-F5783CF4144E}"/>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4" name="Freeform: Shape 113">
              <a:extLst>
                <a:ext uri="{FF2B5EF4-FFF2-40B4-BE49-F238E27FC236}">
                  <a16:creationId xmlns:a16="http://schemas.microsoft.com/office/drawing/2014/main" id="{1C82555F-155F-DAC6-6ECB-36327794E836}"/>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5" name="Freeform: Shape 114">
              <a:extLst>
                <a:ext uri="{FF2B5EF4-FFF2-40B4-BE49-F238E27FC236}">
                  <a16:creationId xmlns:a16="http://schemas.microsoft.com/office/drawing/2014/main" id="{9E217227-7441-F6D6-0B90-4008A5AD1618}"/>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16" name="Freeform: Shape 115">
              <a:extLst>
                <a:ext uri="{FF2B5EF4-FFF2-40B4-BE49-F238E27FC236}">
                  <a16:creationId xmlns:a16="http://schemas.microsoft.com/office/drawing/2014/main" id="{BC116666-DD88-9AE5-F779-7A916A095F9C}"/>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7" name="Freeform: Shape 116">
              <a:extLst>
                <a:ext uri="{FF2B5EF4-FFF2-40B4-BE49-F238E27FC236}">
                  <a16:creationId xmlns:a16="http://schemas.microsoft.com/office/drawing/2014/main" id="{79B31EB4-74A7-AB80-4593-B0808D817A69}"/>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8" name="Freeform: Shape 117">
              <a:extLst>
                <a:ext uri="{FF2B5EF4-FFF2-40B4-BE49-F238E27FC236}">
                  <a16:creationId xmlns:a16="http://schemas.microsoft.com/office/drawing/2014/main" id="{4CB7C084-F201-184F-7617-012EA74E97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19" name="Freeform: Shape 118">
              <a:extLst>
                <a:ext uri="{FF2B5EF4-FFF2-40B4-BE49-F238E27FC236}">
                  <a16:creationId xmlns:a16="http://schemas.microsoft.com/office/drawing/2014/main" id="{96A7C405-AAAE-D87C-0620-ADBF691317C7}"/>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0" name="Freeform: Shape 119">
              <a:extLst>
                <a:ext uri="{FF2B5EF4-FFF2-40B4-BE49-F238E27FC236}">
                  <a16:creationId xmlns:a16="http://schemas.microsoft.com/office/drawing/2014/main" id="{F658F4CD-502A-C806-0758-B3EF664FEE5E}"/>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1" name="Freeform: Shape 120">
              <a:extLst>
                <a:ext uri="{FF2B5EF4-FFF2-40B4-BE49-F238E27FC236}">
                  <a16:creationId xmlns:a16="http://schemas.microsoft.com/office/drawing/2014/main" id="{7367FC40-B4FC-0A60-C9F4-B0C28D6988AE}"/>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2" name="Freeform: Shape 121">
              <a:extLst>
                <a:ext uri="{FF2B5EF4-FFF2-40B4-BE49-F238E27FC236}">
                  <a16:creationId xmlns:a16="http://schemas.microsoft.com/office/drawing/2014/main" id="{C18CEFC2-17D7-6812-7A6C-B00B43E59206}"/>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3" name="Freeform: Shape 122">
              <a:extLst>
                <a:ext uri="{FF2B5EF4-FFF2-40B4-BE49-F238E27FC236}">
                  <a16:creationId xmlns:a16="http://schemas.microsoft.com/office/drawing/2014/main" id="{38730C2C-3711-E24A-35C8-3633AFFDB00E}"/>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4" name="Freeform: Shape 123">
              <a:extLst>
                <a:ext uri="{FF2B5EF4-FFF2-40B4-BE49-F238E27FC236}">
                  <a16:creationId xmlns:a16="http://schemas.microsoft.com/office/drawing/2014/main" id="{411CE659-D33E-CDC6-1133-5410B9F8471A}"/>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5" name="Freeform: Shape 124">
              <a:extLst>
                <a:ext uri="{FF2B5EF4-FFF2-40B4-BE49-F238E27FC236}">
                  <a16:creationId xmlns:a16="http://schemas.microsoft.com/office/drawing/2014/main" id="{E29FA526-997D-F4BA-9F8D-AD621E64B382}"/>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6" name="Freeform: Shape 125">
              <a:extLst>
                <a:ext uri="{FF2B5EF4-FFF2-40B4-BE49-F238E27FC236}">
                  <a16:creationId xmlns:a16="http://schemas.microsoft.com/office/drawing/2014/main" id="{B77439E6-5198-7972-3A2F-3C82594115ED}"/>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7" name="Freeform: Shape 126">
              <a:extLst>
                <a:ext uri="{FF2B5EF4-FFF2-40B4-BE49-F238E27FC236}">
                  <a16:creationId xmlns:a16="http://schemas.microsoft.com/office/drawing/2014/main" id="{99E6C473-9BD7-4229-1100-3FC2FDEB89C4}"/>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8" name="Freeform: Shape 127">
              <a:extLst>
                <a:ext uri="{FF2B5EF4-FFF2-40B4-BE49-F238E27FC236}">
                  <a16:creationId xmlns:a16="http://schemas.microsoft.com/office/drawing/2014/main" id="{EE488029-0F68-9CFB-E563-FA20792B9DE3}"/>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29" name="Freeform: Shape 128">
              <a:extLst>
                <a:ext uri="{FF2B5EF4-FFF2-40B4-BE49-F238E27FC236}">
                  <a16:creationId xmlns:a16="http://schemas.microsoft.com/office/drawing/2014/main" id="{BF1AB9CB-EA5A-0762-0F38-6F0CFFE2F7C4}"/>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0" name="Freeform: Shape 129">
              <a:extLst>
                <a:ext uri="{FF2B5EF4-FFF2-40B4-BE49-F238E27FC236}">
                  <a16:creationId xmlns:a16="http://schemas.microsoft.com/office/drawing/2014/main" id="{91BE4A77-58F4-F721-D5DD-AE7CAE03D8A8}"/>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1" name="Freeform: Shape 130">
              <a:extLst>
                <a:ext uri="{FF2B5EF4-FFF2-40B4-BE49-F238E27FC236}">
                  <a16:creationId xmlns:a16="http://schemas.microsoft.com/office/drawing/2014/main" id="{7321ADAB-8DE9-75A7-5E76-213AC43BC44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2" name="Freeform: Shape 131">
              <a:extLst>
                <a:ext uri="{FF2B5EF4-FFF2-40B4-BE49-F238E27FC236}">
                  <a16:creationId xmlns:a16="http://schemas.microsoft.com/office/drawing/2014/main" id="{BCAB55D8-1918-C127-A3D7-45150BD9E3E9}"/>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33" name="Freeform: Shape 132">
              <a:extLst>
                <a:ext uri="{FF2B5EF4-FFF2-40B4-BE49-F238E27FC236}">
                  <a16:creationId xmlns:a16="http://schemas.microsoft.com/office/drawing/2014/main" id="{0EEBD261-AADC-2C2C-5FE3-E01EC0724F18}"/>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34" name="Freeform: Shape 133">
              <a:extLst>
                <a:ext uri="{FF2B5EF4-FFF2-40B4-BE49-F238E27FC236}">
                  <a16:creationId xmlns:a16="http://schemas.microsoft.com/office/drawing/2014/main" id="{AE634EBE-DA43-C9AB-2BCF-7129F9CD7D93}"/>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5" name="Freeform: Shape 134">
              <a:extLst>
                <a:ext uri="{FF2B5EF4-FFF2-40B4-BE49-F238E27FC236}">
                  <a16:creationId xmlns:a16="http://schemas.microsoft.com/office/drawing/2014/main" id="{7DB5EEBD-9F1B-969B-3CD1-5FA7041AEE88}"/>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6" name="Freeform: Shape 135">
              <a:extLst>
                <a:ext uri="{FF2B5EF4-FFF2-40B4-BE49-F238E27FC236}">
                  <a16:creationId xmlns:a16="http://schemas.microsoft.com/office/drawing/2014/main" id="{55FFC0DC-5D04-7E6E-8942-A54EE127326B}"/>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7" name="Freeform: Shape 136">
              <a:extLst>
                <a:ext uri="{FF2B5EF4-FFF2-40B4-BE49-F238E27FC236}">
                  <a16:creationId xmlns:a16="http://schemas.microsoft.com/office/drawing/2014/main" id="{78AEF6A8-4B36-1347-82D4-E289682AE0C4}"/>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8" name="Freeform: Shape 137">
              <a:extLst>
                <a:ext uri="{FF2B5EF4-FFF2-40B4-BE49-F238E27FC236}">
                  <a16:creationId xmlns:a16="http://schemas.microsoft.com/office/drawing/2014/main" id="{AE9EDB2E-2B26-BF13-DE0C-03C34976AFB0}"/>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39" name="Freeform: Shape 138">
              <a:extLst>
                <a:ext uri="{FF2B5EF4-FFF2-40B4-BE49-F238E27FC236}">
                  <a16:creationId xmlns:a16="http://schemas.microsoft.com/office/drawing/2014/main" id="{70CEF721-D1FB-111B-5813-0FD9AADE81F2}"/>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40" name="Freeform: Shape 139">
              <a:extLst>
                <a:ext uri="{FF2B5EF4-FFF2-40B4-BE49-F238E27FC236}">
                  <a16:creationId xmlns:a16="http://schemas.microsoft.com/office/drawing/2014/main" id="{70177017-D377-6C8D-D133-87EC426EBFEC}"/>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1" name="Freeform: Shape 140">
              <a:extLst>
                <a:ext uri="{FF2B5EF4-FFF2-40B4-BE49-F238E27FC236}">
                  <a16:creationId xmlns:a16="http://schemas.microsoft.com/office/drawing/2014/main" id="{DFC8E38E-913F-7847-1CC9-D658B9FED1A5}"/>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2" name="Freeform: Shape 141">
              <a:extLst>
                <a:ext uri="{FF2B5EF4-FFF2-40B4-BE49-F238E27FC236}">
                  <a16:creationId xmlns:a16="http://schemas.microsoft.com/office/drawing/2014/main" id="{7EFD555E-8176-A056-888F-B20E0827EB0C}"/>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3" name="Freeform: Shape 142">
              <a:extLst>
                <a:ext uri="{FF2B5EF4-FFF2-40B4-BE49-F238E27FC236}">
                  <a16:creationId xmlns:a16="http://schemas.microsoft.com/office/drawing/2014/main" id="{F6394B1D-A285-996A-F6D6-DC7C726C006F}"/>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4" name="Freeform: Shape 143">
              <a:extLst>
                <a:ext uri="{FF2B5EF4-FFF2-40B4-BE49-F238E27FC236}">
                  <a16:creationId xmlns:a16="http://schemas.microsoft.com/office/drawing/2014/main" id="{4E93ED34-3545-73E3-7877-62D36C40BF7D}"/>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5" name="Freeform: Shape 144">
              <a:extLst>
                <a:ext uri="{FF2B5EF4-FFF2-40B4-BE49-F238E27FC236}">
                  <a16:creationId xmlns:a16="http://schemas.microsoft.com/office/drawing/2014/main" id="{E6006DCB-1CE7-0318-1842-6CBDD9BEDC6C}"/>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46" name="Freeform: Shape 145">
              <a:extLst>
                <a:ext uri="{FF2B5EF4-FFF2-40B4-BE49-F238E27FC236}">
                  <a16:creationId xmlns:a16="http://schemas.microsoft.com/office/drawing/2014/main" id="{3E6AF441-FF31-C26E-31DD-C730F683A0AC}"/>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47" name="Freeform: Shape 146">
              <a:extLst>
                <a:ext uri="{FF2B5EF4-FFF2-40B4-BE49-F238E27FC236}">
                  <a16:creationId xmlns:a16="http://schemas.microsoft.com/office/drawing/2014/main" id="{64AE3CE8-E27A-9C99-BD36-D421B63B99D8}"/>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48" name="Freeform: Shape 147">
              <a:extLst>
                <a:ext uri="{FF2B5EF4-FFF2-40B4-BE49-F238E27FC236}">
                  <a16:creationId xmlns:a16="http://schemas.microsoft.com/office/drawing/2014/main" id="{95D1F43D-ADDF-79E6-A915-47391945149C}"/>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grpSp>
      <p:sp>
        <p:nvSpPr>
          <p:cNvPr id="3" name="Content Placeholder"/>
          <p:cNvSpPr>
            <a:spLocks noGrp="1"/>
          </p:cNvSpPr>
          <p:nvPr>
            <p:ph idx="1" hasCustomPrompt="1"/>
          </p:nvPr>
        </p:nvSpPr>
        <p:spPr>
          <a:xfrm>
            <a:off x="759884" y="1907119"/>
            <a:ext cx="8001001" cy="3047999"/>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759885" y="762001"/>
            <a:ext cx="8001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1847180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tatic_Pixel_4">
    <p:spTree>
      <p:nvGrpSpPr>
        <p:cNvPr id="1" name=""/>
        <p:cNvGrpSpPr/>
        <p:nvPr/>
      </p:nvGrpSpPr>
      <p:grpSpPr>
        <a:xfrm>
          <a:off x="0" y="0"/>
          <a:ext cx="0" cy="0"/>
          <a:chOff x="0" y="0"/>
          <a:chExt cx="0" cy="0"/>
        </a:xfrm>
      </p:grpSpPr>
      <p:grpSp>
        <p:nvGrpSpPr>
          <p:cNvPr id="149" name="Pixels">
            <a:extLst>
              <a:ext uri="{FF2B5EF4-FFF2-40B4-BE49-F238E27FC236}">
                <a16:creationId xmlns:a16="http://schemas.microsoft.com/office/drawing/2014/main" id="{2C8D3C27-B882-DE66-20FF-CDF4D0406085}"/>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151" name="Freeform: Shape 150">
              <a:extLst>
                <a:ext uri="{FF2B5EF4-FFF2-40B4-BE49-F238E27FC236}">
                  <a16:creationId xmlns:a16="http://schemas.microsoft.com/office/drawing/2014/main" id="{0C347E4E-2B9B-6030-E41E-E49B22BDC63B}"/>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2" name="Freeform: Shape 151">
              <a:extLst>
                <a:ext uri="{FF2B5EF4-FFF2-40B4-BE49-F238E27FC236}">
                  <a16:creationId xmlns:a16="http://schemas.microsoft.com/office/drawing/2014/main" id="{5583D2F6-C873-B13D-8BB8-1BDFCF0EB3ED}"/>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3" name="Freeform: Shape 152">
              <a:extLst>
                <a:ext uri="{FF2B5EF4-FFF2-40B4-BE49-F238E27FC236}">
                  <a16:creationId xmlns:a16="http://schemas.microsoft.com/office/drawing/2014/main" id="{12067B42-A43D-F04A-1035-2359BA4E33D3}"/>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4" name="Freeform: Shape 153">
              <a:extLst>
                <a:ext uri="{FF2B5EF4-FFF2-40B4-BE49-F238E27FC236}">
                  <a16:creationId xmlns:a16="http://schemas.microsoft.com/office/drawing/2014/main" id="{5239ED42-95C7-ED97-D75D-4C1FCBEE9245}"/>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55" name="Freeform: Shape 154">
              <a:extLst>
                <a:ext uri="{FF2B5EF4-FFF2-40B4-BE49-F238E27FC236}">
                  <a16:creationId xmlns:a16="http://schemas.microsoft.com/office/drawing/2014/main" id="{23B95DB1-F5B7-3F25-A77C-0DE2BB11E787}"/>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6" name="Freeform: Shape 155">
              <a:extLst>
                <a:ext uri="{FF2B5EF4-FFF2-40B4-BE49-F238E27FC236}">
                  <a16:creationId xmlns:a16="http://schemas.microsoft.com/office/drawing/2014/main" id="{AFEF9290-7784-DEA4-6204-45AD260323E3}"/>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7" name="Freeform: Shape 156">
              <a:extLst>
                <a:ext uri="{FF2B5EF4-FFF2-40B4-BE49-F238E27FC236}">
                  <a16:creationId xmlns:a16="http://schemas.microsoft.com/office/drawing/2014/main" id="{5A70DFDE-4294-4FA0-DF46-6D13671C2A7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58" name="Freeform: Shape 157">
              <a:extLst>
                <a:ext uri="{FF2B5EF4-FFF2-40B4-BE49-F238E27FC236}">
                  <a16:creationId xmlns:a16="http://schemas.microsoft.com/office/drawing/2014/main" id="{82F01915-0C7F-70A2-B1D5-9087B9B46FF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9" name="Freeform: Shape 158">
              <a:extLst>
                <a:ext uri="{FF2B5EF4-FFF2-40B4-BE49-F238E27FC236}">
                  <a16:creationId xmlns:a16="http://schemas.microsoft.com/office/drawing/2014/main" id="{26F7AD30-C0E7-3563-A483-12A17E5A5AAB}"/>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0" name="Freeform: Shape 159">
              <a:extLst>
                <a:ext uri="{FF2B5EF4-FFF2-40B4-BE49-F238E27FC236}">
                  <a16:creationId xmlns:a16="http://schemas.microsoft.com/office/drawing/2014/main" id="{13966866-8A22-B4D4-5261-EEFE32E0374E}"/>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1" name="Freeform: Shape 160">
              <a:extLst>
                <a:ext uri="{FF2B5EF4-FFF2-40B4-BE49-F238E27FC236}">
                  <a16:creationId xmlns:a16="http://schemas.microsoft.com/office/drawing/2014/main" id="{C8B6025E-8092-14F4-5DA0-5D50AC73E0BF}"/>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2" name="Freeform: Shape 161">
              <a:extLst>
                <a:ext uri="{FF2B5EF4-FFF2-40B4-BE49-F238E27FC236}">
                  <a16:creationId xmlns:a16="http://schemas.microsoft.com/office/drawing/2014/main" id="{28B3C23F-F0CE-2AA9-67BC-FF0E31C72F82}"/>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3" name="Freeform: Shape 162">
              <a:extLst>
                <a:ext uri="{FF2B5EF4-FFF2-40B4-BE49-F238E27FC236}">
                  <a16:creationId xmlns:a16="http://schemas.microsoft.com/office/drawing/2014/main" id="{BE891C70-0805-07B6-3AE7-8216116ABC0A}"/>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64" name="Freeform: Shape 163">
              <a:extLst>
                <a:ext uri="{FF2B5EF4-FFF2-40B4-BE49-F238E27FC236}">
                  <a16:creationId xmlns:a16="http://schemas.microsoft.com/office/drawing/2014/main" id="{A7B0E3AE-F021-5D96-150C-9CF805A2CB4C}"/>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5" name="Freeform: Shape 164">
              <a:extLst>
                <a:ext uri="{FF2B5EF4-FFF2-40B4-BE49-F238E27FC236}">
                  <a16:creationId xmlns:a16="http://schemas.microsoft.com/office/drawing/2014/main" id="{C54DC159-8C0C-4949-E5D4-210B7A947B31}"/>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66" name="Freeform: Shape 165">
              <a:extLst>
                <a:ext uri="{FF2B5EF4-FFF2-40B4-BE49-F238E27FC236}">
                  <a16:creationId xmlns:a16="http://schemas.microsoft.com/office/drawing/2014/main" id="{21C089CD-CA25-5DAA-3E64-3163594183DA}"/>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7" name="Freeform: Shape 166">
              <a:extLst>
                <a:ext uri="{FF2B5EF4-FFF2-40B4-BE49-F238E27FC236}">
                  <a16:creationId xmlns:a16="http://schemas.microsoft.com/office/drawing/2014/main" id="{60FF89D9-C6C5-BF0E-C3C3-B8477C154BF2}"/>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68" name="Freeform: Shape 167">
              <a:extLst>
                <a:ext uri="{FF2B5EF4-FFF2-40B4-BE49-F238E27FC236}">
                  <a16:creationId xmlns:a16="http://schemas.microsoft.com/office/drawing/2014/main" id="{C9F76D02-4A57-FE7A-F78D-B09260709D74}"/>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9" name="Freeform: Shape 168">
              <a:extLst>
                <a:ext uri="{FF2B5EF4-FFF2-40B4-BE49-F238E27FC236}">
                  <a16:creationId xmlns:a16="http://schemas.microsoft.com/office/drawing/2014/main" id="{995A4BE5-81D1-56C1-D3BE-6F7A7A4799D9}"/>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0" name="Freeform: Shape 169">
              <a:extLst>
                <a:ext uri="{FF2B5EF4-FFF2-40B4-BE49-F238E27FC236}">
                  <a16:creationId xmlns:a16="http://schemas.microsoft.com/office/drawing/2014/main" id="{035A383E-AD2A-F91A-B795-5C9E3CC47DBD}"/>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1" name="Freeform: Shape 170">
              <a:extLst>
                <a:ext uri="{FF2B5EF4-FFF2-40B4-BE49-F238E27FC236}">
                  <a16:creationId xmlns:a16="http://schemas.microsoft.com/office/drawing/2014/main" id="{967E5841-C497-6B87-82F4-E2BCDDBDD01A}"/>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2" name="Freeform: Shape 171">
              <a:extLst>
                <a:ext uri="{FF2B5EF4-FFF2-40B4-BE49-F238E27FC236}">
                  <a16:creationId xmlns:a16="http://schemas.microsoft.com/office/drawing/2014/main" id="{7370C3F5-7A0B-4027-6319-717229EA0C3E}"/>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3" name="Freeform: Shape 172">
              <a:extLst>
                <a:ext uri="{FF2B5EF4-FFF2-40B4-BE49-F238E27FC236}">
                  <a16:creationId xmlns:a16="http://schemas.microsoft.com/office/drawing/2014/main" id="{58A1608E-A73F-DD63-421B-EA471C2AECCA}"/>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4" name="Freeform: Shape 173">
              <a:extLst>
                <a:ext uri="{FF2B5EF4-FFF2-40B4-BE49-F238E27FC236}">
                  <a16:creationId xmlns:a16="http://schemas.microsoft.com/office/drawing/2014/main" id="{236B4ABB-1EEA-C139-07C0-116A42C1A05C}"/>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5" name="Freeform: Shape 174">
              <a:extLst>
                <a:ext uri="{FF2B5EF4-FFF2-40B4-BE49-F238E27FC236}">
                  <a16:creationId xmlns:a16="http://schemas.microsoft.com/office/drawing/2014/main" id="{87D09A5F-D95A-B1D7-DCA7-27678E44801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6" name="Freeform: Shape 175">
              <a:extLst>
                <a:ext uri="{FF2B5EF4-FFF2-40B4-BE49-F238E27FC236}">
                  <a16:creationId xmlns:a16="http://schemas.microsoft.com/office/drawing/2014/main" id="{2047B525-34ED-C8E3-DC94-EB730DC3E2FC}"/>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7" name="Freeform: Shape 176">
              <a:extLst>
                <a:ext uri="{FF2B5EF4-FFF2-40B4-BE49-F238E27FC236}">
                  <a16:creationId xmlns:a16="http://schemas.microsoft.com/office/drawing/2014/main" id="{38A3B3C7-8FE7-82FC-5DB8-FB44D55A5FDF}"/>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8" name="Freeform: Shape 177">
              <a:extLst>
                <a:ext uri="{FF2B5EF4-FFF2-40B4-BE49-F238E27FC236}">
                  <a16:creationId xmlns:a16="http://schemas.microsoft.com/office/drawing/2014/main" id="{DE0FFB00-FFEC-D6D1-6202-FAB70192A172}"/>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9" name="Freeform: Shape 178">
              <a:extLst>
                <a:ext uri="{FF2B5EF4-FFF2-40B4-BE49-F238E27FC236}">
                  <a16:creationId xmlns:a16="http://schemas.microsoft.com/office/drawing/2014/main" id="{D4D812A7-197A-E120-DF55-6F6226512716}"/>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0" name="Freeform: Shape 179">
              <a:extLst>
                <a:ext uri="{FF2B5EF4-FFF2-40B4-BE49-F238E27FC236}">
                  <a16:creationId xmlns:a16="http://schemas.microsoft.com/office/drawing/2014/main" id="{7A0D47EC-005B-9159-3769-71EFE242839B}"/>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1" name="Freeform: Shape 180">
              <a:extLst>
                <a:ext uri="{FF2B5EF4-FFF2-40B4-BE49-F238E27FC236}">
                  <a16:creationId xmlns:a16="http://schemas.microsoft.com/office/drawing/2014/main" id="{96522562-EEA3-942E-38C1-64AD9C186F55}"/>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2" name="Freeform: Shape 181">
              <a:extLst>
                <a:ext uri="{FF2B5EF4-FFF2-40B4-BE49-F238E27FC236}">
                  <a16:creationId xmlns:a16="http://schemas.microsoft.com/office/drawing/2014/main" id="{3F98D5A7-991E-E59F-313B-E298D1DBBE25}"/>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3" name="Freeform: Shape 182">
              <a:extLst>
                <a:ext uri="{FF2B5EF4-FFF2-40B4-BE49-F238E27FC236}">
                  <a16:creationId xmlns:a16="http://schemas.microsoft.com/office/drawing/2014/main" id="{0730618C-8914-07D5-83E4-B3B2D368DC8F}"/>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4" name="Freeform: Shape 183">
              <a:extLst>
                <a:ext uri="{FF2B5EF4-FFF2-40B4-BE49-F238E27FC236}">
                  <a16:creationId xmlns:a16="http://schemas.microsoft.com/office/drawing/2014/main" id="{5F8A2103-B371-8DAE-558B-4C41B27A358D}"/>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5" name="Freeform: Shape 184">
              <a:extLst>
                <a:ext uri="{FF2B5EF4-FFF2-40B4-BE49-F238E27FC236}">
                  <a16:creationId xmlns:a16="http://schemas.microsoft.com/office/drawing/2014/main" id="{4ACDAF94-C480-F166-AD26-F083D0EE2402}"/>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6" name="Freeform: Shape 185">
              <a:extLst>
                <a:ext uri="{FF2B5EF4-FFF2-40B4-BE49-F238E27FC236}">
                  <a16:creationId xmlns:a16="http://schemas.microsoft.com/office/drawing/2014/main" id="{D5B48EDA-2F2A-7D9D-BA46-CC7F61368A4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7" name="Freeform: Shape 186">
              <a:extLst>
                <a:ext uri="{FF2B5EF4-FFF2-40B4-BE49-F238E27FC236}">
                  <a16:creationId xmlns:a16="http://schemas.microsoft.com/office/drawing/2014/main" id="{8A01F8A0-515E-F50D-E80B-DEA4C843FC34}"/>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8" name="Freeform: Shape 187">
              <a:extLst>
                <a:ext uri="{FF2B5EF4-FFF2-40B4-BE49-F238E27FC236}">
                  <a16:creationId xmlns:a16="http://schemas.microsoft.com/office/drawing/2014/main" id="{F4A86080-54A3-9602-68FF-8488015913D2}"/>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9" name="Freeform: Shape 188">
              <a:extLst>
                <a:ext uri="{FF2B5EF4-FFF2-40B4-BE49-F238E27FC236}">
                  <a16:creationId xmlns:a16="http://schemas.microsoft.com/office/drawing/2014/main" id="{CA1799E3-FAD4-66A8-E24E-FD5A1775E07A}"/>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0" name="Freeform: Shape 189">
              <a:extLst>
                <a:ext uri="{FF2B5EF4-FFF2-40B4-BE49-F238E27FC236}">
                  <a16:creationId xmlns:a16="http://schemas.microsoft.com/office/drawing/2014/main" id="{147ECA27-102D-282A-6F01-FC09DF622F3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1" name="Freeform: Shape 190">
              <a:extLst>
                <a:ext uri="{FF2B5EF4-FFF2-40B4-BE49-F238E27FC236}">
                  <a16:creationId xmlns:a16="http://schemas.microsoft.com/office/drawing/2014/main" id="{01A2ADE9-E38D-A5A3-39D5-B06B7CC530F9}"/>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92" name="Freeform: Shape 191">
              <a:extLst>
                <a:ext uri="{FF2B5EF4-FFF2-40B4-BE49-F238E27FC236}">
                  <a16:creationId xmlns:a16="http://schemas.microsoft.com/office/drawing/2014/main" id="{4833AA89-9019-55AA-EB51-CB8929815B22}"/>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3" name="Freeform: Shape 192">
              <a:extLst>
                <a:ext uri="{FF2B5EF4-FFF2-40B4-BE49-F238E27FC236}">
                  <a16:creationId xmlns:a16="http://schemas.microsoft.com/office/drawing/2014/main" id="{D0C86527-1149-682C-5B34-41BDC54BD4B2}"/>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4" name="Freeform: Shape 193">
              <a:extLst>
                <a:ext uri="{FF2B5EF4-FFF2-40B4-BE49-F238E27FC236}">
                  <a16:creationId xmlns:a16="http://schemas.microsoft.com/office/drawing/2014/main" id="{2325A34E-8A03-738B-5E3B-0CDF900405C1}"/>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5" name="Freeform: Shape 194">
              <a:extLst>
                <a:ext uri="{FF2B5EF4-FFF2-40B4-BE49-F238E27FC236}">
                  <a16:creationId xmlns:a16="http://schemas.microsoft.com/office/drawing/2014/main" id="{653DB057-2B54-8CD0-C251-11003F5F5177}"/>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6" name="Freeform: Shape 195">
              <a:extLst>
                <a:ext uri="{FF2B5EF4-FFF2-40B4-BE49-F238E27FC236}">
                  <a16:creationId xmlns:a16="http://schemas.microsoft.com/office/drawing/2014/main" id="{D50E0A97-A966-4653-53CA-C0B9DB05635B}"/>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7" name="Freeform: Shape 196">
              <a:extLst>
                <a:ext uri="{FF2B5EF4-FFF2-40B4-BE49-F238E27FC236}">
                  <a16:creationId xmlns:a16="http://schemas.microsoft.com/office/drawing/2014/main" id="{49F17A3D-9F24-7347-10D7-8FCE8B8009A5}"/>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8" name="Freeform: Shape 197">
              <a:extLst>
                <a:ext uri="{FF2B5EF4-FFF2-40B4-BE49-F238E27FC236}">
                  <a16:creationId xmlns:a16="http://schemas.microsoft.com/office/drawing/2014/main" id="{23A51E2E-E246-DFE2-76CD-ECC3A53E4852}"/>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9" name="Freeform: Shape 198">
              <a:extLst>
                <a:ext uri="{FF2B5EF4-FFF2-40B4-BE49-F238E27FC236}">
                  <a16:creationId xmlns:a16="http://schemas.microsoft.com/office/drawing/2014/main" id="{4BCC9174-6340-7CB1-88E7-AC716630D0D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0" name="Freeform: Shape 199">
              <a:extLst>
                <a:ext uri="{FF2B5EF4-FFF2-40B4-BE49-F238E27FC236}">
                  <a16:creationId xmlns:a16="http://schemas.microsoft.com/office/drawing/2014/main" id="{DA180EAD-6D70-95B0-D9EB-739C01816AFF}"/>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1" name="Freeform: Shape 200">
              <a:extLst>
                <a:ext uri="{FF2B5EF4-FFF2-40B4-BE49-F238E27FC236}">
                  <a16:creationId xmlns:a16="http://schemas.microsoft.com/office/drawing/2014/main" id="{1AAFCA4B-120C-C18E-9C94-688719C0A7FC}"/>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2" name="Freeform: Shape 201">
              <a:extLst>
                <a:ext uri="{FF2B5EF4-FFF2-40B4-BE49-F238E27FC236}">
                  <a16:creationId xmlns:a16="http://schemas.microsoft.com/office/drawing/2014/main" id="{2A6B43E8-099D-4C19-D4AA-F0BAB9773243}"/>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3" name="Freeform: Shape 202">
              <a:extLst>
                <a:ext uri="{FF2B5EF4-FFF2-40B4-BE49-F238E27FC236}">
                  <a16:creationId xmlns:a16="http://schemas.microsoft.com/office/drawing/2014/main" id="{399A0F5E-4ABA-10EF-333B-A5737B7F2D59}"/>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4" name="Freeform: Shape 203">
              <a:extLst>
                <a:ext uri="{FF2B5EF4-FFF2-40B4-BE49-F238E27FC236}">
                  <a16:creationId xmlns:a16="http://schemas.microsoft.com/office/drawing/2014/main" id="{F4127A7F-97A4-259B-D535-D39AA2DC02DA}"/>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5" name="Freeform: Shape 204">
              <a:extLst>
                <a:ext uri="{FF2B5EF4-FFF2-40B4-BE49-F238E27FC236}">
                  <a16:creationId xmlns:a16="http://schemas.microsoft.com/office/drawing/2014/main" id="{2A53643D-EDBA-372F-BFCD-EB35644171DC}"/>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6" name="Freeform: Shape 205">
              <a:extLst>
                <a:ext uri="{FF2B5EF4-FFF2-40B4-BE49-F238E27FC236}">
                  <a16:creationId xmlns:a16="http://schemas.microsoft.com/office/drawing/2014/main" id="{09709727-1BE2-97AE-B382-5BA79133A9B7}"/>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7" name="Freeform: Shape 206">
              <a:extLst>
                <a:ext uri="{FF2B5EF4-FFF2-40B4-BE49-F238E27FC236}">
                  <a16:creationId xmlns:a16="http://schemas.microsoft.com/office/drawing/2014/main" id="{0CB01F6D-5EA8-A6AC-B01D-F1D47D28E5A0}"/>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8" name="Freeform: Shape 207">
              <a:extLst>
                <a:ext uri="{FF2B5EF4-FFF2-40B4-BE49-F238E27FC236}">
                  <a16:creationId xmlns:a16="http://schemas.microsoft.com/office/drawing/2014/main" id="{E89C081D-A49A-C289-F085-40C915E8B0A4}"/>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09" name="Freeform: Shape 208">
              <a:extLst>
                <a:ext uri="{FF2B5EF4-FFF2-40B4-BE49-F238E27FC236}">
                  <a16:creationId xmlns:a16="http://schemas.microsoft.com/office/drawing/2014/main" id="{219B6F51-154C-C1FD-F5EC-1D24BCAC180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0" name="Freeform: Shape 209">
              <a:extLst>
                <a:ext uri="{FF2B5EF4-FFF2-40B4-BE49-F238E27FC236}">
                  <a16:creationId xmlns:a16="http://schemas.microsoft.com/office/drawing/2014/main" id="{EE2CDD1A-661D-C0AA-961E-9E85E2448EEA}"/>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1" name="Freeform: Shape 210">
              <a:extLst>
                <a:ext uri="{FF2B5EF4-FFF2-40B4-BE49-F238E27FC236}">
                  <a16:creationId xmlns:a16="http://schemas.microsoft.com/office/drawing/2014/main" id="{48E3E190-9CAF-B5C6-F234-449523B59EE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2" name="Freeform: Shape 211">
              <a:extLst>
                <a:ext uri="{FF2B5EF4-FFF2-40B4-BE49-F238E27FC236}">
                  <a16:creationId xmlns:a16="http://schemas.microsoft.com/office/drawing/2014/main" id="{39319054-5991-C35F-46BD-5A4D9EC9E075}"/>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3" name="Freeform: Shape 212">
              <a:extLst>
                <a:ext uri="{FF2B5EF4-FFF2-40B4-BE49-F238E27FC236}">
                  <a16:creationId xmlns:a16="http://schemas.microsoft.com/office/drawing/2014/main" id="{8BFD0B34-28E7-D318-77FE-50392B9420FF}"/>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4" name="Freeform: Shape 213">
              <a:extLst>
                <a:ext uri="{FF2B5EF4-FFF2-40B4-BE49-F238E27FC236}">
                  <a16:creationId xmlns:a16="http://schemas.microsoft.com/office/drawing/2014/main" id="{5C2220A5-B944-F028-FFE1-54ED1E637405}"/>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5" name="Freeform: Shape 214">
              <a:extLst>
                <a:ext uri="{FF2B5EF4-FFF2-40B4-BE49-F238E27FC236}">
                  <a16:creationId xmlns:a16="http://schemas.microsoft.com/office/drawing/2014/main" id="{F82C7E9E-076C-AAA6-D81C-6A12D141786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6" name="Freeform: Shape 215">
              <a:extLst>
                <a:ext uri="{FF2B5EF4-FFF2-40B4-BE49-F238E27FC236}">
                  <a16:creationId xmlns:a16="http://schemas.microsoft.com/office/drawing/2014/main" id="{881610BE-0FFE-9B95-50FB-2C239E904DD5}"/>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17" name="Freeform: Shape 216">
              <a:extLst>
                <a:ext uri="{FF2B5EF4-FFF2-40B4-BE49-F238E27FC236}">
                  <a16:creationId xmlns:a16="http://schemas.microsoft.com/office/drawing/2014/main" id="{FC72AE60-7ED4-D024-74DD-980BDBAAA3C5}"/>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18" name="Freeform: Shape 217">
              <a:extLst>
                <a:ext uri="{FF2B5EF4-FFF2-40B4-BE49-F238E27FC236}">
                  <a16:creationId xmlns:a16="http://schemas.microsoft.com/office/drawing/2014/main" id="{6EADE81E-9CA0-A2A9-30BD-154FDFF2AC82}"/>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9" name="Freeform: Shape 218">
              <a:extLst>
                <a:ext uri="{FF2B5EF4-FFF2-40B4-BE49-F238E27FC236}">
                  <a16:creationId xmlns:a16="http://schemas.microsoft.com/office/drawing/2014/main" id="{4D5D2728-46A0-1EFC-ECCE-39B7C590ABB3}"/>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0" name="Freeform: Shape 219">
              <a:extLst>
                <a:ext uri="{FF2B5EF4-FFF2-40B4-BE49-F238E27FC236}">
                  <a16:creationId xmlns:a16="http://schemas.microsoft.com/office/drawing/2014/main" id="{6CE4FC91-2741-1225-EF7D-3C53B1BF4358}"/>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1" name="Freeform: Shape 220">
              <a:extLst>
                <a:ext uri="{FF2B5EF4-FFF2-40B4-BE49-F238E27FC236}">
                  <a16:creationId xmlns:a16="http://schemas.microsoft.com/office/drawing/2014/main" id="{D7C29690-ADD7-FE89-A147-67C904100BCC}"/>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2" name="Freeform: Shape 221">
              <a:extLst>
                <a:ext uri="{FF2B5EF4-FFF2-40B4-BE49-F238E27FC236}">
                  <a16:creationId xmlns:a16="http://schemas.microsoft.com/office/drawing/2014/main" id="{10FC18C5-CF7A-CF28-F7F8-90AAC990B0A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3" name="Freeform: Shape 222">
              <a:extLst>
                <a:ext uri="{FF2B5EF4-FFF2-40B4-BE49-F238E27FC236}">
                  <a16:creationId xmlns:a16="http://schemas.microsoft.com/office/drawing/2014/main" id="{BC7ADBAE-CE0A-93F8-1DE6-47FBA32E1621}"/>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24" name="Freeform: Shape 223">
              <a:extLst>
                <a:ext uri="{FF2B5EF4-FFF2-40B4-BE49-F238E27FC236}">
                  <a16:creationId xmlns:a16="http://schemas.microsoft.com/office/drawing/2014/main" id="{2B3AC93E-6F2F-4B6B-77E5-3E2175263405}"/>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5" name="Freeform: Shape 224">
              <a:extLst>
                <a:ext uri="{FF2B5EF4-FFF2-40B4-BE49-F238E27FC236}">
                  <a16:creationId xmlns:a16="http://schemas.microsoft.com/office/drawing/2014/main" id="{F0F54960-33B5-D8F2-135C-B05466EED42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6" name="Freeform: Shape 225">
              <a:extLst>
                <a:ext uri="{FF2B5EF4-FFF2-40B4-BE49-F238E27FC236}">
                  <a16:creationId xmlns:a16="http://schemas.microsoft.com/office/drawing/2014/main" id="{200F2BDC-FCA2-7D33-93D5-A46013F57BFF}"/>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7" name="Freeform: Shape 226">
              <a:extLst>
                <a:ext uri="{FF2B5EF4-FFF2-40B4-BE49-F238E27FC236}">
                  <a16:creationId xmlns:a16="http://schemas.microsoft.com/office/drawing/2014/main" id="{0FCD8F6C-507F-139E-1A3D-93DC87B1146B}"/>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8" name="Freeform: Shape 227">
              <a:extLst>
                <a:ext uri="{FF2B5EF4-FFF2-40B4-BE49-F238E27FC236}">
                  <a16:creationId xmlns:a16="http://schemas.microsoft.com/office/drawing/2014/main" id="{97A0F419-0A41-0263-669B-78083111CDAF}"/>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9" name="Freeform: Shape 228">
              <a:extLst>
                <a:ext uri="{FF2B5EF4-FFF2-40B4-BE49-F238E27FC236}">
                  <a16:creationId xmlns:a16="http://schemas.microsoft.com/office/drawing/2014/main" id="{DAE4B22B-69F5-CD30-59F5-D46D779C6317}"/>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0" name="Freeform: Shape 229">
              <a:extLst>
                <a:ext uri="{FF2B5EF4-FFF2-40B4-BE49-F238E27FC236}">
                  <a16:creationId xmlns:a16="http://schemas.microsoft.com/office/drawing/2014/main" id="{0D43BD18-69BE-410B-5744-CC3A634F14ED}"/>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1" name="Freeform: Shape 230">
              <a:extLst>
                <a:ext uri="{FF2B5EF4-FFF2-40B4-BE49-F238E27FC236}">
                  <a16:creationId xmlns:a16="http://schemas.microsoft.com/office/drawing/2014/main" id="{4DC373AD-63EA-EEE8-F32D-469AD5068944}"/>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2" name="Freeform: Shape 231">
              <a:extLst>
                <a:ext uri="{FF2B5EF4-FFF2-40B4-BE49-F238E27FC236}">
                  <a16:creationId xmlns:a16="http://schemas.microsoft.com/office/drawing/2014/main" id="{9FFBCF88-1F9F-9EE0-784B-9E68344A192C}"/>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3" name="Freeform: Shape 232">
              <a:extLst>
                <a:ext uri="{FF2B5EF4-FFF2-40B4-BE49-F238E27FC236}">
                  <a16:creationId xmlns:a16="http://schemas.microsoft.com/office/drawing/2014/main" id="{BDA4BCE5-969D-4C33-D2E7-BC479D01D75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4" name="Freeform: Shape 233">
              <a:extLst>
                <a:ext uri="{FF2B5EF4-FFF2-40B4-BE49-F238E27FC236}">
                  <a16:creationId xmlns:a16="http://schemas.microsoft.com/office/drawing/2014/main" id="{E4BAA05A-F76B-FF90-22C6-E2692FDAEAD9}"/>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5" name="Freeform: Shape 234">
              <a:extLst>
                <a:ext uri="{FF2B5EF4-FFF2-40B4-BE49-F238E27FC236}">
                  <a16:creationId xmlns:a16="http://schemas.microsoft.com/office/drawing/2014/main" id="{606DCE85-7BF1-6EF8-F766-D0DB34F830F4}"/>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6" name="Freeform: Shape 235">
              <a:extLst>
                <a:ext uri="{FF2B5EF4-FFF2-40B4-BE49-F238E27FC236}">
                  <a16:creationId xmlns:a16="http://schemas.microsoft.com/office/drawing/2014/main" id="{4EDCA396-EBDB-D9A8-E338-57AE867B9B63}"/>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7" name="Freeform: Shape 236">
              <a:extLst>
                <a:ext uri="{FF2B5EF4-FFF2-40B4-BE49-F238E27FC236}">
                  <a16:creationId xmlns:a16="http://schemas.microsoft.com/office/drawing/2014/main" id="{2B34AF83-D96E-0D6A-3101-900DD24F9C25}"/>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8" name="Freeform: Shape 237">
              <a:extLst>
                <a:ext uri="{FF2B5EF4-FFF2-40B4-BE49-F238E27FC236}">
                  <a16:creationId xmlns:a16="http://schemas.microsoft.com/office/drawing/2014/main" id="{3FC842E9-B41A-1432-59CB-93ED8532A96F}"/>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9" name="Freeform: Shape 238">
              <a:extLst>
                <a:ext uri="{FF2B5EF4-FFF2-40B4-BE49-F238E27FC236}">
                  <a16:creationId xmlns:a16="http://schemas.microsoft.com/office/drawing/2014/main" id="{5C41766D-2768-2AB0-9D25-A68D17F59719}"/>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0" name="Freeform: Shape 239">
              <a:extLst>
                <a:ext uri="{FF2B5EF4-FFF2-40B4-BE49-F238E27FC236}">
                  <a16:creationId xmlns:a16="http://schemas.microsoft.com/office/drawing/2014/main" id="{07292267-47F0-91FD-CF61-BC7532D1E201}"/>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1" name="Freeform: Shape 240">
              <a:extLst>
                <a:ext uri="{FF2B5EF4-FFF2-40B4-BE49-F238E27FC236}">
                  <a16:creationId xmlns:a16="http://schemas.microsoft.com/office/drawing/2014/main" id="{0884DC34-B1EA-F3FE-8BC8-6ABD2AB3067F}"/>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2" name="Freeform: Shape 241">
              <a:extLst>
                <a:ext uri="{FF2B5EF4-FFF2-40B4-BE49-F238E27FC236}">
                  <a16:creationId xmlns:a16="http://schemas.microsoft.com/office/drawing/2014/main" id="{0AEB310D-A8AD-25CB-509A-A8D64508F9B4}"/>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3" name="Freeform: Shape 242">
              <a:extLst>
                <a:ext uri="{FF2B5EF4-FFF2-40B4-BE49-F238E27FC236}">
                  <a16:creationId xmlns:a16="http://schemas.microsoft.com/office/drawing/2014/main" id="{03A9A708-F7E0-D041-6E5B-4E0416F6F758}"/>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4" name="Freeform: Shape 243">
              <a:extLst>
                <a:ext uri="{FF2B5EF4-FFF2-40B4-BE49-F238E27FC236}">
                  <a16:creationId xmlns:a16="http://schemas.microsoft.com/office/drawing/2014/main" id="{4AB10E45-1CC3-6E3B-94FD-60D0AD9CB6E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5" name="Freeform: Shape 244">
              <a:extLst>
                <a:ext uri="{FF2B5EF4-FFF2-40B4-BE49-F238E27FC236}">
                  <a16:creationId xmlns:a16="http://schemas.microsoft.com/office/drawing/2014/main" id="{0EE5136C-B59B-C8C0-D68B-4C89D7034936}"/>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6" name="Freeform: Shape 245">
              <a:extLst>
                <a:ext uri="{FF2B5EF4-FFF2-40B4-BE49-F238E27FC236}">
                  <a16:creationId xmlns:a16="http://schemas.microsoft.com/office/drawing/2014/main" id="{EA58249B-50D2-3668-34B4-D9B74F6ECC18}"/>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47" name="Freeform: Shape 246">
              <a:extLst>
                <a:ext uri="{FF2B5EF4-FFF2-40B4-BE49-F238E27FC236}">
                  <a16:creationId xmlns:a16="http://schemas.microsoft.com/office/drawing/2014/main" id="{F9962285-7ADA-D26D-8D5D-776A27DBAD11}"/>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8" name="Freeform: Shape 247">
              <a:extLst>
                <a:ext uri="{FF2B5EF4-FFF2-40B4-BE49-F238E27FC236}">
                  <a16:creationId xmlns:a16="http://schemas.microsoft.com/office/drawing/2014/main" id="{A682C758-1AAE-DCE4-FD12-B5748B3491B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9" name="Freeform: Shape 248">
              <a:extLst>
                <a:ext uri="{FF2B5EF4-FFF2-40B4-BE49-F238E27FC236}">
                  <a16:creationId xmlns:a16="http://schemas.microsoft.com/office/drawing/2014/main" id="{B4B02DDB-0A34-A8F6-A3A5-CFB22C1A621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0" name="Freeform: Shape 249">
              <a:extLst>
                <a:ext uri="{FF2B5EF4-FFF2-40B4-BE49-F238E27FC236}">
                  <a16:creationId xmlns:a16="http://schemas.microsoft.com/office/drawing/2014/main" id="{1C33476D-FB28-0FEA-3B7D-0EFA1D2DE745}"/>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1" name="Freeform: Shape 250">
              <a:extLst>
                <a:ext uri="{FF2B5EF4-FFF2-40B4-BE49-F238E27FC236}">
                  <a16:creationId xmlns:a16="http://schemas.microsoft.com/office/drawing/2014/main" id="{5490E746-7686-6E84-ADC3-DBD9E18E2CED}"/>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2" name="Freeform: Shape 251">
              <a:extLst>
                <a:ext uri="{FF2B5EF4-FFF2-40B4-BE49-F238E27FC236}">
                  <a16:creationId xmlns:a16="http://schemas.microsoft.com/office/drawing/2014/main" id="{69F8FF42-F5F4-C441-2298-48A1C79DE86A}"/>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3" name="Freeform: Shape 252">
              <a:extLst>
                <a:ext uri="{FF2B5EF4-FFF2-40B4-BE49-F238E27FC236}">
                  <a16:creationId xmlns:a16="http://schemas.microsoft.com/office/drawing/2014/main" id="{C340300C-8286-B9E4-4DAD-03F8E7BED9D4}"/>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4" name="Freeform: Shape 253">
              <a:extLst>
                <a:ext uri="{FF2B5EF4-FFF2-40B4-BE49-F238E27FC236}">
                  <a16:creationId xmlns:a16="http://schemas.microsoft.com/office/drawing/2014/main" id="{EA97F2A5-537E-E220-7993-F18964DBA9DA}"/>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5" name="Freeform: Shape 254">
              <a:extLst>
                <a:ext uri="{FF2B5EF4-FFF2-40B4-BE49-F238E27FC236}">
                  <a16:creationId xmlns:a16="http://schemas.microsoft.com/office/drawing/2014/main" id="{0322F48E-E98A-15ED-4220-280C950C8CC2}"/>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6" name="Freeform: Shape 255">
              <a:extLst>
                <a:ext uri="{FF2B5EF4-FFF2-40B4-BE49-F238E27FC236}">
                  <a16:creationId xmlns:a16="http://schemas.microsoft.com/office/drawing/2014/main" id="{F58EA5C2-1E56-9ACD-4239-16F71A09437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7" name="Freeform: Shape 256">
              <a:extLst>
                <a:ext uri="{FF2B5EF4-FFF2-40B4-BE49-F238E27FC236}">
                  <a16:creationId xmlns:a16="http://schemas.microsoft.com/office/drawing/2014/main" id="{85099798-5793-8702-DD70-343C8F93C17F}"/>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8" name="Freeform: Shape 257">
              <a:extLst>
                <a:ext uri="{FF2B5EF4-FFF2-40B4-BE49-F238E27FC236}">
                  <a16:creationId xmlns:a16="http://schemas.microsoft.com/office/drawing/2014/main" id="{895944C1-2476-42BF-8A22-B8CB89A5928F}"/>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9" name="Freeform: Shape 258">
              <a:extLst>
                <a:ext uri="{FF2B5EF4-FFF2-40B4-BE49-F238E27FC236}">
                  <a16:creationId xmlns:a16="http://schemas.microsoft.com/office/drawing/2014/main" id="{9D437EB3-84BE-F57C-23A4-8B37526CF6CC}"/>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0" name="Freeform: Shape 259">
              <a:extLst>
                <a:ext uri="{FF2B5EF4-FFF2-40B4-BE49-F238E27FC236}">
                  <a16:creationId xmlns:a16="http://schemas.microsoft.com/office/drawing/2014/main" id="{E0A940AE-2C3C-DF30-252D-E1A7CEB751F4}"/>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1" name="Freeform: Shape 260">
              <a:extLst>
                <a:ext uri="{FF2B5EF4-FFF2-40B4-BE49-F238E27FC236}">
                  <a16:creationId xmlns:a16="http://schemas.microsoft.com/office/drawing/2014/main" id="{72086A1E-E4DF-A45D-104B-00149B95AFA6}"/>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2" name="Freeform: Shape 261">
              <a:extLst>
                <a:ext uri="{FF2B5EF4-FFF2-40B4-BE49-F238E27FC236}">
                  <a16:creationId xmlns:a16="http://schemas.microsoft.com/office/drawing/2014/main" id="{95BAFB82-0B07-1EF6-0722-970C67CB2ED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3" name="Freeform: Shape 262">
              <a:extLst>
                <a:ext uri="{FF2B5EF4-FFF2-40B4-BE49-F238E27FC236}">
                  <a16:creationId xmlns:a16="http://schemas.microsoft.com/office/drawing/2014/main" id="{F2494336-F1C5-8C7C-7945-DC023F6BF3D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4" name="Freeform: Shape 263">
              <a:extLst>
                <a:ext uri="{FF2B5EF4-FFF2-40B4-BE49-F238E27FC236}">
                  <a16:creationId xmlns:a16="http://schemas.microsoft.com/office/drawing/2014/main" id="{EF06CC6D-BBAB-C922-E82E-16796AF61EE1}"/>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5" name="Freeform: Shape 264">
              <a:extLst>
                <a:ext uri="{FF2B5EF4-FFF2-40B4-BE49-F238E27FC236}">
                  <a16:creationId xmlns:a16="http://schemas.microsoft.com/office/drawing/2014/main" id="{9F4440A7-64F6-407A-7E80-0FD5D8964ACE}"/>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6" name="Freeform: Shape 265">
              <a:extLst>
                <a:ext uri="{FF2B5EF4-FFF2-40B4-BE49-F238E27FC236}">
                  <a16:creationId xmlns:a16="http://schemas.microsoft.com/office/drawing/2014/main" id="{A083BD59-9F41-89BF-4DB3-34533E2D4FA0}"/>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7" name="Freeform: Shape 266">
              <a:extLst>
                <a:ext uri="{FF2B5EF4-FFF2-40B4-BE49-F238E27FC236}">
                  <a16:creationId xmlns:a16="http://schemas.microsoft.com/office/drawing/2014/main" id="{3ACD02F3-3C85-DC9A-EB2F-2D7BF66468B5}"/>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8" name="Freeform: Shape 267">
              <a:extLst>
                <a:ext uri="{FF2B5EF4-FFF2-40B4-BE49-F238E27FC236}">
                  <a16:creationId xmlns:a16="http://schemas.microsoft.com/office/drawing/2014/main" id="{316E334B-5857-7CFF-ECBA-5562F211ED51}"/>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9" name="Freeform: Shape 268">
              <a:extLst>
                <a:ext uri="{FF2B5EF4-FFF2-40B4-BE49-F238E27FC236}">
                  <a16:creationId xmlns:a16="http://schemas.microsoft.com/office/drawing/2014/main" id="{D0C234B7-1309-E702-41FD-496BAE16D7A2}"/>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0" name="Freeform: Shape 269">
              <a:extLst>
                <a:ext uri="{FF2B5EF4-FFF2-40B4-BE49-F238E27FC236}">
                  <a16:creationId xmlns:a16="http://schemas.microsoft.com/office/drawing/2014/main" id="{13537505-08FA-01F3-4D60-ED331613CB92}"/>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1" name="Freeform: Shape 270">
              <a:extLst>
                <a:ext uri="{FF2B5EF4-FFF2-40B4-BE49-F238E27FC236}">
                  <a16:creationId xmlns:a16="http://schemas.microsoft.com/office/drawing/2014/main" id="{19BC0E02-1D51-1A83-67CA-5DA2763842FC}"/>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72" name="Freeform: Shape 271">
              <a:extLst>
                <a:ext uri="{FF2B5EF4-FFF2-40B4-BE49-F238E27FC236}">
                  <a16:creationId xmlns:a16="http://schemas.microsoft.com/office/drawing/2014/main" id="{BF74E024-7180-6FE5-4277-1060EFED9C7C}"/>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3" name="Freeform: Shape 272">
              <a:extLst>
                <a:ext uri="{FF2B5EF4-FFF2-40B4-BE49-F238E27FC236}">
                  <a16:creationId xmlns:a16="http://schemas.microsoft.com/office/drawing/2014/main" id="{AB8703EF-9453-D624-BB74-60484576307A}"/>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4" name="Freeform: Shape 273">
              <a:extLst>
                <a:ext uri="{FF2B5EF4-FFF2-40B4-BE49-F238E27FC236}">
                  <a16:creationId xmlns:a16="http://schemas.microsoft.com/office/drawing/2014/main" id="{BD3F381A-3BA5-6846-3114-56217CA3F7AF}"/>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5" name="Freeform: Shape 274">
              <a:extLst>
                <a:ext uri="{FF2B5EF4-FFF2-40B4-BE49-F238E27FC236}">
                  <a16:creationId xmlns:a16="http://schemas.microsoft.com/office/drawing/2014/main" id="{C48DE764-3409-751B-A865-4FFE5E2FEDB1}"/>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6" name="Freeform: Shape 275">
              <a:extLst>
                <a:ext uri="{FF2B5EF4-FFF2-40B4-BE49-F238E27FC236}">
                  <a16:creationId xmlns:a16="http://schemas.microsoft.com/office/drawing/2014/main" id="{4FD89177-3666-CFF8-8542-D6CAFB1FE65C}"/>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7" name="Freeform: Shape 276">
              <a:extLst>
                <a:ext uri="{FF2B5EF4-FFF2-40B4-BE49-F238E27FC236}">
                  <a16:creationId xmlns:a16="http://schemas.microsoft.com/office/drawing/2014/main" id="{1FD53DA3-795A-ACC8-7CD5-70F0C912518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78" name="Freeform: Shape 277">
              <a:extLst>
                <a:ext uri="{FF2B5EF4-FFF2-40B4-BE49-F238E27FC236}">
                  <a16:creationId xmlns:a16="http://schemas.microsoft.com/office/drawing/2014/main" id="{175266AD-1D0A-BE82-62B0-8B5FFC3B932B}"/>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79" name="Freeform: Shape 278">
              <a:extLst>
                <a:ext uri="{FF2B5EF4-FFF2-40B4-BE49-F238E27FC236}">
                  <a16:creationId xmlns:a16="http://schemas.microsoft.com/office/drawing/2014/main" id="{3E7855A6-3D12-B64F-F6F0-7DB778B3F13C}"/>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80" name="Freeform: Shape 279">
              <a:extLst>
                <a:ext uri="{FF2B5EF4-FFF2-40B4-BE49-F238E27FC236}">
                  <a16:creationId xmlns:a16="http://schemas.microsoft.com/office/drawing/2014/main" id="{B8C798C2-8753-C495-C0A9-B70CCA29E5FC}"/>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1" name="Freeform: Shape 280">
              <a:extLst>
                <a:ext uri="{FF2B5EF4-FFF2-40B4-BE49-F238E27FC236}">
                  <a16:creationId xmlns:a16="http://schemas.microsoft.com/office/drawing/2014/main" id="{2B50B9A9-0834-395F-07BC-F8A5D292E44B}"/>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2" name="Freeform: Shape 281">
              <a:extLst>
                <a:ext uri="{FF2B5EF4-FFF2-40B4-BE49-F238E27FC236}">
                  <a16:creationId xmlns:a16="http://schemas.microsoft.com/office/drawing/2014/main" id="{25475B20-5659-154A-FFEA-59D4738F2A50}"/>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83" name="Freeform: Shape 282">
              <a:extLst>
                <a:ext uri="{FF2B5EF4-FFF2-40B4-BE49-F238E27FC236}">
                  <a16:creationId xmlns:a16="http://schemas.microsoft.com/office/drawing/2014/main" id="{C62E3382-15C6-1460-A048-24EE9381BC8A}"/>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4" name="Freeform: Shape 283">
              <a:extLst>
                <a:ext uri="{FF2B5EF4-FFF2-40B4-BE49-F238E27FC236}">
                  <a16:creationId xmlns:a16="http://schemas.microsoft.com/office/drawing/2014/main" id="{C4CD9211-A909-936C-5301-95A79370889A}"/>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5" name="Freeform: Shape 284">
              <a:extLst>
                <a:ext uri="{FF2B5EF4-FFF2-40B4-BE49-F238E27FC236}">
                  <a16:creationId xmlns:a16="http://schemas.microsoft.com/office/drawing/2014/main" id="{270BCD4B-652B-8400-2ECD-B4D604CCE7F0}"/>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86" name="Freeform: Shape 285">
              <a:extLst>
                <a:ext uri="{FF2B5EF4-FFF2-40B4-BE49-F238E27FC236}">
                  <a16:creationId xmlns:a16="http://schemas.microsoft.com/office/drawing/2014/main" id="{7B433087-ABE7-722E-1AA8-7FF1EF336E0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87" name="Freeform: Shape 286">
              <a:extLst>
                <a:ext uri="{FF2B5EF4-FFF2-40B4-BE49-F238E27FC236}">
                  <a16:creationId xmlns:a16="http://schemas.microsoft.com/office/drawing/2014/main" id="{2BAAE5C4-27D5-913B-7783-7DCF5F77D618}"/>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8" name="Freeform: Shape 287">
              <a:extLst>
                <a:ext uri="{FF2B5EF4-FFF2-40B4-BE49-F238E27FC236}">
                  <a16:creationId xmlns:a16="http://schemas.microsoft.com/office/drawing/2014/main" id="{A8033DFE-A88F-8237-DA60-85D7D16C7A4F}"/>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9" name="Freeform: Shape 288">
              <a:extLst>
                <a:ext uri="{FF2B5EF4-FFF2-40B4-BE49-F238E27FC236}">
                  <a16:creationId xmlns:a16="http://schemas.microsoft.com/office/drawing/2014/main" id="{ECCFB17C-6D06-29FE-06F6-BBBADCE32E5B}"/>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0" name="Freeform: Shape 289">
              <a:extLst>
                <a:ext uri="{FF2B5EF4-FFF2-40B4-BE49-F238E27FC236}">
                  <a16:creationId xmlns:a16="http://schemas.microsoft.com/office/drawing/2014/main" id="{4C547AE9-6CCA-FB6D-E65A-4BD383CB0C6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91" name="Freeform: Shape 290">
              <a:extLst>
                <a:ext uri="{FF2B5EF4-FFF2-40B4-BE49-F238E27FC236}">
                  <a16:creationId xmlns:a16="http://schemas.microsoft.com/office/drawing/2014/main" id="{443663B8-58D2-EF83-A15D-9AF9E90FDDD3}"/>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92" name="Freeform: Shape 291">
              <a:extLst>
                <a:ext uri="{FF2B5EF4-FFF2-40B4-BE49-F238E27FC236}">
                  <a16:creationId xmlns:a16="http://schemas.microsoft.com/office/drawing/2014/main" id="{F39BDBF4-37BA-5549-9216-688B3BDE46E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3" name="Freeform: Shape 292">
              <a:extLst>
                <a:ext uri="{FF2B5EF4-FFF2-40B4-BE49-F238E27FC236}">
                  <a16:creationId xmlns:a16="http://schemas.microsoft.com/office/drawing/2014/main" id="{B9959809-2531-4004-3C32-0889E166952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94" name="Freeform: Shape 293">
              <a:extLst>
                <a:ext uri="{FF2B5EF4-FFF2-40B4-BE49-F238E27FC236}">
                  <a16:creationId xmlns:a16="http://schemas.microsoft.com/office/drawing/2014/main" id="{99B6F1B2-BAA3-C69D-4048-A76765E36CB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grpSp>
      <p:sp>
        <p:nvSpPr>
          <p:cNvPr id="2" name="Text Placeholder"/>
          <p:cNvSpPr>
            <a:spLocks noGrp="1"/>
          </p:cNvSpPr>
          <p:nvPr>
            <p:ph type="title" hasCustomPrompt="1"/>
          </p:nvPr>
        </p:nvSpPr>
        <p:spPr>
          <a:xfrm>
            <a:off x="762000" y="2667000"/>
            <a:ext cx="10668000" cy="1526117"/>
          </a:xfrm>
        </p:spPr>
        <p:txBody>
          <a:bodyPr/>
          <a:lstStyle>
            <a:lvl1pPr algn="ctr">
              <a:defRPr sz="3733"/>
            </a:lvl1pPr>
          </a:lstStyle>
          <a:p>
            <a:r>
              <a:rPr lang="en-US"/>
              <a:t>Edit text</a:t>
            </a:r>
            <a:endParaRPr lang="en-GB"/>
          </a:p>
        </p:txBody>
      </p:sp>
    </p:spTree>
    <p:extLst>
      <p:ext uri="{BB962C8B-B14F-4D97-AF65-F5344CB8AC3E}">
        <p14:creationId xmlns:p14="http://schemas.microsoft.com/office/powerpoint/2010/main" val="403920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tatic_Pixel_5">
    <p:spTree>
      <p:nvGrpSpPr>
        <p:cNvPr id="1" name=""/>
        <p:cNvGrpSpPr/>
        <p:nvPr/>
      </p:nvGrpSpPr>
      <p:grpSpPr>
        <a:xfrm>
          <a:off x="0" y="0"/>
          <a:ext cx="0" cy="0"/>
          <a:chOff x="0" y="0"/>
          <a:chExt cx="0" cy="0"/>
        </a:xfrm>
      </p:grpSpPr>
      <p:grpSp>
        <p:nvGrpSpPr>
          <p:cNvPr id="149" name="Pixel">
            <a:extLst>
              <a:ext uri="{FF2B5EF4-FFF2-40B4-BE49-F238E27FC236}">
                <a16:creationId xmlns:a16="http://schemas.microsoft.com/office/drawing/2014/main" id="{2C8D3C27-B882-DE66-20FF-CDF4D0406085}"/>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151" name="Freeform: Shape 150">
              <a:extLst>
                <a:ext uri="{FF2B5EF4-FFF2-40B4-BE49-F238E27FC236}">
                  <a16:creationId xmlns:a16="http://schemas.microsoft.com/office/drawing/2014/main" id="{0C347E4E-2B9B-6030-E41E-E49B22BDC63B}"/>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2" name="Freeform: Shape 151">
              <a:extLst>
                <a:ext uri="{FF2B5EF4-FFF2-40B4-BE49-F238E27FC236}">
                  <a16:creationId xmlns:a16="http://schemas.microsoft.com/office/drawing/2014/main" id="{5583D2F6-C873-B13D-8BB8-1BDFCF0EB3ED}"/>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3" name="Freeform: Shape 152">
              <a:extLst>
                <a:ext uri="{FF2B5EF4-FFF2-40B4-BE49-F238E27FC236}">
                  <a16:creationId xmlns:a16="http://schemas.microsoft.com/office/drawing/2014/main" id="{12067B42-A43D-F04A-1035-2359BA4E33D3}"/>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4" name="Freeform: Shape 153">
              <a:extLst>
                <a:ext uri="{FF2B5EF4-FFF2-40B4-BE49-F238E27FC236}">
                  <a16:creationId xmlns:a16="http://schemas.microsoft.com/office/drawing/2014/main" id="{5239ED42-95C7-ED97-D75D-4C1FCBEE9245}"/>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5" name="Freeform: Shape 154">
              <a:extLst>
                <a:ext uri="{FF2B5EF4-FFF2-40B4-BE49-F238E27FC236}">
                  <a16:creationId xmlns:a16="http://schemas.microsoft.com/office/drawing/2014/main" id="{23B95DB1-F5B7-3F25-A77C-0DE2BB11E787}"/>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6" name="Freeform: Shape 155">
              <a:extLst>
                <a:ext uri="{FF2B5EF4-FFF2-40B4-BE49-F238E27FC236}">
                  <a16:creationId xmlns:a16="http://schemas.microsoft.com/office/drawing/2014/main" id="{AFEF9290-7784-DEA4-6204-45AD260323E3}"/>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7" name="Freeform: Shape 156">
              <a:extLst>
                <a:ext uri="{FF2B5EF4-FFF2-40B4-BE49-F238E27FC236}">
                  <a16:creationId xmlns:a16="http://schemas.microsoft.com/office/drawing/2014/main" id="{5A70DFDE-4294-4FA0-DF46-6D13671C2A7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58" name="Freeform: Shape 157">
              <a:extLst>
                <a:ext uri="{FF2B5EF4-FFF2-40B4-BE49-F238E27FC236}">
                  <a16:creationId xmlns:a16="http://schemas.microsoft.com/office/drawing/2014/main" id="{82F01915-0C7F-70A2-B1D5-9087B9B46FF9}"/>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59" name="Freeform: Shape 158">
              <a:extLst>
                <a:ext uri="{FF2B5EF4-FFF2-40B4-BE49-F238E27FC236}">
                  <a16:creationId xmlns:a16="http://schemas.microsoft.com/office/drawing/2014/main" id="{26F7AD30-C0E7-3563-A483-12A17E5A5AAB}"/>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0" name="Freeform: Shape 159">
              <a:extLst>
                <a:ext uri="{FF2B5EF4-FFF2-40B4-BE49-F238E27FC236}">
                  <a16:creationId xmlns:a16="http://schemas.microsoft.com/office/drawing/2014/main" id="{13966866-8A22-B4D4-5261-EEFE32E0374E}"/>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1" name="Freeform: Shape 160">
              <a:extLst>
                <a:ext uri="{FF2B5EF4-FFF2-40B4-BE49-F238E27FC236}">
                  <a16:creationId xmlns:a16="http://schemas.microsoft.com/office/drawing/2014/main" id="{C8B6025E-8092-14F4-5DA0-5D50AC73E0BF}"/>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2" name="Freeform: Shape 161">
              <a:extLst>
                <a:ext uri="{FF2B5EF4-FFF2-40B4-BE49-F238E27FC236}">
                  <a16:creationId xmlns:a16="http://schemas.microsoft.com/office/drawing/2014/main" id="{28B3C23F-F0CE-2AA9-67BC-FF0E31C72F82}"/>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3" name="Freeform: Shape 162">
              <a:extLst>
                <a:ext uri="{FF2B5EF4-FFF2-40B4-BE49-F238E27FC236}">
                  <a16:creationId xmlns:a16="http://schemas.microsoft.com/office/drawing/2014/main" id="{BE891C70-0805-07B6-3AE7-8216116ABC0A}"/>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64" name="Freeform: Shape 163">
              <a:extLst>
                <a:ext uri="{FF2B5EF4-FFF2-40B4-BE49-F238E27FC236}">
                  <a16:creationId xmlns:a16="http://schemas.microsoft.com/office/drawing/2014/main" id="{A7B0E3AE-F021-5D96-150C-9CF805A2CB4C}"/>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5" name="Freeform: Shape 164">
              <a:extLst>
                <a:ext uri="{FF2B5EF4-FFF2-40B4-BE49-F238E27FC236}">
                  <a16:creationId xmlns:a16="http://schemas.microsoft.com/office/drawing/2014/main" id="{C54DC159-8C0C-4949-E5D4-210B7A947B31}"/>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6" name="Freeform: Shape 165">
              <a:extLst>
                <a:ext uri="{FF2B5EF4-FFF2-40B4-BE49-F238E27FC236}">
                  <a16:creationId xmlns:a16="http://schemas.microsoft.com/office/drawing/2014/main" id="{21C089CD-CA25-5DAA-3E64-3163594183DA}"/>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7" name="Freeform: Shape 166">
              <a:extLst>
                <a:ext uri="{FF2B5EF4-FFF2-40B4-BE49-F238E27FC236}">
                  <a16:creationId xmlns:a16="http://schemas.microsoft.com/office/drawing/2014/main" id="{60FF89D9-C6C5-BF0E-C3C3-B8477C154BF2}"/>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68" name="Freeform: Shape 167">
              <a:extLst>
                <a:ext uri="{FF2B5EF4-FFF2-40B4-BE49-F238E27FC236}">
                  <a16:creationId xmlns:a16="http://schemas.microsoft.com/office/drawing/2014/main" id="{C9F76D02-4A57-FE7A-F78D-B09260709D74}"/>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69" name="Freeform: Shape 168">
              <a:extLst>
                <a:ext uri="{FF2B5EF4-FFF2-40B4-BE49-F238E27FC236}">
                  <a16:creationId xmlns:a16="http://schemas.microsoft.com/office/drawing/2014/main" id="{995A4BE5-81D1-56C1-D3BE-6F7A7A4799D9}"/>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0" name="Freeform: Shape 169">
              <a:extLst>
                <a:ext uri="{FF2B5EF4-FFF2-40B4-BE49-F238E27FC236}">
                  <a16:creationId xmlns:a16="http://schemas.microsoft.com/office/drawing/2014/main" id="{035A383E-AD2A-F91A-B795-5C9E3CC47DBD}"/>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1" name="Freeform: Shape 170">
              <a:extLst>
                <a:ext uri="{FF2B5EF4-FFF2-40B4-BE49-F238E27FC236}">
                  <a16:creationId xmlns:a16="http://schemas.microsoft.com/office/drawing/2014/main" id="{967E5841-C497-6B87-82F4-E2BCDDBDD01A}"/>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72" name="Freeform: Shape 171">
              <a:extLst>
                <a:ext uri="{FF2B5EF4-FFF2-40B4-BE49-F238E27FC236}">
                  <a16:creationId xmlns:a16="http://schemas.microsoft.com/office/drawing/2014/main" id="{7370C3F5-7A0B-4027-6319-717229EA0C3E}"/>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73" name="Freeform: Shape 172">
              <a:extLst>
                <a:ext uri="{FF2B5EF4-FFF2-40B4-BE49-F238E27FC236}">
                  <a16:creationId xmlns:a16="http://schemas.microsoft.com/office/drawing/2014/main" id="{58A1608E-A73F-DD63-421B-EA471C2AECCA}"/>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74" name="Freeform: Shape 173">
              <a:extLst>
                <a:ext uri="{FF2B5EF4-FFF2-40B4-BE49-F238E27FC236}">
                  <a16:creationId xmlns:a16="http://schemas.microsoft.com/office/drawing/2014/main" id="{236B4ABB-1EEA-C139-07C0-116A42C1A05C}"/>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5" name="Freeform: Shape 174">
              <a:extLst>
                <a:ext uri="{FF2B5EF4-FFF2-40B4-BE49-F238E27FC236}">
                  <a16:creationId xmlns:a16="http://schemas.microsoft.com/office/drawing/2014/main" id="{87D09A5F-D95A-B1D7-DCA7-27678E44801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6" name="Freeform: Shape 175">
              <a:extLst>
                <a:ext uri="{FF2B5EF4-FFF2-40B4-BE49-F238E27FC236}">
                  <a16:creationId xmlns:a16="http://schemas.microsoft.com/office/drawing/2014/main" id="{2047B525-34ED-C8E3-DC94-EB730DC3E2FC}"/>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7" name="Freeform: Shape 176">
              <a:extLst>
                <a:ext uri="{FF2B5EF4-FFF2-40B4-BE49-F238E27FC236}">
                  <a16:creationId xmlns:a16="http://schemas.microsoft.com/office/drawing/2014/main" id="{38A3B3C7-8FE7-82FC-5DB8-FB44D55A5FDF}"/>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8" name="Freeform: Shape 177">
              <a:extLst>
                <a:ext uri="{FF2B5EF4-FFF2-40B4-BE49-F238E27FC236}">
                  <a16:creationId xmlns:a16="http://schemas.microsoft.com/office/drawing/2014/main" id="{DE0FFB00-FFEC-D6D1-6202-FAB70192A172}"/>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79" name="Freeform: Shape 178">
              <a:extLst>
                <a:ext uri="{FF2B5EF4-FFF2-40B4-BE49-F238E27FC236}">
                  <a16:creationId xmlns:a16="http://schemas.microsoft.com/office/drawing/2014/main" id="{D4D812A7-197A-E120-DF55-6F6226512716}"/>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180" name="Freeform: Shape 179">
              <a:extLst>
                <a:ext uri="{FF2B5EF4-FFF2-40B4-BE49-F238E27FC236}">
                  <a16:creationId xmlns:a16="http://schemas.microsoft.com/office/drawing/2014/main" id="{7A0D47EC-005B-9159-3769-71EFE242839B}"/>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81" name="Freeform: Shape 180">
              <a:extLst>
                <a:ext uri="{FF2B5EF4-FFF2-40B4-BE49-F238E27FC236}">
                  <a16:creationId xmlns:a16="http://schemas.microsoft.com/office/drawing/2014/main" id="{96522562-EEA3-942E-38C1-64AD9C186F55}"/>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82" name="Freeform: Shape 181">
              <a:extLst>
                <a:ext uri="{FF2B5EF4-FFF2-40B4-BE49-F238E27FC236}">
                  <a16:creationId xmlns:a16="http://schemas.microsoft.com/office/drawing/2014/main" id="{3F98D5A7-991E-E59F-313B-E298D1DBBE25}"/>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3" name="Freeform: Shape 182">
              <a:extLst>
                <a:ext uri="{FF2B5EF4-FFF2-40B4-BE49-F238E27FC236}">
                  <a16:creationId xmlns:a16="http://schemas.microsoft.com/office/drawing/2014/main" id="{0730618C-8914-07D5-83E4-B3B2D368DC8F}"/>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4" name="Freeform: Shape 183">
              <a:extLst>
                <a:ext uri="{FF2B5EF4-FFF2-40B4-BE49-F238E27FC236}">
                  <a16:creationId xmlns:a16="http://schemas.microsoft.com/office/drawing/2014/main" id="{5F8A2103-B371-8DAE-558B-4C41B27A358D}"/>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5" name="Freeform: Shape 184">
              <a:extLst>
                <a:ext uri="{FF2B5EF4-FFF2-40B4-BE49-F238E27FC236}">
                  <a16:creationId xmlns:a16="http://schemas.microsoft.com/office/drawing/2014/main" id="{4ACDAF94-C480-F166-AD26-F083D0EE2402}"/>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6" name="Freeform: Shape 185">
              <a:extLst>
                <a:ext uri="{FF2B5EF4-FFF2-40B4-BE49-F238E27FC236}">
                  <a16:creationId xmlns:a16="http://schemas.microsoft.com/office/drawing/2014/main" id="{D5B48EDA-2F2A-7D9D-BA46-CC7F61368A4F}"/>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7" name="Freeform: Shape 186">
              <a:extLst>
                <a:ext uri="{FF2B5EF4-FFF2-40B4-BE49-F238E27FC236}">
                  <a16:creationId xmlns:a16="http://schemas.microsoft.com/office/drawing/2014/main" id="{8A01F8A0-515E-F50D-E80B-DEA4C843FC34}"/>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88" name="Freeform: Shape 187">
              <a:extLst>
                <a:ext uri="{FF2B5EF4-FFF2-40B4-BE49-F238E27FC236}">
                  <a16:creationId xmlns:a16="http://schemas.microsoft.com/office/drawing/2014/main" id="{F4A86080-54A3-9602-68FF-8488015913D2}"/>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89" name="Freeform: Shape 188">
              <a:extLst>
                <a:ext uri="{FF2B5EF4-FFF2-40B4-BE49-F238E27FC236}">
                  <a16:creationId xmlns:a16="http://schemas.microsoft.com/office/drawing/2014/main" id="{CA1799E3-FAD4-66A8-E24E-FD5A1775E07A}"/>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90" name="Freeform: Shape 189">
              <a:extLst>
                <a:ext uri="{FF2B5EF4-FFF2-40B4-BE49-F238E27FC236}">
                  <a16:creationId xmlns:a16="http://schemas.microsoft.com/office/drawing/2014/main" id="{147ECA27-102D-282A-6F01-FC09DF622F31}"/>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1" name="Freeform: Shape 190">
              <a:extLst>
                <a:ext uri="{FF2B5EF4-FFF2-40B4-BE49-F238E27FC236}">
                  <a16:creationId xmlns:a16="http://schemas.microsoft.com/office/drawing/2014/main" id="{01A2ADE9-E38D-A5A3-39D5-B06B7CC530F9}"/>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2" name="Freeform: Shape 191">
              <a:extLst>
                <a:ext uri="{FF2B5EF4-FFF2-40B4-BE49-F238E27FC236}">
                  <a16:creationId xmlns:a16="http://schemas.microsoft.com/office/drawing/2014/main" id="{4833AA89-9019-55AA-EB51-CB8929815B22}"/>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3" name="Freeform: Shape 192">
              <a:extLst>
                <a:ext uri="{FF2B5EF4-FFF2-40B4-BE49-F238E27FC236}">
                  <a16:creationId xmlns:a16="http://schemas.microsoft.com/office/drawing/2014/main" id="{D0C86527-1149-682C-5B34-41BDC54BD4B2}"/>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4" name="Freeform: Shape 193">
              <a:extLst>
                <a:ext uri="{FF2B5EF4-FFF2-40B4-BE49-F238E27FC236}">
                  <a16:creationId xmlns:a16="http://schemas.microsoft.com/office/drawing/2014/main" id="{2325A34E-8A03-738B-5E3B-0CDF900405C1}"/>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195" name="Freeform: Shape 194">
              <a:extLst>
                <a:ext uri="{FF2B5EF4-FFF2-40B4-BE49-F238E27FC236}">
                  <a16:creationId xmlns:a16="http://schemas.microsoft.com/office/drawing/2014/main" id="{653DB057-2B54-8CD0-C251-11003F5F5177}"/>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6" name="Freeform: Shape 195">
              <a:extLst>
                <a:ext uri="{FF2B5EF4-FFF2-40B4-BE49-F238E27FC236}">
                  <a16:creationId xmlns:a16="http://schemas.microsoft.com/office/drawing/2014/main" id="{D50E0A97-A966-4653-53CA-C0B9DB05635B}"/>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97" name="Freeform: Shape 196">
              <a:extLst>
                <a:ext uri="{FF2B5EF4-FFF2-40B4-BE49-F238E27FC236}">
                  <a16:creationId xmlns:a16="http://schemas.microsoft.com/office/drawing/2014/main" id="{49F17A3D-9F24-7347-10D7-8FCE8B8009A5}"/>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198" name="Freeform: Shape 197">
              <a:extLst>
                <a:ext uri="{FF2B5EF4-FFF2-40B4-BE49-F238E27FC236}">
                  <a16:creationId xmlns:a16="http://schemas.microsoft.com/office/drawing/2014/main" id="{23A51E2E-E246-DFE2-76CD-ECC3A53E4852}"/>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199" name="Freeform: Shape 198">
              <a:extLst>
                <a:ext uri="{FF2B5EF4-FFF2-40B4-BE49-F238E27FC236}">
                  <a16:creationId xmlns:a16="http://schemas.microsoft.com/office/drawing/2014/main" id="{4BCC9174-6340-7CB1-88E7-AC716630D0D7}"/>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0" name="Freeform: Shape 199">
              <a:extLst>
                <a:ext uri="{FF2B5EF4-FFF2-40B4-BE49-F238E27FC236}">
                  <a16:creationId xmlns:a16="http://schemas.microsoft.com/office/drawing/2014/main" id="{DA180EAD-6D70-95B0-D9EB-739C01816AFF}"/>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1" name="Freeform: Shape 200">
              <a:extLst>
                <a:ext uri="{FF2B5EF4-FFF2-40B4-BE49-F238E27FC236}">
                  <a16:creationId xmlns:a16="http://schemas.microsoft.com/office/drawing/2014/main" id="{1AAFCA4B-120C-C18E-9C94-688719C0A7FC}"/>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2" name="Freeform: Shape 201">
              <a:extLst>
                <a:ext uri="{FF2B5EF4-FFF2-40B4-BE49-F238E27FC236}">
                  <a16:creationId xmlns:a16="http://schemas.microsoft.com/office/drawing/2014/main" id="{2A6B43E8-099D-4C19-D4AA-F0BAB9773243}"/>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3" name="Freeform: Shape 202">
              <a:extLst>
                <a:ext uri="{FF2B5EF4-FFF2-40B4-BE49-F238E27FC236}">
                  <a16:creationId xmlns:a16="http://schemas.microsoft.com/office/drawing/2014/main" id="{399A0F5E-4ABA-10EF-333B-A5737B7F2D59}"/>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4" name="Freeform: Shape 203">
              <a:extLst>
                <a:ext uri="{FF2B5EF4-FFF2-40B4-BE49-F238E27FC236}">
                  <a16:creationId xmlns:a16="http://schemas.microsoft.com/office/drawing/2014/main" id="{F4127A7F-97A4-259B-D535-D39AA2DC02DA}"/>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5" name="Freeform: Shape 204">
              <a:extLst>
                <a:ext uri="{FF2B5EF4-FFF2-40B4-BE49-F238E27FC236}">
                  <a16:creationId xmlns:a16="http://schemas.microsoft.com/office/drawing/2014/main" id="{2A53643D-EDBA-372F-BFCD-EB35644171DC}"/>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6" name="Freeform: Shape 205">
              <a:extLst>
                <a:ext uri="{FF2B5EF4-FFF2-40B4-BE49-F238E27FC236}">
                  <a16:creationId xmlns:a16="http://schemas.microsoft.com/office/drawing/2014/main" id="{09709727-1BE2-97AE-B382-5BA79133A9B7}"/>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07" name="Freeform: Shape 206">
              <a:extLst>
                <a:ext uri="{FF2B5EF4-FFF2-40B4-BE49-F238E27FC236}">
                  <a16:creationId xmlns:a16="http://schemas.microsoft.com/office/drawing/2014/main" id="{0CB01F6D-5EA8-A6AC-B01D-F1D47D28E5A0}"/>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08" name="Freeform: Shape 207">
              <a:extLst>
                <a:ext uri="{FF2B5EF4-FFF2-40B4-BE49-F238E27FC236}">
                  <a16:creationId xmlns:a16="http://schemas.microsoft.com/office/drawing/2014/main" id="{E89C081D-A49A-C289-F085-40C915E8B0A4}"/>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09" name="Freeform: Shape 208">
              <a:extLst>
                <a:ext uri="{FF2B5EF4-FFF2-40B4-BE49-F238E27FC236}">
                  <a16:creationId xmlns:a16="http://schemas.microsoft.com/office/drawing/2014/main" id="{219B6F51-154C-C1FD-F5EC-1D24BCAC1809}"/>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0" name="Freeform: Shape 209">
              <a:extLst>
                <a:ext uri="{FF2B5EF4-FFF2-40B4-BE49-F238E27FC236}">
                  <a16:creationId xmlns:a16="http://schemas.microsoft.com/office/drawing/2014/main" id="{EE2CDD1A-661D-C0AA-961E-9E85E2448EEA}"/>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1" name="Freeform: Shape 210">
              <a:extLst>
                <a:ext uri="{FF2B5EF4-FFF2-40B4-BE49-F238E27FC236}">
                  <a16:creationId xmlns:a16="http://schemas.microsoft.com/office/drawing/2014/main" id="{48E3E190-9CAF-B5C6-F234-449523B59EED}"/>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2" name="Freeform: Shape 211">
              <a:extLst>
                <a:ext uri="{FF2B5EF4-FFF2-40B4-BE49-F238E27FC236}">
                  <a16:creationId xmlns:a16="http://schemas.microsoft.com/office/drawing/2014/main" id="{39319054-5991-C35F-46BD-5A4D9EC9E075}"/>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3" name="Freeform: Shape 212">
              <a:extLst>
                <a:ext uri="{FF2B5EF4-FFF2-40B4-BE49-F238E27FC236}">
                  <a16:creationId xmlns:a16="http://schemas.microsoft.com/office/drawing/2014/main" id="{8BFD0B34-28E7-D318-77FE-50392B9420FF}"/>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4" name="Freeform: Shape 213">
              <a:extLst>
                <a:ext uri="{FF2B5EF4-FFF2-40B4-BE49-F238E27FC236}">
                  <a16:creationId xmlns:a16="http://schemas.microsoft.com/office/drawing/2014/main" id="{5C2220A5-B944-F028-FFE1-54ED1E637405}"/>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5" name="Freeform: Shape 214">
              <a:extLst>
                <a:ext uri="{FF2B5EF4-FFF2-40B4-BE49-F238E27FC236}">
                  <a16:creationId xmlns:a16="http://schemas.microsoft.com/office/drawing/2014/main" id="{F82C7E9E-076C-AAA6-D81C-6A12D141786F}"/>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6" name="Freeform: Shape 215">
              <a:extLst>
                <a:ext uri="{FF2B5EF4-FFF2-40B4-BE49-F238E27FC236}">
                  <a16:creationId xmlns:a16="http://schemas.microsoft.com/office/drawing/2014/main" id="{881610BE-0FFE-9B95-50FB-2C239E904DD5}"/>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7" name="Freeform: Shape 216">
              <a:extLst>
                <a:ext uri="{FF2B5EF4-FFF2-40B4-BE49-F238E27FC236}">
                  <a16:creationId xmlns:a16="http://schemas.microsoft.com/office/drawing/2014/main" id="{FC72AE60-7ED4-D024-74DD-980BDBAAA3C5}"/>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18" name="Freeform: Shape 217">
              <a:extLst>
                <a:ext uri="{FF2B5EF4-FFF2-40B4-BE49-F238E27FC236}">
                  <a16:creationId xmlns:a16="http://schemas.microsoft.com/office/drawing/2014/main" id="{6EADE81E-9CA0-A2A9-30BD-154FDFF2AC82}"/>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19" name="Freeform: Shape 218">
              <a:extLst>
                <a:ext uri="{FF2B5EF4-FFF2-40B4-BE49-F238E27FC236}">
                  <a16:creationId xmlns:a16="http://schemas.microsoft.com/office/drawing/2014/main" id="{4D5D2728-46A0-1EFC-ECCE-39B7C590ABB3}"/>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0" name="Freeform: Shape 219">
              <a:extLst>
                <a:ext uri="{FF2B5EF4-FFF2-40B4-BE49-F238E27FC236}">
                  <a16:creationId xmlns:a16="http://schemas.microsoft.com/office/drawing/2014/main" id="{6CE4FC91-2741-1225-EF7D-3C53B1BF4358}"/>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1" name="Freeform: Shape 220">
              <a:extLst>
                <a:ext uri="{FF2B5EF4-FFF2-40B4-BE49-F238E27FC236}">
                  <a16:creationId xmlns:a16="http://schemas.microsoft.com/office/drawing/2014/main" id="{D7C29690-ADD7-FE89-A147-67C904100BCC}"/>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2" name="Freeform: Shape 221">
              <a:extLst>
                <a:ext uri="{FF2B5EF4-FFF2-40B4-BE49-F238E27FC236}">
                  <a16:creationId xmlns:a16="http://schemas.microsoft.com/office/drawing/2014/main" id="{10FC18C5-CF7A-CF28-F7F8-90AAC990B0A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23" name="Freeform: Shape 222">
              <a:extLst>
                <a:ext uri="{FF2B5EF4-FFF2-40B4-BE49-F238E27FC236}">
                  <a16:creationId xmlns:a16="http://schemas.microsoft.com/office/drawing/2014/main" id="{BC7ADBAE-CE0A-93F8-1DE6-47FBA32E1621}"/>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24" name="Freeform: Shape 223">
              <a:extLst>
                <a:ext uri="{FF2B5EF4-FFF2-40B4-BE49-F238E27FC236}">
                  <a16:creationId xmlns:a16="http://schemas.microsoft.com/office/drawing/2014/main" id="{2B3AC93E-6F2F-4B6B-77E5-3E2175263405}"/>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5" name="Freeform: Shape 224">
              <a:extLst>
                <a:ext uri="{FF2B5EF4-FFF2-40B4-BE49-F238E27FC236}">
                  <a16:creationId xmlns:a16="http://schemas.microsoft.com/office/drawing/2014/main" id="{F0F54960-33B5-D8F2-135C-B05466EED42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6" name="Freeform: Shape 225">
              <a:extLst>
                <a:ext uri="{FF2B5EF4-FFF2-40B4-BE49-F238E27FC236}">
                  <a16:creationId xmlns:a16="http://schemas.microsoft.com/office/drawing/2014/main" id="{200F2BDC-FCA2-7D33-93D5-A46013F57BFF}"/>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27" name="Freeform: Shape 226">
              <a:extLst>
                <a:ext uri="{FF2B5EF4-FFF2-40B4-BE49-F238E27FC236}">
                  <a16:creationId xmlns:a16="http://schemas.microsoft.com/office/drawing/2014/main" id="{0FCD8F6C-507F-139E-1A3D-93DC87B1146B}"/>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8" name="Freeform: Shape 227">
              <a:extLst>
                <a:ext uri="{FF2B5EF4-FFF2-40B4-BE49-F238E27FC236}">
                  <a16:creationId xmlns:a16="http://schemas.microsoft.com/office/drawing/2014/main" id="{97A0F419-0A41-0263-669B-78083111CDAF}"/>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29" name="Freeform: Shape 228">
              <a:extLst>
                <a:ext uri="{FF2B5EF4-FFF2-40B4-BE49-F238E27FC236}">
                  <a16:creationId xmlns:a16="http://schemas.microsoft.com/office/drawing/2014/main" id="{DAE4B22B-69F5-CD30-59F5-D46D779C6317}"/>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0" name="Freeform: Shape 229">
              <a:extLst>
                <a:ext uri="{FF2B5EF4-FFF2-40B4-BE49-F238E27FC236}">
                  <a16:creationId xmlns:a16="http://schemas.microsoft.com/office/drawing/2014/main" id="{0D43BD18-69BE-410B-5744-CC3A634F14ED}"/>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1" name="Freeform: Shape 230">
              <a:extLst>
                <a:ext uri="{FF2B5EF4-FFF2-40B4-BE49-F238E27FC236}">
                  <a16:creationId xmlns:a16="http://schemas.microsoft.com/office/drawing/2014/main" id="{4DC373AD-63EA-EEE8-F32D-469AD5068944}"/>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2" name="Freeform: Shape 231">
              <a:extLst>
                <a:ext uri="{FF2B5EF4-FFF2-40B4-BE49-F238E27FC236}">
                  <a16:creationId xmlns:a16="http://schemas.microsoft.com/office/drawing/2014/main" id="{9FFBCF88-1F9F-9EE0-784B-9E68344A192C}"/>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3" name="Freeform: Shape 232">
              <a:extLst>
                <a:ext uri="{FF2B5EF4-FFF2-40B4-BE49-F238E27FC236}">
                  <a16:creationId xmlns:a16="http://schemas.microsoft.com/office/drawing/2014/main" id="{BDA4BCE5-969D-4C33-D2E7-BC479D01D75D}"/>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4" name="Freeform: Shape 233">
              <a:extLst>
                <a:ext uri="{FF2B5EF4-FFF2-40B4-BE49-F238E27FC236}">
                  <a16:creationId xmlns:a16="http://schemas.microsoft.com/office/drawing/2014/main" id="{E4BAA05A-F76B-FF90-22C6-E2692FDAEAD9}"/>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5" name="Freeform: Shape 234">
              <a:extLst>
                <a:ext uri="{FF2B5EF4-FFF2-40B4-BE49-F238E27FC236}">
                  <a16:creationId xmlns:a16="http://schemas.microsoft.com/office/drawing/2014/main" id="{606DCE85-7BF1-6EF8-F766-D0DB34F830F4}"/>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6" name="Freeform: Shape 235">
              <a:extLst>
                <a:ext uri="{FF2B5EF4-FFF2-40B4-BE49-F238E27FC236}">
                  <a16:creationId xmlns:a16="http://schemas.microsoft.com/office/drawing/2014/main" id="{4EDCA396-EBDB-D9A8-E338-57AE867B9B63}"/>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37" name="Freeform: Shape 236">
              <a:extLst>
                <a:ext uri="{FF2B5EF4-FFF2-40B4-BE49-F238E27FC236}">
                  <a16:creationId xmlns:a16="http://schemas.microsoft.com/office/drawing/2014/main" id="{2B34AF83-D96E-0D6A-3101-900DD24F9C25}"/>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38" name="Freeform: Shape 237">
              <a:extLst>
                <a:ext uri="{FF2B5EF4-FFF2-40B4-BE49-F238E27FC236}">
                  <a16:creationId xmlns:a16="http://schemas.microsoft.com/office/drawing/2014/main" id="{3FC842E9-B41A-1432-59CB-93ED8532A96F}"/>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39" name="Freeform: Shape 238">
              <a:extLst>
                <a:ext uri="{FF2B5EF4-FFF2-40B4-BE49-F238E27FC236}">
                  <a16:creationId xmlns:a16="http://schemas.microsoft.com/office/drawing/2014/main" id="{5C41766D-2768-2AB0-9D25-A68D17F59719}"/>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0" name="Freeform: Shape 239">
              <a:extLst>
                <a:ext uri="{FF2B5EF4-FFF2-40B4-BE49-F238E27FC236}">
                  <a16:creationId xmlns:a16="http://schemas.microsoft.com/office/drawing/2014/main" id="{07292267-47F0-91FD-CF61-BC7532D1E201}"/>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1" name="Freeform: Shape 240">
              <a:extLst>
                <a:ext uri="{FF2B5EF4-FFF2-40B4-BE49-F238E27FC236}">
                  <a16:creationId xmlns:a16="http://schemas.microsoft.com/office/drawing/2014/main" id="{0884DC34-B1EA-F3FE-8BC8-6ABD2AB3067F}"/>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2" name="Freeform: Shape 241">
              <a:extLst>
                <a:ext uri="{FF2B5EF4-FFF2-40B4-BE49-F238E27FC236}">
                  <a16:creationId xmlns:a16="http://schemas.microsoft.com/office/drawing/2014/main" id="{0AEB310D-A8AD-25CB-509A-A8D64508F9B4}"/>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43" name="Freeform: Shape 242">
              <a:extLst>
                <a:ext uri="{FF2B5EF4-FFF2-40B4-BE49-F238E27FC236}">
                  <a16:creationId xmlns:a16="http://schemas.microsoft.com/office/drawing/2014/main" id="{03A9A708-F7E0-D041-6E5B-4E0416F6F758}"/>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4" name="Freeform: Shape 243">
              <a:extLst>
                <a:ext uri="{FF2B5EF4-FFF2-40B4-BE49-F238E27FC236}">
                  <a16:creationId xmlns:a16="http://schemas.microsoft.com/office/drawing/2014/main" id="{4AB10E45-1CC3-6E3B-94FD-60D0AD9CB6ED}"/>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45" name="Freeform: Shape 244">
              <a:extLst>
                <a:ext uri="{FF2B5EF4-FFF2-40B4-BE49-F238E27FC236}">
                  <a16:creationId xmlns:a16="http://schemas.microsoft.com/office/drawing/2014/main" id="{0EE5136C-B59B-C8C0-D68B-4C89D7034936}"/>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46" name="Freeform: Shape 245">
              <a:extLst>
                <a:ext uri="{FF2B5EF4-FFF2-40B4-BE49-F238E27FC236}">
                  <a16:creationId xmlns:a16="http://schemas.microsoft.com/office/drawing/2014/main" id="{EA58249B-50D2-3668-34B4-D9B74F6ECC18}"/>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47" name="Freeform: Shape 246">
              <a:extLst>
                <a:ext uri="{FF2B5EF4-FFF2-40B4-BE49-F238E27FC236}">
                  <a16:creationId xmlns:a16="http://schemas.microsoft.com/office/drawing/2014/main" id="{F9962285-7ADA-D26D-8D5D-776A27DBAD11}"/>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8" name="Freeform: Shape 247">
              <a:extLst>
                <a:ext uri="{FF2B5EF4-FFF2-40B4-BE49-F238E27FC236}">
                  <a16:creationId xmlns:a16="http://schemas.microsoft.com/office/drawing/2014/main" id="{A682C758-1AAE-DCE4-FD12-B5748B3491BE}"/>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49" name="Freeform: Shape 248">
              <a:extLst>
                <a:ext uri="{FF2B5EF4-FFF2-40B4-BE49-F238E27FC236}">
                  <a16:creationId xmlns:a16="http://schemas.microsoft.com/office/drawing/2014/main" id="{B4B02DDB-0A34-A8F6-A3A5-CFB22C1A621D}"/>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0" name="Freeform: Shape 249">
              <a:extLst>
                <a:ext uri="{FF2B5EF4-FFF2-40B4-BE49-F238E27FC236}">
                  <a16:creationId xmlns:a16="http://schemas.microsoft.com/office/drawing/2014/main" id="{1C33476D-FB28-0FEA-3B7D-0EFA1D2DE745}"/>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1" name="Freeform: Shape 250">
              <a:extLst>
                <a:ext uri="{FF2B5EF4-FFF2-40B4-BE49-F238E27FC236}">
                  <a16:creationId xmlns:a16="http://schemas.microsoft.com/office/drawing/2014/main" id="{5490E746-7686-6E84-ADC3-DBD9E18E2CED}"/>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52" name="Freeform: Shape 251">
              <a:extLst>
                <a:ext uri="{FF2B5EF4-FFF2-40B4-BE49-F238E27FC236}">
                  <a16:creationId xmlns:a16="http://schemas.microsoft.com/office/drawing/2014/main" id="{69F8FF42-F5F4-C441-2298-48A1C79DE86A}"/>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53" name="Freeform: Shape 252">
              <a:extLst>
                <a:ext uri="{FF2B5EF4-FFF2-40B4-BE49-F238E27FC236}">
                  <a16:creationId xmlns:a16="http://schemas.microsoft.com/office/drawing/2014/main" id="{C340300C-8286-B9E4-4DAD-03F8E7BED9D4}"/>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54" name="Freeform: Shape 253">
              <a:extLst>
                <a:ext uri="{FF2B5EF4-FFF2-40B4-BE49-F238E27FC236}">
                  <a16:creationId xmlns:a16="http://schemas.microsoft.com/office/drawing/2014/main" id="{EA97F2A5-537E-E220-7993-F18964DBA9DA}"/>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5" name="Freeform: Shape 254">
              <a:extLst>
                <a:ext uri="{FF2B5EF4-FFF2-40B4-BE49-F238E27FC236}">
                  <a16:creationId xmlns:a16="http://schemas.microsoft.com/office/drawing/2014/main" id="{0322F48E-E98A-15ED-4220-280C950C8CC2}"/>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6" name="Freeform: Shape 255">
              <a:extLst>
                <a:ext uri="{FF2B5EF4-FFF2-40B4-BE49-F238E27FC236}">
                  <a16:creationId xmlns:a16="http://schemas.microsoft.com/office/drawing/2014/main" id="{F58EA5C2-1E56-9ACD-4239-16F71A094373}"/>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7" name="Freeform: Shape 256">
              <a:extLst>
                <a:ext uri="{FF2B5EF4-FFF2-40B4-BE49-F238E27FC236}">
                  <a16:creationId xmlns:a16="http://schemas.microsoft.com/office/drawing/2014/main" id="{85099798-5793-8702-DD70-343C8F93C17F}"/>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8" name="Freeform: Shape 257">
              <a:extLst>
                <a:ext uri="{FF2B5EF4-FFF2-40B4-BE49-F238E27FC236}">
                  <a16:creationId xmlns:a16="http://schemas.microsoft.com/office/drawing/2014/main" id="{895944C1-2476-42BF-8A22-B8CB89A5928F}"/>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59" name="Freeform: Shape 258">
              <a:extLst>
                <a:ext uri="{FF2B5EF4-FFF2-40B4-BE49-F238E27FC236}">
                  <a16:creationId xmlns:a16="http://schemas.microsoft.com/office/drawing/2014/main" id="{9D437EB3-84BE-F57C-23A4-8B37526CF6CC}"/>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0" name="Freeform: Shape 259">
              <a:extLst>
                <a:ext uri="{FF2B5EF4-FFF2-40B4-BE49-F238E27FC236}">
                  <a16:creationId xmlns:a16="http://schemas.microsoft.com/office/drawing/2014/main" id="{E0A940AE-2C3C-DF30-252D-E1A7CEB751F4}"/>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61" name="Freeform: Shape 260">
              <a:extLst>
                <a:ext uri="{FF2B5EF4-FFF2-40B4-BE49-F238E27FC236}">
                  <a16:creationId xmlns:a16="http://schemas.microsoft.com/office/drawing/2014/main" id="{72086A1E-E4DF-A45D-104B-00149B95AFA6}"/>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62" name="Freeform: Shape 261">
              <a:extLst>
                <a:ext uri="{FF2B5EF4-FFF2-40B4-BE49-F238E27FC236}">
                  <a16:creationId xmlns:a16="http://schemas.microsoft.com/office/drawing/2014/main" id="{95BAFB82-0B07-1EF6-0722-970C67CB2ED0}"/>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3" name="Freeform: Shape 262">
              <a:extLst>
                <a:ext uri="{FF2B5EF4-FFF2-40B4-BE49-F238E27FC236}">
                  <a16:creationId xmlns:a16="http://schemas.microsoft.com/office/drawing/2014/main" id="{F2494336-F1C5-8C7C-7945-DC023F6BF3D4}"/>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4" name="Freeform: Shape 263">
              <a:extLst>
                <a:ext uri="{FF2B5EF4-FFF2-40B4-BE49-F238E27FC236}">
                  <a16:creationId xmlns:a16="http://schemas.microsoft.com/office/drawing/2014/main" id="{EF06CC6D-BBAB-C922-E82E-16796AF61EE1}"/>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5" name="Freeform: Shape 264">
              <a:extLst>
                <a:ext uri="{FF2B5EF4-FFF2-40B4-BE49-F238E27FC236}">
                  <a16:creationId xmlns:a16="http://schemas.microsoft.com/office/drawing/2014/main" id="{9F4440A7-64F6-407A-7E80-0FD5D8964ACE}"/>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6" name="Freeform: Shape 265">
              <a:extLst>
                <a:ext uri="{FF2B5EF4-FFF2-40B4-BE49-F238E27FC236}">
                  <a16:creationId xmlns:a16="http://schemas.microsoft.com/office/drawing/2014/main" id="{A083BD59-9F41-89BF-4DB3-34533E2D4FA0}"/>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67" name="Freeform: Shape 266">
              <a:extLst>
                <a:ext uri="{FF2B5EF4-FFF2-40B4-BE49-F238E27FC236}">
                  <a16:creationId xmlns:a16="http://schemas.microsoft.com/office/drawing/2014/main" id="{3ACD02F3-3C85-DC9A-EB2F-2D7BF66468B5}"/>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68" name="Freeform: Shape 267">
              <a:extLst>
                <a:ext uri="{FF2B5EF4-FFF2-40B4-BE49-F238E27FC236}">
                  <a16:creationId xmlns:a16="http://schemas.microsoft.com/office/drawing/2014/main" id="{316E334B-5857-7CFF-ECBA-5562F211ED51}"/>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69" name="Freeform: Shape 268">
              <a:extLst>
                <a:ext uri="{FF2B5EF4-FFF2-40B4-BE49-F238E27FC236}">
                  <a16:creationId xmlns:a16="http://schemas.microsoft.com/office/drawing/2014/main" id="{D0C234B7-1309-E702-41FD-496BAE16D7A2}"/>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70" name="Freeform: Shape 269">
              <a:extLst>
                <a:ext uri="{FF2B5EF4-FFF2-40B4-BE49-F238E27FC236}">
                  <a16:creationId xmlns:a16="http://schemas.microsoft.com/office/drawing/2014/main" id="{13537505-08FA-01F3-4D60-ED331613CB92}"/>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1" name="Freeform: Shape 270">
              <a:extLst>
                <a:ext uri="{FF2B5EF4-FFF2-40B4-BE49-F238E27FC236}">
                  <a16:creationId xmlns:a16="http://schemas.microsoft.com/office/drawing/2014/main" id="{19BC0E02-1D51-1A83-67CA-5DA2763842FC}"/>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2" name="Freeform: Shape 271">
              <a:extLst>
                <a:ext uri="{FF2B5EF4-FFF2-40B4-BE49-F238E27FC236}">
                  <a16:creationId xmlns:a16="http://schemas.microsoft.com/office/drawing/2014/main" id="{BF74E024-7180-6FE5-4277-1060EFED9C7C}"/>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3" name="Freeform: Shape 272">
              <a:extLst>
                <a:ext uri="{FF2B5EF4-FFF2-40B4-BE49-F238E27FC236}">
                  <a16:creationId xmlns:a16="http://schemas.microsoft.com/office/drawing/2014/main" id="{AB8703EF-9453-D624-BB74-60484576307A}"/>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4" name="Freeform: Shape 273">
              <a:extLst>
                <a:ext uri="{FF2B5EF4-FFF2-40B4-BE49-F238E27FC236}">
                  <a16:creationId xmlns:a16="http://schemas.microsoft.com/office/drawing/2014/main" id="{BD3F381A-3BA5-6846-3114-56217CA3F7AF}"/>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75" name="Freeform: Shape 274">
              <a:extLst>
                <a:ext uri="{FF2B5EF4-FFF2-40B4-BE49-F238E27FC236}">
                  <a16:creationId xmlns:a16="http://schemas.microsoft.com/office/drawing/2014/main" id="{C48DE764-3409-751B-A865-4FFE5E2FEDB1}"/>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76" name="Freeform: Shape 275">
              <a:extLst>
                <a:ext uri="{FF2B5EF4-FFF2-40B4-BE49-F238E27FC236}">
                  <a16:creationId xmlns:a16="http://schemas.microsoft.com/office/drawing/2014/main" id="{4FD89177-3666-CFF8-8542-D6CAFB1FE65C}"/>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77" name="Freeform: Shape 276">
              <a:extLst>
                <a:ext uri="{FF2B5EF4-FFF2-40B4-BE49-F238E27FC236}">
                  <a16:creationId xmlns:a16="http://schemas.microsoft.com/office/drawing/2014/main" id="{1FD53DA3-795A-ACC8-7CD5-70F0C912518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78" name="Freeform: Shape 277">
              <a:extLst>
                <a:ext uri="{FF2B5EF4-FFF2-40B4-BE49-F238E27FC236}">
                  <a16:creationId xmlns:a16="http://schemas.microsoft.com/office/drawing/2014/main" id="{175266AD-1D0A-BE82-62B0-8B5FFC3B932B}"/>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79" name="Freeform: Shape 278">
              <a:extLst>
                <a:ext uri="{FF2B5EF4-FFF2-40B4-BE49-F238E27FC236}">
                  <a16:creationId xmlns:a16="http://schemas.microsoft.com/office/drawing/2014/main" id="{3E7855A6-3D12-B64F-F6F0-7DB778B3F13C}"/>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80" name="Freeform: Shape 279">
              <a:extLst>
                <a:ext uri="{FF2B5EF4-FFF2-40B4-BE49-F238E27FC236}">
                  <a16:creationId xmlns:a16="http://schemas.microsoft.com/office/drawing/2014/main" id="{B8C798C2-8753-C495-C0A9-B70CCA29E5FC}"/>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1" name="Freeform: Shape 280">
              <a:extLst>
                <a:ext uri="{FF2B5EF4-FFF2-40B4-BE49-F238E27FC236}">
                  <a16:creationId xmlns:a16="http://schemas.microsoft.com/office/drawing/2014/main" id="{2B50B9A9-0834-395F-07BC-F8A5D292E44B}"/>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2" name="Freeform: Shape 281">
              <a:extLst>
                <a:ext uri="{FF2B5EF4-FFF2-40B4-BE49-F238E27FC236}">
                  <a16:creationId xmlns:a16="http://schemas.microsoft.com/office/drawing/2014/main" id="{25475B20-5659-154A-FFEA-59D4738F2A50}"/>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83" name="Freeform: Shape 282">
              <a:extLst>
                <a:ext uri="{FF2B5EF4-FFF2-40B4-BE49-F238E27FC236}">
                  <a16:creationId xmlns:a16="http://schemas.microsoft.com/office/drawing/2014/main" id="{C62E3382-15C6-1460-A048-24EE9381BC8A}"/>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4" name="Freeform: Shape 283">
              <a:extLst>
                <a:ext uri="{FF2B5EF4-FFF2-40B4-BE49-F238E27FC236}">
                  <a16:creationId xmlns:a16="http://schemas.microsoft.com/office/drawing/2014/main" id="{C4CD9211-A909-936C-5301-95A79370889A}"/>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5" name="Freeform: Shape 284">
              <a:extLst>
                <a:ext uri="{FF2B5EF4-FFF2-40B4-BE49-F238E27FC236}">
                  <a16:creationId xmlns:a16="http://schemas.microsoft.com/office/drawing/2014/main" id="{270BCD4B-652B-8400-2ECD-B4D604CCE7F0}"/>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86" name="Freeform: Shape 285">
              <a:extLst>
                <a:ext uri="{FF2B5EF4-FFF2-40B4-BE49-F238E27FC236}">
                  <a16:creationId xmlns:a16="http://schemas.microsoft.com/office/drawing/2014/main" id="{7B433087-ABE7-722E-1AA8-7FF1EF336E0B}"/>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7" name="Freeform: Shape 286">
              <a:extLst>
                <a:ext uri="{FF2B5EF4-FFF2-40B4-BE49-F238E27FC236}">
                  <a16:creationId xmlns:a16="http://schemas.microsoft.com/office/drawing/2014/main" id="{2BAAE5C4-27D5-913B-7783-7DCF5F77D618}"/>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88" name="Freeform: Shape 287">
              <a:extLst>
                <a:ext uri="{FF2B5EF4-FFF2-40B4-BE49-F238E27FC236}">
                  <a16:creationId xmlns:a16="http://schemas.microsoft.com/office/drawing/2014/main" id="{A8033DFE-A88F-8237-DA60-85D7D16C7A4F}"/>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89" name="Freeform: Shape 288">
              <a:extLst>
                <a:ext uri="{FF2B5EF4-FFF2-40B4-BE49-F238E27FC236}">
                  <a16:creationId xmlns:a16="http://schemas.microsoft.com/office/drawing/2014/main" id="{ECCFB17C-6D06-29FE-06F6-BBBADCE32E5B}"/>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0" name="Freeform: Shape 289">
              <a:extLst>
                <a:ext uri="{FF2B5EF4-FFF2-40B4-BE49-F238E27FC236}">
                  <a16:creationId xmlns:a16="http://schemas.microsoft.com/office/drawing/2014/main" id="{4C547AE9-6CCA-FB6D-E65A-4BD383CB0C6E}"/>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3200"/>
            </a:p>
          </p:txBody>
        </p:sp>
        <p:sp>
          <p:nvSpPr>
            <p:cNvPr id="291" name="Freeform: Shape 290">
              <a:extLst>
                <a:ext uri="{FF2B5EF4-FFF2-40B4-BE49-F238E27FC236}">
                  <a16:creationId xmlns:a16="http://schemas.microsoft.com/office/drawing/2014/main" id="{443663B8-58D2-EF83-A15D-9AF9E90FDDD3}"/>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3200"/>
            </a:p>
          </p:txBody>
        </p:sp>
        <p:sp>
          <p:nvSpPr>
            <p:cNvPr id="292" name="Freeform: Shape 291">
              <a:extLst>
                <a:ext uri="{FF2B5EF4-FFF2-40B4-BE49-F238E27FC236}">
                  <a16:creationId xmlns:a16="http://schemas.microsoft.com/office/drawing/2014/main" id="{F39BDBF4-37BA-5549-9216-688B3BDE46ED}"/>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sp>
          <p:nvSpPr>
            <p:cNvPr id="293" name="Freeform: Shape 292">
              <a:extLst>
                <a:ext uri="{FF2B5EF4-FFF2-40B4-BE49-F238E27FC236}">
                  <a16:creationId xmlns:a16="http://schemas.microsoft.com/office/drawing/2014/main" id="{B9959809-2531-4004-3C32-0889E166952D}"/>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3200"/>
            </a:p>
          </p:txBody>
        </p:sp>
        <p:sp>
          <p:nvSpPr>
            <p:cNvPr id="294" name="Freeform: Shape 293">
              <a:extLst>
                <a:ext uri="{FF2B5EF4-FFF2-40B4-BE49-F238E27FC236}">
                  <a16:creationId xmlns:a16="http://schemas.microsoft.com/office/drawing/2014/main" id="{99B6F1B2-BAA3-C69D-4048-A76765E36CB5}"/>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3200"/>
            </a:p>
          </p:txBody>
        </p:sp>
      </p:grpSp>
      <p:sp>
        <p:nvSpPr>
          <p:cNvPr id="5" name="Text Placeholder">
            <a:extLst>
              <a:ext uri="{FF2B5EF4-FFF2-40B4-BE49-F238E27FC236}">
                <a16:creationId xmlns:a16="http://schemas.microsoft.com/office/drawing/2014/main" id="{AC1E98B7-AAF0-0B85-F6DC-61FF4D4FE7C9}"/>
              </a:ext>
            </a:extLst>
          </p:cNvPr>
          <p:cNvSpPr>
            <a:spLocks noGrp="1"/>
          </p:cNvSpPr>
          <p:nvPr>
            <p:ph type="body" sz="quarter" idx="10" hasCustomPrompt="1"/>
          </p:nvPr>
        </p:nvSpPr>
        <p:spPr>
          <a:xfrm>
            <a:off x="759885" y="1907117"/>
            <a:ext cx="4952999" cy="3048000"/>
          </a:xfrm>
        </p:spPr>
        <p:txBody>
          <a:body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6" name="Text Placeholder">
            <a:extLst>
              <a:ext uri="{FF2B5EF4-FFF2-40B4-BE49-F238E27FC236}">
                <a16:creationId xmlns:a16="http://schemas.microsoft.com/office/drawing/2014/main" id="{629E56A1-2F27-D53F-DC95-853288E22EC5}"/>
              </a:ext>
            </a:extLst>
          </p:cNvPr>
          <p:cNvSpPr>
            <a:spLocks noGrp="1"/>
          </p:cNvSpPr>
          <p:nvPr>
            <p:ph type="title" hasCustomPrompt="1"/>
          </p:nvPr>
        </p:nvSpPr>
        <p:spPr>
          <a:xfrm>
            <a:off x="759885" y="762001"/>
            <a:ext cx="4953001" cy="759883"/>
          </a:xfrm>
        </p:spPr>
        <p:txBody>
          <a:bodyPr/>
          <a:lstStyle>
            <a:lvl1pPr>
              <a:defRPr/>
            </a:lvl1pPr>
          </a:lstStyle>
          <a:p>
            <a:r>
              <a:rPr lang="en-US"/>
              <a:t>Edit title</a:t>
            </a:r>
            <a:endParaRPr lang="en-GB"/>
          </a:p>
        </p:txBody>
      </p:sp>
      <p:sp>
        <p:nvSpPr>
          <p:cNvPr id="2" name="Picture Placeholder">
            <a:extLst>
              <a:ext uri="{FF2B5EF4-FFF2-40B4-BE49-F238E27FC236}">
                <a16:creationId xmlns:a16="http://schemas.microsoft.com/office/drawing/2014/main" id="{8C7226FF-85AD-CCEE-0E66-2E8B4FADA6DB}"/>
              </a:ext>
            </a:extLst>
          </p:cNvPr>
          <p:cNvSpPr>
            <a:spLocks noGrp="1"/>
          </p:cNvSpPr>
          <p:nvPr>
            <p:ph type="pic" sz="quarter" idx="17"/>
          </p:nvPr>
        </p:nvSpPr>
        <p:spPr>
          <a:xfrm>
            <a:off x="7617885" y="1524000"/>
            <a:ext cx="3050116" cy="3048000"/>
          </a:xfrm>
          <a:noFill/>
        </p:spPr>
        <p:txBody>
          <a:bodyPr/>
          <a:lstStyle>
            <a:lvl1pPr>
              <a:defRPr>
                <a:noFill/>
              </a:defRPr>
            </a:lvl1pPr>
          </a:lstStyle>
          <a:p>
            <a:r>
              <a:rPr lang="en-US"/>
              <a:t>Click icon to add picture</a:t>
            </a:r>
            <a:endParaRPr lang="fr-FR"/>
          </a:p>
        </p:txBody>
      </p:sp>
    </p:spTree>
    <p:extLst>
      <p:ext uri="{BB962C8B-B14F-4D97-AF65-F5344CB8AC3E}">
        <p14:creationId xmlns:p14="http://schemas.microsoft.com/office/powerpoint/2010/main" val="267857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tatic_Pixel_6">
    <p:spTree>
      <p:nvGrpSpPr>
        <p:cNvPr id="1" name=""/>
        <p:cNvGrpSpPr/>
        <p:nvPr/>
      </p:nvGrpSpPr>
      <p:grpSpPr>
        <a:xfrm>
          <a:off x="0" y="0"/>
          <a:ext cx="0" cy="0"/>
          <a:chOff x="0" y="0"/>
          <a:chExt cx="0" cy="0"/>
        </a:xfrm>
      </p:grpSpPr>
      <p:sp>
        <p:nvSpPr>
          <p:cNvPr id="21" name="Pixel">
            <a:extLst>
              <a:ext uri="{FF2B5EF4-FFF2-40B4-BE49-F238E27FC236}">
                <a16:creationId xmlns:a16="http://schemas.microsoft.com/office/drawing/2014/main" id="{C9ECC7DB-1F6F-DC7F-76DD-22F8F7232EBD}"/>
              </a:ext>
            </a:extLst>
          </p:cNvPr>
          <p:cNvSpPr/>
          <p:nvPr userDrawn="1"/>
        </p:nvSpPr>
        <p:spPr>
          <a:xfrm>
            <a:off x="3428999" y="3431117"/>
            <a:ext cx="3431999" cy="34268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xel">
            <a:extLst>
              <a:ext uri="{FF2B5EF4-FFF2-40B4-BE49-F238E27FC236}">
                <a16:creationId xmlns:a16="http://schemas.microsoft.com/office/drawing/2014/main" id="{C76A86E1-8211-97A7-C075-3BC8BEDA6004}"/>
              </a:ext>
            </a:extLst>
          </p:cNvPr>
          <p:cNvSpPr/>
          <p:nvPr userDrawn="1"/>
        </p:nvSpPr>
        <p:spPr>
          <a:xfrm>
            <a:off x="0" y="-1"/>
            <a:ext cx="3429000" cy="34332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19" name="Pixel">
            <a:extLst>
              <a:ext uri="{FF2B5EF4-FFF2-40B4-BE49-F238E27FC236}">
                <a16:creationId xmlns:a16="http://schemas.microsoft.com/office/drawing/2014/main" id="{0151343F-64C4-727A-FC2A-B1587AC2ADFE}"/>
              </a:ext>
            </a:extLst>
          </p:cNvPr>
          <p:cNvSpPr/>
          <p:nvPr userDrawn="1"/>
        </p:nvSpPr>
        <p:spPr>
          <a:xfrm>
            <a:off x="3429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0" name="Pixel">
            <a:extLst>
              <a:ext uri="{FF2B5EF4-FFF2-40B4-BE49-F238E27FC236}">
                <a16:creationId xmlns:a16="http://schemas.microsoft.com/office/drawing/2014/main" id="{7DB115A0-2D6E-71EC-D4E5-806EE3BCF471}"/>
              </a:ext>
            </a:extLst>
          </p:cNvPr>
          <p:cNvSpPr/>
          <p:nvPr userDrawn="1"/>
        </p:nvSpPr>
        <p:spPr>
          <a:xfrm>
            <a:off x="0" y="3431118"/>
            <a:ext cx="3429000" cy="34268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4" name="Picture Placeholder">
            <a:extLst>
              <a:ext uri="{FF2B5EF4-FFF2-40B4-BE49-F238E27FC236}">
                <a16:creationId xmlns:a16="http://schemas.microsoft.com/office/drawing/2014/main" id="{923E9586-A16F-9921-016F-281C824EF5DC}"/>
              </a:ext>
            </a:extLst>
          </p:cNvPr>
          <p:cNvSpPr>
            <a:spLocks noGrp="1"/>
          </p:cNvSpPr>
          <p:nvPr>
            <p:ph type="pic" sz="quarter" idx="12"/>
          </p:nvPr>
        </p:nvSpPr>
        <p:spPr>
          <a:xfrm>
            <a:off x="6855884" y="0"/>
            <a:ext cx="5336117" cy="6858000"/>
          </a:xfrm>
          <a:solidFill>
            <a:schemeClr val="bg1">
              <a:lumMod val="85000"/>
              <a:lumOff val="15000"/>
            </a:schemeClr>
          </a:solidFill>
        </p:spPr>
        <p:txBody>
          <a:bodyPr/>
          <a:lstStyle>
            <a:lvl1pPr>
              <a:defRPr sz="1067">
                <a:noFill/>
              </a:defRPr>
            </a:lvl1pPr>
          </a:lstStyle>
          <a:p>
            <a:r>
              <a:rPr lang="en-US"/>
              <a:t>Click icon to add picture</a:t>
            </a:r>
            <a:endParaRPr lang="en-GB"/>
          </a:p>
        </p:txBody>
      </p:sp>
      <p:sp>
        <p:nvSpPr>
          <p:cNvPr id="29" name="Text Placeholder">
            <a:extLst>
              <a:ext uri="{FF2B5EF4-FFF2-40B4-BE49-F238E27FC236}">
                <a16:creationId xmlns:a16="http://schemas.microsoft.com/office/drawing/2014/main" id="{F71DA2C9-B0AC-286A-12DA-941593F72D27}"/>
              </a:ext>
            </a:extLst>
          </p:cNvPr>
          <p:cNvSpPr>
            <a:spLocks noGrp="1"/>
          </p:cNvSpPr>
          <p:nvPr>
            <p:ph type="body" sz="quarter" idx="16" hasCustomPrompt="1"/>
          </p:nvPr>
        </p:nvSpPr>
        <p:spPr>
          <a:xfrm>
            <a:off x="3812118" y="2286000"/>
            <a:ext cx="2660649" cy="762000"/>
          </a:xfrm>
        </p:spPr>
        <p:txBody>
          <a:bodyPr/>
          <a:lstStyle>
            <a:lvl1pPr>
              <a:defRPr sz="1333">
                <a:solidFill>
                  <a:schemeClr val="tx1"/>
                </a:solidFill>
              </a:defRPr>
            </a:lvl1pPr>
          </a:lstStyle>
          <a:p>
            <a:pPr lvl="0"/>
            <a:r>
              <a:rPr lang="en-US"/>
              <a:t>Edit text</a:t>
            </a:r>
            <a:endParaRPr lang="fr-FR"/>
          </a:p>
        </p:txBody>
      </p:sp>
      <p:sp>
        <p:nvSpPr>
          <p:cNvPr id="28" name="Text Placeholder">
            <a:extLst>
              <a:ext uri="{FF2B5EF4-FFF2-40B4-BE49-F238E27FC236}">
                <a16:creationId xmlns:a16="http://schemas.microsoft.com/office/drawing/2014/main" id="{673A8D4D-9977-5D85-076D-8BFAF3E41CBE}"/>
              </a:ext>
            </a:extLst>
          </p:cNvPr>
          <p:cNvSpPr>
            <a:spLocks noGrp="1"/>
          </p:cNvSpPr>
          <p:nvPr>
            <p:ph type="body" sz="quarter" idx="15" hasCustomPrompt="1"/>
          </p:nvPr>
        </p:nvSpPr>
        <p:spPr>
          <a:xfrm>
            <a:off x="3803651" y="381000"/>
            <a:ext cx="2669116" cy="1526117"/>
          </a:xfrm>
        </p:spPr>
        <p:txBody>
          <a:bodyPr/>
          <a:lstStyle>
            <a:lvl1pPr>
              <a:defRPr sz="1867">
                <a:solidFill>
                  <a:schemeClr val="tx1"/>
                </a:solidFill>
              </a:defRPr>
            </a:lvl1pPr>
          </a:lstStyle>
          <a:p>
            <a:pPr lvl="0"/>
            <a:r>
              <a:rPr lang="en-US"/>
              <a:t>Edit text</a:t>
            </a:r>
            <a:endParaRPr lang="fr-FR"/>
          </a:p>
        </p:txBody>
      </p:sp>
      <p:sp>
        <p:nvSpPr>
          <p:cNvPr id="31" name="Text Placeholder">
            <a:extLst>
              <a:ext uri="{FF2B5EF4-FFF2-40B4-BE49-F238E27FC236}">
                <a16:creationId xmlns:a16="http://schemas.microsoft.com/office/drawing/2014/main" id="{537CFEEF-03E1-92EF-B8FA-13924B58324B}"/>
              </a:ext>
            </a:extLst>
          </p:cNvPr>
          <p:cNvSpPr>
            <a:spLocks noGrp="1"/>
          </p:cNvSpPr>
          <p:nvPr>
            <p:ph type="body" sz="quarter" idx="18" hasCustomPrompt="1"/>
          </p:nvPr>
        </p:nvSpPr>
        <p:spPr>
          <a:xfrm>
            <a:off x="3812117" y="5719233"/>
            <a:ext cx="2664883" cy="762000"/>
          </a:xfrm>
        </p:spPr>
        <p:txBody>
          <a:bodyPr/>
          <a:lstStyle>
            <a:lvl1pPr>
              <a:defRPr sz="1333">
                <a:solidFill>
                  <a:schemeClr val="bg1"/>
                </a:solidFill>
              </a:defRPr>
            </a:lvl1pPr>
          </a:lstStyle>
          <a:p>
            <a:pPr lvl="0"/>
            <a:r>
              <a:rPr lang="en-US"/>
              <a:t>Edit text</a:t>
            </a:r>
            <a:endParaRPr lang="fr-FR"/>
          </a:p>
        </p:txBody>
      </p:sp>
      <p:sp>
        <p:nvSpPr>
          <p:cNvPr id="30" name="Text Placeholder">
            <a:extLst>
              <a:ext uri="{FF2B5EF4-FFF2-40B4-BE49-F238E27FC236}">
                <a16:creationId xmlns:a16="http://schemas.microsoft.com/office/drawing/2014/main" id="{DB1D1DFA-5F34-7401-C467-77674DEF02FC}"/>
              </a:ext>
            </a:extLst>
          </p:cNvPr>
          <p:cNvSpPr>
            <a:spLocks noGrp="1"/>
          </p:cNvSpPr>
          <p:nvPr>
            <p:ph type="body" sz="quarter" idx="17" hasCustomPrompt="1"/>
          </p:nvPr>
        </p:nvSpPr>
        <p:spPr>
          <a:xfrm>
            <a:off x="3812117" y="3810001"/>
            <a:ext cx="2664883" cy="1524000"/>
          </a:xfrm>
        </p:spPr>
        <p:txBody>
          <a:bodyPr/>
          <a:lstStyle>
            <a:lvl1pPr>
              <a:defRPr sz="1867">
                <a:solidFill>
                  <a:schemeClr val="bg1"/>
                </a:solidFill>
              </a:defRPr>
            </a:lvl1pPr>
          </a:lstStyle>
          <a:p>
            <a:pPr lvl="0"/>
            <a:r>
              <a:rPr lang="en-US"/>
              <a:t>Edit text</a:t>
            </a:r>
            <a:endParaRPr lang="fr-FR"/>
          </a:p>
        </p:txBody>
      </p:sp>
      <p:sp>
        <p:nvSpPr>
          <p:cNvPr id="33" name="Text Placeholder">
            <a:extLst>
              <a:ext uri="{FF2B5EF4-FFF2-40B4-BE49-F238E27FC236}">
                <a16:creationId xmlns:a16="http://schemas.microsoft.com/office/drawing/2014/main" id="{45EF7319-8B7B-1164-D90A-549772B9E56D}"/>
              </a:ext>
            </a:extLst>
          </p:cNvPr>
          <p:cNvSpPr>
            <a:spLocks noGrp="1"/>
          </p:cNvSpPr>
          <p:nvPr>
            <p:ph type="body" sz="quarter" idx="20" hasCustomPrompt="1"/>
          </p:nvPr>
        </p:nvSpPr>
        <p:spPr>
          <a:xfrm>
            <a:off x="374653" y="5719233"/>
            <a:ext cx="2673348" cy="762000"/>
          </a:xfrm>
        </p:spPr>
        <p:txBody>
          <a:bodyPr/>
          <a:lstStyle>
            <a:lvl1pPr>
              <a:defRPr sz="1333">
                <a:solidFill>
                  <a:schemeClr val="bg1"/>
                </a:solidFill>
              </a:defRPr>
            </a:lvl1pPr>
          </a:lstStyle>
          <a:p>
            <a:pPr lvl="0"/>
            <a:r>
              <a:rPr lang="en-US"/>
              <a:t>Edit text</a:t>
            </a:r>
            <a:endParaRPr lang="fr-FR"/>
          </a:p>
        </p:txBody>
      </p:sp>
      <p:sp>
        <p:nvSpPr>
          <p:cNvPr id="32" name="Text Placeholder">
            <a:extLst>
              <a:ext uri="{FF2B5EF4-FFF2-40B4-BE49-F238E27FC236}">
                <a16:creationId xmlns:a16="http://schemas.microsoft.com/office/drawing/2014/main" id="{EAEC35F8-562A-05EB-C46C-B181C4CD096F}"/>
              </a:ext>
            </a:extLst>
          </p:cNvPr>
          <p:cNvSpPr>
            <a:spLocks noGrp="1"/>
          </p:cNvSpPr>
          <p:nvPr>
            <p:ph type="body" sz="quarter" idx="19" hasCustomPrompt="1"/>
          </p:nvPr>
        </p:nvSpPr>
        <p:spPr>
          <a:xfrm>
            <a:off x="374652" y="3810001"/>
            <a:ext cx="2673349" cy="1524000"/>
          </a:xfrm>
        </p:spPr>
        <p:txBody>
          <a:bodyPr/>
          <a:lstStyle>
            <a:lvl1pPr>
              <a:defRPr sz="1867">
                <a:solidFill>
                  <a:schemeClr val="bg1"/>
                </a:solidFill>
              </a:defRPr>
            </a:lvl1pPr>
          </a:lstStyle>
          <a:p>
            <a:pPr lvl="0"/>
            <a:r>
              <a:rPr lang="en-US"/>
              <a:t>Edit text</a:t>
            </a:r>
            <a:endParaRPr lang="fr-FR"/>
          </a:p>
        </p:txBody>
      </p:sp>
      <p:sp>
        <p:nvSpPr>
          <p:cNvPr id="27" name="Text Placeholder">
            <a:extLst>
              <a:ext uri="{FF2B5EF4-FFF2-40B4-BE49-F238E27FC236}">
                <a16:creationId xmlns:a16="http://schemas.microsoft.com/office/drawing/2014/main" id="{5F9923E4-90AB-73AB-87BF-21B6C27DB80C}"/>
              </a:ext>
            </a:extLst>
          </p:cNvPr>
          <p:cNvSpPr>
            <a:spLocks noGrp="1"/>
          </p:cNvSpPr>
          <p:nvPr>
            <p:ph type="body" sz="quarter" idx="14" hasCustomPrompt="1"/>
          </p:nvPr>
        </p:nvSpPr>
        <p:spPr>
          <a:xfrm>
            <a:off x="378885" y="2286000"/>
            <a:ext cx="2669116" cy="762000"/>
          </a:xfrm>
        </p:spPr>
        <p:txBody>
          <a:bodyPr/>
          <a:lstStyle>
            <a:lvl1pPr>
              <a:defRPr sz="1333">
                <a:solidFill>
                  <a:schemeClr val="bg1"/>
                </a:solidFill>
              </a:defRPr>
            </a:lvl1pPr>
          </a:lstStyle>
          <a:p>
            <a:pPr lvl="0"/>
            <a:r>
              <a:rPr lang="en-US"/>
              <a:t>Edit text</a:t>
            </a:r>
            <a:endParaRPr lang="fr-FR"/>
          </a:p>
        </p:txBody>
      </p:sp>
      <p:sp>
        <p:nvSpPr>
          <p:cNvPr id="26" name="Text Placeholder">
            <a:extLst>
              <a:ext uri="{FF2B5EF4-FFF2-40B4-BE49-F238E27FC236}">
                <a16:creationId xmlns:a16="http://schemas.microsoft.com/office/drawing/2014/main" id="{C3FEC966-5F11-A414-9CDE-B78062288175}"/>
              </a:ext>
            </a:extLst>
          </p:cNvPr>
          <p:cNvSpPr>
            <a:spLocks noGrp="1"/>
          </p:cNvSpPr>
          <p:nvPr>
            <p:ph type="body" sz="quarter" idx="13" hasCustomPrompt="1"/>
          </p:nvPr>
        </p:nvSpPr>
        <p:spPr>
          <a:xfrm>
            <a:off x="378885" y="381000"/>
            <a:ext cx="2669116" cy="1521883"/>
          </a:xfrm>
        </p:spPr>
        <p:txBody>
          <a:bodyPr/>
          <a:lstStyle>
            <a:lvl1pPr>
              <a:defRPr sz="1867">
                <a:solidFill>
                  <a:schemeClr val="bg1"/>
                </a:solidFill>
              </a:defRPr>
            </a:lvl1pPr>
          </a:lstStyle>
          <a:p>
            <a:pPr lvl="0"/>
            <a:r>
              <a:rPr lang="en-US"/>
              <a:t>Edit text</a:t>
            </a:r>
            <a:endParaRPr lang="fr-FR"/>
          </a:p>
        </p:txBody>
      </p:sp>
    </p:spTree>
    <p:extLst>
      <p:ext uri="{BB962C8B-B14F-4D97-AF65-F5344CB8AC3E}">
        <p14:creationId xmlns:p14="http://schemas.microsoft.com/office/powerpoint/2010/main" val="728706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tatic_Pixel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userDrawn="1"/>
        </p:nvSpPr>
        <p:spPr>
          <a:xfrm>
            <a:off x="8760000" y="0"/>
            <a:ext cx="3432000" cy="3431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userDrawn="1"/>
        </p:nvSpPr>
        <p:spPr>
          <a:xfrm>
            <a:off x="5333999"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6" name="Pixel">
            <a:extLst>
              <a:ext uri="{FF2B5EF4-FFF2-40B4-BE49-F238E27FC236}">
                <a16:creationId xmlns:a16="http://schemas.microsoft.com/office/drawing/2014/main" id="{AE520F3F-52AE-C3D1-52FA-B8E592CA37A8}"/>
              </a:ext>
            </a:extLst>
          </p:cNvPr>
          <p:cNvSpPr/>
          <p:nvPr userDrawn="1"/>
        </p:nvSpPr>
        <p:spPr>
          <a:xfrm>
            <a:off x="5333999" y="0"/>
            <a:ext cx="3426885" cy="3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5" y="3431117"/>
            <a:ext cx="3431116" cy="3426883"/>
          </a:xfrm>
          <a:solidFill>
            <a:schemeClr val="bg1">
              <a:lumMod val="85000"/>
              <a:lumOff val="15000"/>
            </a:schemeClr>
          </a:solidFill>
        </p:spPr>
        <p:txBody>
          <a:bodyPr/>
          <a:lstStyle>
            <a:lvl1pPr>
              <a:defRPr>
                <a:noFill/>
              </a:defRPr>
            </a:lvl1pPr>
          </a:lstStyle>
          <a:p>
            <a:r>
              <a:rPr lang="en-US"/>
              <a:t>Click icon to add picture</a:t>
            </a:r>
            <a:endParaRPr lang="fr-F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en-US"/>
              <a:t>Edit text</a:t>
            </a:r>
            <a:endParaRPr lang="fr-F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9146118" y="2290235"/>
            <a:ext cx="2660649" cy="755651"/>
          </a:xfrm>
        </p:spPr>
        <p:txBody>
          <a:bodyPr/>
          <a:lstStyle>
            <a:lvl1pPr>
              <a:defRPr sz="1333">
                <a:solidFill>
                  <a:schemeClr val="tx1"/>
                </a:solidFill>
              </a:defRPr>
            </a:lvl1pPr>
          </a:lstStyle>
          <a:p>
            <a:pPr lvl="0"/>
            <a:r>
              <a:rPr lang="en-US"/>
              <a:t>Edit text</a:t>
            </a:r>
            <a:endParaRPr lang="fr-F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9146118" y="385235"/>
            <a:ext cx="2660649" cy="1519768"/>
          </a:xfrm>
        </p:spPr>
        <p:txBody>
          <a:bodyPr/>
          <a:lstStyle>
            <a:lvl1pPr>
              <a:defRPr sz="1867">
                <a:solidFill>
                  <a:schemeClr val="tx1"/>
                </a:solidFill>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3" y="5723468"/>
            <a:ext cx="2673348" cy="762000"/>
          </a:xfrm>
        </p:spPr>
        <p:txBody>
          <a:bodyPr/>
          <a:lstStyle>
            <a:lvl1pPr>
              <a:defRPr sz="1333">
                <a:solidFill>
                  <a:schemeClr val="bg1"/>
                </a:solidFill>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en-US"/>
              <a:t>Edit text</a:t>
            </a:r>
            <a:endParaRPr lang="fr-F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5712885" y="2288469"/>
            <a:ext cx="2661884" cy="757416"/>
          </a:xfrm>
        </p:spPr>
        <p:txBody>
          <a:bodyPr/>
          <a:lstStyle>
            <a:lvl1pPr>
              <a:defRPr sz="1333">
                <a:solidFill>
                  <a:schemeClr val="bg1"/>
                </a:solidFill>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460" y="385236"/>
            <a:ext cx="2667424" cy="1521881"/>
          </a:xfrm>
        </p:spPr>
        <p:txBody>
          <a:bodyPr/>
          <a:lstStyle>
            <a:lvl1pPr>
              <a:defRPr sz="1867">
                <a:solidFill>
                  <a:schemeClr val="bg1"/>
                </a:solidFill>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8"/>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1"/>
            <a:ext cx="3810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8539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tatic_Pixel_8">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userDrawn="1"/>
        </p:nvSpPr>
        <p:spPr>
          <a:xfrm>
            <a:off x="8760000" y="0"/>
            <a:ext cx="3432000" cy="3434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3" name="Pixel">
            <a:extLst>
              <a:ext uri="{FF2B5EF4-FFF2-40B4-BE49-F238E27FC236}">
                <a16:creationId xmlns:a16="http://schemas.microsoft.com/office/drawing/2014/main" id="{4ABFF5B9-B29B-7610-C4BC-9DC3BB48F7E5}"/>
              </a:ext>
            </a:extLst>
          </p:cNvPr>
          <p:cNvSpPr/>
          <p:nvPr userDrawn="1"/>
        </p:nvSpPr>
        <p:spPr>
          <a:xfrm>
            <a:off x="5333999" y="3431117"/>
            <a:ext cx="3426885" cy="34268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a:solidFill>
                <a:srgbClr val="000000"/>
              </a:solidFill>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8760885" y="3434080"/>
            <a:ext cx="3431116" cy="3423920"/>
          </a:xfrm>
          <a:solidFill>
            <a:schemeClr val="bg1">
              <a:lumMod val="85000"/>
              <a:lumOff val="15000"/>
            </a:schemeClr>
          </a:solidFill>
        </p:spPr>
        <p:txBody>
          <a:bodyPr/>
          <a:lstStyle>
            <a:lvl1pPr>
              <a:defRPr>
                <a:noFill/>
              </a:defRPr>
            </a:lvl1pPr>
          </a:lstStyle>
          <a:p>
            <a:r>
              <a:rPr lang="en-US"/>
              <a:t>Click icon to add picture</a:t>
            </a:r>
            <a:endParaRPr lang="fr-FR"/>
          </a:p>
        </p:txBody>
      </p:sp>
      <p:sp>
        <p:nvSpPr>
          <p:cNvPr id="8" name="Picture Placeholder">
            <a:extLst>
              <a:ext uri="{FF2B5EF4-FFF2-40B4-BE49-F238E27FC236}">
                <a16:creationId xmlns:a16="http://schemas.microsoft.com/office/drawing/2014/main" id="{D5A9B168-4E56-B241-6DF0-F86736EC62D4}"/>
              </a:ext>
            </a:extLst>
          </p:cNvPr>
          <p:cNvSpPr>
            <a:spLocks noGrp="1"/>
          </p:cNvSpPr>
          <p:nvPr>
            <p:ph type="pic" sz="quarter" idx="30"/>
          </p:nvPr>
        </p:nvSpPr>
        <p:spPr>
          <a:xfrm>
            <a:off x="5333999" y="0"/>
            <a:ext cx="3425824" cy="3435883"/>
          </a:xfrm>
          <a:solidFill>
            <a:schemeClr val="bg1">
              <a:lumMod val="85000"/>
              <a:lumOff val="15000"/>
            </a:schemeClr>
          </a:solidFill>
        </p:spPr>
        <p:txBody>
          <a:bodyPr/>
          <a:lstStyle>
            <a:lvl1pPr>
              <a:defRPr>
                <a:noFill/>
              </a:defRPr>
            </a:lvl1pPr>
          </a:lstStyle>
          <a:p>
            <a:r>
              <a:rPr lang="en-US"/>
              <a:t>Click icon to add picture</a:t>
            </a:r>
            <a:endParaRPr lang="fr-FR"/>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9146117" y="3814236"/>
            <a:ext cx="2664883" cy="385232"/>
          </a:xfrm>
        </p:spPr>
        <p:txBody>
          <a:bodyPr/>
          <a:lstStyle>
            <a:lvl1pPr>
              <a:defRPr sz="1867">
                <a:solidFill>
                  <a:schemeClr val="tx1"/>
                </a:solidFill>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5708653" y="5723468"/>
            <a:ext cx="2673348" cy="762000"/>
          </a:xfrm>
        </p:spPr>
        <p:txBody>
          <a:bodyPr/>
          <a:lstStyle>
            <a:lvl1pPr>
              <a:defRPr sz="1333">
                <a:solidFill>
                  <a:schemeClr val="bg1"/>
                </a:solidFill>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5708652" y="3814236"/>
            <a:ext cx="2673349" cy="1524000"/>
          </a:xfrm>
        </p:spPr>
        <p:txBody>
          <a:bodyPr/>
          <a:lstStyle>
            <a:lvl1pPr>
              <a:defRPr sz="1867">
                <a:solidFill>
                  <a:schemeClr val="bg1"/>
                </a:solidFill>
              </a:defRPr>
            </a:lvl1pPr>
          </a:lstStyle>
          <a:p>
            <a:pPr lvl="0"/>
            <a:r>
              <a:rPr lang="en-US"/>
              <a:t>Edit text</a:t>
            </a:r>
            <a:endParaRPr lang="fr-FR"/>
          </a:p>
        </p:txBody>
      </p:sp>
      <p:sp>
        <p:nvSpPr>
          <p:cNvPr id="11" name="Text Placeholder">
            <a:extLst>
              <a:ext uri="{FF2B5EF4-FFF2-40B4-BE49-F238E27FC236}">
                <a16:creationId xmlns:a16="http://schemas.microsoft.com/office/drawing/2014/main" id="{8A2AF84C-DF35-7E1D-36A5-A6F25F1010DC}"/>
              </a:ext>
            </a:extLst>
          </p:cNvPr>
          <p:cNvSpPr>
            <a:spLocks noGrp="1"/>
          </p:cNvSpPr>
          <p:nvPr>
            <p:ph type="body" sz="quarter" idx="24" hasCustomPrompt="1"/>
          </p:nvPr>
        </p:nvSpPr>
        <p:spPr>
          <a:xfrm>
            <a:off x="9146118" y="2290235"/>
            <a:ext cx="2660649" cy="755651"/>
          </a:xfrm>
        </p:spPr>
        <p:txBody>
          <a:bodyPr/>
          <a:lstStyle>
            <a:lvl1pPr>
              <a:defRPr sz="1333">
                <a:solidFill>
                  <a:schemeClr val="tx1"/>
                </a:solidFill>
              </a:defRPr>
            </a:lvl1pPr>
          </a:lstStyle>
          <a:p>
            <a:pPr lvl="0"/>
            <a:r>
              <a:rPr lang="en-US"/>
              <a:t>Edit text</a:t>
            </a:r>
            <a:endParaRPr lang="fr-FR"/>
          </a:p>
        </p:txBody>
      </p:sp>
      <p:sp>
        <p:nvSpPr>
          <p:cNvPr id="10" name="Text Placeholder">
            <a:extLst>
              <a:ext uri="{FF2B5EF4-FFF2-40B4-BE49-F238E27FC236}">
                <a16:creationId xmlns:a16="http://schemas.microsoft.com/office/drawing/2014/main" id="{7811CD6A-DEAC-8126-CBBB-42E67D376F83}"/>
              </a:ext>
            </a:extLst>
          </p:cNvPr>
          <p:cNvSpPr>
            <a:spLocks noGrp="1"/>
          </p:cNvSpPr>
          <p:nvPr>
            <p:ph type="body" sz="quarter" idx="23" hasCustomPrompt="1"/>
          </p:nvPr>
        </p:nvSpPr>
        <p:spPr>
          <a:xfrm>
            <a:off x="9146118" y="385235"/>
            <a:ext cx="2660649" cy="1519768"/>
          </a:xfrm>
        </p:spPr>
        <p:txBody>
          <a:bodyPr/>
          <a:lstStyle>
            <a:lvl1pPr>
              <a:defRPr sz="1867">
                <a:solidFill>
                  <a:schemeClr val="tx1"/>
                </a:solidFill>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5712884" y="381353"/>
            <a:ext cx="2667000" cy="385232"/>
          </a:xfrm>
        </p:spPr>
        <p:txBody>
          <a:bodyPr/>
          <a:lstStyle>
            <a:lvl1pPr>
              <a:defRPr sz="1867">
                <a:solidFill>
                  <a:schemeClr val="tx1"/>
                </a:solidFill>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759885" y="1907118"/>
            <a:ext cx="3810000" cy="3812116"/>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759885" y="762001"/>
            <a:ext cx="3810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2942826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nimated_Pixel_1">
    <p:spTree>
      <p:nvGrpSpPr>
        <p:cNvPr id="1" name=""/>
        <p:cNvGrpSpPr/>
        <p:nvPr/>
      </p:nvGrpSpPr>
      <p:grpSpPr>
        <a:xfrm>
          <a:off x="0" y="0"/>
          <a:ext cx="0" cy="0"/>
          <a:chOff x="0" y="0"/>
          <a:chExt cx="0" cy="0"/>
        </a:xfrm>
      </p:grpSpPr>
      <p:pic>
        <p:nvPicPr>
          <p:cNvPr id="3" name="Pixels">
            <a:extLst>
              <a:ext uri="{FF2B5EF4-FFF2-40B4-BE49-F238E27FC236}">
                <a16:creationId xmlns:a16="http://schemas.microsoft.com/office/drawing/2014/main" id="{F2981F13-86A0-72CC-D2F6-ACD30A2971D0}"/>
              </a:ext>
            </a:extLst>
          </p:cNvPr>
          <p:cNvPicPr/>
          <p:nvPr userDrawn="1"/>
        </p:nvPicPr>
        <p:blipFill>
          <a:blip r:embed="rId2">
            <a:extLst>
              <a:ext uri="{28A0092B-C50C-407E-A947-70E740481C1C}">
                <a14:useLocalDpi xmlns:a14="http://schemas.microsoft.com/office/drawing/2010/main" val="0"/>
              </a:ext>
            </a:extLst>
          </a:blip>
          <a:srcRect/>
          <a:stretch/>
        </p:blipFill>
        <p:spPr>
          <a:xfrm>
            <a:off x="-1060" y="0"/>
            <a:ext cx="12192000" cy="6858000"/>
          </a:xfrm>
          <a:prstGeom prst="rect">
            <a:avLst/>
          </a:prstGeom>
        </p:spPr>
      </p:pic>
      <p:sp>
        <p:nvSpPr>
          <p:cNvPr id="5" name="Text Placeholder">
            <a:extLst>
              <a:ext uri="{FF2B5EF4-FFF2-40B4-BE49-F238E27FC236}">
                <a16:creationId xmlns:a16="http://schemas.microsoft.com/office/drawing/2014/main" id="{AC1E98B7-AAF0-0B85-F6DC-61FF4D4FE7C9}"/>
              </a:ext>
            </a:extLst>
          </p:cNvPr>
          <p:cNvSpPr>
            <a:spLocks noGrp="1"/>
          </p:cNvSpPr>
          <p:nvPr>
            <p:ph type="body" sz="quarter" idx="10" hasCustomPrompt="1"/>
          </p:nvPr>
        </p:nvSpPr>
        <p:spPr>
          <a:xfrm>
            <a:off x="759885" y="1907117"/>
            <a:ext cx="4952999" cy="3048000"/>
          </a:xfrm>
        </p:spPr>
        <p:txBody>
          <a:body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6" name="Text Placeholder">
            <a:extLst>
              <a:ext uri="{FF2B5EF4-FFF2-40B4-BE49-F238E27FC236}">
                <a16:creationId xmlns:a16="http://schemas.microsoft.com/office/drawing/2014/main" id="{629E56A1-2F27-D53F-DC95-853288E22EC5}"/>
              </a:ext>
            </a:extLst>
          </p:cNvPr>
          <p:cNvSpPr>
            <a:spLocks noGrp="1"/>
          </p:cNvSpPr>
          <p:nvPr>
            <p:ph type="title" hasCustomPrompt="1"/>
          </p:nvPr>
        </p:nvSpPr>
        <p:spPr>
          <a:xfrm>
            <a:off x="759885" y="762001"/>
            <a:ext cx="4953001" cy="759883"/>
          </a:xfrm>
        </p:spPr>
        <p:txBody>
          <a:bodyPr/>
          <a:lstStyle>
            <a:lvl1pPr>
              <a:defRPr/>
            </a:lvl1pPr>
          </a:lstStyle>
          <a:p>
            <a:r>
              <a:rPr lang="en-US"/>
              <a:t>Edit title</a:t>
            </a:r>
            <a:endParaRPr lang="en-GB"/>
          </a:p>
        </p:txBody>
      </p:sp>
      <p:sp>
        <p:nvSpPr>
          <p:cNvPr id="2" name="Picture Placeholder">
            <a:extLst>
              <a:ext uri="{FF2B5EF4-FFF2-40B4-BE49-F238E27FC236}">
                <a16:creationId xmlns:a16="http://schemas.microsoft.com/office/drawing/2014/main" id="{8C7226FF-85AD-CCEE-0E66-2E8B4FADA6DB}"/>
              </a:ext>
            </a:extLst>
          </p:cNvPr>
          <p:cNvSpPr>
            <a:spLocks noGrp="1"/>
          </p:cNvSpPr>
          <p:nvPr>
            <p:ph type="pic" sz="quarter" idx="17"/>
          </p:nvPr>
        </p:nvSpPr>
        <p:spPr>
          <a:xfrm>
            <a:off x="7617885" y="1524000"/>
            <a:ext cx="3050116" cy="3048000"/>
          </a:xfrm>
          <a:noFill/>
        </p:spPr>
        <p:txBody>
          <a:bodyPr/>
          <a:lstStyle>
            <a:lvl1pPr>
              <a:defRPr>
                <a:noFill/>
              </a:defRPr>
            </a:lvl1pPr>
          </a:lstStyle>
          <a:p>
            <a:r>
              <a:rPr lang="en-US"/>
              <a:t>Click icon to add picture</a:t>
            </a:r>
            <a:endParaRPr lang="fr-FR"/>
          </a:p>
        </p:txBody>
      </p:sp>
    </p:spTree>
    <p:extLst>
      <p:ext uri="{BB962C8B-B14F-4D97-AF65-F5344CB8AC3E}">
        <p14:creationId xmlns:p14="http://schemas.microsoft.com/office/powerpoint/2010/main" val="73209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Animated_Pixel_2">
    <p:spTree>
      <p:nvGrpSpPr>
        <p:cNvPr id="1" name=""/>
        <p:cNvGrpSpPr/>
        <p:nvPr/>
      </p:nvGrpSpPr>
      <p:grpSpPr>
        <a:xfrm>
          <a:off x="0" y="0"/>
          <a:ext cx="0" cy="0"/>
          <a:chOff x="0" y="0"/>
          <a:chExt cx="0" cy="0"/>
        </a:xfrm>
      </p:grpSpPr>
      <p:pic>
        <p:nvPicPr>
          <p:cNvPr id="311" name="Pixels">
            <a:extLst>
              <a:ext uri="{FF2B5EF4-FFF2-40B4-BE49-F238E27FC236}">
                <a16:creationId xmlns:a16="http://schemas.microsoft.com/office/drawing/2014/main" id="{71397095-3CA8-67B9-E273-1EC44E7D8A84}"/>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202667" cy="6864000"/>
          </a:xfrm>
          <a:prstGeom prst="rect">
            <a:avLst/>
          </a:prstGeom>
        </p:spPr>
      </p:pic>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47477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Animated_Pixel_3">
    <p:spTree>
      <p:nvGrpSpPr>
        <p:cNvPr id="1" name=""/>
        <p:cNvGrpSpPr/>
        <p:nvPr/>
      </p:nvGrpSpPr>
      <p:grpSpPr>
        <a:xfrm>
          <a:off x="0" y="0"/>
          <a:ext cx="0" cy="0"/>
          <a:chOff x="0" y="0"/>
          <a:chExt cx="0" cy="0"/>
        </a:xfrm>
      </p:grpSpPr>
      <p:pic>
        <p:nvPicPr>
          <p:cNvPr id="166" name="Pixels">
            <a:extLst>
              <a:ext uri="{FF2B5EF4-FFF2-40B4-BE49-F238E27FC236}">
                <a16:creationId xmlns:a16="http://schemas.microsoft.com/office/drawing/2014/main" id="{E2048AC1-DF9D-4A62-2E92-890FBD4F8C6C}"/>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 y="1"/>
            <a:ext cx="12196233" cy="6860380"/>
          </a:xfrm>
          <a:prstGeom prst="rect">
            <a:avLst/>
          </a:prstGeom>
        </p:spPr>
      </p:pic>
      <p:sp>
        <p:nvSpPr>
          <p:cNvPr id="169" name="Picture Placeholder">
            <a:extLst>
              <a:ext uri="{FF2B5EF4-FFF2-40B4-BE49-F238E27FC236}">
                <a16:creationId xmlns:a16="http://schemas.microsoft.com/office/drawing/2014/main" id="{8CB3B60B-11F8-7BC2-B88F-08BA3BD81B64}"/>
              </a:ext>
            </a:extLst>
          </p:cNvPr>
          <p:cNvSpPr>
            <a:spLocks noGrp="1"/>
          </p:cNvSpPr>
          <p:nvPr>
            <p:ph type="pic" sz="quarter" idx="17"/>
          </p:nvPr>
        </p:nvSpPr>
        <p:spPr>
          <a:xfrm>
            <a:off x="7617885" y="1524000"/>
            <a:ext cx="3050116" cy="3048000"/>
          </a:xfrm>
          <a:solidFill>
            <a:schemeClr val="accent1"/>
          </a:solidFill>
        </p:spPr>
        <p:txBody>
          <a:bodyPr/>
          <a:lstStyle>
            <a:lvl1pPr>
              <a:defRPr>
                <a:noFill/>
              </a:defRPr>
            </a:lvl1pPr>
          </a:lstStyle>
          <a:p>
            <a:r>
              <a:rPr lang="en-US"/>
              <a:t>Click icon to add picture</a:t>
            </a:r>
            <a:endParaRPr lang="fr-F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en-US"/>
              <a:t>Edit text</a:t>
            </a:r>
          </a:p>
          <a:p>
            <a:pPr lvl="1"/>
            <a:r>
              <a:rPr lang="en-US"/>
              <a:t>Second level</a:t>
            </a:r>
          </a:p>
        </p:txBody>
      </p:sp>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Tree>
    <p:extLst>
      <p:ext uri="{BB962C8B-B14F-4D97-AF65-F5344CB8AC3E}">
        <p14:creationId xmlns:p14="http://schemas.microsoft.com/office/powerpoint/2010/main" val="2346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ixel Gri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5729428-D5C1-7A66-794D-49E1358630B4}"/>
              </a:ext>
            </a:extLst>
          </p:cNvPr>
          <p:cNvGrpSpPr/>
          <p:nvPr userDrawn="1"/>
        </p:nvGrpSpPr>
        <p:grpSpPr>
          <a:xfrm>
            <a:off x="0" y="0"/>
            <a:ext cx="12192000" cy="6858000"/>
            <a:chOff x="0" y="0"/>
            <a:chExt cx="9144000" cy="5143500"/>
          </a:xfrm>
        </p:grpSpPr>
        <p:sp>
          <p:nvSpPr>
            <p:cNvPr id="3" name="Freeform: Shape 2">
              <a:extLst>
                <a:ext uri="{FF2B5EF4-FFF2-40B4-BE49-F238E27FC236}">
                  <a16:creationId xmlns:a16="http://schemas.microsoft.com/office/drawing/2014/main" id="{91EDA2D1-73CD-9F98-DBFB-66C846A93F4F}"/>
                </a:ext>
              </a:extLst>
            </p:cNvPr>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 name="Freeform: Shape 3">
              <a:extLst>
                <a:ext uri="{FF2B5EF4-FFF2-40B4-BE49-F238E27FC236}">
                  <a16:creationId xmlns:a16="http://schemas.microsoft.com/office/drawing/2014/main" id="{FD5565B2-23CF-8DDE-47EB-E738F3280E6E}"/>
                </a:ext>
              </a:extLst>
            </p:cNvPr>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 name="Freeform: Shape 4">
              <a:extLst>
                <a:ext uri="{FF2B5EF4-FFF2-40B4-BE49-F238E27FC236}">
                  <a16:creationId xmlns:a16="http://schemas.microsoft.com/office/drawing/2014/main" id="{8D1C6C4A-3CBD-074F-C516-8D787C57FCE1}"/>
                </a:ext>
              </a:extLst>
            </p:cNvPr>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 name="Freeform: Shape 5">
              <a:extLst>
                <a:ext uri="{FF2B5EF4-FFF2-40B4-BE49-F238E27FC236}">
                  <a16:creationId xmlns:a16="http://schemas.microsoft.com/office/drawing/2014/main" id="{797A6B57-DC44-C568-C852-B995AF9CFFC2}"/>
                </a:ext>
              </a:extLst>
            </p:cNvPr>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 name="Freeform: Shape 6">
              <a:extLst>
                <a:ext uri="{FF2B5EF4-FFF2-40B4-BE49-F238E27FC236}">
                  <a16:creationId xmlns:a16="http://schemas.microsoft.com/office/drawing/2014/main" id="{7B0A5E7D-5921-78EF-7826-606DBA266D15}"/>
                </a:ext>
              </a:extLst>
            </p:cNvPr>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8" name="Freeform: Shape 7">
              <a:extLst>
                <a:ext uri="{FF2B5EF4-FFF2-40B4-BE49-F238E27FC236}">
                  <a16:creationId xmlns:a16="http://schemas.microsoft.com/office/drawing/2014/main" id="{56F838F3-96CB-4A05-28D0-C13CA65EB5AA}"/>
                </a:ext>
              </a:extLst>
            </p:cNvPr>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9" name="Freeform: Shape 8">
              <a:extLst>
                <a:ext uri="{FF2B5EF4-FFF2-40B4-BE49-F238E27FC236}">
                  <a16:creationId xmlns:a16="http://schemas.microsoft.com/office/drawing/2014/main" id="{699F8195-C496-6A5E-0265-346773A3A90E}"/>
                </a:ext>
              </a:extLst>
            </p:cNvPr>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0" name="Freeform: Shape 9">
              <a:extLst>
                <a:ext uri="{FF2B5EF4-FFF2-40B4-BE49-F238E27FC236}">
                  <a16:creationId xmlns:a16="http://schemas.microsoft.com/office/drawing/2014/main" id="{507C7F04-C294-4325-9207-706FDE289F31}"/>
                </a:ext>
              </a:extLst>
            </p:cNvPr>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1" name="Freeform: Shape 10">
              <a:extLst>
                <a:ext uri="{FF2B5EF4-FFF2-40B4-BE49-F238E27FC236}">
                  <a16:creationId xmlns:a16="http://schemas.microsoft.com/office/drawing/2014/main" id="{BE9DA107-C770-7906-61B1-FF1030374ED8}"/>
                </a:ext>
              </a:extLst>
            </p:cNvPr>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2" name="Freeform: Shape 11">
              <a:extLst>
                <a:ext uri="{FF2B5EF4-FFF2-40B4-BE49-F238E27FC236}">
                  <a16:creationId xmlns:a16="http://schemas.microsoft.com/office/drawing/2014/main" id="{C0750F79-0A12-9804-057D-0B546BFF652F}"/>
                </a:ext>
              </a:extLst>
            </p:cNvPr>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3" name="Freeform: Shape 12">
              <a:extLst>
                <a:ext uri="{FF2B5EF4-FFF2-40B4-BE49-F238E27FC236}">
                  <a16:creationId xmlns:a16="http://schemas.microsoft.com/office/drawing/2014/main" id="{28A22A6A-B1C6-3098-25C9-04C6012515D6}"/>
                </a:ext>
              </a:extLst>
            </p:cNvPr>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4" name="Freeform: Shape 13">
              <a:extLst>
                <a:ext uri="{FF2B5EF4-FFF2-40B4-BE49-F238E27FC236}">
                  <a16:creationId xmlns:a16="http://schemas.microsoft.com/office/drawing/2014/main" id="{64842043-DC4C-CA3B-FFE6-A08A9C9BD360}"/>
                </a:ext>
              </a:extLst>
            </p:cNvPr>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5" name="Freeform: Shape 14">
              <a:extLst>
                <a:ext uri="{FF2B5EF4-FFF2-40B4-BE49-F238E27FC236}">
                  <a16:creationId xmlns:a16="http://schemas.microsoft.com/office/drawing/2014/main" id="{46ED9297-0A39-921C-E545-54445802E504}"/>
                </a:ext>
              </a:extLst>
            </p:cNvPr>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6" name="Freeform: Shape 15">
              <a:extLst>
                <a:ext uri="{FF2B5EF4-FFF2-40B4-BE49-F238E27FC236}">
                  <a16:creationId xmlns:a16="http://schemas.microsoft.com/office/drawing/2014/main" id="{5D07B033-3C23-03C6-A656-922BBF503B3D}"/>
                </a:ext>
              </a:extLst>
            </p:cNvPr>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7" name="Freeform: Shape 16">
              <a:extLst>
                <a:ext uri="{FF2B5EF4-FFF2-40B4-BE49-F238E27FC236}">
                  <a16:creationId xmlns:a16="http://schemas.microsoft.com/office/drawing/2014/main" id="{4126EA8C-FBEA-5D6F-7E78-1637C4089DAD}"/>
                </a:ext>
              </a:extLst>
            </p:cNvPr>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8" name="Freeform: Shape 17">
              <a:extLst>
                <a:ext uri="{FF2B5EF4-FFF2-40B4-BE49-F238E27FC236}">
                  <a16:creationId xmlns:a16="http://schemas.microsoft.com/office/drawing/2014/main" id="{E02E127F-3CAF-FB76-2D94-024526D4CF24}"/>
                </a:ext>
              </a:extLst>
            </p:cNvPr>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19" name="Freeform: Shape 18">
              <a:extLst>
                <a:ext uri="{FF2B5EF4-FFF2-40B4-BE49-F238E27FC236}">
                  <a16:creationId xmlns:a16="http://schemas.microsoft.com/office/drawing/2014/main" id="{AC484FEE-DEB3-FBED-59DF-77863A8500A5}"/>
                </a:ext>
              </a:extLst>
            </p:cNvPr>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0" name="Freeform: Shape 19">
              <a:extLst>
                <a:ext uri="{FF2B5EF4-FFF2-40B4-BE49-F238E27FC236}">
                  <a16:creationId xmlns:a16="http://schemas.microsoft.com/office/drawing/2014/main" id="{61E7DCB5-54CC-4876-A23B-E3E6DFCA1197}"/>
                </a:ext>
              </a:extLst>
            </p:cNvPr>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1" name="Freeform: Shape 20">
              <a:extLst>
                <a:ext uri="{FF2B5EF4-FFF2-40B4-BE49-F238E27FC236}">
                  <a16:creationId xmlns:a16="http://schemas.microsoft.com/office/drawing/2014/main" id="{47776173-9483-F75E-8D43-916C52F7997D}"/>
                </a:ext>
              </a:extLst>
            </p:cNvPr>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2" name="Freeform: Shape 21">
              <a:extLst>
                <a:ext uri="{FF2B5EF4-FFF2-40B4-BE49-F238E27FC236}">
                  <a16:creationId xmlns:a16="http://schemas.microsoft.com/office/drawing/2014/main" id="{BCFC3356-37A7-AE6B-D42D-C18EEF6AFD02}"/>
                </a:ext>
              </a:extLst>
            </p:cNvPr>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3" name="Freeform: Shape 22">
              <a:extLst>
                <a:ext uri="{FF2B5EF4-FFF2-40B4-BE49-F238E27FC236}">
                  <a16:creationId xmlns:a16="http://schemas.microsoft.com/office/drawing/2014/main" id="{E60A3A05-8328-A834-2681-8AE2D9D0EC3E}"/>
                </a:ext>
              </a:extLst>
            </p:cNvPr>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4" name="Freeform: Shape 23">
              <a:extLst>
                <a:ext uri="{FF2B5EF4-FFF2-40B4-BE49-F238E27FC236}">
                  <a16:creationId xmlns:a16="http://schemas.microsoft.com/office/drawing/2014/main" id="{9718F3DF-4DF0-ABF3-C82A-8FB031A35AAB}"/>
                </a:ext>
              </a:extLst>
            </p:cNvPr>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5" name="Freeform: Shape 24">
              <a:extLst>
                <a:ext uri="{FF2B5EF4-FFF2-40B4-BE49-F238E27FC236}">
                  <a16:creationId xmlns:a16="http://schemas.microsoft.com/office/drawing/2014/main" id="{22E906C2-9ACF-1E61-0FA8-9C20EA3C81D4}"/>
                </a:ext>
              </a:extLst>
            </p:cNvPr>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6" name="Freeform: Shape 25">
              <a:extLst>
                <a:ext uri="{FF2B5EF4-FFF2-40B4-BE49-F238E27FC236}">
                  <a16:creationId xmlns:a16="http://schemas.microsoft.com/office/drawing/2014/main" id="{00B9D548-4399-370C-0D95-BE5379FE1F2C}"/>
                </a:ext>
              </a:extLst>
            </p:cNvPr>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7" name="Freeform: Shape 26">
              <a:extLst>
                <a:ext uri="{FF2B5EF4-FFF2-40B4-BE49-F238E27FC236}">
                  <a16:creationId xmlns:a16="http://schemas.microsoft.com/office/drawing/2014/main" id="{67EF58C3-6281-551D-837D-19F7BB1ACF3C}"/>
                </a:ext>
              </a:extLst>
            </p:cNvPr>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8" name="Freeform: Shape 27">
              <a:extLst>
                <a:ext uri="{FF2B5EF4-FFF2-40B4-BE49-F238E27FC236}">
                  <a16:creationId xmlns:a16="http://schemas.microsoft.com/office/drawing/2014/main" id="{6814AEA6-5968-8A33-109E-493934B7428A}"/>
                </a:ext>
              </a:extLst>
            </p:cNvPr>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29" name="Freeform: Shape 28">
              <a:extLst>
                <a:ext uri="{FF2B5EF4-FFF2-40B4-BE49-F238E27FC236}">
                  <a16:creationId xmlns:a16="http://schemas.microsoft.com/office/drawing/2014/main" id="{A5E623C8-E7E9-B21A-0FD6-D47866DC2339}"/>
                </a:ext>
              </a:extLst>
            </p:cNvPr>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0" name="Freeform: Shape 29">
              <a:extLst>
                <a:ext uri="{FF2B5EF4-FFF2-40B4-BE49-F238E27FC236}">
                  <a16:creationId xmlns:a16="http://schemas.microsoft.com/office/drawing/2014/main" id="{3CCEE837-7D6A-C699-B6A2-931F69A71614}"/>
                </a:ext>
              </a:extLst>
            </p:cNvPr>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1" name="Freeform: Shape 30">
              <a:extLst>
                <a:ext uri="{FF2B5EF4-FFF2-40B4-BE49-F238E27FC236}">
                  <a16:creationId xmlns:a16="http://schemas.microsoft.com/office/drawing/2014/main" id="{3B16C4B1-AFA8-87A6-5FEB-0CD8A35FA42A}"/>
                </a:ext>
              </a:extLst>
            </p:cNvPr>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2" name="Freeform: Shape 31">
              <a:extLst>
                <a:ext uri="{FF2B5EF4-FFF2-40B4-BE49-F238E27FC236}">
                  <a16:creationId xmlns:a16="http://schemas.microsoft.com/office/drawing/2014/main" id="{19801998-31CE-834C-4565-AAAB401EEA45}"/>
                </a:ext>
              </a:extLst>
            </p:cNvPr>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3" name="Freeform: Shape 32">
              <a:extLst>
                <a:ext uri="{FF2B5EF4-FFF2-40B4-BE49-F238E27FC236}">
                  <a16:creationId xmlns:a16="http://schemas.microsoft.com/office/drawing/2014/main" id="{0A27ABEB-E43C-BDFE-EF95-8F41F1D01E55}"/>
                </a:ext>
              </a:extLst>
            </p:cNvPr>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4" name="Freeform: Shape 33">
              <a:extLst>
                <a:ext uri="{FF2B5EF4-FFF2-40B4-BE49-F238E27FC236}">
                  <a16:creationId xmlns:a16="http://schemas.microsoft.com/office/drawing/2014/main" id="{B5DAEC07-9B2C-6CE1-A13A-70900A6F2B73}"/>
                </a:ext>
              </a:extLst>
            </p:cNvPr>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5" name="Freeform: Shape 34">
              <a:extLst>
                <a:ext uri="{FF2B5EF4-FFF2-40B4-BE49-F238E27FC236}">
                  <a16:creationId xmlns:a16="http://schemas.microsoft.com/office/drawing/2014/main" id="{400B141E-6FFF-9CEA-1FA6-A1808BE7851D}"/>
                </a:ext>
              </a:extLst>
            </p:cNvPr>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6" name="Freeform: Shape 35">
              <a:extLst>
                <a:ext uri="{FF2B5EF4-FFF2-40B4-BE49-F238E27FC236}">
                  <a16:creationId xmlns:a16="http://schemas.microsoft.com/office/drawing/2014/main" id="{B2820193-A7DB-E4FB-816B-9910B74954F8}"/>
                </a:ext>
              </a:extLst>
            </p:cNvPr>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7" name="Freeform: Shape 36">
              <a:extLst>
                <a:ext uri="{FF2B5EF4-FFF2-40B4-BE49-F238E27FC236}">
                  <a16:creationId xmlns:a16="http://schemas.microsoft.com/office/drawing/2014/main" id="{8F5E0705-CB49-C638-0D0F-74CD6D101690}"/>
                </a:ext>
              </a:extLst>
            </p:cNvPr>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8" name="Freeform: Shape 37">
              <a:extLst>
                <a:ext uri="{FF2B5EF4-FFF2-40B4-BE49-F238E27FC236}">
                  <a16:creationId xmlns:a16="http://schemas.microsoft.com/office/drawing/2014/main" id="{A89A2538-A6CA-748F-7CDF-124C6C3BB068}"/>
                </a:ext>
              </a:extLst>
            </p:cNvPr>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39" name="Freeform: Shape 38">
              <a:extLst>
                <a:ext uri="{FF2B5EF4-FFF2-40B4-BE49-F238E27FC236}">
                  <a16:creationId xmlns:a16="http://schemas.microsoft.com/office/drawing/2014/main" id="{0E867DF2-B6A4-B3C0-F8B0-799C93E78B7B}"/>
                </a:ext>
              </a:extLst>
            </p:cNvPr>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0" name="Freeform: Shape 39">
              <a:extLst>
                <a:ext uri="{FF2B5EF4-FFF2-40B4-BE49-F238E27FC236}">
                  <a16:creationId xmlns:a16="http://schemas.microsoft.com/office/drawing/2014/main" id="{17BB97B3-7F19-5740-B902-399D0563383B}"/>
                </a:ext>
              </a:extLst>
            </p:cNvPr>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1" name="Freeform: Shape 40">
              <a:extLst>
                <a:ext uri="{FF2B5EF4-FFF2-40B4-BE49-F238E27FC236}">
                  <a16:creationId xmlns:a16="http://schemas.microsoft.com/office/drawing/2014/main" id="{1E5640B6-9418-1C97-1F8C-9C65C0CF9373}"/>
                </a:ext>
              </a:extLst>
            </p:cNvPr>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2" name="Freeform: Shape 41">
              <a:extLst>
                <a:ext uri="{FF2B5EF4-FFF2-40B4-BE49-F238E27FC236}">
                  <a16:creationId xmlns:a16="http://schemas.microsoft.com/office/drawing/2014/main" id="{EF51008F-3327-DEE1-DBA7-0DEC0C1D3C09}"/>
                </a:ext>
              </a:extLst>
            </p:cNvPr>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3" name="Freeform: Shape 42">
              <a:extLst>
                <a:ext uri="{FF2B5EF4-FFF2-40B4-BE49-F238E27FC236}">
                  <a16:creationId xmlns:a16="http://schemas.microsoft.com/office/drawing/2014/main" id="{B96C3C7A-AD21-B326-0E8D-6E20BF808E10}"/>
                </a:ext>
              </a:extLst>
            </p:cNvPr>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4" name="Freeform: Shape 43">
              <a:extLst>
                <a:ext uri="{FF2B5EF4-FFF2-40B4-BE49-F238E27FC236}">
                  <a16:creationId xmlns:a16="http://schemas.microsoft.com/office/drawing/2014/main" id="{483E3AC9-AB38-4F7E-25D5-C32717262449}"/>
                </a:ext>
              </a:extLst>
            </p:cNvPr>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5" name="Freeform: Shape 44">
              <a:extLst>
                <a:ext uri="{FF2B5EF4-FFF2-40B4-BE49-F238E27FC236}">
                  <a16:creationId xmlns:a16="http://schemas.microsoft.com/office/drawing/2014/main" id="{4FAE6F4A-7F70-E3DF-7ADE-E6E363A4049D}"/>
                </a:ext>
              </a:extLst>
            </p:cNvPr>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6" name="Freeform: Shape 45">
              <a:extLst>
                <a:ext uri="{FF2B5EF4-FFF2-40B4-BE49-F238E27FC236}">
                  <a16:creationId xmlns:a16="http://schemas.microsoft.com/office/drawing/2014/main" id="{979E01D6-09B0-D371-67FE-7718740D96F5}"/>
                </a:ext>
              </a:extLst>
            </p:cNvPr>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7" name="Freeform: Shape 46">
              <a:extLst>
                <a:ext uri="{FF2B5EF4-FFF2-40B4-BE49-F238E27FC236}">
                  <a16:creationId xmlns:a16="http://schemas.microsoft.com/office/drawing/2014/main" id="{34F3C725-3283-CC27-E911-A175B878E036}"/>
                </a:ext>
              </a:extLst>
            </p:cNvPr>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8" name="Freeform: Shape 47">
              <a:extLst>
                <a:ext uri="{FF2B5EF4-FFF2-40B4-BE49-F238E27FC236}">
                  <a16:creationId xmlns:a16="http://schemas.microsoft.com/office/drawing/2014/main" id="{9BC1C2C4-DA20-4A0E-297D-9F0ABA19853A}"/>
                </a:ext>
              </a:extLst>
            </p:cNvPr>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49" name="Freeform: Shape 48">
              <a:extLst>
                <a:ext uri="{FF2B5EF4-FFF2-40B4-BE49-F238E27FC236}">
                  <a16:creationId xmlns:a16="http://schemas.microsoft.com/office/drawing/2014/main" id="{0BAEECDB-A60A-D0BC-BBF4-62C5003CDACA}"/>
                </a:ext>
              </a:extLst>
            </p:cNvPr>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0" name="Freeform: Shape 49">
              <a:extLst>
                <a:ext uri="{FF2B5EF4-FFF2-40B4-BE49-F238E27FC236}">
                  <a16:creationId xmlns:a16="http://schemas.microsoft.com/office/drawing/2014/main" id="{BABFD3C0-E7EA-64D9-A7A4-7F6F80BD5218}"/>
                </a:ext>
              </a:extLst>
            </p:cNvPr>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1" name="Freeform: Shape 50">
              <a:extLst>
                <a:ext uri="{FF2B5EF4-FFF2-40B4-BE49-F238E27FC236}">
                  <a16:creationId xmlns:a16="http://schemas.microsoft.com/office/drawing/2014/main" id="{C22960D2-5E75-8134-EA7B-D249B07803DC}"/>
                </a:ext>
              </a:extLst>
            </p:cNvPr>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2" name="Freeform: Shape 51">
              <a:extLst>
                <a:ext uri="{FF2B5EF4-FFF2-40B4-BE49-F238E27FC236}">
                  <a16:creationId xmlns:a16="http://schemas.microsoft.com/office/drawing/2014/main" id="{D847BDCA-42A7-9A67-75E9-D326F74DD298}"/>
                </a:ext>
              </a:extLst>
            </p:cNvPr>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3" name="Freeform: Shape 52">
              <a:extLst>
                <a:ext uri="{FF2B5EF4-FFF2-40B4-BE49-F238E27FC236}">
                  <a16:creationId xmlns:a16="http://schemas.microsoft.com/office/drawing/2014/main" id="{1C070B0F-43D8-0E17-5F39-EA676A0D207F}"/>
                </a:ext>
              </a:extLst>
            </p:cNvPr>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4" name="Freeform: Shape 53">
              <a:extLst>
                <a:ext uri="{FF2B5EF4-FFF2-40B4-BE49-F238E27FC236}">
                  <a16:creationId xmlns:a16="http://schemas.microsoft.com/office/drawing/2014/main" id="{77633AD7-259E-3095-AA7D-AE1A810B2C28}"/>
                </a:ext>
              </a:extLst>
            </p:cNvPr>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5" name="Freeform: Shape 54">
              <a:extLst>
                <a:ext uri="{FF2B5EF4-FFF2-40B4-BE49-F238E27FC236}">
                  <a16:creationId xmlns:a16="http://schemas.microsoft.com/office/drawing/2014/main" id="{8C58FBC7-DF68-D957-795A-C79B80E5695F}"/>
                </a:ext>
              </a:extLst>
            </p:cNvPr>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6" name="Freeform: Shape 55">
              <a:extLst>
                <a:ext uri="{FF2B5EF4-FFF2-40B4-BE49-F238E27FC236}">
                  <a16:creationId xmlns:a16="http://schemas.microsoft.com/office/drawing/2014/main" id="{84CE95D7-5BF9-27B6-4A7B-FABBD631AF67}"/>
                </a:ext>
              </a:extLst>
            </p:cNvPr>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7" name="Freeform: Shape 56">
              <a:extLst>
                <a:ext uri="{FF2B5EF4-FFF2-40B4-BE49-F238E27FC236}">
                  <a16:creationId xmlns:a16="http://schemas.microsoft.com/office/drawing/2014/main" id="{B8B06065-7AA5-8B24-6E71-5D3F64C01135}"/>
                </a:ext>
              </a:extLst>
            </p:cNvPr>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8" name="Freeform: Shape 57">
              <a:extLst>
                <a:ext uri="{FF2B5EF4-FFF2-40B4-BE49-F238E27FC236}">
                  <a16:creationId xmlns:a16="http://schemas.microsoft.com/office/drawing/2014/main" id="{BE838CF1-46B4-FCAE-5B0F-EB71F18FF037}"/>
                </a:ext>
              </a:extLst>
            </p:cNvPr>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59" name="Freeform: Shape 58">
              <a:extLst>
                <a:ext uri="{FF2B5EF4-FFF2-40B4-BE49-F238E27FC236}">
                  <a16:creationId xmlns:a16="http://schemas.microsoft.com/office/drawing/2014/main" id="{F24C7E95-878C-39E7-F20C-70FA0CFA44D9}"/>
                </a:ext>
              </a:extLst>
            </p:cNvPr>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0" name="Freeform: Shape 59">
              <a:extLst>
                <a:ext uri="{FF2B5EF4-FFF2-40B4-BE49-F238E27FC236}">
                  <a16:creationId xmlns:a16="http://schemas.microsoft.com/office/drawing/2014/main" id="{627963E3-3C09-5D6C-3D38-B2FDC0F9C6F1}"/>
                </a:ext>
              </a:extLst>
            </p:cNvPr>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1" name="Freeform: Shape 60">
              <a:extLst>
                <a:ext uri="{FF2B5EF4-FFF2-40B4-BE49-F238E27FC236}">
                  <a16:creationId xmlns:a16="http://schemas.microsoft.com/office/drawing/2014/main" id="{4E4EAEE4-F516-CC35-8576-07FE71B3E75C}"/>
                </a:ext>
              </a:extLst>
            </p:cNvPr>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2" name="Freeform: Shape 61">
              <a:extLst>
                <a:ext uri="{FF2B5EF4-FFF2-40B4-BE49-F238E27FC236}">
                  <a16:creationId xmlns:a16="http://schemas.microsoft.com/office/drawing/2014/main" id="{6B0677CB-8B1D-C89C-9F20-EE7287BC88F0}"/>
                </a:ext>
              </a:extLst>
            </p:cNvPr>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3" name="Freeform: Shape 62">
              <a:extLst>
                <a:ext uri="{FF2B5EF4-FFF2-40B4-BE49-F238E27FC236}">
                  <a16:creationId xmlns:a16="http://schemas.microsoft.com/office/drawing/2014/main" id="{0F3D8D72-C487-B05D-EEC5-ABE661A62B0F}"/>
                </a:ext>
              </a:extLst>
            </p:cNvPr>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4" name="Freeform: Shape 63">
              <a:extLst>
                <a:ext uri="{FF2B5EF4-FFF2-40B4-BE49-F238E27FC236}">
                  <a16:creationId xmlns:a16="http://schemas.microsoft.com/office/drawing/2014/main" id="{642E3890-FC1A-578E-4EB3-6A56168E1FC6}"/>
                </a:ext>
              </a:extLst>
            </p:cNvPr>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5" name="Freeform: Shape 64">
              <a:extLst>
                <a:ext uri="{FF2B5EF4-FFF2-40B4-BE49-F238E27FC236}">
                  <a16:creationId xmlns:a16="http://schemas.microsoft.com/office/drawing/2014/main" id="{0BBE12D7-C5A6-3C20-EDD7-59B715100A54}"/>
                </a:ext>
              </a:extLst>
            </p:cNvPr>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6" name="Freeform: Shape 65">
              <a:extLst>
                <a:ext uri="{FF2B5EF4-FFF2-40B4-BE49-F238E27FC236}">
                  <a16:creationId xmlns:a16="http://schemas.microsoft.com/office/drawing/2014/main" id="{7C1B761F-A657-D03B-A421-AA826A623124}"/>
                </a:ext>
              </a:extLst>
            </p:cNvPr>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7" name="Freeform: Shape 66">
              <a:extLst>
                <a:ext uri="{FF2B5EF4-FFF2-40B4-BE49-F238E27FC236}">
                  <a16:creationId xmlns:a16="http://schemas.microsoft.com/office/drawing/2014/main" id="{66C83CB2-EC6E-6646-C0ED-7F17EB8E3386}"/>
                </a:ext>
              </a:extLst>
            </p:cNvPr>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8" name="Freeform: Shape 67">
              <a:extLst>
                <a:ext uri="{FF2B5EF4-FFF2-40B4-BE49-F238E27FC236}">
                  <a16:creationId xmlns:a16="http://schemas.microsoft.com/office/drawing/2014/main" id="{ECEFDC56-163B-FD19-A846-A683430A57C3}"/>
                </a:ext>
              </a:extLst>
            </p:cNvPr>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69" name="Freeform: Shape 68">
              <a:extLst>
                <a:ext uri="{FF2B5EF4-FFF2-40B4-BE49-F238E27FC236}">
                  <a16:creationId xmlns:a16="http://schemas.microsoft.com/office/drawing/2014/main" id="{2C59AFB2-A29F-1CD2-25B2-9AD821FBFE65}"/>
                </a:ext>
              </a:extLst>
            </p:cNvPr>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0" name="Freeform: Shape 69">
              <a:extLst>
                <a:ext uri="{FF2B5EF4-FFF2-40B4-BE49-F238E27FC236}">
                  <a16:creationId xmlns:a16="http://schemas.microsoft.com/office/drawing/2014/main" id="{30242E5C-BA59-5972-7D47-F83B9451E6C9}"/>
                </a:ext>
              </a:extLst>
            </p:cNvPr>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1" name="Freeform: Shape 70">
              <a:extLst>
                <a:ext uri="{FF2B5EF4-FFF2-40B4-BE49-F238E27FC236}">
                  <a16:creationId xmlns:a16="http://schemas.microsoft.com/office/drawing/2014/main" id="{48F0727D-F3F0-6344-0DE3-96E463D1DF69}"/>
                </a:ext>
              </a:extLst>
            </p:cNvPr>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2" name="Freeform: Shape 71">
              <a:extLst>
                <a:ext uri="{FF2B5EF4-FFF2-40B4-BE49-F238E27FC236}">
                  <a16:creationId xmlns:a16="http://schemas.microsoft.com/office/drawing/2014/main" id="{8964D58B-D8ED-8CC6-9DFA-4E412338AB1C}"/>
                </a:ext>
              </a:extLst>
            </p:cNvPr>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3" name="Freeform: Shape 72">
              <a:extLst>
                <a:ext uri="{FF2B5EF4-FFF2-40B4-BE49-F238E27FC236}">
                  <a16:creationId xmlns:a16="http://schemas.microsoft.com/office/drawing/2014/main" id="{991BF506-3835-AFF0-B2E0-6D9C0DC0F90A}"/>
                </a:ext>
              </a:extLst>
            </p:cNvPr>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4" name="Freeform: Shape 73">
              <a:extLst>
                <a:ext uri="{FF2B5EF4-FFF2-40B4-BE49-F238E27FC236}">
                  <a16:creationId xmlns:a16="http://schemas.microsoft.com/office/drawing/2014/main" id="{DD590CD7-2285-FA61-C347-C032FAC759F2}"/>
                </a:ext>
              </a:extLst>
            </p:cNvPr>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000000"/>
            </a:solidFill>
            <a:ln w="4763" cap="flat">
              <a:noFill/>
              <a:prstDash val="solid"/>
              <a:miter/>
            </a:ln>
          </p:spPr>
          <p:txBody>
            <a:bodyPr rtlCol="0" anchor="ctr"/>
            <a:lstStyle/>
            <a:p>
              <a:endParaRPr lang="fr-FR" sz="3200"/>
            </a:p>
          </p:txBody>
        </p:sp>
        <p:sp>
          <p:nvSpPr>
            <p:cNvPr id="75" name="Freeform: Shape 74">
              <a:extLst>
                <a:ext uri="{FF2B5EF4-FFF2-40B4-BE49-F238E27FC236}">
                  <a16:creationId xmlns:a16="http://schemas.microsoft.com/office/drawing/2014/main" id="{748FCBD6-5F9E-C3E7-7BD5-A8A8D6853971}"/>
                </a:ext>
              </a:extLst>
            </p:cNvPr>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76" name="Freeform: Shape 75">
              <a:extLst>
                <a:ext uri="{FF2B5EF4-FFF2-40B4-BE49-F238E27FC236}">
                  <a16:creationId xmlns:a16="http://schemas.microsoft.com/office/drawing/2014/main" id="{5C4CED84-8665-ED73-37B1-DC1660B0AE6B}"/>
                </a:ext>
              </a:extLst>
            </p:cNvPr>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77" name="Freeform: Shape 76">
              <a:extLst>
                <a:ext uri="{FF2B5EF4-FFF2-40B4-BE49-F238E27FC236}">
                  <a16:creationId xmlns:a16="http://schemas.microsoft.com/office/drawing/2014/main" id="{4B9C442F-0278-D851-C287-740A33EB2C15}"/>
                </a:ext>
              </a:extLst>
            </p:cNvPr>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78" name="Freeform: Shape 77">
              <a:extLst>
                <a:ext uri="{FF2B5EF4-FFF2-40B4-BE49-F238E27FC236}">
                  <a16:creationId xmlns:a16="http://schemas.microsoft.com/office/drawing/2014/main" id="{7A1DE110-7DC0-EB89-47BF-20CF31CA5F86}"/>
                </a:ext>
              </a:extLst>
            </p:cNvPr>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79" name="Freeform: Shape 78">
              <a:extLst>
                <a:ext uri="{FF2B5EF4-FFF2-40B4-BE49-F238E27FC236}">
                  <a16:creationId xmlns:a16="http://schemas.microsoft.com/office/drawing/2014/main" id="{984E6DA4-8D9B-8ABE-F237-059D39C7961E}"/>
                </a:ext>
              </a:extLst>
            </p:cNvPr>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0" name="Freeform: Shape 79">
              <a:extLst>
                <a:ext uri="{FF2B5EF4-FFF2-40B4-BE49-F238E27FC236}">
                  <a16:creationId xmlns:a16="http://schemas.microsoft.com/office/drawing/2014/main" id="{327AD575-E28E-AD9E-4D89-69B6544A8360}"/>
                </a:ext>
              </a:extLst>
            </p:cNvPr>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1" name="Freeform: Shape 80">
              <a:extLst>
                <a:ext uri="{FF2B5EF4-FFF2-40B4-BE49-F238E27FC236}">
                  <a16:creationId xmlns:a16="http://schemas.microsoft.com/office/drawing/2014/main" id="{F67A9692-0E08-7AF2-76AA-23B5A36DEB42}"/>
                </a:ext>
              </a:extLst>
            </p:cNvPr>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2" name="Freeform: Shape 81">
              <a:extLst>
                <a:ext uri="{FF2B5EF4-FFF2-40B4-BE49-F238E27FC236}">
                  <a16:creationId xmlns:a16="http://schemas.microsoft.com/office/drawing/2014/main" id="{744B782F-B813-50FE-8298-620A0BE2F83F}"/>
                </a:ext>
              </a:extLst>
            </p:cNvPr>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3" name="Freeform: Shape 82">
              <a:extLst>
                <a:ext uri="{FF2B5EF4-FFF2-40B4-BE49-F238E27FC236}">
                  <a16:creationId xmlns:a16="http://schemas.microsoft.com/office/drawing/2014/main" id="{CEC70DAD-DAC7-7C0A-CDA0-DCF7457C6BE5}"/>
                </a:ext>
              </a:extLst>
            </p:cNvPr>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4" name="Freeform: Shape 83">
              <a:extLst>
                <a:ext uri="{FF2B5EF4-FFF2-40B4-BE49-F238E27FC236}">
                  <a16:creationId xmlns:a16="http://schemas.microsoft.com/office/drawing/2014/main" id="{0D3C2A59-0335-DE63-FA09-6508DCB3F9FF}"/>
                </a:ext>
              </a:extLst>
            </p:cNvPr>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5" name="Freeform: Shape 84">
              <a:extLst>
                <a:ext uri="{FF2B5EF4-FFF2-40B4-BE49-F238E27FC236}">
                  <a16:creationId xmlns:a16="http://schemas.microsoft.com/office/drawing/2014/main" id="{3A09D906-2F95-D1A9-9735-D2C9FDB1C15B}"/>
                </a:ext>
              </a:extLst>
            </p:cNvPr>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6" name="Freeform: Shape 85">
              <a:extLst>
                <a:ext uri="{FF2B5EF4-FFF2-40B4-BE49-F238E27FC236}">
                  <a16:creationId xmlns:a16="http://schemas.microsoft.com/office/drawing/2014/main" id="{834B87B5-6134-5C28-0D63-A5313A37E03A}"/>
                </a:ext>
              </a:extLst>
            </p:cNvPr>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7" name="Freeform: Shape 86">
              <a:extLst>
                <a:ext uri="{FF2B5EF4-FFF2-40B4-BE49-F238E27FC236}">
                  <a16:creationId xmlns:a16="http://schemas.microsoft.com/office/drawing/2014/main" id="{1D9E6322-55D1-F5A6-6C04-863EC1555085}"/>
                </a:ext>
              </a:extLst>
            </p:cNvPr>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8" name="Freeform: Shape 87">
              <a:extLst>
                <a:ext uri="{FF2B5EF4-FFF2-40B4-BE49-F238E27FC236}">
                  <a16:creationId xmlns:a16="http://schemas.microsoft.com/office/drawing/2014/main" id="{D105B595-30C6-CD2F-CEF9-6471E1D9C4D8}"/>
                </a:ext>
              </a:extLst>
            </p:cNvPr>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89" name="Freeform: Shape 88">
              <a:extLst>
                <a:ext uri="{FF2B5EF4-FFF2-40B4-BE49-F238E27FC236}">
                  <a16:creationId xmlns:a16="http://schemas.microsoft.com/office/drawing/2014/main" id="{D58D8AAA-09C6-C4B3-86BD-81569788797A}"/>
                </a:ext>
              </a:extLst>
            </p:cNvPr>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0" name="Freeform: Shape 89">
              <a:extLst>
                <a:ext uri="{FF2B5EF4-FFF2-40B4-BE49-F238E27FC236}">
                  <a16:creationId xmlns:a16="http://schemas.microsoft.com/office/drawing/2014/main" id="{B3B0CDBD-D2FF-4B29-72A9-CB1012D0B82B}"/>
                </a:ext>
              </a:extLst>
            </p:cNvPr>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1" name="Freeform: Shape 90">
              <a:extLst>
                <a:ext uri="{FF2B5EF4-FFF2-40B4-BE49-F238E27FC236}">
                  <a16:creationId xmlns:a16="http://schemas.microsoft.com/office/drawing/2014/main" id="{6E842668-E7BC-174C-26AA-EB957D0B8955}"/>
                </a:ext>
              </a:extLst>
            </p:cNvPr>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2" name="Freeform: Shape 91">
              <a:extLst>
                <a:ext uri="{FF2B5EF4-FFF2-40B4-BE49-F238E27FC236}">
                  <a16:creationId xmlns:a16="http://schemas.microsoft.com/office/drawing/2014/main" id="{0035A41C-001F-399E-545C-E6166F584B84}"/>
                </a:ext>
              </a:extLst>
            </p:cNvPr>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3" name="Freeform: Shape 92">
              <a:extLst>
                <a:ext uri="{FF2B5EF4-FFF2-40B4-BE49-F238E27FC236}">
                  <a16:creationId xmlns:a16="http://schemas.microsoft.com/office/drawing/2014/main" id="{F4A4EAD9-9144-F138-241C-C40467E7375A}"/>
                </a:ext>
              </a:extLst>
            </p:cNvPr>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4" name="Freeform: Shape 93">
              <a:extLst>
                <a:ext uri="{FF2B5EF4-FFF2-40B4-BE49-F238E27FC236}">
                  <a16:creationId xmlns:a16="http://schemas.microsoft.com/office/drawing/2014/main" id="{11B986DC-FFB9-270B-043E-0BF060C02D5B}"/>
                </a:ext>
              </a:extLst>
            </p:cNvPr>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5" name="Freeform: Shape 94">
              <a:extLst>
                <a:ext uri="{FF2B5EF4-FFF2-40B4-BE49-F238E27FC236}">
                  <a16:creationId xmlns:a16="http://schemas.microsoft.com/office/drawing/2014/main" id="{A87D8288-908C-C93F-C5CE-3EE134F8E087}"/>
                </a:ext>
              </a:extLst>
            </p:cNvPr>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6" name="Freeform: Shape 95">
              <a:extLst>
                <a:ext uri="{FF2B5EF4-FFF2-40B4-BE49-F238E27FC236}">
                  <a16:creationId xmlns:a16="http://schemas.microsoft.com/office/drawing/2014/main" id="{7645D070-489A-CF5C-FF22-841C9DE4DF90}"/>
                </a:ext>
              </a:extLst>
            </p:cNvPr>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7" name="Freeform: Shape 96">
              <a:extLst>
                <a:ext uri="{FF2B5EF4-FFF2-40B4-BE49-F238E27FC236}">
                  <a16:creationId xmlns:a16="http://schemas.microsoft.com/office/drawing/2014/main" id="{81E8FF6E-20B2-2F09-EBA0-8803346A1F36}"/>
                </a:ext>
              </a:extLst>
            </p:cNvPr>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8" name="Freeform: Shape 97">
              <a:extLst>
                <a:ext uri="{FF2B5EF4-FFF2-40B4-BE49-F238E27FC236}">
                  <a16:creationId xmlns:a16="http://schemas.microsoft.com/office/drawing/2014/main" id="{CFD8C139-573E-93FC-CF1D-88CD85CAF327}"/>
                </a:ext>
              </a:extLst>
            </p:cNvPr>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99" name="Freeform: Shape 98">
              <a:extLst>
                <a:ext uri="{FF2B5EF4-FFF2-40B4-BE49-F238E27FC236}">
                  <a16:creationId xmlns:a16="http://schemas.microsoft.com/office/drawing/2014/main" id="{B867B571-2A9B-5522-9B9C-3205E396B01A}"/>
                </a:ext>
              </a:extLst>
            </p:cNvPr>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0" name="Freeform: Shape 99">
              <a:extLst>
                <a:ext uri="{FF2B5EF4-FFF2-40B4-BE49-F238E27FC236}">
                  <a16:creationId xmlns:a16="http://schemas.microsoft.com/office/drawing/2014/main" id="{3E4A208D-51A1-1A43-49A1-BF0FB0D2A375}"/>
                </a:ext>
              </a:extLst>
            </p:cNvPr>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1" name="Freeform: Shape 100">
              <a:extLst>
                <a:ext uri="{FF2B5EF4-FFF2-40B4-BE49-F238E27FC236}">
                  <a16:creationId xmlns:a16="http://schemas.microsoft.com/office/drawing/2014/main" id="{6ECBC54D-5D6A-C8DA-DE27-94167DCDC4DE}"/>
                </a:ext>
              </a:extLst>
            </p:cNvPr>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2" name="Freeform: Shape 101">
              <a:extLst>
                <a:ext uri="{FF2B5EF4-FFF2-40B4-BE49-F238E27FC236}">
                  <a16:creationId xmlns:a16="http://schemas.microsoft.com/office/drawing/2014/main" id="{B25C34FA-D2F5-EBA8-E4AF-82067F90E77E}"/>
                </a:ext>
              </a:extLst>
            </p:cNvPr>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3" name="Freeform: Shape 102">
              <a:extLst>
                <a:ext uri="{FF2B5EF4-FFF2-40B4-BE49-F238E27FC236}">
                  <a16:creationId xmlns:a16="http://schemas.microsoft.com/office/drawing/2014/main" id="{64E0CDD0-C56C-0D3F-8167-80BD0A8B2AD7}"/>
                </a:ext>
              </a:extLst>
            </p:cNvPr>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4" name="Freeform: Shape 103">
              <a:extLst>
                <a:ext uri="{FF2B5EF4-FFF2-40B4-BE49-F238E27FC236}">
                  <a16:creationId xmlns:a16="http://schemas.microsoft.com/office/drawing/2014/main" id="{ADA11FA5-862E-14DD-F454-54BD0DDFCD82}"/>
                </a:ext>
              </a:extLst>
            </p:cNvPr>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5" name="Freeform: Shape 104">
              <a:extLst>
                <a:ext uri="{FF2B5EF4-FFF2-40B4-BE49-F238E27FC236}">
                  <a16:creationId xmlns:a16="http://schemas.microsoft.com/office/drawing/2014/main" id="{C50E9267-AF9C-2ED7-37FF-E88D9C5F573E}"/>
                </a:ext>
              </a:extLst>
            </p:cNvPr>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6" name="Freeform: Shape 105">
              <a:extLst>
                <a:ext uri="{FF2B5EF4-FFF2-40B4-BE49-F238E27FC236}">
                  <a16:creationId xmlns:a16="http://schemas.microsoft.com/office/drawing/2014/main" id="{696C9794-63E2-412E-37BB-28A41C0408CC}"/>
                </a:ext>
              </a:extLst>
            </p:cNvPr>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7" name="Freeform: Shape 106">
              <a:extLst>
                <a:ext uri="{FF2B5EF4-FFF2-40B4-BE49-F238E27FC236}">
                  <a16:creationId xmlns:a16="http://schemas.microsoft.com/office/drawing/2014/main" id="{C506380B-4B88-CACB-9623-E21D54B53C93}"/>
                </a:ext>
              </a:extLst>
            </p:cNvPr>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8" name="Freeform: Shape 107">
              <a:extLst>
                <a:ext uri="{FF2B5EF4-FFF2-40B4-BE49-F238E27FC236}">
                  <a16:creationId xmlns:a16="http://schemas.microsoft.com/office/drawing/2014/main" id="{93F35A23-B26D-40F2-3416-4F8F6FEA52B7}"/>
                </a:ext>
              </a:extLst>
            </p:cNvPr>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09" name="Freeform: Shape 108">
              <a:extLst>
                <a:ext uri="{FF2B5EF4-FFF2-40B4-BE49-F238E27FC236}">
                  <a16:creationId xmlns:a16="http://schemas.microsoft.com/office/drawing/2014/main" id="{C417ABF4-247E-49E1-F947-EFC702DB253F}"/>
                </a:ext>
              </a:extLst>
            </p:cNvPr>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0" name="Freeform: Shape 109">
              <a:extLst>
                <a:ext uri="{FF2B5EF4-FFF2-40B4-BE49-F238E27FC236}">
                  <a16:creationId xmlns:a16="http://schemas.microsoft.com/office/drawing/2014/main" id="{2F1266D4-808D-A6D8-965D-7E19DBA457A6}"/>
                </a:ext>
              </a:extLst>
            </p:cNvPr>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1" name="Freeform: Shape 110">
              <a:extLst>
                <a:ext uri="{FF2B5EF4-FFF2-40B4-BE49-F238E27FC236}">
                  <a16:creationId xmlns:a16="http://schemas.microsoft.com/office/drawing/2014/main" id="{5ABD5C5E-7219-5F08-ACB2-0A4335825A30}"/>
                </a:ext>
              </a:extLst>
            </p:cNvPr>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2" name="Freeform: Shape 111">
              <a:extLst>
                <a:ext uri="{FF2B5EF4-FFF2-40B4-BE49-F238E27FC236}">
                  <a16:creationId xmlns:a16="http://schemas.microsoft.com/office/drawing/2014/main" id="{7E0ABBF1-DD97-2797-E532-4DDB8E49C94B}"/>
                </a:ext>
              </a:extLst>
            </p:cNvPr>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3" name="Freeform: Shape 112">
              <a:extLst>
                <a:ext uri="{FF2B5EF4-FFF2-40B4-BE49-F238E27FC236}">
                  <a16:creationId xmlns:a16="http://schemas.microsoft.com/office/drawing/2014/main" id="{DE68B17F-242D-E1FD-7558-CF4E42BDBF10}"/>
                </a:ext>
              </a:extLst>
            </p:cNvPr>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4" name="Freeform: Shape 113">
              <a:extLst>
                <a:ext uri="{FF2B5EF4-FFF2-40B4-BE49-F238E27FC236}">
                  <a16:creationId xmlns:a16="http://schemas.microsoft.com/office/drawing/2014/main" id="{0A7176CC-2897-14E6-3C61-37440E434AA7}"/>
                </a:ext>
              </a:extLst>
            </p:cNvPr>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5" name="Freeform: Shape 114">
              <a:extLst>
                <a:ext uri="{FF2B5EF4-FFF2-40B4-BE49-F238E27FC236}">
                  <a16:creationId xmlns:a16="http://schemas.microsoft.com/office/drawing/2014/main" id="{458A869B-833A-839F-CA5B-B5D29FCD9A69}"/>
                </a:ext>
              </a:extLst>
            </p:cNvPr>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6" name="Freeform: Shape 115">
              <a:extLst>
                <a:ext uri="{FF2B5EF4-FFF2-40B4-BE49-F238E27FC236}">
                  <a16:creationId xmlns:a16="http://schemas.microsoft.com/office/drawing/2014/main" id="{2A2AEEC6-3F1F-F427-2EB2-D154E62768C7}"/>
                </a:ext>
              </a:extLst>
            </p:cNvPr>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7" name="Freeform: Shape 116">
              <a:extLst>
                <a:ext uri="{FF2B5EF4-FFF2-40B4-BE49-F238E27FC236}">
                  <a16:creationId xmlns:a16="http://schemas.microsoft.com/office/drawing/2014/main" id="{E8A3632F-0EF6-4F70-1953-AE1D6F05EC32}"/>
                </a:ext>
              </a:extLst>
            </p:cNvPr>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8" name="Freeform: Shape 117">
              <a:extLst>
                <a:ext uri="{FF2B5EF4-FFF2-40B4-BE49-F238E27FC236}">
                  <a16:creationId xmlns:a16="http://schemas.microsoft.com/office/drawing/2014/main" id="{D3D2BB5B-4EB1-8D97-6D79-F7105A4ABE81}"/>
                </a:ext>
              </a:extLst>
            </p:cNvPr>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19" name="Freeform: Shape 118">
              <a:extLst>
                <a:ext uri="{FF2B5EF4-FFF2-40B4-BE49-F238E27FC236}">
                  <a16:creationId xmlns:a16="http://schemas.microsoft.com/office/drawing/2014/main" id="{A85BEF19-C66A-5136-04CF-68E578C4CDA4}"/>
                </a:ext>
              </a:extLst>
            </p:cNvPr>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0" name="Freeform: Shape 119">
              <a:extLst>
                <a:ext uri="{FF2B5EF4-FFF2-40B4-BE49-F238E27FC236}">
                  <a16:creationId xmlns:a16="http://schemas.microsoft.com/office/drawing/2014/main" id="{7DDC285F-DE9E-3617-88DA-26BCF280B2CA}"/>
                </a:ext>
              </a:extLst>
            </p:cNvPr>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1" name="Freeform: Shape 120">
              <a:extLst>
                <a:ext uri="{FF2B5EF4-FFF2-40B4-BE49-F238E27FC236}">
                  <a16:creationId xmlns:a16="http://schemas.microsoft.com/office/drawing/2014/main" id="{FC2A9EC8-8C5D-8A67-19EA-5455279D9D2C}"/>
                </a:ext>
              </a:extLst>
            </p:cNvPr>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2" name="Freeform: Shape 121">
              <a:extLst>
                <a:ext uri="{FF2B5EF4-FFF2-40B4-BE49-F238E27FC236}">
                  <a16:creationId xmlns:a16="http://schemas.microsoft.com/office/drawing/2014/main" id="{3D846328-E2E9-B634-0F31-F7ECAEC0B3A0}"/>
                </a:ext>
              </a:extLst>
            </p:cNvPr>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3" name="Freeform: Shape 122">
              <a:extLst>
                <a:ext uri="{FF2B5EF4-FFF2-40B4-BE49-F238E27FC236}">
                  <a16:creationId xmlns:a16="http://schemas.microsoft.com/office/drawing/2014/main" id="{186FF532-3C40-5C6A-2E74-C33B864A0E98}"/>
                </a:ext>
              </a:extLst>
            </p:cNvPr>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4" name="Freeform: Shape 123">
              <a:extLst>
                <a:ext uri="{FF2B5EF4-FFF2-40B4-BE49-F238E27FC236}">
                  <a16:creationId xmlns:a16="http://schemas.microsoft.com/office/drawing/2014/main" id="{F787A523-5892-3C3F-95D0-AB99324AD1BB}"/>
                </a:ext>
              </a:extLst>
            </p:cNvPr>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5" name="Freeform: Shape 124">
              <a:extLst>
                <a:ext uri="{FF2B5EF4-FFF2-40B4-BE49-F238E27FC236}">
                  <a16:creationId xmlns:a16="http://schemas.microsoft.com/office/drawing/2014/main" id="{47E02238-539D-8348-3069-5F93A4B8B8C9}"/>
                </a:ext>
              </a:extLst>
            </p:cNvPr>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6" name="Freeform: Shape 125">
              <a:extLst>
                <a:ext uri="{FF2B5EF4-FFF2-40B4-BE49-F238E27FC236}">
                  <a16:creationId xmlns:a16="http://schemas.microsoft.com/office/drawing/2014/main" id="{95734624-43A2-EA1E-5932-9FA7A75D85BB}"/>
                </a:ext>
              </a:extLst>
            </p:cNvPr>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7" name="Freeform: Shape 126">
              <a:extLst>
                <a:ext uri="{FF2B5EF4-FFF2-40B4-BE49-F238E27FC236}">
                  <a16:creationId xmlns:a16="http://schemas.microsoft.com/office/drawing/2014/main" id="{F8027439-F13C-07A8-64D5-D7FF947D0788}"/>
                </a:ext>
              </a:extLst>
            </p:cNvPr>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8" name="Freeform: Shape 127">
              <a:extLst>
                <a:ext uri="{FF2B5EF4-FFF2-40B4-BE49-F238E27FC236}">
                  <a16:creationId xmlns:a16="http://schemas.microsoft.com/office/drawing/2014/main" id="{710C24F0-0281-C204-3F5D-C67B62C0392E}"/>
                </a:ext>
              </a:extLst>
            </p:cNvPr>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29" name="Freeform: Shape 128">
              <a:extLst>
                <a:ext uri="{FF2B5EF4-FFF2-40B4-BE49-F238E27FC236}">
                  <a16:creationId xmlns:a16="http://schemas.microsoft.com/office/drawing/2014/main" id="{D60BAB5A-C40B-D235-B3CF-62499EC7EE8C}"/>
                </a:ext>
              </a:extLst>
            </p:cNvPr>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0" name="Freeform: Shape 129">
              <a:extLst>
                <a:ext uri="{FF2B5EF4-FFF2-40B4-BE49-F238E27FC236}">
                  <a16:creationId xmlns:a16="http://schemas.microsoft.com/office/drawing/2014/main" id="{A1FA703A-6630-6BCE-CEF5-65D438B57C5B}"/>
                </a:ext>
              </a:extLst>
            </p:cNvPr>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1" name="Freeform: Shape 130">
              <a:extLst>
                <a:ext uri="{FF2B5EF4-FFF2-40B4-BE49-F238E27FC236}">
                  <a16:creationId xmlns:a16="http://schemas.microsoft.com/office/drawing/2014/main" id="{BA0BD684-4764-4AB9-D811-14685020457A}"/>
                </a:ext>
              </a:extLst>
            </p:cNvPr>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2" name="Freeform: Shape 131">
              <a:extLst>
                <a:ext uri="{FF2B5EF4-FFF2-40B4-BE49-F238E27FC236}">
                  <a16:creationId xmlns:a16="http://schemas.microsoft.com/office/drawing/2014/main" id="{EC46EBEB-371E-621D-3115-553D120A0BE5}"/>
                </a:ext>
              </a:extLst>
            </p:cNvPr>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3" name="Freeform: Shape 132">
              <a:extLst>
                <a:ext uri="{FF2B5EF4-FFF2-40B4-BE49-F238E27FC236}">
                  <a16:creationId xmlns:a16="http://schemas.microsoft.com/office/drawing/2014/main" id="{FE9A0AB9-9953-D68E-4A66-28D1D1C34876}"/>
                </a:ext>
              </a:extLst>
            </p:cNvPr>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4" name="Freeform: Shape 133">
              <a:extLst>
                <a:ext uri="{FF2B5EF4-FFF2-40B4-BE49-F238E27FC236}">
                  <a16:creationId xmlns:a16="http://schemas.microsoft.com/office/drawing/2014/main" id="{B3551C9A-CA5E-F540-2522-48197572FF78}"/>
                </a:ext>
              </a:extLst>
            </p:cNvPr>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5" name="Freeform: Shape 134">
              <a:extLst>
                <a:ext uri="{FF2B5EF4-FFF2-40B4-BE49-F238E27FC236}">
                  <a16:creationId xmlns:a16="http://schemas.microsoft.com/office/drawing/2014/main" id="{981F0146-146E-32FE-0124-60847FF38472}"/>
                </a:ext>
              </a:extLst>
            </p:cNvPr>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6" name="Freeform: Shape 135">
              <a:extLst>
                <a:ext uri="{FF2B5EF4-FFF2-40B4-BE49-F238E27FC236}">
                  <a16:creationId xmlns:a16="http://schemas.microsoft.com/office/drawing/2014/main" id="{B9C50980-775E-6784-3E24-6FC8BA932F1D}"/>
                </a:ext>
              </a:extLst>
            </p:cNvPr>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7" name="Freeform: Shape 136">
              <a:extLst>
                <a:ext uri="{FF2B5EF4-FFF2-40B4-BE49-F238E27FC236}">
                  <a16:creationId xmlns:a16="http://schemas.microsoft.com/office/drawing/2014/main" id="{8A8EF671-0C0F-8BE1-3C82-DB9D06C7DCF0}"/>
                </a:ext>
              </a:extLst>
            </p:cNvPr>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8" name="Freeform: Shape 137">
              <a:extLst>
                <a:ext uri="{FF2B5EF4-FFF2-40B4-BE49-F238E27FC236}">
                  <a16:creationId xmlns:a16="http://schemas.microsoft.com/office/drawing/2014/main" id="{51614466-2EAA-8474-2BB0-C8286040A40C}"/>
                </a:ext>
              </a:extLst>
            </p:cNvPr>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39" name="Freeform: Shape 138">
              <a:extLst>
                <a:ext uri="{FF2B5EF4-FFF2-40B4-BE49-F238E27FC236}">
                  <a16:creationId xmlns:a16="http://schemas.microsoft.com/office/drawing/2014/main" id="{DF3A6ECE-2D68-9C63-77A8-325B577F7004}"/>
                </a:ext>
              </a:extLst>
            </p:cNvPr>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0" name="Freeform: Shape 139">
              <a:extLst>
                <a:ext uri="{FF2B5EF4-FFF2-40B4-BE49-F238E27FC236}">
                  <a16:creationId xmlns:a16="http://schemas.microsoft.com/office/drawing/2014/main" id="{B0AF2D97-A155-EA7C-36D7-A00BA03F94FC}"/>
                </a:ext>
              </a:extLst>
            </p:cNvPr>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1" name="Freeform: Shape 140">
              <a:extLst>
                <a:ext uri="{FF2B5EF4-FFF2-40B4-BE49-F238E27FC236}">
                  <a16:creationId xmlns:a16="http://schemas.microsoft.com/office/drawing/2014/main" id="{F896C2D4-1073-FD6B-5125-0BE47FEAEDD8}"/>
                </a:ext>
              </a:extLst>
            </p:cNvPr>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2" name="Freeform: Shape 141">
              <a:extLst>
                <a:ext uri="{FF2B5EF4-FFF2-40B4-BE49-F238E27FC236}">
                  <a16:creationId xmlns:a16="http://schemas.microsoft.com/office/drawing/2014/main" id="{209E30BA-84A8-26FC-D712-C854E6D8766C}"/>
                </a:ext>
              </a:extLst>
            </p:cNvPr>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3" name="Freeform: Shape 142">
              <a:extLst>
                <a:ext uri="{FF2B5EF4-FFF2-40B4-BE49-F238E27FC236}">
                  <a16:creationId xmlns:a16="http://schemas.microsoft.com/office/drawing/2014/main" id="{F7D51CDC-5E43-1E7F-5AB2-7BD1D879590A}"/>
                </a:ext>
              </a:extLst>
            </p:cNvPr>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4" name="Freeform: Shape 143">
              <a:extLst>
                <a:ext uri="{FF2B5EF4-FFF2-40B4-BE49-F238E27FC236}">
                  <a16:creationId xmlns:a16="http://schemas.microsoft.com/office/drawing/2014/main" id="{6AB54DAC-0EF8-9329-A9D8-E5A9C446A738}"/>
                </a:ext>
              </a:extLst>
            </p:cNvPr>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5" name="Freeform: Shape 144">
              <a:extLst>
                <a:ext uri="{FF2B5EF4-FFF2-40B4-BE49-F238E27FC236}">
                  <a16:creationId xmlns:a16="http://schemas.microsoft.com/office/drawing/2014/main" id="{A3469525-AF93-4047-DDE7-D73C7D490769}"/>
                </a:ext>
              </a:extLst>
            </p:cNvPr>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sp>
          <p:nvSpPr>
            <p:cNvPr id="146" name="Freeform: Shape 145">
              <a:extLst>
                <a:ext uri="{FF2B5EF4-FFF2-40B4-BE49-F238E27FC236}">
                  <a16:creationId xmlns:a16="http://schemas.microsoft.com/office/drawing/2014/main" id="{D5B299FF-274B-031D-FCAD-0931D9CC904C}"/>
                </a:ext>
              </a:extLst>
            </p:cNvPr>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rgbClr val="FF7900"/>
            </a:solidFill>
            <a:ln w="4763" cap="flat">
              <a:noFill/>
              <a:prstDash val="solid"/>
              <a:miter/>
            </a:ln>
          </p:spPr>
          <p:txBody>
            <a:bodyPr rtlCol="0" anchor="ctr"/>
            <a:lstStyle/>
            <a:p>
              <a:endParaRPr lang="fr-FR" sz="3200"/>
            </a:p>
          </p:txBody>
        </p:sp>
      </p:grpSp>
    </p:spTree>
    <p:extLst>
      <p:ext uri="{BB962C8B-B14F-4D97-AF65-F5344CB8AC3E}">
        <p14:creationId xmlns:p14="http://schemas.microsoft.com/office/powerpoint/2010/main" val="3780294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tx">
  <p:cSld name="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025235"/>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1" y="1574801"/>
            <a:ext cx="11353800" cy="4493683"/>
          </a:xfrm>
        </p:spPr>
        <p:txBody>
          <a:bodyPr/>
          <a:lstStyle>
            <a:lvl1pPr>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itle 1"/>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405227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A picture containing water, large, cloudy, knife&#10;&#10;Description automatically generated">
            <a:extLst>
              <a:ext uri="{FF2B5EF4-FFF2-40B4-BE49-F238E27FC236}">
                <a16:creationId xmlns:a16="http://schemas.microsoft.com/office/drawing/2014/main" id="{24DF0D91-B94E-431C-8D0F-64915285C5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04" y="0"/>
            <a:ext cx="12190992" cy="4023027"/>
          </a:xfrm>
          <a:prstGeom prst="rect">
            <a:avLst/>
          </a:prstGeom>
        </p:spPr>
      </p:pic>
      <p:sp>
        <p:nvSpPr>
          <p:cNvPr id="2" name="Title 1"/>
          <p:cNvSpPr>
            <a:spLocks noGrp="1"/>
          </p:cNvSpPr>
          <p:nvPr>
            <p:ph type="ctrTitle" hasCustomPrompt="1"/>
          </p:nvPr>
        </p:nvSpPr>
        <p:spPr>
          <a:xfrm>
            <a:off x="418047" y="356825"/>
            <a:ext cx="6439052" cy="3072175"/>
          </a:xfrm>
        </p:spPr>
        <p:txBody>
          <a:bodyPr>
            <a:noAutofit/>
          </a:bodyPr>
          <a:lstStyle>
            <a:lvl1pPr algn="l">
              <a:lnSpc>
                <a:spcPct val="85000"/>
              </a:lnSpc>
              <a:defRPr sz="7333" baseline="0">
                <a:solidFill>
                  <a:schemeClr val="bg1"/>
                </a:solidFill>
              </a:defRPr>
            </a:lvl1pPr>
          </a:lstStyle>
          <a:p>
            <a:r>
              <a:rPr lang="en-US"/>
              <a:t>Click to edit title</a:t>
            </a:r>
            <a:endParaRPr lang="en-GB"/>
          </a:p>
        </p:txBody>
      </p:sp>
      <p:sp>
        <p:nvSpPr>
          <p:cNvPr id="16" name="Subtitle 2"/>
          <p:cNvSpPr>
            <a:spLocks noGrp="1"/>
          </p:cNvSpPr>
          <p:nvPr>
            <p:ph type="subTitle" idx="1" hasCustomPrompt="1"/>
          </p:nvPr>
        </p:nvSpPr>
        <p:spPr>
          <a:xfrm>
            <a:off x="419101" y="3605525"/>
            <a:ext cx="6436729" cy="1288208"/>
          </a:xfrm>
        </p:spPr>
        <p:txBody>
          <a:bodyPr/>
          <a:lstStyle>
            <a:lvl1pPr marL="0" indent="0" algn="l">
              <a:buNone/>
              <a:defRPr baseline="0">
                <a:solidFill>
                  <a:schemeClr val="bg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presenter name</a:t>
            </a:r>
          </a:p>
        </p:txBody>
      </p:sp>
    </p:spTree>
    <p:extLst>
      <p:ext uri="{BB962C8B-B14F-4D97-AF65-F5344CB8AC3E}">
        <p14:creationId xmlns:p14="http://schemas.microsoft.com/office/powerpoint/2010/main" val="362187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419101" y="356660"/>
            <a:ext cx="11353799" cy="5711825"/>
          </a:xfrm>
        </p:spPr>
        <p:txBody>
          <a:bodyPr/>
          <a:lstStyle>
            <a:lvl1pPr>
              <a:spcBef>
                <a:spcPts val="0"/>
              </a:spcBef>
              <a:defRPr sz="4000"/>
            </a:lvl1pPr>
            <a:lvl2pPr marL="482588" indent="-482588">
              <a:spcBef>
                <a:spcPts val="0"/>
              </a:spcBef>
              <a:buClrTx/>
              <a:buSzPct val="100000"/>
              <a:buFont typeface="+mj-lt"/>
              <a:buAutoNum type="arabicPeriod"/>
              <a:defRPr sz="4000"/>
            </a:lvl2pPr>
            <a:lvl3pPr>
              <a:defRPr sz="2400"/>
            </a:lvl3pPr>
            <a:lvl4pPr>
              <a:defRPr sz="2400"/>
            </a:lvl4pPr>
            <a:lvl5pPr>
              <a:defRPr sz="2400"/>
            </a:lvl5pPr>
          </a:lstStyle>
          <a:p>
            <a:pPr lvl="0"/>
            <a:r>
              <a:rPr lang="en-US"/>
              <a:t>Click to edit contents</a:t>
            </a:r>
          </a:p>
          <a:p>
            <a:pPr lvl="1"/>
            <a:r>
              <a:rPr lang="en-US"/>
              <a:t>Second level</a:t>
            </a:r>
          </a:p>
        </p:txBody>
      </p:sp>
    </p:spTree>
    <p:extLst>
      <p:ext uri="{BB962C8B-B14F-4D97-AF65-F5344CB8AC3E}">
        <p14:creationId xmlns:p14="http://schemas.microsoft.com/office/powerpoint/2010/main" val="124435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8"/>
            <a:ext cx="8129119" cy="5710767"/>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en-US"/>
              <a:t>Click to edit section number</a:t>
            </a:r>
          </a:p>
          <a:p>
            <a:pPr lvl="1"/>
            <a:r>
              <a:rPr lang="en-US"/>
              <a:t>Second level</a:t>
            </a:r>
          </a:p>
        </p:txBody>
      </p:sp>
    </p:spTree>
    <p:extLst>
      <p:ext uri="{BB962C8B-B14F-4D97-AF65-F5344CB8AC3E}">
        <p14:creationId xmlns:p14="http://schemas.microsoft.com/office/powerpoint/2010/main" val="287012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7601" y="1574800"/>
            <a:ext cx="5290740" cy="4493683"/>
          </a:xfrm>
        </p:spPr>
        <p:txBody>
          <a:bodyPr>
            <a:normAutofit/>
          </a:bodyPr>
          <a:lstStyle>
            <a:lvl1pPr>
              <a:defRPr sz="1867" baseline="0"/>
            </a:lvl1pPr>
            <a:lvl2pPr>
              <a:defRPr sz="1867" baseline="0">
                <a:solidFill>
                  <a:schemeClr val="bg1"/>
                </a:solidFill>
              </a:defRPr>
            </a:lvl2pPr>
            <a:lvl3pPr>
              <a:defRPr sz="1867" baseline="0">
                <a:solidFill>
                  <a:schemeClr val="bg1"/>
                </a:solidFill>
              </a:defRPr>
            </a:lvl3pPr>
            <a:lvl4pPr>
              <a:defRPr sz="1867" baseline="0">
                <a:solidFill>
                  <a:schemeClr val="bg1"/>
                </a:solidFill>
              </a:defRPr>
            </a:lvl4pPr>
            <a:lvl5pPr>
              <a:defRPr sz="1867" baseline="0">
                <a:solidFill>
                  <a:schemeClr val="bg1"/>
                </a:solidFill>
              </a:defRPr>
            </a:lvl5pPr>
            <a:lvl6pPr>
              <a:defRPr sz="1867">
                <a:solidFill>
                  <a:schemeClr val="bg1"/>
                </a:solidFill>
              </a:defRPr>
            </a:lvl6pPr>
            <a:lvl7pPr>
              <a:defRPr sz="2400"/>
            </a:lvl7pPr>
            <a:lvl8pPr>
              <a:defRPr sz="2400"/>
            </a:lvl8pPr>
            <a:lvl9pPr>
              <a:defRPr sz="24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 name="Content Placeholder 3"/>
          <p:cNvSpPr>
            <a:spLocks noGrp="1"/>
          </p:cNvSpPr>
          <p:nvPr>
            <p:ph sz="half" idx="2" hasCustomPrompt="1"/>
          </p:nvPr>
        </p:nvSpPr>
        <p:spPr>
          <a:xfrm>
            <a:off x="6486393" y="1574800"/>
            <a:ext cx="5286507" cy="4493683"/>
          </a:xfrm>
        </p:spPr>
        <p:txBody>
          <a:bodyPr>
            <a:normAutofit/>
          </a:bodyPr>
          <a:lstStyle>
            <a:lvl1pPr>
              <a:defRPr sz="1867"/>
            </a:lvl1pPr>
            <a:lvl2pPr>
              <a:defRPr sz="1867">
                <a:solidFill>
                  <a:schemeClr val="bg1"/>
                </a:solidFill>
              </a:defRPr>
            </a:lvl2pPr>
            <a:lvl3pPr>
              <a:defRPr sz="1867">
                <a:solidFill>
                  <a:schemeClr val="bg1"/>
                </a:solidFill>
              </a:defRPr>
            </a:lvl3pPr>
            <a:lvl4pPr>
              <a:defRPr sz="1867">
                <a:solidFill>
                  <a:schemeClr val="bg1"/>
                </a:solidFill>
              </a:defRPr>
            </a:lvl4pPr>
            <a:lvl5pPr>
              <a:defRPr sz="1867">
                <a:solidFill>
                  <a:schemeClr val="bg1"/>
                </a:solidFill>
              </a:defRPr>
            </a:lvl5pPr>
            <a:lvl6pPr>
              <a:defRPr sz="1867">
                <a:solidFill>
                  <a:schemeClr val="bg1"/>
                </a:solidFill>
              </a:defRPr>
            </a:lvl6pPr>
            <a:lvl7pPr>
              <a:defRPr sz="2400"/>
            </a:lvl7pPr>
            <a:lvl8pPr>
              <a:defRPr sz="2400"/>
            </a:lvl8pPr>
            <a:lvl9pPr>
              <a:defRPr sz="24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7" name="Title 6"/>
          <p:cNvSpPr>
            <a:spLocks noGrp="1"/>
          </p:cNvSpPr>
          <p:nvPr>
            <p:ph type="title" hasCustomPrompt="1"/>
          </p:nvPr>
        </p:nvSpPr>
        <p:spPr>
          <a:xfrm>
            <a:off x="417599" y="357717"/>
            <a:ext cx="11355300" cy="988483"/>
          </a:xfrm>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3058360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368428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Full Bleed Media">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6858000"/>
          </a:xfrm>
        </p:spPr>
        <p:txBody>
          <a:bodyPr/>
          <a:lstStyle/>
          <a:p>
            <a:r>
              <a:rPr lang="en-US"/>
              <a:t>Click icon to add picture</a:t>
            </a:r>
            <a:endParaRPr lang="en-GB"/>
          </a:p>
        </p:txBody>
      </p:sp>
      <p:sp>
        <p:nvSpPr>
          <p:cNvPr id="2" name="Title 1"/>
          <p:cNvSpPr>
            <a:spLocks noGrp="1"/>
          </p:cNvSpPr>
          <p:nvPr>
            <p:ph type="title" hasCustomPrompt="1"/>
          </p:nvPr>
        </p:nvSpPr>
        <p:spPr/>
        <p:txBody>
          <a:bodyPr/>
          <a:lstStyle>
            <a:lvl1pPr>
              <a:defRPr baseline="0">
                <a:solidFill>
                  <a:srgbClr val="000000"/>
                </a:solidFill>
              </a:defRPr>
            </a:lvl1pPr>
          </a:lstStyle>
          <a:p>
            <a:r>
              <a:rPr lang="en-US"/>
              <a:t>Click to edit title</a:t>
            </a:r>
            <a:endParaRPr lang="en-GB"/>
          </a:p>
        </p:txBody>
      </p:sp>
    </p:spTree>
    <p:extLst>
      <p:ext uri="{BB962C8B-B14F-4D97-AF65-F5344CB8AC3E}">
        <p14:creationId xmlns:p14="http://schemas.microsoft.com/office/powerpoint/2010/main" val="342097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65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4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917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_Highlights">
    <p:spTree>
      <p:nvGrpSpPr>
        <p:cNvPr id="1" name=""/>
        <p:cNvGrpSpPr/>
        <p:nvPr/>
      </p:nvGrpSpPr>
      <p:grpSpPr>
        <a:xfrm>
          <a:off x="0" y="0"/>
          <a:ext cx="0" cy="0"/>
          <a:chOff x="0" y="0"/>
          <a:chExt cx="0" cy="0"/>
        </a:xfrm>
      </p:grpSpPr>
      <p:pic>
        <p:nvPicPr>
          <p:cNvPr id="3" name="Picture 2" descr="A picture containing water, large, cloudy, knife&#10;&#10;Description automatically generated">
            <a:extLst>
              <a:ext uri="{FF2B5EF4-FFF2-40B4-BE49-F238E27FC236}">
                <a16:creationId xmlns:a16="http://schemas.microsoft.com/office/drawing/2014/main" id="{68144969-A0D3-46EA-A91F-7C6427871088}"/>
              </a:ext>
            </a:extLst>
          </p:cNvPr>
          <p:cNvPicPr>
            <a:picLocks noChangeAspect="1"/>
          </p:cNvPicPr>
          <p:nvPr/>
        </p:nvPicPr>
        <p:blipFill rotWithShape="1">
          <a:blip r:embed="rId2">
            <a:extLst>
              <a:ext uri="{28A0092B-C50C-407E-A947-70E740481C1C}">
                <a14:useLocalDpi xmlns:a14="http://schemas.microsoft.com/office/drawing/2010/main" val="0"/>
              </a:ext>
            </a:extLst>
          </a:blip>
          <a:srcRect r="43031"/>
          <a:stretch/>
        </p:blipFill>
        <p:spPr>
          <a:xfrm rot="16200000" flipH="1">
            <a:off x="-1442699" y="1442699"/>
            <a:ext cx="6858000" cy="3972603"/>
          </a:xfrm>
          <a:prstGeom prst="rect">
            <a:avLst/>
          </a:prstGeom>
        </p:spPr>
      </p:pic>
    </p:spTree>
    <p:extLst>
      <p:ext uri="{BB962C8B-B14F-4D97-AF65-F5344CB8AC3E}">
        <p14:creationId xmlns:p14="http://schemas.microsoft.com/office/powerpoint/2010/main" val="152891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_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52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peaker titles">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476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1" y="1574801"/>
            <a:ext cx="11353800" cy="4493683"/>
          </a:xfrm>
        </p:spPr>
        <p:txBody>
          <a:bodyPr/>
          <a:lstStyle>
            <a:lvl1pPr>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itle 1"/>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385204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A picture containing water, large, cloudy, knife&#10;&#10;Description automatically generated">
            <a:extLst>
              <a:ext uri="{FF2B5EF4-FFF2-40B4-BE49-F238E27FC236}">
                <a16:creationId xmlns:a16="http://schemas.microsoft.com/office/drawing/2014/main" id="{24DF0D91-B94E-431C-8D0F-64915285C5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04" y="0"/>
            <a:ext cx="12190992" cy="4023027"/>
          </a:xfrm>
          <a:prstGeom prst="rect">
            <a:avLst/>
          </a:prstGeom>
        </p:spPr>
      </p:pic>
      <p:sp>
        <p:nvSpPr>
          <p:cNvPr id="2" name="Title 1"/>
          <p:cNvSpPr>
            <a:spLocks noGrp="1"/>
          </p:cNvSpPr>
          <p:nvPr>
            <p:ph type="ctrTitle" hasCustomPrompt="1"/>
          </p:nvPr>
        </p:nvSpPr>
        <p:spPr>
          <a:xfrm>
            <a:off x="418047" y="356825"/>
            <a:ext cx="6439052" cy="3072175"/>
          </a:xfrm>
        </p:spPr>
        <p:txBody>
          <a:bodyPr>
            <a:noAutofit/>
          </a:bodyPr>
          <a:lstStyle>
            <a:lvl1pPr algn="l">
              <a:lnSpc>
                <a:spcPct val="85000"/>
              </a:lnSpc>
              <a:defRPr sz="7333" baseline="0">
                <a:solidFill>
                  <a:schemeClr val="bg1"/>
                </a:solidFill>
              </a:defRPr>
            </a:lvl1pPr>
          </a:lstStyle>
          <a:p>
            <a:r>
              <a:rPr lang="en-US"/>
              <a:t>Click to edit title</a:t>
            </a:r>
            <a:endParaRPr lang="en-GB"/>
          </a:p>
        </p:txBody>
      </p:sp>
      <p:sp>
        <p:nvSpPr>
          <p:cNvPr id="16" name="Subtitle 2"/>
          <p:cNvSpPr>
            <a:spLocks noGrp="1"/>
          </p:cNvSpPr>
          <p:nvPr>
            <p:ph type="subTitle" idx="1" hasCustomPrompt="1"/>
          </p:nvPr>
        </p:nvSpPr>
        <p:spPr>
          <a:xfrm>
            <a:off x="419101" y="3605525"/>
            <a:ext cx="6436729" cy="1288208"/>
          </a:xfrm>
        </p:spPr>
        <p:txBody>
          <a:bodyPr/>
          <a:lstStyle>
            <a:lvl1pPr marL="0" indent="0" algn="l">
              <a:buNone/>
              <a:defRPr baseline="0">
                <a:solidFill>
                  <a:schemeClr val="bg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presenter name</a:t>
            </a:r>
          </a:p>
        </p:txBody>
      </p:sp>
    </p:spTree>
    <p:extLst>
      <p:ext uri="{BB962C8B-B14F-4D97-AF65-F5344CB8AC3E}">
        <p14:creationId xmlns:p14="http://schemas.microsoft.com/office/powerpoint/2010/main" val="2105809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419101" y="356660"/>
            <a:ext cx="11353799" cy="5711825"/>
          </a:xfrm>
        </p:spPr>
        <p:txBody>
          <a:bodyPr/>
          <a:lstStyle>
            <a:lvl1pPr>
              <a:spcBef>
                <a:spcPts val="0"/>
              </a:spcBef>
              <a:defRPr sz="4000"/>
            </a:lvl1pPr>
            <a:lvl2pPr marL="482588" indent="-482588">
              <a:spcBef>
                <a:spcPts val="0"/>
              </a:spcBef>
              <a:buClrTx/>
              <a:buSzPct val="100000"/>
              <a:buFont typeface="+mj-lt"/>
              <a:buAutoNum type="arabicPeriod"/>
              <a:defRPr sz="4000"/>
            </a:lvl2pPr>
            <a:lvl3pPr>
              <a:defRPr sz="2400"/>
            </a:lvl3pPr>
            <a:lvl4pPr>
              <a:defRPr sz="2400"/>
            </a:lvl4pPr>
            <a:lvl5pPr>
              <a:defRPr sz="2400"/>
            </a:lvl5pPr>
          </a:lstStyle>
          <a:p>
            <a:pPr lvl="0"/>
            <a:r>
              <a:rPr lang="en-US"/>
              <a:t>Click to edit contents</a:t>
            </a:r>
          </a:p>
          <a:p>
            <a:pPr lvl="1"/>
            <a:r>
              <a:rPr lang="en-US"/>
              <a:t>Second level</a:t>
            </a:r>
          </a:p>
        </p:txBody>
      </p:sp>
    </p:spTree>
    <p:extLst>
      <p:ext uri="{BB962C8B-B14F-4D97-AF65-F5344CB8AC3E}">
        <p14:creationId xmlns:p14="http://schemas.microsoft.com/office/powerpoint/2010/main" val="2448093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8"/>
            <a:ext cx="8129119" cy="5710767"/>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en-US"/>
              <a:t>Click to edit section number</a:t>
            </a:r>
          </a:p>
          <a:p>
            <a:pPr lvl="1"/>
            <a:r>
              <a:rPr lang="en-US"/>
              <a:t>Second level</a:t>
            </a:r>
          </a:p>
        </p:txBody>
      </p:sp>
    </p:spTree>
    <p:extLst>
      <p:ext uri="{BB962C8B-B14F-4D97-AF65-F5344CB8AC3E}">
        <p14:creationId xmlns:p14="http://schemas.microsoft.com/office/powerpoint/2010/main" val="1009592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7601" y="1574800"/>
            <a:ext cx="5290740" cy="4493683"/>
          </a:xfrm>
        </p:spPr>
        <p:txBody>
          <a:bodyPr>
            <a:normAutofit/>
          </a:bodyPr>
          <a:lstStyle>
            <a:lvl1pPr>
              <a:defRPr sz="1867" baseline="0"/>
            </a:lvl1pPr>
            <a:lvl2pPr>
              <a:defRPr sz="1867" baseline="0">
                <a:solidFill>
                  <a:schemeClr val="bg1"/>
                </a:solidFill>
              </a:defRPr>
            </a:lvl2pPr>
            <a:lvl3pPr>
              <a:defRPr sz="1867" baseline="0">
                <a:solidFill>
                  <a:schemeClr val="bg1"/>
                </a:solidFill>
              </a:defRPr>
            </a:lvl3pPr>
            <a:lvl4pPr>
              <a:defRPr sz="1867" baseline="0">
                <a:solidFill>
                  <a:schemeClr val="bg1"/>
                </a:solidFill>
              </a:defRPr>
            </a:lvl4pPr>
            <a:lvl5pPr>
              <a:defRPr sz="1867" baseline="0">
                <a:solidFill>
                  <a:schemeClr val="bg1"/>
                </a:solidFill>
              </a:defRPr>
            </a:lvl5pPr>
            <a:lvl6pPr>
              <a:defRPr sz="1867">
                <a:solidFill>
                  <a:schemeClr val="bg1"/>
                </a:solidFill>
              </a:defRPr>
            </a:lvl6pPr>
            <a:lvl7pPr>
              <a:defRPr sz="2400"/>
            </a:lvl7pPr>
            <a:lvl8pPr>
              <a:defRPr sz="2400"/>
            </a:lvl8pPr>
            <a:lvl9pPr>
              <a:defRPr sz="24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 name="Content Placeholder 3"/>
          <p:cNvSpPr>
            <a:spLocks noGrp="1"/>
          </p:cNvSpPr>
          <p:nvPr>
            <p:ph sz="half" idx="2" hasCustomPrompt="1"/>
          </p:nvPr>
        </p:nvSpPr>
        <p:spPr>
          <a:xfrm>
            <a:off x="6486393" y="1574800"/>
            <a:ext cx="5286507" cy="4493683"/>
          </a:xfrm>
        </p:spPr>
        <p:txBody>
          <a:bodyPr>
            <a:normAutofit/>
          </a:bodyPr>
          <a:lstStyle>
            <a:lvl1pPr>
              <a:defRPr sz="1867"/>
            </a:lvl1pPr>
            <a:lvl2pPr>
              <a:defRPr sz="1867">
                <a:solidFill>
                  <a:schemeClr val="bg1"/>
                </a:solidFill>
              </a:defRPr>
            </a:lvl2pPr>
            <a:lvl3pPr>
              <a:defRPr sz="1867">
                <a:solidFill>
                  <a:schemeClr val="bg1"/>
                </a:solidFill>
              </a:defRPr>
            </a:lvl3pPr>
            <a:lvl4pPr>
              <a:defRPr sz="1867">
                <a:solidFill>
                  <a:schemeClr val="bg1"/>
                </a:solidFill>
              </a:defRPr>
            </a:lvl4pPr>
            <a:lvl5pPr>
              <a:defRPr sz="1867">
                <a:solidFill>
                  <a:schemeClr val="bg1"/>
                </a:solidFill>
              </a:defRPr>
            </a:lvl5pPr>
            <a:lvl6pPr>
              <a:defRPr sz="1867">
                <a:solidFill>
                  <a:schemeClr val="bg1"/>
                </a:solidFill>
              </a:defRPr>
            </a:lvl6pPr>
            <a:lvl7pPr>
              <a:defRPr sz="2400"/>
            </a:lvl7pPr>
            <a:lvl8pPr>
              <a:defRPr sz="2400"/>
            </a:lvl8pPr>
            <a:lvl9pPr>
              <a:defRPr sz="24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7" name="Title 6"/>
          <p:cNvSpPr>
            <a:spLocks noGrp="1"/>
          </p:cNvSpPr>
          <p:nvPr>
            <p:ph type="title" hasCustomPrompt="1"/>
          </p:nvPr>
        </p:nvSpPr>
        <p:spPr>
          <a:xfrm>
            <a:off x="417599" y="357717"/>
            <a:ext cx="11355300" cy="988483"/>
          </a:xfrm>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267229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endParaRPr lang="en-GB"/>
          </a:p>
        </p:txBody>
      </p:sp>
    </p:spTree>
    <p:extLst>
      <p:ext uri="{BB962C8B-B14F-4D97-AF65-F5344CB8AC3E}">
        <p14:creationId xmlns:p14="http://schemas.microsoft.com/office/powerpoint/2010/main" val="354276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Full Bleed Media">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6858000"/>
          </a:xfrm>
        </p:spPr>
        <p:txBody>
          <a:bodyPr/>
          <a:lstStyle/>
          <a:p>
            <a:r>
              <a:rPr lang="en-US"/>
              <a:t>Click icon to add picture</a:t>
            </a:r>
            <a:endParaRPr lang="en-GB"/>
          </a:p>
        </p:txBody>
      </p:sp>
      <p:sp>
        <p:nvSpPr>
          <p:cNvPr id="2" name="Title 1"/>
          <p:cNvSpPr>
            <a:spLocks noGrp="1"/>
          </p:cNvSpPr>
          <p:nvPr>
            <p:ph type="title" hasCustomPrompt="1"/>
          </p:nvPr>
        </p:nvSpPr>
        <p:spPr/>
        <p:txBody>
          <a:bodyPr/>
          <a:lstStyle>
            <a:lvl1pPr>
              <a:defRPr baseline="0">
                <a:solidFill>
                  <a:srgbClr val="000000"/>
                </a:solidFill>
              </a:defRPr>
            </a:lvl1pPr>
          </a:lstStyle>
          <a:p>
            <a:r>
              <a:rPr lang="en-US"/>
              <a:t>Click to edit title</a:t>
            </a:r>
            <a:endParaRPr lang="en-GB"/>
          </a:p>
        </p:txBody>
      </p:sp>
    </p:spTree>
    <p:extLst>
      <p:ext uri="{BB962C8B-B14F-4D97-AF65-F5344CB8AC3E}">
        <p14:creationId xmlns:p14="http://schemas.microsoft.com/office/powerpoint/2010/main" val="155387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1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646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168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_Highlights">
    <p:spTree>
      <p:nvGrpSpPr>
        <p:cNvPr id="1" name=""/>
        <p:cNvGrpSpPr/>
        <p:nvPr/>
      </p:nvGrpSpPr>
      <p:grpSpPr>
        <a:xfrm>
          <a:off x="0" y="0"/>
          <a:ext cx="0" cy="0"/>
          <a:chOff x="0" y="0"/>
          <a:chExt cx="0" cy="0"/>
        </a:xfrm>
      </p:grpSpPr>
      <p:pic>
        <p:nvPicPr>
          <p:cNvPr id="3" name="Picture 2" descr="A picture containing water, large, cloudy, knife&#10;&#10;Description automatically generated">
            <a:extLst>
              <a:ext uri="{FF2B5EF4-FFF2-40B4-BE49-F238E27FC236}">
                <a16:creationId xmlns:a16="http://schemas.microsoft.com/office/drawing/2014/main" id="{68144969-A0D3-46EA-A91F-7C6427871088}"/>
              </a:ext>
            </a:extLst>
          </p:cNvPr>
          <p:cNvPicPr>
            <a:picLocks noChangeAspect="1"/>
          </p:cNvPicPr>
          <p:nvPr/>
        </p:nvPicPr>
        <p:blipFill rotWithShape="1">
          <a:blip r:embed="rId2">
            <a:extLst>
              <a:ext uri="{28A0092B-C50C-407E-A947-70E740481C1C}">
                <a14:useLocalDpi xmlns:a14="http://schemas.microsoft.com/office/drawing/2010/main" val="0"/>
              </a:ext>
            </a:extLst>
          </a:blip>
          <a:srcRect r="43031"/>
          <a:stretch/>
        </p:blipFill>
        <p:spPr>
          <a:xfrm rot="16200000" flipH="1">
            <a:off x="-1442699" y="1442699"/>
            <a:ext cx="6858000" cy="3972603"/>
          </a:xfrm>
          <a:prstGeom prst="rect">
            <a:avLst/>
          </a:prstGeom>
        </p:spPr>
      </p:pic>
    </p:spTree>
    <p:extLst>
      <p:ext uri="{BB962C8B-B14F-4D97-AF65-F5344CB8AC3E}">
        <p14:creationId xmlns:p14="http://schemas.microsoft.com/office/powerpoint/2010/main" val="425864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2_Highligh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93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title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5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userDrawn="1">
  <p:cSld name="Statique_Vide">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5" y="762001"/>
            <a:ext cx="4193116" cy="2669116"/>
          </a:xfrm>
        </p:spPr>
        <p:txBody>
          <a:bodyPr>
            <a:noAutofit/>
          </a:bodyPr>
          <a:lstStyle>
            <a:lvl1pPr algn="l">
              <a:lnSpc>
                <a:spcPct val="85000"/>
              </a:lnSpc>
              <a:defRPr sz="6000" baseline="0">
                <a:solidFill>
                  <a:schemeClr val="accent1"/>
                </a:solidFill>
              </a:defRPr>
            </a:lvl1pPr>
          </a:lstStyle>
          <a:p>
            <a:r>
              <a:rPr lang="fr-FR" noProof="0"/>
              <a:t>Modifier le titre</a:t>
            </a:r>
          </a:p>
        </p:txBody>
      </p:sp>
      <p:sp>
        <p:nvSpPr>
          <p:cNvPr id="17" name="Text Placeholder"/>
          <p:cNvSpPr>
            <a:spLocks noGrp="1"/>
          </p:cNvSpPr>
          <p:nvPr>
            <p:ph type="body" sz="quarter" idx="16" hasCustomPrompt="1"/>
          </p:nvPr>
        </p:nvSpPr>
        <p:spPr>
          <a:xfrm>
            <a:off x="759885" y="3814234"/>
            <a:ext cx="4193116" cy="753532"/>
          </a:xfrm>
        </p:spPr>
        <p:txBody>
          <a:bodyPr/>
          <a:lstStyle>
            <a:lvl1pPr>
              <a:defRPr/>
            </a:lvl1pPr>
          </a:lstStyle>
          <a:p>
            <a:pPr lvl="0"/>
            <a:r>
              <a:rPr lang="fr-FR" noProof="0"/>
              <a:t>Modifier le texte</a:t>
            </a:r>
          </a:p>
          <a:p>
            <a:pPr marL="0" marR="0" lvl="1" indent="0" algn="l" defTabSz="1219170" rtl="0" eaLnBrk="1" fontAlgn="auto" latinLnBrk="0" hangingPunct="1">
              <a:lnSpc>
                <a:spcPct val="90000"/>
              </a:lnSpc>
              <a:spcBef>
                <a:spcPts val="800"/>
              </a:spcBef>
              <a:spcAft>
                <a:spcPts val="0"/>
              </a:spcAft>
              <a:buClr>
                <a:srgbClr val="FFFFFF"/>
              </a:buClr>
              <a:buSzPct val="25000"/>
              <a:buFont typeface="Calibri" panose="020F0502020204030204" pitchFamily="34" charset="0"/>
              <a:buNone/>
              <a:tabLst/>
              <a:defRPr/>
            </a:pPr>
            <a:r>
              <a:rPr kumimoji="0" lang="fr-FR" sz="1867" b="0" i="0" u="none" strike="noStrike" kern="1200" cap="none" spc="-27" normalizeH="0" baseline="0" noProof="0">
                <a:ln>
                  <a:noFill/>
                </a:ln>
                <a:solidFill>
                  <a:srgbClr val="FFFFFF"/>
                </a:solidFill>
                <a:effectLst/>
                <a:uLnTx/>
                <a:uFillTx/>
                <a:latin typeface="Helvetica 75 Bold" panose="020B0804020202020204" pitchFamily="34" charset="0"/>
                <a:ea typeface="+mn-ea"/>
                <a:cs typeface="+mn-cs"/>
              </a:rPr>
              <a:t>Deuxième niveau</a:t>
            </a:r>
          </a:p>
        </p:txBody>
      </p:sp>
    </p:spTree>
    <p:extLst>
      <p:ext uri="{BB962C8B-B14F-4D97-AF65-F5344CB8AC3E}">
        <p14:creationId xmlns:p14="http://schemas.microsoft.com/office/powerpoint/2010/main" val="43547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a:t>Cliquez pour modifier le titre</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148304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type="tx">
  <p:cSld name="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011279"/>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Static_Pixel_3">
    <p:spTree>
      <p:nvGrpSpPr>
        <p:cNvPr id="1" name=""/>
        <p:cNvGrpSpPr/>
        <p:nvPr/>
      </p:nvGrpSpPr>
      <p:grpSpPr>
        <a:xfrm>
          <a:off x="0" y="0"/>
          <a:ext cx="0" cy="0"/>
          <a:chOff x="0" y="0"/>
          <a:chExt cx="0" cy="0"/>
        </a:xfrm>
      </p:grpSpPr>
      <p:grpSp>
        <p:nvGrpSpPr>
          <p:cNvPr id="4" name="Pixels">
            <a:extLst>
              <a:ext uri="{FF2B5EF4-FFF2-40B4-BE49-F238E27FC236}">
                <a16:creationId xmlns:a16="http://schemas.microsoft.com/office/drawing/2014/main" id="{80023CF7-7612-8302-F95B-0871E6544CEF}"/>
              </a:ext>
            </a:extLst>
          </p:cNvPr>
          <p:cNvGrpSpPr>
            <a:grpSpLocks noGrp="1" noUngrp="1" noRot="1" noMove="1" noResize="1"/>
          </p:cNvGrpSpPr>
          <p:nvPr userDrawn="1"/>
        </p:nvGrpSpPr>
        <p:grpSpPr>
          <a:xfrm>
            <a:off x="0" y="0"/>
            <a:ext cx="12192000" cy="6858000"/>
            <a:chOff x="0" y="0"/>
            <a:chExt cx="9144000" cy="5143500"/>
          </a:xfrm>
          <a:solidFill>
            <a:schemeClr val="bg1"/>
          </a:solidFill>
        </p:grpSpPr>
        <p:sp>
          <p:nvSpPr>
            <p:cNvPr id="5" name="Freeform: Shape 4">
              <a:extLst>
                <a:ext uri="{FF2B5EF4-FFF2-40B4-BE49-F238E27FC236}">
                  <a16:creationId xmlns:a16="http://schemas.microsoft.com/office/drawing/2014/main" id="{4CC2E27B-4395-7DF3-6D83-759A410A0A29}"/>
                </a:ext>
              </a:extLst>
            </p:cNvPr>
            <p:cNvSpPr>
              <a:spLocks noGrp="1" noRot="1" noMove="1" noResize="1" noEditPoints="1" noAdjustHandles="1" noChangeArrowheads="1" noChangeShapeType="1"/>
            </p:cNvSpPr>
            <p:nvPr/>
          </p:nvSpPr>
          <p:spPr>
            <a:xfrm>
              <a:off x="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 name="Freeform: Shape 5">
              <a:extLst>
                <a:ext uri="{FF2B5EF4-FFF2-40B4-BE49-F238E27FC236}">
                  <a16:creationId xmlns:a16="http://schemas.microsoft.com/office/drawing/2014/main" id="{8BF3D1FD-D1E4-FFA4-6940-83AB4F678D00}"/>
                </a:ext>
              </a:extLst>
            </p:cNvPr>
            <p:cNvSpPr>
              <a:spLocks noGrp="1" noRot="1" noMove="1" noResize="1" noEditPoints="1" noAdjustHandles="1" noChangeArrowheads="1" noChangeShapeType="1"/>
            </p:cNvSpPr>
            <p:nvPr/>
          </p:nvSpPr>
          <p:spPr>
            <a:xfrm>
              <a:off x="1143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 name="Freeform: Shape 6">
              <a:extLst>
                <a:ext uri="{FF2B5EF4-FFF2-40B4-BE49-F238E27FC236}">
                  <a16:creationId xmlns:a16="http://schemas.microsoft.com/office/drawing/2014/main" id="{3C8E39FF-3524-AEA5-18EC-EAEB91C7FD7D}"/>
                </a:ext>
              </a:extLst>
            </p:cNvPr>
            <p:cNvSpPr>
              <a:spLocks noGrp="1" noRot="1" noMove="1" noResize="1" noEditPoints="1" noAdjustHandles="1" noChangeArrowheads="1" noChangeShapeType="1"/>
            </p:cNvSpPr>
            <p:nvPr/>
          </p:nvSpPr>
          <p:spPr>
            <a:xfrm>
              <a:off x="2286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 name="Freeform: Shape 7">
              <a:extLst>
                <a:ext uri="{FF2B5EF4-FFF2-40B4-BE49-F238E27FC236}">
                  <a16:creationId xmlns:a16="http://schemas.microsoft.com/office/drawing/2014/main" id="{71819311-1017-0AB7-26F6-F2420B7F1CE9}"/>
                </a:ext>
              </a:extLst>
            </p:cNvPr>
            <p:cNvSpPr>
              <a:spLocks noGrp="1" noRot="1" noMove="1" noResize="1" noEditPoints="1" noAdjustHandles="1" noChangeArrowheads="1" noChangeShapeType="1"/>
            </p:cNvSpPr>
            <p:nvPr/>
          </p:nvSpPr>
          <p:spPr>
            <a:xfrm>
              <a:off x="3429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 name="Freeform: Shape 8">
              <a:extLst>
                <a:ext uri="{FF2B5EF4-FFF2-40B4-BE49-F238E27FC236}">
                  <a16:creationId xmlns:a16="http://schemas.microsoft.com/office/drawing/2014/main" id="{93EB674F-5D48-8DFD-1485-B89760ACF3E5}"/>
                </a:ext>
              </a:extLst>
            </p:cNvPr>
            <p:cNvSpPr>
              <a:spLocks noGrp="1" noRot="1" noMove="1" noResize="1" noEditPoints="1" noAdjustHandles="1" noChangeArrowheads="1" noChangeShapeType="1"/>
            </p:cNvSpPr>
            <p:nvPr/>
          </p:nvSpPr>
          <p:spPr>
            <a:xfrm>
              <a:off x="4572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 name="Freeform: Shape 9">
              <a:extLst>
                <a:ext uri="{FF2B5EF4-FFF2-40B4-BE49-F238E27FC236}">
                  <a16:creationId xmlns:a16="http://schemas.microsoft.com/office/drawing/2014/main" id="{157E337E-130C-3CA5-9EC8-0EDD44060FFC}"/>
                </a:ext>
              </a:extLst>
            </p:cNvPr>
            <p:cNvSpPr>
              <a:spLocks noGrp="1" noRot="1" noMove="1" noResize="1" noEditPoints="1" noAdjustHandles="1" noChangeArrowheads="1" noChangeShapeType="1"/>
            </p:cNvSpPr>
            <p:nvPr/>
          </p:nvSpPr>
          <p:spPr>
            <a:xfrm>
              <a:off x="5715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 name="Freeform: Shape 10">
              <a:extLst>
                <a:ext uri="{FF2B5EF4-FFF2-40B4-BE49-F238E27FC236}">
                  <a16:creationId xmlns:a16="http://schemas.microsoft.com/office/drawing/2014/main" id="{483EDB89-955F-2CE4-3342-BD6138DC894F}"/>
                </a:ext>
              </a:extLst>
            </p:cNvPr>
            <p:cNvSpPr>
              <a:spLocks noGrp="1" noRot="1" noMove="1" noResize="1" noEditPoints="1" noAdjustHandles="1" noChangeArrowheads="1" noChangeShapeType="1"/>
            </p:cNvSpPr>
            <p:nvPr/>
          </p:nvSpPr>
          <p:spPr>
            <a:xfrm>
              <a:off x="6858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2" name="Freeform: Shape 11">
              <a:extLst>
                <a:ext uri="{FF2B5EF4-FFF2-40B4-BE49-F238E27FC236}">
                  <a16:creationId xmlns:a16="http://schemas.microsoft.com/office/drawing/2014/main" id="{BABE0AFD-E86B-2118-991D-E4743DD42F7C}"/>
                </a:ext>
              </a:extLst>
            </p:cNvPr>
            <p:cNvSpPr>
              <a:spLocks noGrp="1" noRot="1" noMove="1" noResize="1" noEditPoints="1" noAdjustHandles="1" noChangeArrowheads="1" noChangeShapeType="1"/>
            </p:cNvSpPr>
            <p:nvPr/>
          </p:nvSpPr>
          <p:spPr>
            <a:xfrm>
              <a:off x="80010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 name="Freeform: Shape 12">
              <a:extLst>
                <a:ext uri="{FF2B5EF4-FFF2-40B4-BE49-F238E27FC236}">
                  <a16:creationId xmlns:a16="http://schemas.microsoft.com/office/drawing/2014/main" id="{784DEBAA-C802-7978-083A-DAC033EDB77E}"/>
                </a:ext>
              </a:extLst>
            </p:cNvPr>
            <p:cNvSpPr>
              <a:spLocks noGrp="1" noRot="1" noMove="1" noResize="1" noEditPoints="1" noAdjustHandles="1" noChangeArrowheads="1" noChangeShapeType="1"/>
            </p:cNvSpPr>
            <p:nvPr/>
          </p:nvSpPr>
          <p:spPr>
            <a:xfrm>
              <a:off x="571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 name="Freeform: Shape 13">
              <a:extLst>
                <a:ext uri="{FF2B5EF4-FFF2-40B4-BE49-F238E27FC236}">
                  <a16:creationId xmlns:a16="http://schemas.microsoft.com/office/drawing/2014/main" id="{F9B3A7F1-9EBC-8709-C2A7-8CE497D300E0}"/>
                </a:ext>
              </a:extLst>
            </p:cNvPr>
            <p:cNvSpPr>
              <a:spLocks noGrp="1" noRot="1" noMove="1" noResize="1" noEditPoints="1" noAdjustHandles="1" noChangeArrowheads="1" noChangeShapeType="1"/>
            </p:cNvSpPr>
            <p:nvPr/>
          </p:nvSpPr>
          <p:spPr>
            <a:xfrm>
              <a:off x="1714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5" name="Freeform: Shape 14">
              <a:extLst>
                <a:ext uri="{FF2B5EF4-FFF2-40B4-BE49-F238E27FC236}">
                  <a16:creationId xmlns:a16="http://schemas.microsoft.com/office/drawing/2014/main" id="{EC36CADF-E1B5-45DE-22F1-5BF0E00B970C}"/>
                </a:ext>
              </a:extLst>
            </p:cNvPr>
            <p:cNvSpPr>
              <a:spLocks noGrp="1" noRot="1" noMove="1" noResize="1" noEditPoints="1" noAdjustHandles="1" noChangeArrowheads="1" noChangeShapeType="1"/>
            </p:cNvSpPr>
            <p:nvPr/>
          </p:nvSpPr>
          <p:spPr>
            <a:xfrm>
              <a:off x="2857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6" name="Freeform: Shape 15">
              <a:extLst>
                <a:ext uri="{FF2B5EF4-FFF2-40B4-BE49-F238E27FC236}">
                  <a16:creationId xmlns:a16="http://schemas.microsoft.com/office/drawing/2014/main" id="{DBFA19A1-E498-4764-62E9-D42DB52BDDF3}"/>
                </a:ext>
              </a:extLst>
            </p:cNvPr>
            <p:cNvSpPr>
              <a:spLocks noGrp="1" noRot="1" noMove="1" noResize="1" noEditPoints="1" noAdjustHandles="1" noChangeArrowheads="1" noChangeShapeType="1"/>
            </p:cNvSpPr>
            <p:nvPr/>
          </p:nvSpPr>
          <p:spPr>
            <a:xfrm>
              <a:off x="4000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7" name="Freeform: Shape 16">
              <a:extLst>
                <a:ext uri="{FF2B5EF4-FFF2-40B4-BE49-F238E27FC236}">
                  <a16:creationId xmlns:a16="http://schemas.microsoft.com/office/drawing/2014/main" id="{637BC41C-70A5-3BD8-9943-67ADE27957DE}"/>
                </a:ext>
              </a:extLst>
            </p:cNvPr>
            <p:cNvSpPr>
              <a:spLocks noGrp="1" noRot="1" noMove="1" noResize="1" noEditPoints="1" noAdjustHandles="1" noChangeArrowheads="1" noChangeShapeType="1"/>
            </p:cNvSpPr>
            <p:nvPr/>
          </p:nvSpPr>
          <p:spPr>
            <a:xfrm>
              <a:off x="5143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18" name="Freeform: Shape 17">
              <a:extLst>
                <a:ext uri="{FF2B5EF4-FFF2-40B4-BE49-F238E27FC236}">
                  <a16:creationId xmlns:a16="http://schemas.microsoft.com/office/drawing/2014/main" id="{F226CD17-7C08-90E4-8776-B1DF1D2EAA96}"/>
                </a:ext>
              </a:extLst>
            </p:cNvPr>
            <p:cNvSpPr>
              <a:spLocks noGrp="1" noRot="1" noMove="1" noResize="1" noEditPoints="1" noAdjustHandles="1" noChangeArrowheads="1" noChangeShapeType="1"/>
            </p:cNvSpPr>
            <p:nvPr/>
          </p:nvSpPr>
          <p:spPr>
            <a:xfrm>
              <a:off x="6286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9" name="Freeform: Shape 18">
              <a:extLst>
                <a:ext uri="{FF2B5EF4-FFF2-40B4-BE49-F238E27FC236}">
                  <a16:creationId xmlns:a16="http://schemas.microsoft.com/office/drawing/2014/main" id="{678C7BAC-D52C-901A-0CE8-0688DC727975}"/>
                </a:ext>
              </a:extLst>
            </p:cNvPr>
            <p:cNvSpPr>
              <a:spLocks noGrp="1" noRot="1" noMove="1" noResize="1" noEditPoints="1" noAdjustHandles="1" noChangeArrowheads="1" noChangeShapeType="1"/>
            </p:cNvSpPr>
            <p:nvPr/>
          </p:nvSpPr>
          <p:spPr>
            <a:xfrm>
              <a:off x="7429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20" name="Freeform: Shape 19">
              <a:extLst>
                <a:ext uri="{FF2B5EF4-FFF2-40B4-BE49-F238E27FC236}">
                  <a16:creationId xmlns:a16="http://schemas.microsoft.com/office/drawing/2014/main" id="{79320A07-E23B-606D-EF1D-BC8C0C21401B}"/>
                </a:ext>
              </a:extLst>
            </p:cNvPr>
            <p:cNvSpPr>
              <a:spLocks noGrp="1" noRot="1" noMove="1" noResize="1" noEditPoints="1" noAdjustHandles="1" noChangeArrowheads="1" noChangeShapeType="1"/>
            </p:cNvSpPr>
            <p:nvPr/>
          </p:nvSpPr>
          <p:spPr>
            <a:xfrm>
              <a:off x="85725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1" name="Freeform: Shape 20">
              <a:extLst>
                <a:ext uri="{FF2B5EF4-FFF2-40B4-BE49-F238E27FC236}">
                  <a16:creationId xmlns:a16="http://schemas.microsoft.com/office/drawing/2014/main" id="{97451A6B-C7AE-AF4C-AA48-EC8677F3DEF4}"/>
                </a:ext>
              </a:extLst>
            </p:cNvPr>
            <p:cNvSpPr>
              <a:spLocks noGrp="1" noRot="1" noMove="1" noResize="1" noEditPoints="1" noAdjustHandles="1" noChangeArrowheads="1" noChangeShapeType="1"/>
            </p:cNvSpPr>
            <p:nvPr/>
          </p:nvSpPr>
          <p:spPr>
            <a:xfrm>
              <a:off x="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bg1"/>
            </a:solidFill>
            <a:ln w="4763" cap="flat">
              <a:noFill/>
              <a:prstDash val="solid"/>
              <a:miter/>
            </a:ln>
          </p:spPr>
          <p:txBody>
            <a:bodyPr rtlCol="0" anchor="ctr"/>
            <a:lstStyle/>
            <a:p>
              <a:endParaRPr lang="fr-FR" sz="2400"/>
            </a:p>
          </p:txBody>
        </p:sp>
        <p:sp>
          <p:nvSpPr>
            <p:cNvPr id="22" name="Freeform: Shape 21">
              <a:extLst>
                <a:ext uri="{FF2B5EF4-FFF2-40B4-BE49-F238E27FC236}">
                  <a16:creationId xmlns:a16="http://schemas.microsoft.com/office/drawing/2014/main" id="{3C6B2764-FA46-2EAA-0A27-2D3A30A033D5}"/>
                </a:ext>
              </a:extLst>
            </p:cNvPr>
            <p:cNvSpPr>
              <a:spLocks noGrp="1" noRot="1" noMove="1" noResize="1" noEditPoints="1" noAdjustHandles="1" noChangeArrowheads="1" noChangeShapeType="1"/>
            </p:cNvSpPr>
            <p:nvPr/>
          </p:nvSpPr>
          <p:spPr>
            <a:xfrm>
              <a:off x="1143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3" name="Freeform: Shape 22">
              <a:extLst>
                <a:ext uri="{FF2B5EF4-FFF2-40B4-BE49-F238E27FC236}">
                  <a16:creationId xmlns:a16="http://schemas.microsoft.com/office/drawing/2014/main" id="{FF7588DD-7150-F5B4-E02A-F3019E326C1B}"/>
                </a:ext>
              </a:extLst>
            </p:cNvPr>
            <p:cNvSpPr>
              <a:spLocks noGrp="1" noRot="1" noMove="1" noResize="1" noEditPoints="1" noAdjustHandles="1" noChangeArrowheads="1" noChangeShapeType="1"/>
            </p:cNvSpPr>
            <p:nvPr/>
          </p:nvSpPr>
          <p:spPr>
            <a:xfrm>
              <a:off x="2286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4" name="Freeform: Shape 23">
              <a:extLst>
                <a:ext uri="{FF2B5EF4-FFF2-40B4-BE49-F238E27FC236}">
                  <a16:creationId xmlns:a16="http://schemas.microsoft.com/office/drawing/2014/main" id="{C34CDA98-79DE-3F77-162B-CA755D5C3DF5}"/>
                </a:ext>
              </a:extLst>
            </p:cNvPr>
            <p:cNvSpPr>
              <a:spLocks noGrp="1" noRot="1" noMove="1" noResize="1" noEditPoints="1" noAdjustHandles="1" noChangeArrowheads="1" noChangeShapeType="1"/>
            </p:cNvSpPr>
            <p:nvPr/>
          </p:nvSpPr>
          <p:spPr>
            <a:xfrm>
              <a:off x="3429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5" name="Freeform: Shape 24">
              <a:extLst>
                <a:ext uri="{FF2B5EF4-FFF2-40B4-BE49-F238E27FC236}">
                  <a16:creationId xmlns:a16="http://schemas.microsoft.com/office/drawing/2014/main" id="{911C1296-B7D7-330C-E227-96D9970038B9}"/>
                </a:ext>
              </a:extLst>
            </p:cNvPr>
            <p:cNvSpPr>
              <a:spLocks noGrp="1" noRot="1" noMove="1" noResize="1" noEditPoints="1" noAdjustHandles="1" noChangeArrowheads="1" noChangeShapeType="1"/>
            </p:cNvSpPr>
            <p:nvPr/>
          </p:nvSpPr>
          <p:spPr>
            <a:xfrm>
              <a:off x="4572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6" name="Freeform: Shape 25">
              <a:extLst>
                <a:ext uri="{FF2B5EF4-FFF2-40B4-BE49-F238E27FC236}">
                  <a16:creationId xmlns:a16="http://schemas.microsoft.com/office/drawing/2014/main" id="{494902A0-9A51-B61C-0257-384D26269649}"/>
                </a:ext>
              </a:extLst>
            </p:cNvPr>
            <p:cNvSpPr>
              <a:spLocks noGrp="1" noRot="1" noMove="1" noResize="1" noEditPoints="1" noAdjustHandles="1" noChangeArrowheads="1" noChangeShapeType="1"/>
            </p:cNvSpPr>
            <p:nvPr/>
          </p:nvSpPr>
          <p:spPr>
            <a:xfrm>
              <a:off x="5715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7" name="Freeform: Shape 26">
              <a:extLst>
                <a:ext uri="{FF2B5EF4-FFF2-40B4-BE49-F238E27FC236}">
                  <a16:creationId xmlns:a16="http://schemas.microsoft.com/office/drawing/2014/main" id="{709B6248-FB82-5581-D52B-70EB740D4E9E}"/>
                </a:ext>
              </a:extLst>
            </p:cNvPr>
            <p:cNvSpPr>
              <a:spLocks noGrp="1" noRot="1" noMove="1" noResize="1" noEditPoints="1" noAdjustHandles="1" noChangeArrowheads="1" noChangeShapeType="1"/>
            </p:cNvSpPr>
            <p:nvPr/>
          </p:nvSpPr>
          <p:spPr>
            <a:xfrm>
              <a:off x="6858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8" name="Freeform: Shape 27">
              <a:extLst>
                <a:ext uri="{FF2B5EF4-FFF2-40B4-BE49-F238E27FC236}">
                  <a16:creationId xmlns:a16="http://schemas.microsoft.com/office/drawing/2014/main" id="{B5932B7F-7982-771A-BD08-9D0CABBB4FC9}"/>
                </a:ext>
              </a:extLst>
            </p:cNvPr>
            <p:cNvSpPr>
              <a:spLocks noGrp="1" noRot="1" noMove="1" noResize="1" noEditPoints="1" noAdjustHandles="1" noChangeArrowheads="1" noChangeShapeType="1"/>
            </p:cNvSpPr>
            <p:nvPr/>
          </p:nvSpPr>
          <p:spPr>
            <a:xfrm>
              <a:off x="80010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29" name="Freeform: Shape 28">
              <a:extLst>
                <a:ext uri="{FF2B5EF4-FFF2-40B4-BE49-F238E27FC236}">
                  <a16:creationId xmlns:a16="http://schemas.microsoft.com/office/drawing/2014/main" id="{B7F4DE5F-C1C7-465C-D290-6334C9A3477F}"/>
                </a:ext>
              </a:extLst>
            </p:cNvPr>
            <p:cNvSpPr>
              <a:spLocks noGrp="1" noRot="1" noMove="1" noResize="1" noEditPoints="1" noAdjustHandles="1" noChangeArrowheads="1" noChangeShapeType="1"/>
            </p:cNvSpPr>
            <p:nvPr/>
          </p:nvSpPr>
          <p:spPr>
            <a:xfrm>
              <a:off x="571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0" name="Freeform: Shape 29">
              <a:extLst>
                <a:ext uri="{FF2B5EF4-FFF2-40B4-BE49-F238E27FC236}">
                  <a16:creationId xmlns:a16="http://schemas.microsoft.com/office/drawing/2014/main" id="{4276BAD6-AB43-684E-73A2-D8B57DD77B92}"/>
                </a:ext>
              </a:extLst>
            </p:cNvPr>
            <p:cNvSpPr>
              <a:spLocks noGrp="1" noRot="1" noMove="1" noResize="1" noEditPoints="1" noAdjustHandles="1" noChangeArrowheads="1" noChangeShapeType="1"/>
            </p:cNvSpPr>
            <p:nvPr/>
          </p:nvSpPr>
          <p:spPr>
            <a:xfrm>
              <a:off x="1714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1" name="Freeform: Shape 30">
              <a:extLst>
                <a:ext uri="{FF2B5EF4-FFF2-40B4-BE49-F238E27FC236}">
                  <a16:creationId xmlns:a16="http://schemas.microsoft.com/office/drawing/2014/main" id="{A69A8C06-9B23-DE0F-0350-26AE469FA837}"/>
                </a:ext>
              </a:extLst>
            </p:cNvPr>
            <p:cNvSpPr>
              <a:spLocks noGrp="1" noRot="1" noMove="1" noResize="1" noEditPoints="1" noAdjustHandles="1" noChangeArrowheads="1" noChangeShapeType="1"/>
            </p:cNvSpPr>
            <p:nvPr/>
          </p:nvSpPr>
          <p:spPr>
            <a:xfrm>
              <a:off x="2857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2" name="Freeform: Shape 31">
              <a:extLst>
                <a:ext uri="{FF2B5EF4-FFF2-40B4-BE49-F238E27FC236}">
                  <a16:creationId xmlns:a16="http://schemas.microsoft.com/office/drawing/2014/main" id="{FAAFF054-CEAC-9A3F-3F43-7BE334A7BB6E}"/>
                </a:ext>
              </a:extLst>
            </p:cNvPr>
            <p:cNvSpPr>
              <a:spLocks noGrp="1" noRot="1" noMove="1" noResize="1" noEditPoints="1" noAdjustHandles="1" noChangeArrowheads="1" noChangeShapeType="1"/>
            </p:cNvSpPr>
            <p:nvPr/>
          </p:nvSpPr>
          <p:spPr>
            <a:xfrm>
              <a:off x="4000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3" name="Freeform: Shape 32">
              <a:extLst>
                <a:ext uri="{FF2B5EF4-FFF2-40B4-BE49-F238E27FC236}">
                  <a16:creationId xmlns:a16="http://schemas.microsoft.com/office/drawing/2014/main" id="{74D45256-CBD4-8A2E-D3D0-112FA2B112BD}"/>
                </a:ext>
              </a:extLst>
            </p:cNvPr>
            <p:cNvSpPr>
              <a:spLocks noGrp="1" noRot="1" noMove="1" noResize="1" noEditPoints="1" noAdjustHandles="1" noChangeArrowheads="1" noChangeShapeType="1"/>
            </p:cNvSpPr>
            <p:nvPr/>
          </p:nvSpPr>
          <p:spPr>
            <a:xfrm>
              <a:off x="5143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4" name="Freeform: Shape 33">
              <a:extLst>
                <a:ext uri="{FF2B5EF4-FFF2-40B4-BE49-F238E27FC236}">
                  <a16:creationId xmlns:a16="http://schemas.microsoft.com/office/drawing/2014/main" id="{72DE4B20-11C7-2D0A-6DFA-3D2E2072C1A0}"/>
                </a:ext>
              </a:extLst>
            </p:cNvPr>
            <p:cNvSpPr>
              <a:spLocks noGrp="1" noRot="1" noMove="1" noResize="1" noEditPoints="1" noAdjustHandles="1" noChangeArrowheads="1" noChangeShapeType="1"/>
            </p:cNvSpPr>
            <p:nvPr/>
          </p:nvSpPr>
          <p:spPr>
            <a:xfrm>
              <a:off x="6286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5" name="Freeform: Shape 34">
              <a:extLst>
                <a:ext uri="{FF2B5EF4-FFF2-40B4-BE49-F238E27FC236}">
                  <a16:creationId xmlns:a16="http://schemas.microsoft.com/office/drawing/2014/main" id="{B27D7E1C-FAAD-C77F-0C5F-DD9489B7CF60}"/>
                </a:ext>
              </a:extLst>
            </p:cNvPr>
            <p:cNvSpPr>
              <a:spLocks noGrp="1" noRot="1" noMove="1" noResize="1" noEditPoints="1" noAdjustHandles="1" noChangeArrowheads="1" noChangeShapeType="1"/>
            </p:cNvSpPr>
            <p:nvPr/>
          </p:nvSpPr>
          <p:spPr>
            <a:xfrm>
              <a:off x="7429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6" name="Freeform: Shape 35">
              <a:extLst>
                <a:ext uri="{FF2B5EF4-FFF2-40B4-BE49-F238E27FC236}">
                  <a16:creationId xmlns:a16="http://schemas.microsoft.com/office/drawing/2014/main" id="{7DE50B40-52C1-23E8-73BD-0A1A7D59EC6C}"/>
                </a:ext>
              </a:extLst>
            </p:cNvPr>
            <p:cNvSpPr>
              <a:spLocks noGrp="1" noRot="1" noMove="1" noResize="1" noEditPoints="1" noAdjustHandles="1" noChangeArrowheads="1" noChangeShapeType="1"/>
            </p:cNvSpPr>
            <p:nvPr/>
          </p:nvSpPr>
          <p:spPr>
            <a:xfrm>
              <a:off x="85725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7" name="Freeform: Shape 36">
              <a:extLst>
                <a:ext uri="{FF2B5EF4-FFF2-40B4-BE49-F238E27FC236}">
                  <a16:creationId xmlns:a16="http://schemas.microsoft.com/office/drawing/2014/main" id="{6CFDC0E6-F85A-205E-D18F-6307FCF914E4}"/>
                </a:ext>
              </a:extLst>
            </p:cNvPr>
            <p:cNvSpPr>
              <a:spLocks noGrp="1" noRot="1" noMove="1" noResize="1" noEditPoints="1" noAdjustHandles="1" noChangeArrowheads="1" noChangeShapeType="1"/>
            </p:cNvSpPr>
            <p:nvPr/>
          </p:nvSpPr>
          <p:spPr>
            <a:xfrm>
              <a:off x="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8" name="Freeform: Shape 37">
              <a:extLst>
                <a:ext uri="{FF2B5EF4-FFF2-40B4-BE49-F238E27FC236}">
                  <a16:creationId xmlns:a16="http://schemas.microsoft.com/office/drawing/2014/main" id="{5F70D294-5F33-51AC-A6C6-49C8EB03AA43}"/>
                </a:ext>
              </a:extLst>
            </p:cNvPr>
            <p:cNvSpPr>
              <a:spLocks noGrp="1" noRot="1" noMove="1" noResize="1" noEditPoints="1" noAdjustHandles="1" noChangeArrowheads="1" noChangeShapeType="1"/>
            </p:cNvSpPr>
            <p:nvPr/>
          </p:nvSpPr>
          <p:spPr>
            <a:xfrm>
              <a:off x="1143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39" name="Freeform: Shape 38">
              <a:extLst>
                <a:ext uri="{FF2B5EF4-FFF2-40B4-BE49-F238E27FC236}">
                  <a16:creationId xmlns:a16="http://schemas.microsoft.com/office/drawing/2014/main" id="{280994CA-8A30-FC83-048F-D174251414E5}"/>
                </a:ext>
              </a:extLst>
            </p:cNvPr>
            <p:cNvSpPr>
              <a:spLocks noGrp="1" noRot="1" noMove="1" noResize="1" noEditPoints="1" noAdjustHandles="1" noChangeArrowheads="1" noChangeShapeType="1"/>
            </p:cNvSpPr>
            <p:nvPr/>
          </p:nvSpPr>
          <p:spPr>
            <a:xfrm>
              <a:off x="2286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0" name="Freeform: Shape 39">
              <a:extLst>
                <a:ext uri="{FF2B5EF4-FFF2-40B4-BE49-F238E27FC236}">
                  <a16:creationId xmlns:a16="http://schemas.microsoft.com/office/drawing/2014/main" id="{94CF7AB2-1246-4B2F-7054-7671CE93D699}"/>
                </a:ext>
              </a:extLst>
            </p:cNvPr>
            <p:cNvSpPr>
              <a:spLocks noGrp="1" noRot="1" noMove="1" noResize="1" noEditPoints="1" noAdjustHandles="1" noChangeArrowheads="1" noChangeShapeType="1"/>
            </p:cNvSpPr>
            <p:nvPr/>
          </p:nvSpPr>
          <p:spPr>
            <a:xfrm>
              <a:off x="3429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1" name="Freeform: Shape 40">
              <a:extLst>
                <a:ext uri="{FF2B5EF4-FFF2-40B4-BE49-F238E27FC236}">
                  <a16:creationId xmlns:a16="http://schemas.microsoft.com/office/drawing/2014/main" id="{49420820-55B2-EA10-2AC5-4975425FEEAC}"/>
                </a:ext>
              </a:extLst>
            </p:cNvPr>
            <p:cNvSpPr>
              <a:spLocks noGrp="1" noRot="1" noMove="1" noResize="1" noEditPoints="1" noAdjustHandles="1" noChangeArrowheads="1" noChangeShapeType="1"/>
            </p:cNvSpPr>
            <p:nvPr/>
          </p:nvSpPr>
          <p:spPr>
            <a:xfrm>
              <a:off x="4572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2" name="Freeform: Shape 41">
              <a:extLst>
                <a:ext uri="{FF2B5EF4-FFF2-40B4-BE49-F238E27FC236}">
                  <a16:creationId xmlns:a16="http://schemas.microsoft.com/office/drawing/2014/main" id="{DD48F02F-AF54-2AC1-1605-15032403D2CD}"/>
                </a:ext>
              </a:extLst>
            </p:cNvPr>
            <p:cNvSpPr>
              <a:spLocks noGrp="1" noRot="1" noMove="1" noResize="1" noEditPoints="1" noAdjustHandles="1" noChangeArrowheads="1" noChangeShapeType="1"/>
            </p:cNvSpPr>
            <p:nvPr/>
          </p:nvSpPr>
          <p:spPr>
            <a:xfrm>
              <a:off x="5715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3" name="Freeform: Shape 42">
              <a:extLst>
                <a:ext uri="{FF2B5EF4-FFF2-40B4-BE49-F238E27FC236}">
                  <a16:creationId xmlns:a16="http://schemas.microsoft.com/office/drawing/2014/main" id="{E034E841-463A-B027-D7E3-5E1D6085A017}"/>
                </a:ext>
              </a:extLst>
            </p:cNvPr>
            <p:cNvSpPr>
              <a:spLocks noGrp="1" noRot="1" noMove="1" noResize="1" noEditPoints="1" noAdjustHandles="1" noChangeArrowheads="1" noChangeShapeType="1"/>
            </p:cNvSpPr>
            <p:nvPr/>
          </p:nvSpPr>
          <p:spPr>
            <a:xfrm>
              <a:off x="6858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4" name="Freeform: Shape 43">
              <a:extLst>
                <a:ext uri="{FF2B5EF4-FFF2-40B4-BE49-F238E27FC236}">
                  <a16:creationId xmlns:a16="http://schemas.microsoft.com/office/drawing/2014/main" id="{99A70D11-45BE-358E-F40B-DA8161BB0AEA}"/>
                </a:ext>
              </a:extLst>
            </p:cNvPr>
            <p:cNvSpPr>
              <a:spLocks noGrp="1" noRot="1" noMove="1" noResize="1" noEditPoints="1" noAdjustHandles="1" noChangeArrowheads="1" noChangeShapeType="1"/>
            </p:cNvSpPr>
            <p:nvPr/>
          </p:nvSpPr>
          <p:spPr>
            <a:xfrm>
              <a:off x="80010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5" name="Freeform: Shape 44">
              <a:extLst>
                <a:ext uri="{FF2B5EF4-FFF2-40B4-BE49-F238E27FC236}">
                  <a16:creationId xmlns:a16="http://schemas.microsoft.com/office/drawing/2014/main" id="{F8761792-DDDD-0152-87D3-2CF1A7D1AE16}"/>
                </a:ext>
              </a:extLst>
            </p:cNvPr>
            <p:cNvSpPr>
              <a:spLocks noGrp="1" noRot="1" noMove="1" noResize="1" noEditPoints="1" noAdjustHandles="1" noChangeArrowheads="1" noChangeShapeType="1"/>
            </p:cNvSpPr>
            <p:nvPr/>
          </p:nvSpPr>
          <p:spPr>
            <a:xfrm>
              <a:off x="571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6" name="Freeform: Shape 45">
              <a:extLst>
                <a:ext uri="{FF2B5EF4-FFF2-40B4-BE49-F238E27FC236}">
                  <a16:creationId xmlns:a16="http://schemas.microsoft.com/office/drawing/2014/main" id="{47F7F604-F78E-13EC-0203-222DC85FB366}"/>
                </a:ext>
              </a:extLst>
            </p:cNvPr>
            <p:cNvSpPr>
              <a:spLocks noGrp="1" noRot="1" noMove="1" noResize="1" noEditPoints="1" noAdjustHandles="1" noChangeArrowheads="1" noChangeShapeType="1"/>
            </p:cNvSpPr>
            <p:nvPr/>
          </p:nvSpPr>
          <p:spPr>
            <a:xfrm>
              <a:off x="1714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7" name="Freeform: Shape 46">
              <a:extLst>
                <a:ext uri="{FF2B5EF4-FFF2-40B4-BE49-F238E27FC236}">
                  <a16:creationId xmlns:a16="http://schemas.microsoft.com/office/drawing/2014/main" id="{287C8C18-1435-2735-6ED0-C5E091F21811}"/>
                </a:ext>
              </a:extLst>
            </p:cNvPr>
            <p:cNvSpPr>
              <a:spLocks noGrp="1" noRot="1" noMove="1" noResize="1" noEditPoints="1" noAdjustHandles="1" noChangeArrowheads="1" noChangeShapeType="1"/>
            </p:cNvSpPr>
            <p:nvPr/>
          </p:nvSpPr>
          <p:spPr>
            <a:xfrm>
              <a:off x="2857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8" name="Freeform: Shape 47">
              <a:extLst>
                <a:ext uri="{FF2B5EF4-FFF2-40B4-BE49-F238E27FC236}">
                  <a16:creationId xmlns:a16="http://schemas.microsoft.com/office/drawing/2014/main" id="{9821AA03-DD7F-2B50-D3B3-9A2FD37175A5}"/>
                </a:ext>
              </a:extLst>
            </p:cNvPr>
            <p:cNvSpPr>
              <a:spLocks noGrp="1" noRot="1" noMove="1" noResize="1" noEditPoints="1" noAdjustHandles="1" noChangeArrowheads="1" noChangeShapeType="1"/>
            </p:cNvSpPr>
            <p:nvPr/>
          </p:nvSpPr>
          <p:spPr>
            <a:xfrm>
              <a:off x="4000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49" name="Freeform: Shape 48">
              <a:extLst>
                <a:ext uri="{FF2B5EF4-FFF2-40B4-BE49-F238E27FC236}">
                  <a16:creationId xmlns:a16="http://schemas.microsoft.com/office/drawing/2014/main" id="{33AC04AD-E10C-8E4E-44D8-BC65BED07C8D}"/>
                </a:ext>
              </a:extLst>
            </p:cNvPr>
            <p:cNvSpPr>
              <a:spLocks noGrp="1" noRot="1" noMove="1" noResize="1" noEditPoints="1" noAdjustHandles="1" noChangeArrowheads="1" noChangeShapeType="1"/>
            </p:cNvSpPr>
            <p:nvPr/>
          </p:nvSpPr>
          <p:spPr>
            <a:xfrm>
              <a:off x="5143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0" name="Freeform: Shape 49">
              <a:extLst>
                <a:ext uri="{FF2B5EF4-FFF2-40B4-BE49-F238E27FC236}">
                  <a16:creationId xmlns:a16="http://schemas.microsoft.com/office/drawing/2014/main" id="{409F9026-EF4B-D92E-65BB-86B8567FDC25}"/>
                </a:ext>
              </a:extLst>
            </p:cNvPr>
            <p:cNvSpPr>
              <a:spLocks noGrp="1" noRot="1" noMove="1" noResize="1" noEditPoints="1" noAdjustHandles="1" noChangeArrowheads="1" noChangeShapeType="1"/>
            </p:cNvSpPr>
            <p:nvPr/>
          </p:nvSpPr>
          <p:spPr>
            <a:xfrm>
              <a:off x="6286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1" name="Freeform: Shape 50">
              <a:extLst>
                <a:ext uri="{FF2B5EF4-FFF2-40B4-BE49-F238E27FC236}">
                  <a16:creationId xmlns:a16="http://schemas.microsoft.com/office/drawing/2014/main" id="{167241AA-9AE7-67B5-4E25-AE7C5C8C742D}"/>
                </a:ext>
              </a:extLst>
            </p:cNvPr>
            <p:cNvSpPr>
              <a:spLocks noGrp="1" noRot="1" noMove="1" noResize="1" noEditPoints="1" noAdjustHandles="1" noChangeArrowheads="1" noChangeShapeType="1"/>
            </p:cNvSpPr>
            <p:nvPr/>
          </p:nvSpPr>
          <p:spPr>
            <a:xfrm>
              <a:off x="7429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2" name="Freeform: Shape 51">
              <a:extLst>
                <a:ext uri="{FF2B5EF4-FFF2-40B4-BE49-F238E27FC236}">
                  <a16:creationId xmlns:a16="http://schemas.microsoft.com/office/drawing/2014/main" id="{A45381A8-046B-F882-0748-4832EC5AF87B}"/>
                </a:ext>
              </a:extLst>
            </p:cNvPr>
            <p:cNvSpPr>
              <a:spLocks noGrp="1" noRot="1" noMove="1" noResize="1" noEditPoints="1" noAdjustHandles="1" noChangeArrowheads="1" noChangeShapeType="1"/>
            </p:cNvSpPr>
            <p:nvPr/>
          </p:nvSpPr>
          <p:spPr>
            <a:xfrm>
              <a:off x="85725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3" name="Freeform: Shape 52">
              <a:extLst>
                <a:ext uri="{FF2B5EF4-FFF2-40B4-BE49-F238E27FC236}">
                  <a16:creationId xmlns:a16="http://schemas.microsoft.com/office/drawing/2014/main" id="{6F05B54F-920A-F602-935C-E62E65618E83}"/>
                </a:ext>
              </a:extLst>
            </p:cNvPr>
            <p:cNvSpPr>
              <a:spLocks noGrp="1" noRot="1" noMove="1" noResize="1" noEditPoints="1" noAdjustHandles="1" noChangeArrowheads="1" noChangeShapeType="1"/>
            </p:cNvSpPr>
            <p:nvPr/>
          </p:nvSpPr>
          <p:spPr>
            <a:xfrm>
              <a:off x="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4" name="Freeform: Shape 53">
              <a:extLst>
                <a:ext uri="{FF2B5EF4-FFF2-40B4-BE49-F238E27FC236}">
                  <a16:creationId xmlns:a16="http://schemas.microsoft.com/office/drawing/2014/main" id="{7C03D694-5D5A-DD1A-FB8E-A7660B147FAB}"/>
                </a:ext>
              </a:extLst>
            </p:cNvPr>
            <p:cNvSpPr>
              <a:spLocks noGrp="1" noRot="1" noMove="1" noResize="1" noEditPoints="1" noAdjustHandles="1" noChangeArrowheads="1" noChangeShapeType="1"/>
            </p:cNvSpPr>
            <p:nvPr/>
          </p:nvSpPr>
          <p:spPr>
            <a:xfrm>
              <a:off x="1143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5" name="Freeform: Shape 54">
              <a:extLst>
                <a:ext uri="{FF2B5EF4-FFF2-40B4-BE49-F238E27FC236}">
                  <a16:creationId xmlns:a16="http://schemas.microsoft.com/office/drawing/2014/main" id="{2599918C-ED60-FB7B-A4A4-A03D96954993}"/>
                </a:ext>
              </a:extLst>
            </p:cNvPr>
            <p:cNvSpPr>
              <a:spLocks noGrp="1" noRot="1" noMove="1" noResize="1" noEditPoints="1" noAdjustHandles="1" noChangeArrowheads="1" noChangeShapeType="1"/>
            </p:cNvSpPr>
            <p:nvPr/>
          </p:nvSpPr>
          <p:spPr>
            <a:xfrm>
              <a:off x="2286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6" name="Freeform: Shape 55">
              <a:extLst>
                <a:ext uri="{FF2B5EF4-FFF2-40B4-BE49-F238E27FC236}">
                  <a16:creationId xmlns:a16="http://schemas.microsoft.com/office/drawing/2014/main" id="{6C6C59C7-A001-90B4-6F66-597B0734E327}"/>
                </a:ext>
              </a:extLst>
            </p:cNvPr>
            <p:cNvSpPr>
              <a:spLocks noGrp="1" noRot="1" noMove="1" noResize="1" noEditPoints="1" noAdjustHandles="1" noChangeArrowheads="1" noChangeShapeType="1"/>
            </p:cNvSpPr>
            <p:nvPr/>
          </p:nvSpPr>
          <p:spPr>
            <a:xfrm>
              <a:off x="3429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7" name="Freeform: Shape 56">
              <a:extLst>
                <a:ext uri="{FF2B5EF4-FFF2-40B4-BE49-F238E27FC236}">
                  <a16:creationId xmlns:a16="http://schemas.microsoft.com/office/drawing/2014/main" id="{4AE5578A-BC59-D541-F5F1-3FFD29736DA3}"/>
                </a:ext>
              </a:extLst>
            </p:cNvPr>
            <p:cNvSpPr>
              <a:spLocks noGrp="1" noRot="1" noMove="1" noResize="1" noEditPoints="1" noAdjustHandles="1" noChangeArrowheads="1" noChangeShapeType="1"/>
            </p:cNvSpPr>
            <p:nvPr/>
          </p:nvSpPr>
          <p:spPr>
            <a:xfrm>
              <a:off x="4572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8" name="Freeform: Shape 57">
              <a:extLst>
                <a:ext uri="{FF2B5EF4-FFF2-40B4-BE49-F238E27FC236}">
                  <a16:creationId xmlns:a16="http://schemas.microsoft.com/office/drawing/2014/main" id="{0CDC8994-3B1C-0738-1136-9B6E52D83047}"/>
                </a:ext>
              </a:extLst>
            </p:cNvPr>
            <p:cNvSpPr>
              <a:spLocks noGrp="1" noRot="1" noMove="1" noResize="1" noEditPoints="1" noAdjustHandles="1" noChangeArrowheads="1" noChangeShapeType="1"/>
            </p:cNvSpPr>
            <p:nvPr/>
          </p:nvSpPr>
          <p:spPr>
            <a:xfrm>
              <a:off x="5715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59" name="Freeform: Shape 58">
              <a:extLst>
                <a:ext uri="{FF2B5EF4-FFF2-40B4-BE49-F238E27FC236}">
                  <a16:creationId xmlns:a16="http://schemas.microsoft.com/office/drawing/2014/main" id="{EF61E12A-991B-1F4A-F902-CBBD88A19393}"/>
                </a:ext>
              </a:extLst>
            </p:cNvPr>
            <p:cNvSpPr>
              <a:spLocks noGrp="1" noRot="1" noMove="1" noResize="1" noEditPoints="1" noAdjustHandles="1" noChangeArrowheads="1" noChangeShapeType="1"/>
            </p:cNvSpPr>
            <p:nvPr/>
          </p:nvSpPr>
          <p:spPr>
            <a:xfrm>
              <a:off x="6858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0" name="Freeform: Shape 59">
              <a:extLst>
                <a:ext uri="{FF2B5EF4-FFF2-40B4-BE49-F238E27FC236}">
                  <a16:creationId xmlns:a16="http://schemas.microsoft.com/office/drawing/2014/main" id="{95079015-6549-AF08-5E10-5A4938CCD6A4}"/>
                </a:ext>
              </a:extLst>
            </p:cNvPr>
            <p:cNvSpPr>
              <a:spLocks noGrp="1" noRot="1" noMove="1" noResize="1" noEditPoints="1" noAdjustHandles="1" noChangeArrowheads="1" noChangeShapeType="1"/>
            </p:cNvSpPr>
            <p:nvPr/>
          </p:nvSpPr>
          <p:spPr>
            <a:xfrm>
              <a:off x="80010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1" name="Freeform: Shape 60">
              <a:extLst>
                <a:ext uri="{FF2B5EF4-FFF2-40B4-BE49-F238E27FC236}">
                  <a16:creationId xmlns:a16="http://schemas.microsoft.com/office/drawing/2014/main" id="{28701BD1-533C-9ED1-4ACE-232AE02BAEDC}"/>
                </a:ext>
              </a:extLst>
            </p:cNvPr>
            <p:cNvSpPr>
              <a:spLocks noGrp="1" noRot="1" noMove="1" noResize="1" noEditPoints="1" noAdjustHandles="1" noChangeArrowheads="1" noChangeShapeType="1"/>
            </p:cNvSpPr>
            <p:nvPr/>
          </p:nvSpPr>
          <p:spPr>
            <a:xfrm>
              <a:off x="571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2" name="Freeform: Shape 61">
              <a:extLst>
                <a:ext uri="{FF2B5EF4-FFF2-40B4-BE49-F238E27FC236}">
                  <a16:creationId xmlns:a16="http://schemas.microsoft.com/office/drawing/2014/main" id="{BE0CF30F-B0BB-9B98-9C7F-5E0702029B9C}"/>
                </a:ext>
              </a:extLst>
            </p:cNvPr>
            <p:cNvSpPr>
              <a:spLocks noGrp="1" noRot="1" noMove="1" noResize="1" noEditPoints="1" noAdjustHandles="1" noChangeArrowheads="1" noChangeShapeType="1"/>
            </p:cNvSpPr>
            <p:nvPr/>
          </p:nvSpPr>
          <p:spPr>
            <a:xfrm>
              <a:off x="1714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63" name="Freeform: Shape 62">
              <a:extLst>
                <a:ext uri="{FF2B5EF4-FFF2-40B4-BE49-F238E27FC236}">
                  <a16:creationId xmlns:a16="http://schemas.microsoft.com/office/drawing/2014/main" id="{21ED5217-F411-3B42-E32B-50C36D540332}"/>
                </a:ext>
              </a:extLst>
            </p:cNvPr>
            <p:cNvSpPr>
              <a:spLocks noGrp="1" noRot="1" noMove="1" noResize="1" noEditPoints="1" noAdjustHandles="1" noChangeArrowheads="1" noChangeShapeType="1"/>
            </p:cNvSpPr>
            <p:nvPr/>
          </p:nvSpPr>
          <p:spPr>
            <a:xfrm>
              <a:off x="2857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4" name="Freeform: Shape 63">
              <a:extLst>
                <a:ext uri="{FF2B5EF4-FFF2-40B4-BE49-F238E27FC236}">
                  <a16:creationId xmlns:a16="http://schemas.microsoft.com/office/drawing/2014/main" id="{784AD2B3-D824-BB8C-7FD2-62124C415FCD}"/>
                </a:ext>
              </a:extLst>
            </p:cNvPr>
            <p:cNvSpPr>
              <a:spLocks noGrp="1" noRot="1" noMove="1" noResize="1" noEditPoints="1" noAdjustHandles="1" noChangeArrowheads="1" noChangeShapeType="1"/>
            </p:cNvSpPr>
            <p:nvPr/>
          </p:nvSpPr>
          <p:spPr>
            <a:xfrm>
              <a:off x="4000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5" name="Freeform: Shape 64">
              <a:extLst>
                <a:ext uri="{FF2B5EF4-FFF2-40B4-BE49-F238E27FC236}">
                  <a16:creationId xmlns:a16="http://schemas.microsoft.com/office/drawing/2014/main" id="{747FA811-9DFA-B32A-D40E-4B88BAA5BDC2}"/>
                </a:ext>
              </a:extLst>
            </p:cNvPr>
            <p:cNvSpPr>
              <a:spLocks noGrp="1" noRot="1" noMove="1" noResize="1" noEditPoints="1" noAdjustHandles="1" noChangeArrowheads="1" noChangeShapeType="1"/>
            </p:cNvSpPr>
            <p:nvPr/>
          </p:nvSpPr>
          <p:spPr>
            <a:xfrm>
              <a:off x="5143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6" name="Freeform: Shape 65">
              <a:extLst>
                <a:ext uri="{FF2B5EF4-FFF2-40B4-BE49-F238E27FC236}">
                  <a16:creationId xmlns:a16="http://schemas.microsoft.com/office/drawing/2014/main" id="{ABCCD7EF-0967-E1EB-B086-738291DED958}"/>
                </a:ext>
              </a:extLst>
            </p:cNvPr>
            <p:cNvSpPr>
              <a:spLocks noGrp="1" noRot="1" noMove="1" noResize="1" noEditPoints="1" noAdjustHandles="1" noChangeArrowheads="1" noChangeShapeType="1"/>
            </p:cNvSpPr>
            <p:nvPr/>
          </p:nvSpPr>
          <p:spPr>
            <a:xfrm>
              <a:off x="6286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7" name="Freeform: Shape 66">
              <a:extLst>
                <a:ext uri="{FF2B5EF4-FFF2-40B4-BE49-F238E27FC236}">
                  <a16:creationId xmlns:a16="http://schemas.microsoft.com/office/drawing/2014/main" id="{8390D45E-2963-82EC-15E7-9D73414DEB3B}"/>
                </a:ext>
              </a:extLst>
            </p:cNvPr>
            <p:cNvSpPr>
              <a:spLocks noGrp="1" noRot="1" noMove="1" noResize="1" noEditPoints="1" noAdjustHandles="1" noChangeArrowheads="1" noChangeShapeType="1"/>
            </p:cNvSpPr>
            <p:nvPr/>
          </p:nvSpPr>
          <p:spPr>
            <a:xfrm>
              <a:off x="7429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8" name="Freeform: Shape 67">
              <a:extLst>
                <a:ext uri="{FF2B5EF4-FFF2-40B4-BE49-F238E27FC236}">
                  <a16:creationId xmlns:a16="http://schemas.microsoft.com/office/drawing/2014/main" id="{848C3B9B-3B93-6831-028E-A7D76A0731B2}"/>
                </a:ext>
              </a:extLst>
            </p:cNvPr>
            <p:cNvSpPr>
              <a:spLocks noGrp="1" noRot="1" noMove="1" noResize="1" noEditPoints="1" noAdjustHandles="1" noChangeArrowheads="1" noChangeShapeType="1"/>
            </p:cNvSpPr>
            <p:nvPr/>
          </p:nvSpPr>
          <p:spPr>
            <a:xfrm>
              <a:off x="85725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69" name="Freeform: Shape 68">
              <a:extLst>
                <a:ext uri="{FF2B5EF4-FFF2-40B4-BE49-F238E27FC236}">
                  <a16:creationId xmlns:a16="http://schemas.microsoft.com/office/drawing/2014/main" id="{19F77C2D-F840-7A93-C5C9-46C94C8E671B}"/>
                </a:ext>
              </a:extLst>
            </p:cNvPr>
            <p:cNvSpPr>
              <a:spLocks noGrp="1" noRot="1" noMove="1" noResize="1" noEditPoints="1" noAdjustHandles="1" noChangeArrowheads="1" noChangeShapeType="1"/>
            </p:cNvSpPr>
            <p:nvPr/>
          </p:nvSpPr>
          <p:spPr>
            <a:xfrm>
              <a:off x="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0" name="Freeform: Shape 69">
              <a:extLst>
                <a:ext uri="{FF2B5EF4-FFF2-40B4-BE49-F238E27FC236}">
                  <a16:creationId xmlns:a16="http://schemas.microsoft.com/office/drawing/2014/main" id="{FC457D28-66D6-5619-8978-DC21589612B4}"/>
                </a:ext>
              </a:extLst>
            </p:cNvPr>
            <p:cNvSpPr>
              <a:spLocks noGrp="1" noRot="1" noMove="1" noResize="1" noEditPoints="1" noAdjustHandles="1" noChangeArrowheads="1" noChangeShapeType="1"/>
            </p:cNvSpPr>
            <p:nvPr/>
          </p:nvSpPr>
          <p:spPr>
            <a:xfrm>
              <a:off x="1143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71" name="Freeform: Shape 70">
              <a:extLst>
                <a:ext uri="{FF2B5EF4-FFF2-40B4-BE49-F238E27FC236}">
                  <a16:creationId xmlns:a16="http://schemas.microsoft.com/office/drawing/2014/main" id="{259089B3-DD8A-FE1B-E908-F31B31F86D26}"/>
                </a:ext>
              </a:extLst>
            </p:cNvPr>
            <p:cNvSpPr>
              <a:spLocks noGrp="1" noRot="1" noMove="1" noResize="1" noEditPoints="1" noAdjustHandles="1" noChangeArrowheads="1" noChangeShapeType="1"/>
            </p:cNvSpPr>
            <p:nvPr/>
          </p:nvSpPr>
          <p:spPr>
            <a:xfrm>
              <a:off x="2286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2" name="Freeform: Shape 71">
              <a:extLst>
                <a:ext uri="{FF2B5EF4-FFF2-40B4-BE49-F238E27FC236}">
                  <a16:creationId xmlns:a16="http://schemas.microsoft.com/office/drawing/2014/main" id="{25E057D9-9417-08B3-8B6A-E1A62D9E6C97}"/>
                </a:ext>
              </a:extLst>
            </p:cNvPr>
            <p:cNvSpPr>
              <a:spLocks noGrp="1" noRot="1" noMove="1" noResize="1" noEditPoints="1" noAdjustHandles="1" noChangeArrowheads="1" noChangeShapeType="1"/>
            </p:cNvSpPr>
            <p:nvPr/>
          </p:nvSpPr>
          <p:spPr>
            <a:xfrm>
              <a:off x="3429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3" name="Freeform: Shape 72">
              <a:extLst>
                <a:ext uri="{FF2B5EF4-FFF2-40B4-BE49-F238E27FC236}">
                  <a16:creationId xmlns:a16="http://schemas.microsoft.com/office/drawing/2014/main" id="{9B41A78A-F325-CF84-B92A-01A0BD91087A}"/>
                </a:ext>
              </a:extLst>
            </p:cNvPr>
            <p:cNvSpPr>
              <a:spLocks noGrp="1" noRot="1" noMove="1" noResize="1" noEditPoints="1" noAdjustHandles="1" noChangeArrowheads="1" noChangeShapeType="1"/>
            </p:cNvSpPr>
            <p:nvPr/>
          </p:nvSpPr>
          <p:spPr>
            <a:xfrm>
              <a:off x="4572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4" name="Freeform: Shape 73">
              <a:extLst>
                <a:ext uri="{FF2B5EF4-FFF2-40B4-BE49-F238E27FC236}">
                  <a16:creationId xmlns:a16="http://schemas.microsoft.com/office/drawing/2014/main" id="{213D7E1A-8A3A-7703-D119-443B5945086C}"/>
                </a:ext>
              </a:extLst>
            </p:cNvPr>
            <p:cNvSpPr>
              <a:spLocks noGrp="1" noRot="1" noMove="1" noResize="1" noEditPoints="1" noAdjustHandles="1" noChangeArrowheads="1" noChangeShapeType="1"/>
            </p:cNvSpPr>
            <p:nvPr/>
          </p:nvSpPr>
          <p:spPr>
            <a:xfrm>
              <a:off x="5715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5" name="Freeform: Shape 74">
              <a:extLst>
                <a:ext uri="{FF2B5EF4-FFF2-40B4-BE49-F238E27FC236}">
                  <a16:creationId xmlns:a16="http://schemas.microsoft.com/office/drawing/2014/main" id="{B11E442C-4D1A-3BB4-8DAA-5D1454E732EA}"/>
                </a:ext>
              </a:extLst>
            </p:cNvPr>
            <p:cNvSpPr>
              <a:spLocks noGrp="1" noRot="1" noMove="1" noResize="1" noEditPoints="1" noAdjustHandles="1" noChangeArrowheads="1" noChangeShapeType="1"/>
            </p:cNvSpPr>
            <p:nvPr/>
          </p:nvSpPr>
          <p:spPr>
            <a:xfrm>
              <a:off x="6858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6" name="Freeform: Shape 75">
              <a:extLst>
                <a:ext uri="{FF2B5EF4-FFF2-40B4-BE49-F238E27FC236}">
                  <a16:creationId xmlns:a16="http://schemas.microsoft.com/office/drawing/2014/main" id="{9211162C-74A0-027D-B85E-56FDC2B23290}"/>
                </a:ext>
              </a:extLst>
            </p:cNvPr>
            <p:cNvSpPr>
              <a:spLocks noGrp="1" noRot="1" noMove="1" noResize="1" noEditPoints="1" noAdjustHandles="1" noChangeArrowheads="1" noChangeShapeType="1"/>
            </p:cNvSpPr>
            <p:nvPr/>
          </p:nvSpPr>
          <p:spPr>
            <a:xfrm>
              <a:off x="80010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7" name="Freeform: Shape 76">
              <a:extLst>
                <a:ext uri="{FF2B5EF4-FFF2-40B4-BE49-F238E27FC236}">
                  <a16:creationId xmlns:a16="http://schemas.microsoft.com/office/drawing/2014/main" id="{53F45091-4BC0-73EE-EA5A-1F2ABB8257E0}"/>
                </a:ext>
              </a:extLst>
            </p:cNvPr>
            <p:cNvSpPr>
              <a:spLocks noGrp="1" noRot="1" noMove="1" noResize="1" noEditPoints="1" noAdjustHandles="1" noChangeArrowheads="1" noChangeShapeType="1"/>
            </p:cNvSpPr>
            <p:nvPr/>
          </p:nvSpPr>
          <p:spPr>
            <a:xfrm>
              <a:off x="571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8" name="Freeform: Shape 77">
              <a:extLst>
                <a:ext uri="{FF2B5EF4-FFF2-40B4-BE49-F238E27FC236}">
                  <a16:creationId xmlns:a16="http://schemas.microsoft.com/office/drawing/2014/main" id="{4CD6293C-0CE2-C415-FCBE-F9ABBE6FE50C}"/>
                </a:ext>
              </a:extLst>
            </p:cNvPr>
            <p:cNvSpPr>
              <a:spLocks noGrp="1" noRot="1" noMove="1" noResize="1" noEditPoints="1" noAdjustHandles="1" noChangeArrowheads="1" noChangeShapeType="1"/>
            </p:cNvSpPr>
            <p:nvPr/>
          </p:nvSpPr>
          <p:spPr>
            <a:xfrm>
              <a:off x="1714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79" name="Freeform: Shape 78">
              <a:extLst>
                <a:ext uri="{FF2B5EF4-FFF2-40B4-BE49-F238E27FC236}">
                  <a16:creationId xmlns:a16="http://schemas.microsoft.com/office/drawing/2014/main" id="{20C102CA-C208-A8EE-BA75-5BFEEBADF1DE}"/>
                </a:ext>
              </a:extLst>
            </p:cNvPr>
            <p:cNvSpPr>
              <a:spLocks noGrp="1" noRot="1" noMove="1" noResize="1" noEditPoints="1" noAdjustHandles="1" noChangeArrowheads="1" noChangeShapeType="1"/>
            </p:cNvSpPr>
            <p:nvPr/>
          </p:nvSpPr>
          <p:spPr>
            <a:xfrm>
              <a:off x="2857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0" name="Freeform: Shape 79">
              <a:extLst>
                <a:ext uri="{FF2B5EF4-FFF2-40B4-BE49-F238E27FC236}">
                  <a16:creationId xmlns:a16="http://schemas.microsoft.com/office/drawing/2014/main" id="{D4E7B816-860F-35C8-59D8-E56885221AA8}"/>
                </a:ext>
              </a:extLst>
            </p:cNvPr>
            <p:cNvSpPr>
              <a:spLocks noGrp="1" noRot="1" noMove="1" noResize="1" noEditPoints="1" noAdjustHandles="1" noChangeArrowheads="1" noChangeShapeType="1"/>
            </p:cNvSpPr>
            <p:nvPr/>
          </p:nvSpPr>
          <p:spPr>
            <a:xfrm>
              <a:off x="4000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1" name="Freeform: Shape 80">
              <a:extLst>
                <a:ext uri="{FF2B5EF4-FFF2-40B4-BE49-F238E27FC236}">
                  <a16:creationId xmlns:a16="http://schemas.microsoft.com/office/drawing/2014/main" id="{561846AC-72B2-6C46-F69D-077279F6C1E0}"/>
                </a:ext>
              </a:extLst>
            </p:cNvPr>
            <p:cNvSpPr>
              <a:spLocks noGrp="1" noRot="1" noMove="1" noResize="1" noEditPoints="1" noAdjustHandles="1" noChangeArrowheads="1" noChangeShapeType="1"/>
            </p:cNvSpPr>
            <p:nvPr/>
          </p:nvSpPr>
          <p:spPr>
            <a:xfrm>
              <a:off x="5143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2" name="Freeform: Shape 81">
              <a:extLst>
                <a:ext uri="{FF2B5EF4-FFF2-40B4-BE49-F238E27FC236}">
                  <a16:creationId xmlns:a16="http://schemas.microsoft.com/office/drawing/2014/main" id="{81CC8753-D5E6-3E2D-A888-1CAD30F82947}"/>
                </a:ext>
              </a:extLst>
            </p:cNvPr>
            <p:cNvSpPr>
              <a:spLocks noGrp="1" noRot="1" noMove="1" noResize="1" noEditPoints="1" noAdjustHandles="1" noChangeArrowheads="1" noChangeShapeType="1"/>
            </p:cNvSpPr>
            <p:nvPr/>
          </p:nvSpPr>
          <p:spPr>
            <a:xfrm>
              <a:off x="6286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3" name="Freeform: Shape 82">
              <a:extLst>
                <a:ext uri="{FF2B5EF4-FFF2-40B4-BE49-F238E27FC236}">
                  <a16:creationId xmlns:a16="http://schemas.microsoft.com/office/drawing/2014/main" id="{4A7B2C34-C34D-AB15-723B-CD772728386B}"/>
                </a:ext>
              </a:extLst>
            </p:cNvPr>
            <p:cNvSpPr>
              <a:spLocks noGrp="1" noRot="1" noMove="1" noResize="1" noEditPoints="1" noAdjustHandles="1" noChangeArrowheads="1" noChangeShapeType="1"/>
            </p:cNvSpPr>
            <p:nvPr/>
          </p:nvSpPr>
          <p:spPr>
            <a:xfrm>
              <a:off x="7429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4" name="Freeform: Shape 83">
              <a:extLst>
                <a:ext uri="{FF2B5EF4-FFF2-40B4-BE49-F238E27FC236}">
                  <a16:creationId xmlns:a16="http://schemas.microsoft.com/office/drawing/2014/main" id="{9E0757D6-B1D6-F89B-2D02-71AA5BB924CF}"/>
                </a:ext>
              </a:extLst>
            </p:cNvPr>
            <p:cNvSpPr>
              <a:spLocks noGrp="1" noRot="1" noMove="1" noResize="1" noEditPoints="1" noAdjustHandles="1" noChangeArrowheads="1" noChangeShapeType="1"/>
            </p:cNvSpPr>
            <p:nvPr/>
          </p:nvSpPr>
          <p:spPr>
            <a:xfrm>
              <a:off x="8572500" y="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85" name="Freeform: Shape 84">
              <a:extLst>
                <a:ext uri="{FF2B5EF4-FFF2-40B4-BE49-F238E27FC236}">
                  <a16:creationId xmlns:a16="http://schemas.microsoft.com/office/drawing/2014/main" id="{30334527-0542-818E-A262-4F93FB99543C}"/>
                </a:ext>
              </a:extLst>
            </p:cNvPr>
            <p:cNvSpPr>
              <a:spLocks noGrp="1" noRot="1" noMove="1" noResize="1" noEditPoints="1" noAdjustHandles="1" noChangeArrowheads="1" noChangeShapeType="1"/>
            </p:cNvSpPr>
            <p:nvPr/>
          </p:nvSpPr>
          <p:spPr>
            <a:xfrm>
              <a:off x="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6" name="Freeform: Shape 85">
              <a:extLst>
                <a:ext uri="{FF2B5EF4-FFF2-40B4-BE49-F238E27FC236}">
                  <a16:creationId xmlns:a16="http://schemas.microsoft.com/office/drawing/2014/main" id="{8FF000A8-D1F6-DA97-CC02-ED8D460673A7}"/>
                </a:ext>
              </a:extLst>
            </p:cNvPr>
            <p:cNvSpPr>
              <a:spLocks noGrp="1" noRot="1" noMove="1" noResize="1" noEditPoints="1" noAdjustHandles="1" noChangeArrowheads="1" noChangeShapeType="1"/>
            </p:cNvSpPr>
            <p:nvPr/>
          </p:nvSpPr>
          <p:spPr>
            <a:xfrm>
              <a:off x="1143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7" name="Freeform: Shape 86">
              <a:extLst>
                <a:ext uri="{FF2B5EF4-FFF2-40B4-BE49-F238E27FC236}">
                  <a16:creationId xmlns:a16="http://schemas.microsoft.com/office/drawing/2014/main" id="{238CED25-E683-45CF-DA19-9C33DB93CD18}"/>
                </a:ext>
              </a:extLst>
            </p:cNvPr>
            <p:cNvSpPr>
              <a:spLocks noGrp="1" noRot="1" noMove="1" noResize="1" noEditPoints="1" noAdjustHandles="1" noChangeArrowheads="1" noChangeShapeType="1"/>
            </p:cNvSpPr>
            <p:nvPr/>
          </p:nvSpPr>
          <p:spPr>
            <a:xfrm>
              <a:off x="2286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8" name="Freeform: Shape 87">
              <a:extLst>
                <a:ext uri="{FF2B5EF4-FFF2-40B4-BE49-F238E27FC236}">
                  <a16:creationId xmlns:a16="http://schemas.microsoft.com/office/drawing/2014/main" id="{B57E25A7-5EAB-01FB-0A6F-2B6B507432CD}"/>
                </a:ext>
              </a:extLst>
            </p:cNvPr>
            <p:cNvSpPr>
              <a:spLocks noGrp="1" noRot="1" noMove="1" noResize="1" noEditPoints="1" noAdjustHandles="1" noChangeArrowheads="1" noChangeShapeType="1"/>
            </p:cNvSpPr>
            <p:nvPr/>
          </p:nvSpPr>
          <p:spPr>
            <a:xfrm>
              <a:off x="3429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89" name="Freeform: Shape 88">
              <a:extLst>
                <a:ext uri="{FF2B5EF4-FFF2-40B4-BE49-F238E27FC236}">
                  <a16:creationId xmlns:a16="http://schemas.microsoft.com/office/drawing/2014/main" id="{54447D5E-5D2D-4342-9CBF-DF4019CD1498}"/>
                </a:ext>
              </a:extLst>
            </p:cNvPr>
            <p:cNvSpPr>
              <a:spLocks noGrp="1" noRot="1" noMove="1" noResize="1" noEditPoints="1" noAdjustHandles="1" noChangeArrowheads="1" noChangeShapeType="1"/>
            </p:cNvSpPr>
            <p:nvPr/>
          </p:nvSpPr>
          <p:spPr>
            <a:xfrm>
              <a:off x="4572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0" name="Freeform: Shape 89">
              <a:extLst>
                <a:ext uri="{FF2B5EF4-FFF2-40B4-BE49-F238E27FC236}">
                  <a16:creationId xmlns:a16="http://schemas.microsoft.com/office/drawing/2014/main" id="{6C5865A3-8F59-6B6E-C357-4AD0F556B74B}"/>
                </a:ext>
              </a:extLst>
            </p:cNvPr>
            <p:cNvSpPr>
              <a:spLocks noGrp="1" noRot="1" noMove="1" noResize="1" noEditPoints="1" noAdjustHandles="1" noChangeArrowheads="1" noChangeShapeType="1"/>
            </p:cNvSpPr>
            <p:nvPr/>
          </p:nvSpPr>
          <p:spPr>
            <a:xfrm>
              <a:off x="5715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1" name="Freeform: Shape 90">
              <a:extLst>
                <a:ext uri="{FF2B5EF4-FFF2-40B4-BE49-F238E27FC236}">
                  <a16:creationId xmlns:a16="http://schemas.microsoft.com/office/drawing/2014/main" id="{4271EF2F-866F-7175-53EE-974C360FEAAE}"/>
                </a:ext>
              </a:extLst>
            </p:cNvPr>
            <p:cNvSpPr>
              <a:spLocks noGrp="1" noRot="1" noMove="1" noResize="1" noEditPoints="1" noAdjustHandles="1" noChangeArrowheads="1" noChangeShapeType="1"/>
            </p:cNvSpPr>
            <p:nvPr/>
          </p:nvSpPr>
          <p:spPr>
            <a:xfrm>
              <a:off x="6858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2" name="Freeform: Shape 91">
              <a:extLst>
                <a:ext uri="{FF2B5EF4-FFF2-40B4-BE49-F238E27FC236}">
                  <a16:creationId xmlns:a16="http://schemas.microsoft.com/office/drawing/2014/main" id="{1721EC79-70AB-0218-8BF8-E212E88F5A6D}"/>
                </a:ext>
              </a:extLst>
            </p:cNvPr>
            <p:cNvSpPr>
              <a:spLocks noGrp="1" noRot="1" noMove="1" noResize="1" noEditPoints="1" noAdjustHandles="1" noChangeArrowheads="1" noChangeShapeType="1"/>
            </p:cNvSpPr>
            <p:nvPr/>
          </p:nvSpPr>
          <p:spPr>
            <a:xfrm>
              <a:off x="8001000" y="571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3" name="Freeform: Shape 92">
              <a:extLst>
                <a:ext uri="{FF2B5EF4-FFF2-40B4-BE49-F238E27FC236}">
                  <a16:creationId xmlns:a16="http://schemas.microsoft.com/office/drawing/2014/main" id="{C827C38A-67E2-D2F8-FECC-BEF934D64ADA}"/>
                </a:ext>
              </a:extLst>
            </p:cNvPr>
            <p:cNvSpPr>
              <a:spLocks noGrp="1" noRot="1" noMove="1" noResize="1" noEditPoints="1" noAdjustHandles="1" noChangeArrowheads="1" noChangeShapeType="1"/>
            </p:cNvSpPr>
            <p:nvPr/>
          </p:nvSpPr>
          <p:spPr>
            <a:xfrm>
              <a:off x="571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4" name="Freeform: Shape 93">
              <a:extLst>
                <a:ext uri="{FF2B5EF4-FFF2-40B4-BE49-F238E27FC236}">
                  <a16:creationId xmlns:a16="http://schemas.microsoft.com/office/drawing/2014/main" id="{ECA95EDE-71D9-386C-BBCA-91C2AE729599}"/>
                </a:ext>
              </a:extLst>
            </p:cNvPr>
            <p:cNvSpPr>
              <a:spLocks noGrp="1" noRot="1" noMove="1" noResize="1" noEditPoints="1" noAdjustHandles="1" noChangeArrowheads="1" noChangeShapeType="1"/>
            </p:cNvSpPr>
            <p:nvPr/>
          </p:nvSpPr>
          <p:spPr>
            <a:xfrm>
              <a:off x="1714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5" name="Freeform: Shape 94">
              <a:extLst>
                <a:ext uri="{FF2B5EF4-FFF2-40B4-BE49-F238E27FC236}">
                  <a16:creationId xmlns:a16="http://schemas.microsoft.com/office/drawing/2014/main" id="{CB52AEE2-FCED-0818-4E87-95D1EB52BC13}"/>
                </a:ext>
              </a:extLst>
            </p:cNvPr>
            <p:cNvSpPr>
              <a:spLocks noGrp="1" noRot="1" noMove="1" noResize="1" noEditPoints="1" noAdjustHandles="1" noChangeArrowheads="1" noChangeShapeType="1"/>
            </p:cNvSpPr>
            <p:nvPr/>
          </p:nvSpPr>
          <p:spPr>
            <a:xfrm>
              <a:off x="2857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6" name="Freeform: Shape 95">
              <a:extLst>
                <a:ext uri="{FF2B5EF4-FFF2-40B4-BE49-F238E27FC236}">
                  <a16:creationId xmlns:a16="http://schemas.microsoft.com/office/drawing/2014/main" id="{A483F5A3-BBF5-FC1C-266A-AA3CC08806E3}"/>
                </a:ext>
              </a:extLst>
            </p:cNvPr>
            <p:cNvSpPr>
              <a:spLocks noGrp="1" noRot="1" noMove="1" noResize="1" noEditPoints="1" noAdjustHandles="1" noChangeArrowheads="1" noChangeShapeType="1"/>
            </p:cNvSpPr>
            <p:nvPr/>
          </p:nvSpPr>
          <p:spPr>
            <a:xfrm>
              <a:off x="4000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7" name="Freeform: Shape 96">
              <a:extLst>
                <a:ext uri="{FF2B5EF4-FFF2-40B4-BE49-F238E27FC236}">
                  <a16:creationId xmlns:a16="http://schemas.microsoft.com/office/drawing/2014/main" id="{991B9CAE-6053-3DCD-5D66-A73F2847D4C1}"/>
                </a:ext>
              </a:extLst>
            </p:cNvPr>
            <p:cNvSpPr>
              <a:spLocks noGrp="1" noRot="1" noMove="1" noResize="1" noEditPoints="1" noAdjustHandles="1" noChangeArrowheads="1" noChangeShapeType="1"/>
            </p:cNvSpPr>
            <p:nvPr/>
          </p:nvSpPr>
          <p:spPr>
            <a:xfrm>
              <a:off x="5143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8" name="Freeform: Shape 97">
              <a:extLst>
                <a:ext uri="{FF2B5EF4-FFF2-40B4-BE49-F238E27FC236}">
                  <a16:creationId xmlns:a16="http://schemas.microsoft.com/office/drawing/2014/main" id="{E308FCFC-318D-BDAC-0E2B-5E68E436C891}"/>
                </a:ext>
              </a:extLst>
            </p:cNvPr>
            <p:cNvSpPr>
              <a:spLocks noGrp="1" noRot="1" noMove="1" noResize="1" noEditPoints="1" noAdjustHandles="1" noChangeArrowheads="1" noChangeShapeType="1"/>
            </p:cNvSpPr>
            <p:nvPr/>
          </p:nvSpPr>
          <p:spPr>
            <a:xfrm>
              <a:off x="6286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99" name="Freeform: Shape 98">
              <a:extLst>
                <a:ext uri="{FF2B5EF4-FFF2-40B4-BE49-F238E27FC236}">
                  <a16:creationId xmlns:a16="http://schemas.microsoft.com/office/drawing/2014/main" id="{1D8461E9-6AC1-0098-8E91-671DB9625217}"/>
                </a:ext>
              </a:extLst>
            </p:cNvPr>
            <p:cNvSpPr>
              <a:spLocks noGrp="1" noRot="1" noMove="1" noResize="1" noEditPoints="1" noAdjustHandles="1" noChangeArrowheads="1" noChangeShapeType="1"/>
            </p:cNvSpPr>
            <p:nvPr/>
          </p:nvSpPr>
          <p:spPr>
            <a:xfrm>
              <a:off x="7429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0" name="Freeform: Shape 99">
              <a:extLst>
                <a:ext uri="{FF2B5EF4-FFF2-40B4-BE49-F238E27FC236}">
                  <a16:creationId xmlns:a16="http://schemas.microsoft.com/office/drawing/2014/main" id="{3D32566D-9751-D225-60C7-2100199323FE}"/>
                </a:ext>
              </a:extLst>
            </p:cNvPr>
            <p:cNvSpPr>
              <a:spLocks noGrp="1" noRot="1" noMove="1" noResize="1" noEditPoints="1" noAdjustHandles="1" noChangeArrowheads="1" noChangeShapeType="1"/>
            </p:cNvSpPr>
            <p:nvPr/>
          </p:nvSpPr>
          <p:spPr>
            <a:xfrm>
              <a:off x="8572500" y="1143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1" name="Freeform: Shape 100">
              <a:extLst>
                <a:ext uri="{FF2B5EF4-FFF2-40B4-BE49-F238E27FC236}">
                  <a16:creationId xmlns:a16="http://schemas.microsoft.com/office/drawing/2014/main" id="{2F655500-79D6-9DC4-70CE-10DC269B7304}"/>
                </a:ext>
              </a:extLst>
            </p:cNvPr>
            <p:cNvSpPr>
              <a:spLocks noGrp="1" noRot="1" noMove="1" noResize="1" noEditPoints="1" noAdjustHandles="1" noChangeArrowheads="1" noChangeShapeType="1"/>
            </p:cNvSpPr>
            <p:nvPr/>
          </p:nvSpPr>
          <p:spPr>
            <a:xfrm>
              <a:off x="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2" name="Freeform: Shape 101">
              <a:extLst>
                <a:ext uri="{FF2B5EF4-FFF2-40B4-BE49-F238E27FC236}">
                  <a16:creationId xmlns:a16="http://schemas.microsoft.com/office/drawing/2014/main" id="{7D03A24A-587A-80B7-01FB-EDF7BA1D2B78}"/>
                </a:ext>
              </a:extLst>
            </p:cNvPr>
            <p:cNvSpPr>
              <a:spLocks noGrp="1" noRot="1" noMove="1" noResize="1" noEditPoints="1" noAdjustHandles="1" noChangeArrowheads="1" noChangeShapeType="1"/>
            </p:cNvSpPr>
            <p:nvPr/>
          </p:nvSpPr>
          <p:spPr>
            <a:xfrm>
              <a:off x="1143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3" name="Freeform: Shape 102">
              <a:extLst>
                <a:ext uri="{FF2B5EF4-FFF2-40B4-BE49-F238E27FC236}">
                  <a16:creationId xmlns:a16="http://schemas.microsoft.com/office/drawing/2014/main" id="{6807F1A9-D8DC-2259-38E3-E1A586638CD5}"/>
                </a:ext>
              </a:extLst>
            </p:cNvPr>
            <p:cNvSpPr>
              <a:spLocks noGrp="1" noRot="1" noMove="1" noResize="1" noEditPoints="1" noAdjustHandles="1" noChangeArrowheads="1" noChangeShapeType="1"/>
            </p:cNvSpPr>
            <p:nvPr/>
          </p:nvSpPr>
          <p:spPr>
            <a:xfrm>
              <a:off x="2286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4" name="Freeform: Shape 103">
              <a:extLst>
                <a:ext uri="{FF2B5EF4-FFF2-40B4-BE49-F238E27FC236}">
                  <a16:creationId xmlns:a16="http://schemas.microsoft.com/office/drawing/2014/main" id="{E091CF0D-6EBB-FF5C-73F9-DF66C29C938F}"/>
                </a:ext>
              </a:extLst>
            </p:cNvPr>
            <p:cNvSpPr>
              <a:spLocks noGrp="1" noRot="1" noMove="1" noResize="1" noEditPoints="1" noAdjustHandles="1" noChangeArrowheads="1" noChangeShapeType="1"/>
            </p:cNvSpPr>
            <p:nvPr/>
          </p:nvSpPr>
          <p:spPr>
            <a:xfrm>
              <a:off x="3429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5" name="Freeform: Shape 104">
              <a:extLst>
                <a:ext uri="{FF2B5EF4-FFF2-40B4-BE49-F238E27FC236}">
                  <a16:creationId xmlns:a16="http://schemas.microsoft.com/office/drawing/2014/main" id="{56EDCD40-4DDA-8572-3C97-0F37E489B59F}"/>
                </a:ext>
              </a:extLst>
            </p:cNvPr>
            <p:cNvSpPr>
              <a:spLocks noGrp="1" noRot="1" noMove="1" noResize="1" noEditPoints="1" noAdjustHandles="1" noChangeArrowheads="1" noChangeShapeType="1"/>
            </p:cNvSpPr>
            <p:nvPr/>
          </p:nvSpPr>
          <p:spPr>
            <a:xfrm>
              <a:off x="4572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6" name="Freeform: Shape 105">
              <a:extLst>
                <a:ext uri="{FF2B5EF4-FFF2-40B4-BE49-F238E27FC236}">
                  <a16:creationId xmlns:a16="http://schemas.microsoft.com/office/drawing/2014/main" id="{E4EE5A66-82EA-2384-4E75-3CC27B0F8B5C}"/>
                </a:ext>
              </a:extLst>
            </p:cNvPr>
            <p:cNvSpPr>
              <a:spLocks noGrp="1" noRot="1" noMove="1" noResize="1" noEditPoints="1" noAdjustHandles="1" noChangeArrowheads="1" noChangeShapeType="1"/>
            </p:cNvSpPr>
            <p:nvPr/>
          </p:nvSpPr>
          <p:spPr>
            <a:xfrm>
              <a:off x="5715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7" name="Freeform: Shape 106">
              <a:extLst>
                <a:ext uri="{FF2B5EF4-FFF2-40B4-BE49-F238E27FC236}">
                  <a16:creationId xmlns:a16="http://schemas.microsoft.com/office/drawing/2014/main" id="{782A4D2E-BC81-96C5-B12C-A97B252378A5}"/>
                </a:ext>
              </a:extLst>
            </p:cNvPr>
            <p:cNvSpPr>
              <a:spLocks noGrp="1" noRot="1" noMove="1" noResize="1" noEditPoints="1" noAdjustHandles="1" noChangeArrowheads="1" noChangeShapeType="1"/>
            </p:cNvSpPr>
            <p:nvPr/>
          </p:nvSpPr>
          <p:spPr>
            <a:xfrm>
              <a:off x="6858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08" name="Freeform: Shape 107">
              <a:extLst>
                <a:ext uri="{FF2B5EF4-FFF2-40B4-BE49-F238E27FC236}">
                  <a16:creationId xmlns:a16="http://schemas.microsoft.com/office/drawing/2014/main" id="{C95031E4-CB09-5632-2DA0-13293FD84092}"/>
                </a:ext>
              </a:extLst>
            </p:cNvPr>
            <p:cNvSpPr>
              <a:spLocks noGrp="1" noRot="1" noMove="1" noResize="1" noEditPoints="1" noAdjustHandles="1" noChangeArrowheads="1" noChangeShapeType="1"/>
            </p:cNvSpPr>
            <p:nvPr/>
          </p:nvSpPr>
          <p:spPr>
            <a:xfrm>
              <a:off x="8001000" y="1714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09" name="Freeform: Shape 108">
              <a:extLst>
                <a:ext uri="{FF2B5EF4-FFF2-40B4-BE49-F238E27FC236}">
                  <a16:creationId xmlns:a16="http://schemas.microsoft.com/office/drawing/2014/main" id="{60FB815D-8F5C-9EA1-0F4A-B5D909FB565A}"/>
                </a:ext>
              </a:extLst>
            </p:cNvPr>
            <p:cNvSpPr>
              <a:spLocks noGrp="1" noRot="1" noMove="1" noResize="1" noEditPoints="1" noAdjustHandles="1" noChangeArrowheads="1" noChangeShapeType="1"/>
            </p:cNvSpPr>
            <p:nvPr/>
          </p:nvSpPr>
          <p:spPr>
            <a:xfrm>
              <a:off x="571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0" name="Freeform: Shape 109">
              <a:extLst>
                <a:ext uri="{FF2B5EF4-FFF2-40B4-BE49-F238E27FC236}">
                  <a16:creationId xmlns:a16="http://schemas.microsoft.com/office/drawing/2014/main" id="{118F29B0-D6E1-2229-2370-3E8460226B38}"/>
                </a:ext>
              </a:extLst>
            </p:cNvPr>
            <p:cNvSpPr>
              <a:spLocks noGrp="1" noRot="1" noMove="1" noResize="1" noEditPoints="1" noAdjustHandles="1" noChangeArrowheads="1" noChangeShapeType="1"/>
            </p:cNvSpPr>
            <p:nvPr/>
          </p:nvSpPr>
          <p:spPr>
            <a:xfrm>
              <a:off x="1714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1" name="Freeform: Shape 110">
              <a:extLst>
                <a:ext uri="{FF2B5EF4-FFF2-40B4-BE49-F238E27FC236}">
                  <a16:creationId xmlns:a16="http://schemas.microsoft.com/office/drawing/2014/main" id="{5FA7F96C-0C88-D338-88FA-D26F585E7D5C}"/>
                </a:ext>
              </a:extLst>
            </p:cNvPr>
            <p:cNvSpPr>
              <a:spLocks noGrp="1" noRot="1" noMove="1" noResize="1" noEditPoints="1" noAdjustHandles="1" noChangeArrowheads="1" noChangeShapeType="1"/>
            </p:cNvSpPr>
            <p:nvPr/>
          </p:nvSpPr>
          <p:spPr>
            <a:xfrm>
              <a:off x="2857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2" name="Freeform: Shape 111">
              <a:extLst>
                <a:ext uri="{FF2B5EF4-FFF2-40B4-BE49-F238E27FC236}">
                  <a16:creationId xmlns:a16="http://schemas.microsoft.com/office/drawing/2014/main" id="{3F8F4EC2-2FAB-823C-7EC5-367340734922}"/>
                </a:ext>
              </a:extLst>
            </p:cNvPr>
            <p:cNvSpPr>
              <a:spLocks noGrp="1" noRot="1" noMove="1" noResize="1" noEditPoints="1" noAdjustHandles="1" noChangeArrowheads="1" noChangeShapeType="1"/>
            </p:cNvSpPr>
            <p:nvPr/>
          </p:nvSpPr>
          <p:spPr>
            <a:xfrm>
              <a:off x="4000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3" name="Freeform: Shape 112">
              <a:extLst>
                <a:ext uri="{FF2B5EF4-FFF2-40B4-BE49-F238E27FC236}">
                  <a16:creationId xmlns:a16="http://schemas.microsoft.com/office/drawing/2014/main" id="{46978B74-AB94-9D8F-EB55-F5783CF4144E}"/>
                </a:ext>
              </a:extLst>
            </p:cNvPr>
            <p:cNvSpPr>
              <a:spLocks noGrp="1" noRot="1" noMove="1" noResize="1" noEditPoints="1" noAdjustHandles="1" noChangeArrowheads="1" noChangeShapeType="1"/>
            </p:cNvSpPr>
            <p:nvPr/>
          </p:nvSpPr>
          <p:spPr>
            <a:xfrm>
              <a:off x="5143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4" name="Freeform: Shape 113">
              <a:extLst>
                <a:ext uri="{FF2B5EF4-FFF2-40B4-BE49-F238E27FC236}">
                  <a16:creationId xmlns:a16="http://schemas.microsoft.com/office/drawing/2014/main" id="{1C82555F-155F-DAC6-6ECB-36327794E836}"/>
                </a:ext>
              </a:extLst>
            </p:cNvPr>
            <p:cNvSpPr>
              <a:spLocks noGrp="1" noRot="1" noMove="1" noResize="1" noEditPoints="1" noAdjustHandles="1" noChangeArrowheads="1" noChangeShapeType="1"/>
            </p:cNvSpPr>
            <p:nvPr/>
          </p:nvSpPr>
          <p:spPr>
            <a:xfrm>
              <a:off x="6286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5" name="Freeform: Shape 114">
              <a:extLst>
                <a:ext uri="{FF2B5EF4-FFF2-40B4-BE49-F238E27FC236}">
                  <a16:creationId xmlns:a16="http://schemas.microsoft.com/office/drawing/2014/main" id="{9E217227-7441-F6D6-0B90-4008A5AD1618}"/>
                </a:ext>
              </a:extLst>
            </p:cNvPr>
            <p:cNvSpPr>
              <a:spLocks noGrp="1" noRot="1" noMove="1" noResize="1" noEditPoints="1" noAdjustHandles="1" noChangeArrowheads="1" noChangeShapeType="1"/>
            </p:cNvSpPr>
            <p:nvPr/>
          </p:nvSpPr>
          <p:spPr>
            <a:xfrm>
              <a:off x="7429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16" name="Freeform: Shape 115">
              <a:extLst>
                <a:ext uri="{FF2B5EF4-FFF2-40B4-BE49-F238E27FC236}">
                  <a16:creationId xmlns:a16="http://schemas.microsoft.com/office/drawing/2014/main" id="{BC116666-DD88-9AE5-F779-7A916A095F9C}"/>
                </a:ext>
              </a:extLst>
            </p:cNvPr>
            <p:cNvSpPr>
              <a:spLocks noGrp="1" noRot="1" noMove="1" noResize="1" noEditPoints="1" noAdjustHandles="1" noChangeArrowheads="1" noChangeShapeType="1"/>
            </p:cNvSpPr>
            <p:nvPr/>
          </p:nvSpPr>
          <p:spPr>
            <a:xfrm>
              <a:off x="8572500" y="2286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7" name="Freeform: Shape 116">
              <a:extLst>
                <a:ext uri="{FF2B5EF4-FFF2-40B4-BE49-F238E27FC236}">
                  <a16:creationId xmlns:a16="http://schemas.microsoft.com/office/drawing/2014/main" id="{79B31EB4-74A7-AB80-4593-B0808D817A69}"/>
                </a:ext>
              </a:extLst>
            </p:cNvPr>
            <p:cNvSpPr>
              <a:spLocks noGrp="1" noRot="1" noMove="1" noResize="1" noEditPoints="1" noAdjustHandles="1" noChangeArrowheads="1" noChangeShapeType="1"/>
            </p:cNvSpPr>
            <p:nvPr/>
          </p:nvSpPr>
          <p:spPr>
            <a:xfrm>
              <a:off x="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8" name="Freeform: Shape 117">
              <a:extLst>
                <a:ext uri="{FF2B5EF4-FFF2-40B4-BE49-F238E27FC236}">
                  <a16:creationId xmlns:a16="http://schemas.microsoft.com/office/drawing/2014/main" id="{4CB7C084-F201-184F-7617-012EA74E97B9}"/>
                </a:ext>
              </a:extLst>
            </p:cNvPr>
            <p:cNvSpPr>
              <a:spLocks noGrp="1" noRot="1" noMove="1" noResize="1" noEditPoints="1" noAdjustHandles="1" noChangeArrowheads="1" noChangeShapeType="1"/>
            </p:cNvSpPr>
            <p:nvPr/>
          </p:nvSpPr>
          <p:spPr>
            <a:xfrm>
              <a:off x="1143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19" name="Freeform: Shape 118">
              <a:extLst>
                <a:ext uri="{FF2B5EF4-FFF2-40B4-BE49-F238E27FC236}">
                  <a16:creationId xmlns:a16="http://schemas.microsoft.com/office/drawing/2014/main" id="{96A7C405-AAAE-D87C-0620-ADBF691317C7}"/>
                </a:ext>
              </a:extLst>
            </p:cNvPr>
            <p:cNvSpPr>
              <a:spLocks noGrp="1" noRot="1" noMove="1" noResize="1" noEditPoints="1" noAdjustHandles="1" noChangeArrowheads="1" noChangeShapeType="1"/>
            </p:cNvSpPr>
            <p:nvPr/>
          </p:nvSpPr>
          <p:spPr>
            <a:xfrm>
              <a:off x="2286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0" name="Freeform: Shape 119">
              <a:extLst>
                <a:ext uri="{FF2B5EF4-FFF2-40B4-BE49-F238E27FC236}">
                  <a16:creationId xmlns:a16="http://schemas.microsoft.com/office/drawing/2014/main" id="{F658F4CD-502A-C806-0758-B3EF664FEE5E}"/>
                </a:ext>
              </a:extLst>
            </p:cNvPr>
            <p:cNvSpPr>
              <a:spLocks noGrp="1" noRot="1" noMove="1" noResize="1" noEditPoints="1" noAdjustHandles="1" noChangeArrowheads="1" noChangeShapeType="1"/>
            </p:cNvSpPr>
            <p:nvPr/>
          </p:nvSpPr>
          <p:spPr>
            <a:xfrm>
              <a:off x="3429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1" name="Freeform: Shape 120">
              <a:extLst>
                <a:ext uri="{FF2B5EF4-FFF2-40B4-BE49-F238E27FC236}">
                  <a16:creationId xmlns:a16="http://schemas.microsoft.com/office/drawing/2014/main" id="{7367FC40-B4FC-0A60-C9F4-B0C28D6988AE}"/>
                </a:ext>
              </a:extLst>
            </p:cNvPr>
            <p:cNvSpPr>
              <a:spLocks noGrp="1" noRot="1" noMove="1" noResize="1" noEditPoints="1" noAdjustHandles="1" noChangeArrowheads="1" noChangeShapeType="1"/>
            </p:cNvSpPr>
            <p:nvPr/>
          </p:nvSpPr>
          <p:spPr>
            <a:xfrm>
              <a:off x="4572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2" name="Freeform: Shape 121">
              <a:extLst>
                <a:ext uri="{FF2B5EF4-FFF2-40B4-BE49-F238E27FC236}">
                  <a16:creationId xmlns:a16="http://schemas.microsoft.com/office/drawing/2014/main" id="{C18CEFC2-17D7-6812-7A6C-B00B43E59206}"/>
                </a:ext>
              </a:extLst>
            </p:cNvPr>
            <p:cNvSpPr>
              <a:spLocks noGrp="1" noRot="1" noMove="1" noResize="1" noEditPoints="1" noAdjustHandles="1" noChangeArrowheads="1" noChangeShapeType="1"/>
            </p:cNvSpPr>
            <p:nvPr/>
          </p:nvSpPr>
          <p:spPr>
            <a:xfrm>
              <a:off x="5715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3" name="Freeform: Shape 122">
              <a:extLst>
                <a:ext uri="{FF2B5EF4-FFF2-40B4-BE49-F238E27FC236}">
                  <a16:creationId xmlns:a16="http://schemas.microsoft.com/office/drawing/2014/main" id="{38730C2C-3711-E24A-35C8-3633AFFDB00E}"/>
                </a:ext>
              </a:extLst>
            </p:cNvPr>
            <p:cNvSpPr>
              <a:spLocks noGrp="1" noRot="1" noMove="1" noResize="1" noEditPoints="1" noAdjustHandles="1" noChangeArrowheads="1" noChangeShapeType="1"/>
            </p:cNvSpPr>
            <p:nvPr/>
          </p:nvSpPr>
          <p:spPr>
            <a:xfrm>
              <a:off x="6858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4" name="Freeform: Shape 123">
              <a:extLst>
                <a:ext uri="{FF2B5EF4-FFF2-40B4-BE49-F238E27FC236}">
                  <a16:creationId xmlns:a16="http://schemas.microsoft.com/office/drawing/2014/main" id="{411CE659-D33E-CDC6-1133-5410B9F8471A}"/>
                </a:ext>
              </a:extLst>
            </p:cNvPr>
            <p:cNvSpPr>
              <a:spLocks noGrp="1" noRot="1" noMove="1" noResize="1" noEditPoints="1" noAdjustHandles="1" noChangeArrowheads="1" noChangeShapeType="1"/>
            </p:cNvSpPr>
            <p:nvPr/>
          </p:nvSpPr>
          <p:spPr>
            <a:xfrm>
              <a:off x="8001000" y="2857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5" name="Freeform: Shape 124">
              <a:extLst>
                <a:ext uri="{FF2B5EF4-FFF2-40B4-BE49-F238E27FC236}">
                  <a16:creationId xmlns:a16="http://schemas.microsoft.com/office/drawing/2014/main" id="{E29FA526-997D-F4BA-9F8D-AD621E64B382}"/>
                </a:ext>
              </a:extLst>
            </p:cNvPr>
            <p:cNvSpPr>
              <a:spLocks noGrp="1" noRot="1" noMove="1" noResize="1" noEditPoints="1" noAdjustHandles="1" noChangeArrowheads="1" noChangeShapeType="1"/>
            </p:cNvSpPr>
            <p:nvPr/>
          </p:nvSpPr>
          <p:spPr>
            <a:xfrm>
              <a:off x="571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6" name="Freeform: Shape 125">
              <a:extLst>
                <a:ext uri="{FF2B5EF4-FFF2-40B4-BE49-F238E27FC236}">
                  <a16:creationId xmlns:a16="http://schemas.microsoft.com/office/drawing/2014/main" id="{B77439E6-5198-7972-3A2F-3C82594115ED}"/>
                </a:ext>
              </a:extLst>
            </p:cNvPr>
            <p:cNvSpPr>
              <a:spLocks noGrp="1" noRot="1" noMove="1" noResize="1" noEditPoints="1" noAdjustHandles="1" noChangeArrowheads="1" noChangeShapeType="1"/>
            </p:cNvSpPr>
            <p:nvPr/>
          </p:nvSpPr>
          <p:spPr>
            <a:xfrm>
              <a:off x="1714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7" name="Freeform: Shape 126">
              <a:extLst>
                <a:ext uri="{FF2B5EF4-FFF2-40B4-BE49-F238E27FC236}">
                  <a16:creationId xmlns:a16="http://schemas.microsoft.com/office/drawing/2014/main" id="{99E6C473-9BD7-4229-1100-3FC2FDEB89C4}"/>
                </a:ext>
              </a:extLst>
            </p:cNvPr>
            <p:cNvSpPr>
              <a:spLocks noGrp="1" noRot="1" noMove="1" noResize="1" noEditPoints="1" noAdjustHandles="1" noChangeArrowheads="1" noChangeShapeType="1"/>
            </p:cNvSpPr>
            <p:nvPr/>
          </p:nvSpPr>
          <p:spPr>
            <a:xfrm>
              <a:off x="2857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8" name="Freeform: Shape 127">
              <a:extLst>
                <a:ext uri="{FF2B5EF4-FFF2-40B4-BE49-F238E27FC236}">
                  <a16:creationId xmlns:a16="http://schemas.microsoft.com/office/drawing/2014/main" id="{EE488029-0F68-9CFB-E563-FA20792B9DE3}"/>
                </a:ext>
              </a:extLst>
            </p:cNvPr>
            <p:cNvSpPr>
              <a:spLocks noGrp="1" noRot="1" noMove="1" noResize="1" noEditPoints="1" noAdjustHandles="1" noChangeArrowheads="1" noChangeShapeType="1"/>
            </p:cNvSpPr>
            <p:nvPr/>
          </p:nvSpPr>
          <p:spPr>
            <a:xfrm>
              <a:off x="4000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29" name="Freeform: Shape 128">
              <a:extLst>
                <a:ext uri="{FF2B5EF4-FFF2-40B4-BE49-F238E27FC236}">
                  <a16:creationId xmlns:a16="http://schemas.microsoft.com/office/drawing/2014/main" id="{BF1AB9CB-EA5A-0762-0F38-6F0CFFE2F7C4}"/>
                </a:ext>
              </a:extLst>
            </p:cNvPr>
            <p:cNvSpPr>
              <a:spLocks noGrp="1" noRot="1" noMove="1" noResize="1" noEditPoints="1" noAdjustHandles="1" noChangeArrowheads="1" noChangeShapeType="1"/>
            </p:cNvSpPr>
            <p:nvPr/>
          </p:nvSpPr>
          <p:spPr>
            <a:xfrm>
              <a:off x="5143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0" name="Freeform: Shape 129">
              <a:extLst>
                <a:ext uri="{FF2B5EF4-FFF2-40B4-BE49-F238E27FC236}">
                  <a16:creationId xmlns:a16="http://schemas.microsoft.com/office/drawing/2014/main" id="{91BE4A77-58F4-F721-D5DD-AE7CAE03D8A8}"/>
                </a:ext>
              </a:extLst>
            </p:cNvPr>
            <p:cNvSpPr>
              <a:spLocks noGrp="1" noRot="1" noMove="1" noResize="1" noEditPoints="1" noAdjustHandles="1" noChangeArrowheads="1" noChangeShapeType="1"/>
            </p:cNvSpPr>
            <p:nvPr/>
          </p:nvSpPr>
          <p:spPr>
            <a:xfrm>
              <a:off x="6286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1" name="Freeform: Shape 130">
              <a:extLst>
                <a:ext uri="{FF2B5EF4-FFF2-40B4-BE49-F238E27FC236}">
                  <a16:creationId xmlns:a16="http://schemas.microsoft.com/office/drawing/2014/main" id="{7321ADAB-8DE9-75A7-5E76-213AC43BC446}"/>
                </a:ext>
              </a:extLst>
            </p:cNvPr>
            <p:cNvSpPr>
              <a:spLocks noGrp="1" noRot="1" noMove="1" noResize="1" noEditPoints="1" noAdjustHandles="1" noChangeArrowheads="1" noChangeShapeType="1"/>
            </p:cNvSpPr>
            <p:nvPr/>
          </p:nvSpPr>
          <p:spPr>
            <a:xfrm>
              <a:off x="7429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2" name="Freeform: Shape 131">
              <a:extLst>
                <a:ext uri="{FF2B5EF4-FFF2-40B4-BE49-F238E27FC236}">
                  <a16:creationId xmlns:a16="http://schemas.microsoft.com/office/drawing/2014/main" id="{BCAB55D8-1918-C127-A3D7-45150BD9E3E9}"/>
                </a:ext>
              </a:extLst>
            </p:cNvPr>
            <p:cNvSpPr>
              <a:spLocks noGrp="1" noRot="1" noMove="1" noResize="1" noEditPoints="1" noAdjustHandles="1" noChangeArrowheads="1" noChangeShapeType="1"/>
            </p:cNvSpPr>
            <p:nvPr/>
          </p:nvSpPr>
          <p:spPr>
            <a:xfrm>
              <a:off x="8572500" y="3429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33" name="Freeform: Shape 132">
              <a:extLst>
                <a:ext uri="{FF2B5EF4-FFF2-40B4-BE49-F238E27FC236}">
                  <a16:creationId xmlns:a16="http://schemas.microsoft.com/office/drawing/2014/main" id="{0EEBD261-AADC-2C2C-5FE3-E01EC0724F18}"/>
                </a:ext>
              </a:extLst>
            </p:cNvPr>
            <p:cNvSpPr>
              <a:spLocks noGrp="1" noRot="1" noMove="1" noResize="1" noEditPoints="1" noAdjustHandles="1" noChangeArrowheads="1" noChangeShapeType="1"/>
            </p:cNvSpPr>
            <p:nvPr/>
          </p:nvSpPr>
          <p:spPr>
            <a:xfrm>
              <a:off x="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34" name="Freeform: Shape 133">
              <a:extLst>
                <a:ext uri="{FF2B5EF4-FFF2-40B4-BE49-F238E27FC236}">
                  <a16:creationId xmlns:a16="http://schemas.microsoft.com/office/drawing/2014/main" id="{AE634EBE-DA43-C9AB-2BCF-7129F9CD7D93}"/>
                </a:ext>
              </a:extLst>
            </p:cNvPr>
            <p:cNvSpPr>
              <a:spLocks noGrp="1" noRot="1" noMove="1" noResize="1" noEditPoints="1" noAdjustHandles="1" noChangeArrowheads="1" noChangeShapeType="1"/>
            </p:cNvSpPr>
            <p:nvPr/>
          </p:nvSpPr>
          <p:spPr>
            <a:xfrm>
              <a:off x="1143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5" name="Freeform: Shape 134">
              <a:extLst>
                <a:ext uri="{FF2B5EF4-FFF2-40B4-BE49-F238E27FC236}">
                  <a16:creationId xmlns:a16="http://schemas.microsoft.com/office/drawing/2014/main" id="{7DB5EEBD-9F1B-969B-3CD1-5FA7041AEE88}"/>
                </a:ext>
              </a:extLst>
            </p:cNvPr>
            <p:cNvSpPr>
              <a:spLocks noGrp="1" noRot="1" noMove="1" noResize="1" noEditPoints="1" noAdjustHandles="1" noChangeArrowheads="1" noChangeShapeType="1"/>
            </p:cNvSpPr>
            <p:nvPr/>
          </p:nvSpPr>
          <p:spPr>
            <a:xfrm>
              <a:off x="2286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6" name="Freeform: Shape 135">
              <a:extLst>
                <a:ext uri="{FF2B5EF4-FFF2-40B4-BE49-F238E27FC236}">
                  <a16:creationId xmlns:a16="http://schemas.microsoft.com/office/drawing/2014/main" id="{55FFC0DC-5D04-7E6E-8942-A54EE127326B}"/>
                </a:ext>
              </a:extLst>
            </p:cNvPr>
            <p:cNvSpPr>
              <a:spLocks noGrp="1" noRot="1" noMove="1" noResize="1" noEditPoints="1" noAdjustHandles="1" noChangeArrowheads="1" noChangeShapeType="1"/>
            </p:cNvSpPr>
            <p:nvPr/>
          </p:nvSpPr>
          <p:spPr>
            <a:xfrm>
              <a:off x="3429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7" name="Freeform: Shape 136">
              <a:extLst>
                <a:ext uri="{FF2B5EF4-FFF2-40B4-BE49-F238E27FC236}">
                  <a16:creationId xmlns:a16="http://schemas.microsoft.com/office/drawing/2014/main" id="{78AEF6A8-4B36-1347-82D4-E289682AE0C4}"/>
                </a:ext>
              </a:extLst>
            </p:cNvPr>
            <p:cNvSpPr>
              <a:spLocks noGrp="1" noRot="1" noMove="1" noResize="1" noEditPoints="1" noAdjustHandles="1" noChangeArrowheads="1" noChangeShapeType="1"/>
            </p:cNvSpPr>
            <p:nvPr/>
          </p:nvSpPr>
          <p:spPr>
            <a:xfrm>
              <a:off x="4572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8" name="Freeform: Shape 137">
              <a:extLst>
                <a:ext uri="{FF2B5EF4-FFF2-40B4-BE49-F238E27FC236}">
                  <a16:creationId xmlns:a16="http://schemas.microsoft.com/office/drawing/2014/main" id="{AE9EDB2E-2B26-BF13-DE0C-03C34976AFB0}"/>
                </a:ext>
              </a:extLst>
            </p:cNvPr>
            <p:cNvSpPr>
              <a:spLocks noGrp="1" noRot="1" noMove="1" noResize="1" noEditPoints="1" noAdjustHandles="1" noChangeArrowheads="1" noChangeShapeType="1"/>
            </p:cNvSpPr>
            <p:nvPr/>
          </p:nvSpPr>
          <p:spPr>
            <a:xfrm>
              <a:off x="5715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39" name="Freeform: Shape 138">
              <a:extLst>
                <a:ext uri="{FF2B5EF4-FFF2-40B4-BE49-F238E27FC236}">
                  <a16:creationId xmlns:a16="http://schemas.microsoft.com/office/drawing/2014/main" id="{70CEF721-D1FB-111B-5813-0FD9AADE81F2}"/>
                </a:ext>
              </a:extLst>
            </p:cNvPr>
            <p:cNvSpPr>
              <a:spLocks noGrp="1" noRot="1" noMove="1" noResize="1" noEditPoints="1" noAdjustHandles="1" noChangeArrowheads="1" noChangeShapeType="1"/>
            </p:cNvSpPr>
            <p:nvPr/>
          </p:nvSpPr>
          <p:spPr>
            <a:xfrm>
              <a:off x="6858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0" name="Freeform: Shape 139">
              <a:extLst>
                <a:ext uri="{FF2B5EF4-FFF2-40B4-BE49-F238E27FC236}">
                  <a16:creationId xmlns:a16="http://schemas.microsoft.com/office/drawing/2014/main" id="{70177017-D377-6C8D-D133-87EC426EBFEC}"/>
                </a:ext>
              </a:extLst>
            </p:cNvPr>
            <p:cNvSpPr>
              <a:spLocks noGrp="1" noRot="1" noMove="1" noResize="1" noEditPoints="1" noAdjustHandles="1" noChangeArrowheads="1" noChangeShapeType="1"/>
            </p:cNvSpPr>
            <p:nvPr/>
          </p:nvSpPr>
          <p:spPr>
            <a:xfrm>
              <a:off x="8001000" y="40005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1" name="Freeform: Shape 140">
              <a:extLst>
                <a:ext uri="{FF2B5EF4-FFF2-40B4-BE49-F238E27FC236}">
                  <a16:creationId xmlns:a16="http://schemas.microsoft.com/office/drawing/2014/main" id="{DFC8E38E-913F-7847-1CC9-D658B9FED1A5}"/>
                </a:ext>
              </a:extLst>
            </p:cNvPr>
            <p:cNvSpPr>
              <a:spLocks noGrp="1" noRot="1" noMove="1" noResize="1" noEditPoints="1" noAdjustHandles="1" noChangeArrowheads="1" noChangeShapeType="1"/>
            </p:cNvSpPr>
            <p:nvPr/>
          </p:nvSpPr>
          <p:spPr>
            <a:xfrm>
              <a:off x="571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2" name="Freeform: Shape 141">
              <a:extLst>
                <a:ext uri="{FF2B5EF4-FFF2-40B4-BE49-F238E27FC236}">
                  <a16:creationId xmlns:a16="http://schemas.microsoft.com/office/drawing/2014/main" id="{7EFD555E-8176-A056-888F-B20E0827EB0C}"/>
                </a:ext>
              </a:extLst>
            </p:cNvPr>
            <p:cNvSpPr>
              <a:spLocks noGrp="1" noRot="1" noMove="1" noResize="1" noEditPoints="1" noAdjustHandles="1" noChangeArrowheads="1" noChangeShapeType="1"/>
            </p:cNvSpPr>
            <p:nvPr/>
          </p:nvSpPr>
          <p:spPr>
            <a:xfrm>
              <a:off x="1714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3" name="Freeform: Shape 142">
              <a:extLst>
                <a:ext uri="{FF2B5EF4-FFF2-40B4-BE49-F238E27FC236}">
                  <a16:creationId xmlns:a16="http://schemas.microsoft.com/office/drawing/2014/main" id="{F6394B1D-A285-996A-F6D6-DC7C726C006F}"/>
                </a:ext>
              </a:extLst>
            </p:cNvPr>
            <p:cNvSpPr>
              <a:spLocks noGrp="1" noRot="1" noMove="1" noResize="1" noEditPoints="1" noAdjustHandles="1" noChangeArrowheads="1" noChangeShapeType="1"/>
            </p:cNvSpPr>
            <p:nvPr/>
          </p:nvSpPr>
          <p:spPr>
            <a:xfrm>
              <a:off x="2857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4" name="Freeform: Shape 143">
              <a:extLst>
                <a:ext uri="{FF2B5EF4-FFF2-40B4-BE49-F238E27FC236}">
                  <a16:creationId xmlns:a16="http://schemas.microsoft.com/office/drawing/2014/main" id="{4E93ED34-3545-73E3-7877-62D36C40BF7D}"/>
                </a:ext>
              </a:extLst>
            </p:cNvPr>
            <p:cNvSpPr>
              <a:spLocks noGrp="1" noRot="1" noMove="1" noResize="1" noEditPoints="1" noAdjustHandles="1" noChangeArrowheads="1" noChangeShapeType="1"/>
            </p:cNvSpPr>
            <p:nvPr/>
          </p:nvSpPr>
          <p:spPr>
            <a:xfrm>
              <a:off x="4000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5" name="Freeform: Shape 144">
              <a:extLst>
                <a:ext uri="{FF2B5EF4-FFF2-40B4-BE49-F238E27FC236}">
                  <a16:creationId xmlns:a16="http://schemas.microsoft.com/office/drawing/2014/main" id="{E6006DCB-1CE7-0318-1842-6CBDD9BEDC6C}"/>
                </a:ext>
              </a:extLst>
            </p:cNvPr>
            <p:cNvSpPr>
              <a:spLocks noGrp="1" noRot="1" noMove="1" noResize="1" noEditPoints="1" noAdjustHandles="1" noChangeArrowheads="1" noChangeShapeType="1"/>
            </p:cNvSpPr>
            <p:nvPr/>
          </p:nvSpPr>
          <p:spPr>
            <a:xfrm>
              <a:off x="5143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accent1"/>
            </a:solidFill>
            <a:ln w="4763" cap="flat">
              <a:noFill/>
              <a:prstDash val="solid"/>
              <a:miter/>
            </a:ln>
          </p:spPr>
          <p:txBody>
            <a:bodyPr rtlCol="0" anchor="ctr"/>
            <a:lstStyle/>
            <a:p>
              <a:endParaRPr lang="fr-FR" sz="2400"/>
            </a:p>
          </p:txBody>
        </p:sp>
        <p:sp>
          <p:nvSpPr>
            <p:cNvPr id="146" name="Freeform: Shape 145">
              <a:extLst>
                <a:ext uri="{FF2B5EF4-FFF2-40B4-BE49-F238E27FC236}">
                  <a16:creationId xmlns:a16="http://schemas.microsoft.com/office/drawing/2014/main" id="{3E6AF441-FF31-C26E-31DD-C730F683A0AC}"/>
                </a:ext>
              </a:extLst>
            </p:cNvPr>
            <p:cNvSpPr>
              <a:spLocks noGrp="1" noRot="1" noMove="1" noResize="1" noEditPoints="1" noAdjustHandles="1" noChangeArrowheads="1" noChangeShapeType="1"/>
            </p:cNvSpPr>
            <p:nvPr/>
          </p:nvSpPr>
          <p:spPr>
            <a:xfrm>
              <a:off x="6286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sp>
          <p:nvSpPr>
            <p:cNvPr id="147" name="Freeform: Shape 146">
              <a:extLst>
                <a:ext uri="{FF2B5EF4-FFF2-40B4-BE49-F238E27FC236}">
                  <a16:creationId xmlns:a16="http://schemas.microsoft.com/office/drawing/2014/main" id="{64AE3CE8-E27A-9C99-BD36-D421B63B99D8}"/>
                </a:ext>
              </a:extLst>
            </p:cNvPr>
            <p:cNvSpPr>
              <a:spLocks noGrp="1" noRot="1" noMove="1" noResize="1" noEditPoints="1" noAdjustHandles="1" noChangeArrowheads="1" noChangeShapeType="1"/>
            </p:cNvSpPr>
            <p:nvPr/>
          </p:nvSpPr>
          <p:spPr>
            <a:xfrm>
              <a:off x="7429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solidFill>
              <a:schemeClr val="tx1"/>
            </a:solidFill>
            <a:ln w="4763" cap="flat">
              <a:noFill/>
              <a:prstDash val="solid"/>
              <a:miter/>
            </a:ln>
          </p:spPr>
          <p:txBody>
            <a:bodyPr rtlCol="0" anchor="ctr"/>
            <a:lstStyle/>
            <a:p>
              <a:endParaRPr lang="fr-FR" sz="2400"/>
            </a:p>
          </p:txBody>
        </p:sp>
        <p:sp>
          <p:nvSpPr>
            <p:cNvPr id="148" name="Freeform: Shape 147">
              <a:extLst>
                <a:ext uri="{FF2B5EF4-FFF2-40B4-BE49-F238E27FC236}">
                  <a16:creationId xmlns:a16="http://schemas.microsoft.com/office/drawing/2014/main" id="{95D1F43D-ADDF-79E6-A915-47391945149C}"/>
                </a:ext>
              </a:extLst>
            </p:cNvPr>
            <p:cNvSpPr>
              <a:spLocks noGrp="1" noRot="1" noMove="1" noResize="1" noEditPoints="1" noAdjustHandles="1" noChangeArrowheads="1" noChangeShapeType="1"/>
            </p:cNvSpPr>
            <p:nvPr/>
          </p:nvSpPr>
          <p:spPr>
            <a:xfrm>
              <a:off x="8572500" y="4572000"/>
              <a:ext cx="571500" cy="571500"/>
            </a:xfrm>
            <a:custGeom>
              <a:avLst/>
              <a:gdLst>
                <a:gd name="connsiteX0" fmla="*/ 0 w 571500"/>
                <a:gd name="connsiteY0" fmla="*/ 0 h 571500"/>
                <a:gd name="connsiteX1" fmla="*/ 571500 w 571500"/>
                <a:gd name="connsiteY1" fmla="*/ 0 h 571500"/>
                <a:gd name="connsiteX2" fmla="*/ 571500 w 571500"/>
                <a:gd name="connsiteY2" fmla="*/ 571500 h 571500"/>
                <a:gd name="connsiteX3" fmla="*/ 0 w 57150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571500" h="571500">
                  <a:moveTo>
                    <a:pt x="0" y="0"/>
                  </a:moveTo>
                  <a:lnTo>
                    <a:pt x="571500" y="0"/>
                  </a:lnTo>
                  <a:lnTo>
                    <a:pt x="571500" y="571500"/>
                  </a:lnTo>
                  <a:lnTo>
                    <a:pt x="0" y="571500"/>
                  </a:lnTo>
                  <a:close/>
                </a:path>
              </a:pathLst>
            </a:custGeom>
            <a:grpFill/>
            <a:ln w="4763" cap="flat">
              <a:noFill/>
              <a:prstDash val="solid"/>
              <a:miter/>
            </a:ln>
          </p:spPr>
          <p:txBody>
            <a:bodyPr rtlCol="0" anchor="ctr"/>
            <a:lstStyle/>
            <a:p>
              <a:endParaRPr lang="fr-FR" sz="2400"/>
            </a:p>
          </p:txBody>
        </p:sp>
      </p:grpSp>
      <p:sp>
        <p:nvSpPr>
          <p:cNvPr id="3" name="Content Placeholder"/>
          <p:cNvSpPr>
            <a:spLocks noGrp="1"/>
          </p:cNvSpPr>
          <p:nvPr>
            <p:ph idx="1" hasCustomPrompt="1"/>
          </p:nvPr>
        </p:nvSpPr>
        <p:spPr>
          <a:xfrm>
            <a:off x="759884" y="1907119"/>
            <a:ext cx="8001001" cy="3047999"/>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759885" y="762001"/>
            <a:ext cx="8001000"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283752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itle 3"/>
          <p:cNvSpPr>
            <a:spLocks noGrp="1"/>
          </p:cNvSpPr>
          <p:nvPr>
            <p:ph type="title" hasCustomPrompt="1"/>
          </p:nvPr>
        </p:nvSpPr>
        <p:spPr/>
        <p:txBody>
          <a:bodyPr/>
          <a:lstStyle/>
          <a:p>
            <a:r>
              <a:rPr lang="fr-FR" noProof="0"/>
              <a:t>Cliquez pour modifier le titre</a:t>
            </a:r>
            <a:endParaRPr lang="en-GB"/>
          </a:p>
        </p:txBody>
      </p:sp>
      <p:sp>
        <p:nvSpPr>
          <p:cNvPr id="6" name="TextBox 5"/>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811998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Title 3"/>
          <p:cNvSpPr>
            <a:spLocks noGrp="1"/>
          </p:cNvSpPr>
          <p:nvPr>
            <p:ph type="title" hasCustomPrompt="1"/>
          </p:nvPr>
        </p:nvSpPr>
        <p:spPr/>
        <p:txBody>
          <a:bodyPr/>
          <a:lstStyle/>
          <a:p>
            <a:r>
              <a:rPr lang="fr-FR" noProof="0"/>
              <a:t>Cliquez pour modifier le titre</a:t>
            </a:r>
            <a:endParaRPr lang="en-GB"/>
          </a:p>
        </p:txBody>
      </p:sp>
      <p:sp>
        <p:nvSpPr>
          <p:cNvPr id="6" name="TextBox 5"/>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27386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3" baseline="0">
                <a:solidFill>
                  <a:schemeClr val="tx1"/>
                </a:solidFill>
              </a:defRPr>
            </a:lvl1pPr>
          </a:lstStyle>
          <a:p>
            <a:r>
              <a:rPr lang="fr-FR" noProof="0"/>
              <a:t>Cliquez pour modifier le titre</a:t>
            </a:r>
          </a:p>
        </p:txBody>
      </p:sp>
      <p:sp>
        <p:nvSpPr>
          <p:cNvPr id="17" name="Text Placeholder 17"/>
          <p:cNvSpPr>
            <a:spLocks noGrp="1"/>
          </p:cNvSpPr>
          <p:nvPr>
            <p:ph type="body" sz="quarter" idx="16" hasCustomPrompt="1"/>
          </p:nvPr>
        </p:nvSpPr>
        <p:spPr>
          <a:xfrm>
            <a:off x="7734300" y="355602"/>
            <a:ext cx="4038600" cy="4538133"/>
          </a:xfrm>
        </p:spPr>
        <p:txBody>
          <a:bodyPr/>
          <a:lstStyle>
            <a:lvl1pPr>
              <a:defRPr/>
            </a:lvl1pPr>
          </a:lstStyle>
          <a:p>
            <a:pPr lvl="0"/>
            <a:r>
              <a:rPr lang="fr-FR" noProof="0"/>
              <a:t>Cliquez pour modifier le texte</a:t>
            </a:r>
          </a:p>
          <a:p>
            <a:pPr lvl="1"/>
            <a:r>
              <a:rPr lang="fr-FR" noProof="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a:t>Cliquez pour modifier le nom du présentateur</a:t>
            </a:r>
          </a:p>
        </p:txBody>
      </p:sp>
    </p:spTree>
    <p:extLst>
      <p:ext uri="{BB962C8B-B14F-4D97-AF65-F5344CB8AC3E}">
        <p14:creationId xmlns:p14="http://schemas.microsoft.com/office/powerpoint/2010/main" val="159690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solidFill>
                  <a:schemeClr val="accent1"/>
                </a:solidFill>
              </a:defRPr>
            </a:lvl1pPr>
            <a:lvl2pPr marL="478355" indent="-478355">
              <a:spcBef>
                <a:spcPts val="0"/>
              </a:spcBef>
              <a:buClrTx/>
              <a:buSzPct val="100000"/>
              <a:buFont typeface="+mj-lt"/>
              <a:buAutoNum type="arabicPeriod"/>
              <a:defRPr sz="4000"/>
            </a:lvl2pPr>
            <a:lvl3pPr>
              <a:defRPr sz="2400"/>
            </a:lvl3pPr>
            <a:lvl4pPr>
              <a:defRPr sz="2400"/>
            </a:lvl4pPr>
            <a:lvl5pPr>
              <a:defRPr sz="2400"/>
            </a:lvl5pPr>
          </a:lstStyle>
          <a:p>
            <a:pPr lvl="0"/>
            <a:r>
              <a:rPr lang="fr-FR" noProof="0"/>
              <a:t>Cliquez pour modifier le contenu</a:t>
            </a:r>
          </a:p>
          <a:p>
            <a:pPr lvl="1"/>
            <a:r>
              <a:rPr lang="fr-FR" noProof="0"/>
              <a:t>Deuxième niveau</a:t>
            </a:r>
          </a:p>
        </p:txBody>
      </p:sp>
      <p:sp>
        <p:nvSpPr>
          <p:cNvPr id="5" name="TextBox 4"/>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89514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3" baseline="0">
                <a:solidFill>
                  <a:schemeClr val="accent1"/>
                </a:solidFill>
              </a:defRPr>
            </a:lvl1pPr>
            <a:lvl2pPr>
              <a:lnSpc>
                <a:spcPct val="85000"/>
              </a:lnSpc>
              <a:spcBef>
                <a:spcPts val="0"/>
              </a:spcBef>
              <a:defRPr sz="7333"/>
            </a:lvl2pPr>
            <a:lvl3pPr>
              <a:defRPr sz="7333"/>
            </a:lvl3pPr>
            <a:lvl4pPr>
              <a:defRPr sz="7333"/>
            </a:lvl4pPr>
            <a:lvl5pPr>
              <a:defRPr sz="7333"/>
            </a:lvl5pPr>
          </a:lstStyle>
          <a:p>
            <a:pPr lvl="0"/>
            <a:r>
              <a:rPr lang="fr-FR" noProof="0"/>
              <a:t>Cliquez pour modifier le nom de la section </a:t>
            </a:r>
          </a:p>
          <a:p>
            <a:pPr lvl="1"/>
            <a:r>
              <a:rPr lang="fr-FR" noProof="0"/>
              <a:t>Deuxième niveau</a:t>
            </a:r>
          </a:p>
        </p:txBody>
      </p:sp>
      <p:sp>
        <p:nvSpPr>
          <p:cNvPr id="4" name="TextBox 3"/>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34664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5" name="Title 4"/>
          <p:cNvSpPr>
            <a:spLocks noGrp="1"/>
          </p:cNvSpPr>
          <p:nvPr>
            <p:ph type="title" hasCustomPrompt="1"/>
          </p:nvPr>
        </p:nvSpPr>
        <p:spPr/>
        <p:txBody>
          <a:bodyPr/>
          <a:lstStyle/>
          <a:p>
            <a:r>
              <a:rPr lang="fr-FR" noProof="0"/>
              <a:t>Cliquez pour modifier le titre</a:t>
            </a:r>
            <a:endParaRPr lang="en-GB"/>
          </a:p>
        </p:txBody>
      </p:sp>
      <p:sp>
        <p:nvSpPr>
          <p:cNvPr id="7" name="TextBox 6"/>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21312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a:t>Cliquez pour modifier le titre</a:t>
            </a:r>
          </a:p>
        </p:txBody>
      </p:sp>
      <p:sp>
        <p:nvSpPr>
          <p:cNvPr id="5" name="TextBox 4"/>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35931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solidFill>
                  <a:schemeClr val="accent1"/>
                </a:solidFill>
              </a:defRPr>
            </a:lvl1pPr>
            <a:lvl2pPr marL="478355" indent="-478355">
              <a:spcBef>
                <a:spcPts val="0"/>
              </a:spcBef>
              <a:buClrTx/>
              <a:buSzPct val="100000"/>
              <a:buFont typeface="+mj-lt"/>
              <a:buAutoNum type="arabicPeriod"/>
              <a:defRPr sz="4000"/>
            </a:lvl2pPr>
            <a:lvl3pPr>
              <a:defRPr sz="2400"/>
            </a:lvl3pPr>
            <a:lvl4pPr>
              <a:defRPr sz="2400"/>
            </a:lvl4pPr>
            <a:lvl5pPr>
              <a:defRPr sz="2400"/>
            </a:lvl5pPr>
          </a:lstStyle>
          <a:p>
            <a:pPr lvl="0"/>
            <a:r>
              <a:rPr lang="fr-FR" noProof="0"/>
              <a:t>Cliquez pour modifier le contenu</a:t>
            </a:r>
          </a:p>
          <a:p>
            <a:pPr lvl="1"/>
            <a:r>
              <a:rPr lang="fr-FR" noProof="0"/>
              <a:t>Deuxième niveau</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83059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3" baseline="0">
                <a:solidFill>
                  <a:schemeClr val="accent1"/>
                </a:solidFill>
              </a:defRPr>
            </a:lvl1pPr>
            <a:lvl2pPr>
              <a:lnSpc>
                <a:spcPct val="85000"/>
              </a:lnSpc>
              <a:spcBef>
                <a:spcPts val="0"/>
              </a:spcBef>
              <a:defRPr sz="7333"/>
            </a:lvl2pPr>
            <a:lvl3pPr>
              <a:defRPr sz="7333"/>
            </a:lvl3pPr>
            <a:lvl4pPr>
              <a:defRPr sz="7333"/>
            </a:lvl4pPr>
            <a:lvl5pPr>
              <a:defRPr sz="7333"/>
            </a:lvl5pPr>
          </a:lstStyle>
          <a:p>
            <a:pPr lvl="0"/>
            <a:r>
              <a:rPr lang="fr-FR" noProof="0"/>
              <a:t>Cliquez pour modifier le nom de la section </a:t>
            </a:r>
          </a:p>
          <a:p>
            <a:pPr lvl="1"/>
            <a:r>
              <a:rPr lang="fr-FR" noProof="0"/>
              <a:t>Deuxième niveau</a:t>
            </a:r>
          </a:p>
        </p:txBody>
      </p:sp>
      <p:sp>
        <p:nvSpPr>
          <p:cNvPr id="4" name="TextBox 3"/>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54450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5" name="Title 4"/>
          <p:cNvSpPr>
            <a:spLocks noGrp="1"/>
          </p:cNvSpPr>
          <p:nvPr>
            <p:ph type="title" hasCustomPrompt="1"/>
          </p:nvPr>
        </p:nvSpPr>
        <p:spPr/>
        <p:txBody>
          <a:bodyPr/>
          <a:lstStyle/>
          <a:p>
            <a:r>
              <a:rPr lang="fr-FR" noProof="0"/>
              <a:t>Cliquez pour modifier le titre</a:t>
            </a:r>
            <a:endParaRPr lang="en-GB"/>
          </a:p>
        </p:txBody>
      </p:sp>
      <p:sp>
        <p:nvSpPr>
          <p:cNvPr id="7" name="TextBox 6"/>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68210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a:t>Cliquez pour modifier le titre</a:t>
            </a:r>
          </a:p>
        </p:txBody>
      </p:sp>
      <p:sp>
        <p:nvSpPr>
          <p:cNvPr id="5" name="TextBox 4"/>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64035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Image pleine page">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a:t>Cliquez sur l'icône pour ajouter une photo</a:t>
            </a:r>
          </a:p>
        </p:txBody>
      </p:sp>
      <p:sp>
        <p:nvSpPr>
          <p:cNvPr id="3" name="Title 2"/>
          <p:cNvSpPr>
            <a:spLocks noGrp="1"/>
          </p:cNvSpPr>
          <p:nvPr>
            <p:ph type="title" hasCustomPrompt="1"/>
          </p:nvPr>
        </p:nvSpPr>
        <p:spPr/>
        <p:txBody>
          <a:bodyPr/>
          <a:lstStyle>
            <a:lvl1pPr>
              <a:defRPr>
                <a:solidFill>
                  <a:schemeClr val="accent1"/>
                </a:solidFill>
              </a:defRPr>
            </a:lvl1pPr>
          </a:lstStyle>
          <a:p>
            <a:r>
              <a:rPr lang="fr-FR"/>
              <a:t>Cliquez pour modifier le titre</a:t>
            </a:r>
            <a:endParaRPr lang="en-GB"/>
          </a:p>
        </p:txBody>
      </p:sp>
    </p:spTree>
    <p:extLst>
      <p:ext uri="{BB962C8B-B14F-4D97-AF65-F5344CB8AC3E}">
        <p14:creationId xmlns:p14="http://schemas.microsoft.com/office/powerpoint/2010/main" val="221362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TextBox 2"/>
          <p:cNvSpPr txBox="1"/>
          <p:nvPr userDrawn="1"/>
        </p:nvSpPr>
        <p:spPr>
          <a:xfrm>
            <a:off x="826061" y="6332195"/>
            <a:ext cx="87" cy="164148"/>
          </a:xfrm>
          <a:prstGeom prst="rect">
            <a:avLst/>
          </a:prstGeom>
          <a:noFill/>
        </p:spPr>
        <p:txBody>
          <a:bodyPr wrap="squar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54502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sp>
        <p:nvSpPr>
          <p:cNvPr id="3" name="TextBox 2"/>
          <p:cNvSpPr txBox="1"/>
          <p:nvPr userDrawn="1"/>
        </p:nvSpPr>
        <p:spPr>
          <a:xfrm>
            <a:off x="826061" y="6332195"/>
            <a:ext cx="65" cy="164212"/>
          </a:xfrm>
          <a:prstGeom prst="rect">
            <a:avLst/>
          </a:prstGeom>
          <a:noFill/>
        </p:spPr>
        <p:txBody>
          <a:bodyPr wrap="none" lIns="0" tIns="0" rIns="0" bIns="0" rtlCol="0">
            <a:spAutoFit/>
          </a:bodyPr>
          <a:lstStyle/>
          <a:p>
            <a:endParaRPr kumimoji="0" lang="fr-FR" sz="1067" b="0" i="0" u="none" strike="noStrike" kern="1200" cap="none" spc="0" normalizeH="0" baseline="0" noProof="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48009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Static_Blank">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759887" y="762003"/>
            <a:ext cx="4193116" cy="2669116"/>
          </a:xfrm>
        </p:spPr>
        <p:txBody>
          <a:bodyPr>
            <a:noAutofit/>
          </a:bodyPr>
          <a:lstStyle>
            <a:lvl1pPr algn="l">
              <a:lnSpc>
                <a:spcPct val="85000"/>
              </a:lnSpc>
              <a:defRPr sz="6000" baseline="0">
                <a:solidFill>
                  <a:schemeClr val="accent1"/>
                </a:solidFill>
              </a:defRPr>
            </a:lvl1pPr>
          </a:lstStyle>
          <a:p>
            <a:r>
              <a:rPr lang="en-US"/>
              <a:t>Edit title</a:t>
            </a:r>
            <a:endParaRPr lang="en-GB"/>
          </a:p>
        </p:txBody>
      </p:sp>
      <p:sp>
        <p:nvSpPr>
          <p:cNvPr id="17" name="Text Placeholder"/>
          <p:cNvSpPr>
            <a:spLocks noGrp="1"/>
          </p:cNvSpPr>
          <p:nvPr>
            <p:ph type="body" sz="quarter" idx="16" hasCustomPrompt="1"/>
          </p:nvPr>
        </p:nvSpPr>
        <p:spPr>
          <a:xfrm>
            <a:off x="759885" y="3814235"/>
            <a:ext cx="4193115" cy="753532"/>
          </a:xfrm>
        </p:spPr>
        <p:txBody>
          <a:bodyPr/>
          <a:lstStyle>
            <a:lvl1pPr>
              <a:defRPr/>
            </a:lvl1pPr>
          </a:lstStyle>
          <a:p>
            <a:pPr lvl="0"/>
            <a:r>
              <a:rPr lang="en-US"/>
              <a:t>Edit text</a:t>
            </a:r>
          </a:p>
          <a:p>
            <a:pPr lvl="1"/>
            <a:r>
              <a:rPr lang="en-US"/>
              <a:t>Second level</a:t>
            </a:r>
          </a:p>
        </p:txBody>
      </p:sp>
    </p:spTree>
    <p:extLst>
      <p:ext uri="{BB962C8B-B14F-4D97-AF65-F5344CB8AC3E}">
        <p14:creationId xmlns:p14="http://schemas.microsoft.com/office/powerpoint/2010/main" val="293047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25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7FC69-033A-9C54-EFAC-ED9D176796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EC37B18-719B-883E-8ED3-6C4FBD59B4E0}"/>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77AB92D-096F-D7EF-B09D-02046D044047}"/>
              </a:ext>
            </a:extLst>
          </p:cNvPr>
          <p:cNvSpPr>
            <a:spLocks noGrp="1"/>
          </p:cNvSpPr>
          <p:nvPr>
            <p:ph type="dt" sz="half" idx="10"/>
          </p:nvPr>
        </p:nvSpPr>
        <p:spPr/>
        <p:txBody>
          <a:bodyPr/>
          <a:lstStyle/>
          <a:p>
            <a:fld id="{35150A5D-93FE-4098-A044-441C66FE2E96}" type="datetimeFigureOut">
              <a:rPr lang="en-GB" smtClean="0"/>
              <a:t>26/02/2026</a:t>
            </a:fld>
            <a:endParaRPr lang="en-GB"/>
          </a:p>
        </p:txBody>
      </p:sp>
      <p:sp>
        <p:nvSpPr>
          <p:cNvPr id="5" name="Footer Placeholder 4">
            <a:extLst>
              <a:ext uri="{FF2B5EF4-FFF2-40B4-BE49-F238E27FC236}">
                <a16:creationId xmlns:a16="http://schemas.microsoft.com/office/drawing/2014/main" id="{4AA2B5EA-6665-E78F-8BED-4DCE87898F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63BD6A-E0DF-E56F-8685-6F1E5FBBD0CE}"/>
              </a:ext>
            </a:extLst>
          </p:cNvPr>
          <p:cNvSpPr>
            <a:spLocks noGrp="1"/>
          </p:cNvSpPr>
          <p:nvPr>
            <p:ph type="sldNum" sz="quarter" idx="12"/>
          </p:nvPr>
        </p:nvSpPr>
        <p:spPr/>
        <p:txBody>
          <a:bodyPr/>
          <a:lstStyle/>
          <a:p>
            <a:fld id="{F0D05F73-71A7-404C-8775-1FD1748AB2CC}" type="slidenum">
              <a:rPr lang="en-GB" smtClean="0"/>
              <a:t>‹#›</a:t>
            </a:fld>
            <a:endParaRPr lang="en-GB"/>
          </a:p>
        </p:txBody>
      </p:sp>
    </p:spTree>
    <p:extLst>
      <p:ext uri="{BB962C8B-B14F-4D97-AF65-F5344CB8AC3E}">
        <p14:creationId xmlns:p14="http://schemas.microsoft.com/office/powerpoint/2010/main" val="414503447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cSld name="Pixel_animation_1">
    <p:spTree>
      <p:nvGrpSpPr>
        <p:cNvPr id="1" name=""/>
        <p:cNvGrpSpPr/>
        <p:nvPr/>
      </p:nvGrpSpPr>
      <p:grpSpPr>
        <a:xfrm>
          <a:off x="0" y="0"/>
          <a:ext cx="0" cy="0"/>
          <a:chOff x="0" y="0"/>
          <a:chExt cx="0" cy="0"/>
        </a:xfrm>
      </p:grpSpPr>
      <p:pic>
        <p:nvPicPr>
          <p:cNvPr id="3" name="Pixels">
            <a:extLst>
              <a:ext uri="{FF2B5EF4-FFF2-40B4-BE49-F238E27FC236}">
                <a16:creationId xmlns:a16="http://schemas.microsoft.com/office/drawing/2014/main" id="{F2981F13-86A0-72CC-D2F6-ACD30A2971D0}"/>
              </a:ext>
            </a:extLst>
          </p:cNvPr>
          <p:cNvPicPr/>
          <p:nvPr/>
        </p:nvPicPr>
        <p:blipFill>
          <a:blip r:embed="rId2">
            <a:extLst>
              <a:ext uri="{28A0092B-C50C-407E-A947-70E740481C1C}">
                <a14:useLocalDpi xmlns:a14="http://schemas.microsoft.com/office/drawing/2010/main" val="0"/>
              </a:ext>
            </a:extLst>
          </a:blip>
          <a:srcRect/>
          <a:stretch/>
        </p:blipFill>
        <p:spPr>
          <a:xfrm>
            <a:off x="-1060" y="0"/>
            <a:ext cx="12192000" cy="6858000"/>
          </a:xfrm>
          <a:prstGeom prst="rect">
            <a:avLst/>
          </a:prstGeom>
        </p:spPr>
      </p:pic>
      <p:sp>
        <p:nvSpPr>
          <p:cNvPr id="5" name="Text Placeholder">
            <a:extLst>
              <a:ext uri="{FF2B5EF4-FFF2-40B4-BE49-F238E27FC236}">
                <a16:creationId xmlns:a16="http://schemas.microsoft.com/office/drawing/2014/main" id="{AC1E98B7-AAF0-0B85-F6DC-61FF4D4FE7C9}"/>
              </a:ext>
            </a:extLst>
          </p:cNvPr>
          <p:cNvSpPr>
            <a:spLocks noGrp="1"/>
          </p:cNvSpPr>
          <p:nvPr>
            <p:ph type="body" sz="quarter" idx="10" hasCustomPrompt="1"/>
          </p:nvPr>
        </p:nvSpPr>
        <p:spPr>
          <a:xfrm>
            <a:off x="759886" y="1907117"/>
            <a:ext cx="4952999" cy="3048000"/>
          </a:xfrm>
        </p:spPr>
        <p:txBody>
          <a:body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6" name="Text Placeholder">
            <a:extLst>
              <a:ext uri="{FF2B5EF4-FFF2-40B4-BE49-F238E27FC236}">
                <a16:creationId xmlns:a16="http://schemas.microsoft.com/office/drawing/2014/main" id="{629E56A1-2F27-D53F-DC95-853288E22EC5}"/>
              </a:ext>
            </a:extLst>
          </p:cNvPr>
          <p:cNvSpPr>
            <a:spLocks noGrp="1"/>
          </p:cNvSpPr>
          <p:nvPr>
            <p:ph type="title" hasCustomPrompt="1"/>
          </p:nvPr>
        </p:nvSpPr>
        <p:spPr>
          <a:xfrm>
            <a:off x="759886" y="762001"/>
            <a:ext cx="4953001" cy="759883"/>
          </a:xfrm>
        </p:spPr>
        <p:txBody>
          <a:bodyPr/>
          <a:lstStyle>
            <a:lvl1pPr>
              <a:defRPr/>
            </a:lvl1pPr>
          </a:lstStyle>
          <a:p>
            <a:r>
              <a:rPr lang="fr-FR" noProof="0"/>
              <a:t>Modifier le titre</a:t>
            </a:r>
          </a:p>
        </p:txBody>
      </p:sp>
      <p:sp>
        <p:nvSpPr>
          <p:cNvPr id="2" name="Picture Placeholder">
            <a:extLst>
              <a:ext uri="{FF2B5EF4-FFF2-40B4-BE49-F238E27FC236}">
                <a16:creationId xmlns:a16="http://schemas.microsoft.com/office/drawing/2014/main" id="{8C7226FF-85AD-CCEE-0E66-2E8B4FADA6DB}"/>
              </a:ext>
            </a:extLst>
          </p:cNvPr>
          <p:cNvSpPr>
            <a:spLocks noGrp="1"/>
          </p:cNvSpPr>
          <p:nvPr>
            <p:ph type="pic" sz="quarter" idx="17"/>
          </p:nvPr>
        </p:nvSpPr>
        <p:spPr>
          <a:xfrm>
            <a:off x="7617886" y="1524000"/>
            <a:ext cx="3050116" cy="3048000"/>
          </a:xfrm>
          <a:noFill/>
        </p:spPr>
        <p:txBody>
          <a:bodyPr/>
          <a:lstStyle>
            <a:lvl1pPr>
              <a:defRPr>
                <a:noFill/>
              </a:defRPr>
            </a:lvl1pPr>
          </a:lstStyle>
          <a:p>
            <a:r>
              <a:rPr lang="fr-FR"/>
              <a:t>Cliquez sur l'icône pour ajouter une image</a:t>
            </a:r>
          </a:p>
        </p:txBody>
      </p:sp>
    </p:spTree>
    <p:extLst>
      <p:ext uri="{BB962C8B-B14F-4D97-AF65-F5344CB8AC3E}">
        <p14:creationId xmlns:p14="http://schemas.microsoft.com/office/powerpoint/2010/main" val="336341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tx">
  <p:cSld name="2_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629984"/>
      </p:ext>
    </p:extLst>
  </p:cSld>
  <p:clrMapOvr>
    <a:masterClrMapping/>
  </p:clrMapOvr>
  <p:transition spd="med"/>
  <p:extLst>
    <p:ext uri="{DCECCB84-F9BA-43D5-87BE-67443E8EF086}">
      <p15:sldGuideLst xmlns:p15="http://schemas.microsoft.com/office/powerpoint/2012/main">
        <p15:guide id="1" orient="horz" pos="5764">
          <p15:clr>
            <a:srgbClr val="FBAE40"/>
          </p15:clr>
        </p15:guide>
        <p15:guide id="2" pos="5760">
          <p15:clr>
            <a:srgbClr val="FBAE40"/>
          </p15:clr>
        </p15:guide>
        <p15:guide id="3" pos="6482">
          <p15:clr>
            <a:srgbClr val="FBAE40"/>
          </p15:clr>
        </p15:guide>
        <p15:guide id="4" pos="7203">
          <p15:clr>
            <a:srgbClr val="FBAE40"/>
          </p15:clr>
        </p15:guide>
        <p15:guide id="5" pos="8646">
          <p15:clr>
            <a:srgbClr val="FBAE40"/>
          </p15:clr>
        </p15:guide>
        <p15:guide id="6" pos="9366">
          <p15:clr>
            <a:srgbClr val="FBAE40"/>
          </p15:clr>
        </p15:guide>
        <p15:guide id="7" pos="7923">
          <p15:clr>
            <a:srgbClr val="FBAE40"/>
          </p15:clr>
        </p15:guide>
        <p15:guide id="8" pos="10809">
          <p15:clr>
            <a:srgbClr val="FBAE40"/>
          </p15:clr>
        </p15:guide>
        <p15:guide id="9" pos="2875">
          <p15:clr>
            <a:srgbClr val="FBAE40"/>
          </p15:clr>
        </p15:guide>
        <p15:guide id="10" pos="10088">
          <p15:clr>
            <a:srgbClr val="FBAE40"/>
          </p15:clr>
        </p15:guide>
        <p15:guide id="11" pos="4317">
          <p15:clr>
            <a:srgbClr val="FBAE40"/>
          </p15:clr>
        </p15:guide>
        <p15:guide id="12" pos="5039">
          <p15:clr>
            <a:srgbClr val="FBAE40"/>
          </p15:clr>
        </p15:guide>
        <p15:guide id="13" pos="3596">
          <p15:clr>
            <a:srgbClr val="FBAE40"/>
          </p15:clr>
        </p15:guide>
        <p15:guide id="14" pos="2177">
          <p15:clr>
            <a:srgbClr val="FBAE40"/>
          </p15:clr>
        </p15:guide>
        <p15:guide id="15" pos="1432">
          <p15:clr>
            <a:srgbClr val="FBAE40"/>
          </p15:clr>
        </p15:guide>
        <p15:guide id="16" pos="712">
          <p15:clr>
            <a:srgbClr val="FBAE40"/>
          </p15:clr>
        </p15:guide>
        <p15:guide id="17" orient="horz" pos="5042">
          <p15:clr>
            <a:srgbClr val="FBAE40"/>
          </p15:clr>
        </p15:guide>
        <p15:guide id="19" orient="horz" pos="2880">
          <p15:clr>
            <a:srgbClr val="FBAE40"/>
          </p15:clr>
        </p15:guide>
        <p15:guide id="20" orient="horz" pos="4322">
          <p15:clr>
            <a:srgbClr val="FBAE40"/>
          </p15:clr>
        </p15:guide>
        <p15:guide id="21" orient="horz" pos="2159">
          <p15:clr>
            <a:srgbClr val="FBAE40"/>
          </p15:clr>
        </p15:guide>
        <p15:guide id="22" orient="horz" pos="1437">
          <p15:clr>
            <a:srgbClr val="FBAE40"/>
          </p15:clr>
        </p15:guide>
        <p15:guide id="23" orient="horz" pos="716">
          <p15:clr>
            <a:srgbClr val="FBAE40"/>
          </p15:clr>
        </p15:guide>
        <p15:guide id="24" orient="horz" pos="3240">
          <p15:clr>
            <a:srgbClr val="FBAE40"/>
          </p15:clr>
        </p15:guide>
        <p15:guide id="25" orient="horz" pos="360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759886" y="1907119"/>
            <a:ext cx="10668001" cy="418464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759886" y="762002"/>
            <a:ext cx="10668001" cy="759884"/>
          </a:xfrm>
        </p:spPr>
        <p:txBody>
          <a:bodyPr/>
          <a:lstStyle>
            <a:lvl1pPr>
              <a:defRPr/>
            </a:lvl1pPr>
          </a:lstStyle>
          <a:p>
            <a:r>
              <a:rPr lang="en-US"/>
              <a:t>Edit title</a:t>
            </a:r>
            <a:endParaRPr lang="en-GB"/>
          </a:p>
        </p:txBody>
      </p:sp>
    </p:spTree>
    <p:extLst>
      <p:ext uri="{BB962C8B-B14F-4D97-AF65-F5344CB8AC3E}">
        <p14:creationId xmlns:p14="http://schemas.microsoft.com/office/powerpoint/2010/main" val="2150417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emf"/><Relationship Id="rId2" Type="http://schemas.openxmlformats.org/officeDocument/2006/relationships/slideLayout" Target="../slideLayouts/slideLayout17.xml"/><Relationship Id="rId16"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ags" Target="../tags/tag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slideLayout" Target="../slideLayouts/slideLayout81.xml"/><Relationship Id="rId47" Type="http://schemas.openxmlformats.org/officeDocument/2006/relationships/slideLayout" Target="../slideLayouts/slideLayout86.xml"/><Relationship Id="rId50" Type="http://schemas.openxmlformats.org/officeDocument/2006/relationships/slideLayout" Target="../slideLayouts/slideLayout89.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slideLayout" Target="../slideLayouts/slideLayout84.xml"/><Relationship Id="rId53" Type="http://schemas.openxmlformats.org/officeDocument/2006/relationships/theme" Target="../theme/theme4.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slideLayout" Target="../slideLayouts/slideLayout83.xml"/><Relationship Id="rId52" Type="http://schemas.openxmlformats.org/officeDocument/2006/relationships/slideLayout" Target="../slideLayouts/slideLayout91.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slideLayout" Target="../slideLayouts/slideLayout82.xml"/><Relationship Id="rId48" Type="http://schemas.openxmlformats.org/officeDocument/2006/relationships/slideLayout" Target="../slideLayouts/slideLayout87.xml"/><Relationship Id="rId8" Type="http://schemas.openxmlformats.org/officeDocument/2006/relationships/slideLayout" Target="../slideLayouts/slideLayout47.xml"/><Relationship Id="rId51" Type="http://schemas.openxmlformats.org/officeDocument/2006/relationships/slideLayout" Target="../slideLayouts/slideLayout90.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slideLayout" Target="../slideLayouts/slideLayout85.xml"/><Relationship Id="rId20" Type="http://schemas.openxmlformats.org/officeDocument/2006/relationships/slideLayout" Target="../slideLayouts/slideLayout59.xml"/><Relationship Id="rId41" Type="http://schemas.openxmlformats.org/officeDocument/2006/relationships/slideLayout" Target="../slideLayouts/slideLayout80.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49" Type="http://schemas.openxmlformats.org/officeDocument/2006/relationships/slideLayout" Target="../slideLayouts/slideLayout8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3" Type="http://schemas.openxmlformats.org/officeDocument/2006/relationships/slideLayout" Target="../slideLayouts/slideLayout94.xml"/><Relationship Id="rId21" Type="http://schemas.openxmlformats.org/officeDocument/2006/relationships/slideLayout" Target="../slideLayouts/slideLayout112.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image" Target="../media/image1.emf"/><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oleObject" Target="../embeddings/oleObject2.bin"/><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tags" Target="../tags/tag3.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slideLayout" Target="../slideLayouts/slideLayout138.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2" Type="http://schemas.openxmlformats.org/officeDocument/2006/relationships/slideLayout" Target="../slideLayouts/slideLayout127.xml"/><Relationship Id="rId16" Type="http://schemas.openxmlformats.org/officeDocument/2006/relationships/theme" Target="../theme/theme7.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5" Type="http://schemas.openxmlformats.org/officeDocument/2006/relationships/slideLayout" Target="../slideLayouts/slideLayout140.xml"/><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slideLayout" Target="../slideLayouts/slideLayout139.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42.xml"/><Relationship Id="rId1" Type="http://schemas.openxmlformats.org/officeDocument/2006/relationships/slideLayout" Target="../slideLayouts/slideLayout141.xml"/><Relationship Id="rId6" Type="http://schemas.openxmlformats.org/officeDocument/2006/relationships/image" Target="NULL"/><Relationship Id="rId5" Type="http://schemas.openxmlformats.org/officeDocument/2006/relationships/oleObject" Target="NULL"/><Relationship Id="rId4" Type="http://schemas.openxmlformats.org/officeDocument/2006/relationships/tags" Target="../tags/tag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50.xml"/><Relationship Id="rId13" Type="http://schemas.openxmlformats.org/officeDocument/2006/relationships/slideLayout" Target="../slideLayouts/slideLayout155.xml"/><Relationship Id="rId18" Type="http://schemas.openxmlformats.org/officeDocument/2006/relationships/slideLayout" Target="../slideLayouts/slideLayout160.xml"/><Relationship Id="rId3" Type="http://schemas.openxmlformats.org/officeDocument/2006/relationships/slideLayout" Target="../slideLayouts/slideLayout145.xml"/><Relationship Id="rId21" Type="http://schemas.openxmlformats.org/officeDocument/2006/relationships/theme" Target="../theme/theme9.xml"/><Relationship Id="rId7" Type="http://schemas.openxmlformats.org/officeDocument/2006/relationships/slideLayout" Target="../slideLayouts/slideLayout149.xml"/><Relationship Id="rId12" Type="http://schemas.openxmlformats.org/officeDocument/2006/relationships/slideLayout" Target="../slideLayouts/slideLayout154.xml"/><Relationship Id="rId17" Type="http://schemas.openxmlformats.org/officeDocument/2006/relationships/slideLayout" Target="../slideLayouts/slideLayout159.xml"/><Relationship Id="rId2" Type="http://schemas.openxmlformats.org/officeDocument/2006/relationships/slideLayout" Target="../slideLayouts/slideLayout144.xml"/><Relationship Id="rId16" Type="http://schemas.openxmlformats.org/officeDocument/2006/relationships/slideLayout" Target="../slideLayouts/slideLayout158.xml"/><Relationship Id="rId20" Type="http://schemas.openxmlformats.org/officeDocument/2006/relationships/slideLayout" Target="../slideLayouts/slideLayout162.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slideLayout" Target="../slideLayouts/slideLayout153.xml"/><Relationship Id="rId5" Type="http://schemas.openxmlformats.org/officeDocument/2006/relationships/slideLayout" Target="../slideLayouts/slideLayout147.xml"/><Relationship Id="rId15" Type="http://schemas.openxmlformats.org/officeDocument/2006/relationships/slideLayout" Target="../slideLayouts/slideLayout157.xml"/><Relationship Id="rId10" Type="http://schemas.openxmlformats.org/officeDocument/2006/relationships/slideLayout" Target="../slideLayouts/slideLayout152.xml"/><Relationship Id="rId19" Type="http://schemas.openxmlformats.org/officeDocument/2006/relationships/slideLayout" Target="../slideLayouts/slideLayout161.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slideLayout" Target="../slideLayouts/slideLayout1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425565-1BEB-2AD8-DAD8-4FC83D9DC6D6}"/>
              </a:ext>
            </a:extLst>
          </p:cNvPr>
          <p:cNvGraphicFramePr>
            <a:graphicFrameLocks noChangeAspect="1"/>
          </p:cNvGraphicFramePr>
          <p:nvPr userDrawn="1">
            <p:custDataLst>
              <p:tags r:id="rId17"/>
            </p:custDataLst>
            <p:extLst>
              <p:ext uri="{D42A27DB-BD31-4B8C-83A1-F6EECF244321}">
                <p14:modId xmlns:p14="http://schemas.microsoft.com/office/powerpoint/2010/main" val="3714991975"/>
              </p:ext>
            </p:extLst>
          </p:nvPr>
        </p:nvGraphicFramePr>
        <p:xfrm>
          <a:off x="1059" y="1059"/>
          <a:ext cx="1059" cy="1059"/>
        </p:xfrm>
        <a:graphic>
          <a:graphicData uri="http://schemas.openxmlformats.org/presentationml/2006/ole">
            <mc:AlternateContent xmlns:mc="http://schemas.openxmlformats.org/markup-compatibility/2006">
              <mc:Choice xmlns:v="urn:schemas-microsoft-com:vml" Requires="v">
                <p:oleObj name="think-cell Slide" r:id="rId18" imgW="473" imgH="473" progId="TCLayout.ActiveDocument.1">
                  <p:embed/>
                </p:oleObj>
              </mc:Choice>
              <mc:Fallback>
                <p:oleObj name="think-cell Slide" r:id="rId18" imgW="473" imgH="473" progId="TCLayout.ActiveDocument.1">
                  <p:embed/>
                  <p:pic>
                    <p:nvPicPr>
                      <p:cNvPr id="5" name="think-cell data - do not delete" hidden="1">
                        <a:extLst>
                          <a:ext uri="{FF2B5EF4-FFF2-40B4-BE49-F238E27FC236}">
                            <a16:creationId xmlns:a16="http://schemas.microsoft.com/office/drawing/2014/main" id="{D2425565-1BEB-2AD8-DAD8-4FC83D9DC6D6}"/>
                          </a:ext>
                        </a:extLst>
                      </p:cNvPr>
                      <p:cNvPicPr/>
                      <p:nvPr/>
                    </p:nvPicPr>
                    <p:blipFill>
                      <a:blip r:embed="rId19"/>
                      <a:stretch>
                        <a:fillRect/>
                      </a:stretch>
                    </p:blipFill>
                    <p:spPr>
                      <a:xfrm>
                        <a:off x="1059" y="1059"/>
                        <a:ext cx="1059" cy="1059"/>
                      </a:xfrm>
                      <a:prstGeom prst="rect">
                        <a:avLst/>
                      </a:prstGeom>
                    </p:spPr>
                  </p:pic>
                </p:oleObj>
              </mc:Fallback>
            </mc:AlternateContent>
          </a:graphicData>
        </a:graphic>
      </p:graphicFrame>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9" name="Text Placeholder 10"/>
          <p:cNvSpPr txBox="1">
            <a:spLocks/>
          </p:cNvSpPr>
          <p:nvPr/>
        </p:nvSpPr>
        <p:spPr>
          <a:xfrm>
            <a:off x="11589560" y="6146166"/>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1284451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81" r:id="rId11"/>
    <p:sldLayoutId id="2147483682" r:id="rId12"/>
    <p:sldLayoutId id="2147483718" r:id="rId13"/>
    <p:sldLayoutId id="2147483827" r:id="rId14"/>
    <p:sldLayoutId id="2147483828"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261"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261"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312" indent="-241312" algn="l" defTabSz="1219261"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4011" indent="-254013" algn="l" defTabSz="1219261"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90" indent="-230729" algn="l" defTabSz="1219261"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853" indent="-254013" algn="l" defTabSz="1219261"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598"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2229"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859"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425565-1BEB-2AD8-DAD8-4FC83D9DC6D6}"/>
              </a:ext>
            </a:extLst>
          </p:cNvPr>
          <p:cNvGraphicFramePr>
            <a:graphicFrameLocks noChangeAspect="1"/>
          </p:cNvGraphicFramePr>
          <p:nvPr userDrawn="1">
            <p:custDataLst>
              <p:tags r:id="rId15"/>
            </p:custDataLst>
            <p:extLst>
              <p:ext uri="{D42A27DB-BD31-4B8C-83A1-F6EECF244321}">
                <p14:modId xmlns:p14="http://schemas.microsoft.com/office/powerpoint/2010/main" val="3714991975"/>
              </p:ext>
            </p:extLst>
          </p:nvPr>
        </p:nvGraphicFramePr>
        <p:xfrm>
          <a:off x="1059" y="1059"/>
          <a:ext cx="1059" cy="1059"/>
        </p:xfrm>
        <a:graphic>
          <a:graphicData uri="http://schemas.openxmlformats.org/presentationml/2006/ole">
            <mc:AlternateContent xmlns:mc="http://schemas.openxmlformats.org/markup-compatibility/2006">
              <mc:Choice xmlns:v="urn:schemas-microsoft-com:vml" Requires="v">
                <p:oleObj name="think-cell Slide" r:id="rId16" imgW="473" imgH="473" progId="TCLayout.ActiveDocument.1">
                  <p:embed/>
                </p:oleObj>
              </mc:Choice>
              <mc:Fallback>
                <p:oleObj name="think-cell Slide" r:id="rId16" imgW="473" imgH="473" progId="TCLayout.ActiveDocument.1">
                  <p:embed/>
                  <p:pic>
                    <p:nvPicPr>
                      <p:cNvPr id="5" name="think-cell data - do not delete" hidden="1">
                        <a:extLst>
                          <a:ext uri="{FF2B5EF4-FFF2-40B4-BE49-F238E27FC236}">
                            <a16:creationId xmlns:a16="http://schemas.microsoft.com/office/drawing/2014/main" id="{D2425565-1BEB-2AD8-DAD8-4FC83D9DC6D6}"/>
                          </a:ext>
                        </a:extLst>
                      </p:cNvPr>
                      <p:cNvPicPr/>
                      <p:nvPr/>
                    </p:nvPicPr>
                    <p:blipFill>
                      <a:blip r:embed="rId17"/>
                      <a:stretch>
                        <a:fillRect/>
                      </a:stretch>
                    </p:blipFill>
                    <p:spPr>
                      <a:xfrm>
                        <a:off x="1059" y="1059"/>
                        <a:ext cx="1059" cy="1059"/>
                      </a:xfrm>
                      <a:prstGeom prst="rect">
                        <a:avLst/>
                      </a:prstGeom>
                    </p:spPr>
                  </p:pic>
                </p:oleObj>
              </mc:Fallback>
            </mc:AlternateContent>
          </a:graphicData>
        </a:graphic>
      </p:graphicFrame>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
        <p:nvSpPr>
          <p:cNvPr id="9" name="Text Placeholder 10"/>
          <p:cNvSpPr txBox="1">
            <a:spLocks/>
          </p:cNvSpPr>
          <p:nvPr/>
        </p:nvSpPr>
        <p:spPr>
          <a:xfrm>
            <a:off x="11589560" y="6146166"/>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261"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a:ln>
                <a:noFill/>
              </a:ln>
              <a:solidFill>
                <a:schemeClr val="tx1"/>
              </a:solidFill>
              <a:effectLst/>
              <a:uLnTx/>
              <a:uFillTx/>
              <a:latin typeface="Helvetica 75 Bold" panose="020B0804020202020204" pitchFamily="34" charset="0"/>
              <a:ea typeface="+mn-ea"/>
              <a:cs typeface="+mn-cs"/>
            </a:endParaRPr>
          </a:p>
        </p:txBody>
      </p:sp>
      <p:sp>
        <p:nvSpPr>
          <p:cNvPr id="6" name="TextBox 5">
            <a:extLst>
              <a:ext uri="{FF2B5EF4-FFF2-40B4-BE49-F238E27FC236}">
                <a16:creationId xmlns:a16="http://schemas.microsoft.com/office/drawing/2014/main" id="{EC4EF088-252C-5D63-BC4B-01AFF3744C0D}"/>
              </a:ext>
            </a:extLst>
          </p:cNvPr>
          <p:cNvSpPr txBox="1"/>
          <p:nvPr>
            <p:extLst>
              <p:ext uri="{1162E1C5-73C7-4A58-AE30-91384D911F3F}">
                <p184:classification xmlns:p184="http://schemas.microsoft.com/office/powerpoint/2018/4/main" val="ftr"/>
              </p:ext>
            </p:extLst>
          </p:nvPr>
        </p:nvSpPr>
        <p:spPr>
          <a:xfrm>
            <a:off x="5723700" y="6672580"/>
            <a:ext cx="766762" cy="121920"/>
          </a:xfrm>
          <a:prstGeom prst="rect">
            <a:avLst/>
          </a:prstGeom>
        </p:spPr>
        <p:txBody>
          <a:bodyPr horzOverflow="overflow" lIns="0" tIns="0" rIns="0" bIns="0">
            <a:spAutoFit/>
          </a:bodyPr>
          <a:lstStyle/>
          <a:p>
            <a:pPr algn="l"/>
            <a:r>
              <a:rPr lang="en-US" sz="800">
                <a:solidFill>
                  <a:srgbClr val="ED7D31"/>
                </a:solidFill>
                <a:latin typeface="Calibri" panose="020F0502020204030204" pitchFamily="34" charset="0"/>
                <a:cs typeface="Calibri" panose="020F0502020204030204" pitchFamily="34" charset="0"/>
              </a:rPr>
              <a:t>Orange Restricted</a:t>
            </a:r>
          </a:p>
        </p:txBody>
      </p:sp>
    </p:spTree>
    <p:extLst>
      <p:ext uri="{BB962C8B-B14F-4D97-AF65-F5344CB8AC3E}">
        <p14:creationId xmlns:p14="http://schemas.microsoft.com/office/powerpoint/2010/main" val="90622481"/>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704" r:id="rId11"/>
    <p:sldLayoutId id="2147483705" r:id="rId12"/>
    <p:sldLayoutId id="2147483808"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261"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261"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312" indent="-241312" algn="l" defTabSz="1219261"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4011" indent="-254013" algn="l" defTabSz="1219261"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90" indent="-230729" algn="l" defTabSz="1219261"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853" indent="-254013" algn="l" defTabSz="1219261"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598"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2229"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859" indent="-304815" algn="l" defTabSz="1219261"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207D38-B4A6-B5F2-6E6B-C07767FCFB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EAFB972-3BF5-403A-1182-942603E39F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C7421-F34B-FE0C-1F99-7B81153B1F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458B7B-64D6-47D3-80B3-9D2495706710}" type="datetimeFigureOut">
              <a:rPr lang="en-GB" smtClean="0"/>
              <a:t>26/02/2026</a:t>
            </a:fld>
            <a:endParaRPr lang="en-GB"/>
          </a:p>
        </p:txBody>
      </p:sp>
      <p:sp>
        <p:nvSpPr>
          <p:cNvPr id="5" name="Footer Placeholder 4">
            <a:extLst>
              <a:ext uri="{FF2B5EF4-FFF2-40B4-BE49-F238E27FC236}">
                <a16:creationId xmlns:a16="http://schemas.microsoft.com/office/drawing/2014/main" id="{C8852CF1-1FBD-8E56-376C-6C33B8FF5D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06C919C-F9DD-3566-B9EA-C9AC5E4E53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664FAF-3591-42EA-AF2D-8C0175C131AF}" type="slidenum">
              <a:rPr lang="en-GB" smtClean="0"/>
              <a:t>‹#›</a:t>
            </a:fld>
            <a:endParaRPr lang="en-GB"/>
          </a:p>
        </p:txBody>
      </p:sp>
    </p:spTree>
    <p:extLst>
      <p:ext uri="{BB962C8B-B14F-4D97-AF65-F5344CB8AC3E}">
        <p14:creationId xmlns:p14="http://schemas.microsoft.com/office/powerpoint/2010/main" val="312488554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p:cNvSpPr>
            <a:spLocks noGrp="1"/>
          </p:cNvSpPr>
          <p:nvPr>
            <p:ph type="title"/>
          </p:nvPr>
        </p:nvSpPr>
        <p:spPr>
          <a:xfrm>
            <a:off x="759885" y="762002"/>
            <a:ext cx="10672235" cy="759884"/>
          </a:xfrm>
          <a:prstGeom prst="rect">
            <a:avLst/>
          </a:prstGeom>
        </p:spPr>
        <p:txBody>
          <a:bodyPr vert="horz" lIns="0" tIns="0" rIns="0" bIns="0" rtlCol="0" anchor="t" anchorCtr="0">
            <a:noAutofit/>
          </a:bodyPr>
          <a:lstStyle/>
          <a:p>
            <a:r>
              <a:rPr lang="fr-FR" noProof="0"/>
              <a:t>Modifier le titre</a:t>
            </a:r>
          </a:p>
        </p:txBody>
      </p:sp>
      <p:sp>
        <p:nvSpPr>
          <p:cNvPr id="3" name="Text Placeholder"/>
          <p:cNvSpPr>
            <a:spLocks noGrp="1"/>
          </p:cNvSpPr>
          <p:nvPr>
            <p:ph type="body" idx="1"/>
          </p:nvPr>
        </p:nvSpPr>
        <p:spPr>
          <a:xfrm>
            <a:off x="759885" y="1907119"/>
            <a:ext cx="10668001" cy="4188881"/>
          </a:xfrm>
          <a:prstGeom prst="rect">
            <a:avLst/>
          </a:prstGeom>
        </p:spPr>
        <p:txBody>
          <a:bodyPr vert="horz" lIns="0" tIns="0" rIns="0" bIns="0" rtlCol="0">
            <a:noAutofit/>
          </a:bodyPr>
          <a:lstStyle/>
          <a:p>
            <a:pPr lvl="0"/>
            <a:r>
              <a:rPr lang="fr-FR" noProof="0"/>
              <a:t>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Tree>
    <p:extLst>
      <p:ext uri="{BB962C8B-B14F-4D97-AF65-F5344CB8AC3E}">
        <p14:creationId xmlns:p14="http://schemas.microsoft.com/office/powerpoint/2010/main" val="96820578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 id="2147483746" r:id="rId27"/>
    <p:sldLayoutId id="2147483747" r:id="rId28"/>
    <p:sldLayoutId id="2147483748" r:id="rId29"/>
    <p:sldLayoutId id="2147483749" r:id="rId30"/>
    <p:sldLayoutId id="2147483750" r:id="rId31"/>
    <p:sldLayoutId id="2147483751" r:id="rId32"/>
    <p:sldLayoutId id="2147483752" r:id="rId33"/>
    <p:sldLayoutId id="2147483753" r:id="rId34"/>
    <p:sldLayoutId id="2147483754" r:id="rId35"/>
    <p:sldLayoutId id="2147483755" r:id="rId36"/>
    <p:sldLayoutId id="2147483756" r:id="rId37"/>
    <p:sldLayoutId id="2147483757" r:id="rId38"/>
    <p:sldLayoutId id="2147483758" r:id="rId39"/>
    <p:sldLayoutId id="2147483759" r:id="rId40"/>
    <p:sldLayoutId id="2147483760" r:id="rId41"/>
    <p:sldLayoutId id="2147483761" r:id="rId42"/>
    <p:sldLayoutId id="2147483762" r:id="rId43"/>
    <p:sldLayoutId id="2147483763" r:id="rId44"/>
    <p:sldLayoutId id="2147483764" r:id="rId45"/>
    <p:sldLayoutId id="2147483765" r:id="rId46"/>
    <p:sldLayoutId id="2147483766" r:id="rId47"/>
    <p:sldLayoutId id="2147483767" r:id="rId48"/>
    <p:sldLayoutId id="2147483768" r:id="rId49"/>
    <p:sldLayoutId id="2147483769" r:id="rId50"/>
    <p:sldLayoutId id="2147483771" r:id="rId51"/>
    <p:sldLayoutId id="2147483832"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14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14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14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89" indent="-241289" algn="l" defTabSz="121914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57" indent="-253988" algn="l" defTabSz="121914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11" indent="-230706" algn="l" defTabSz="121914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47" indent="-253988" algn="l" defTabSz="121914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360">
          <p15:clr>
            <a:srgbClr val="F26B43"/>
          </p15:clr>
        </p15:guide>
        <p15:guide id="10" pos="179">
          <p15:clr>
            <a:srgbClr val="F26B43"/>
          </p15:clr>
        </p15:guide>
        <p15:guide id="29" orient="horz" pos="180">
          <p15:clr>
            <a:srgbClr val="A4A3A4"/>
          </p15:clr>
        </p15:guide>
        <p15:guide id="34" orient="horz" pos="541">
          <p15:clr>
            <a:srgbClr val="A4A3A4"/>
          </p15:clr>
        </p15:guide>
        <p15:guide id="35" orient="horz" pos="720">
          <p15:clr>
            <a:srgbClr val="F26B43"/>
          </p15:clr>
        </p15:guide>
        <p15:guide id="37" orient="horz" pos="901">
          <p15:clr>
            <a:srgbClr val="A4A3A4"/>
          </p15:clr>
        </p15:guide>
        <p15:guide id="38" orient="horz" pos="1080">
          <p15:clr>
            <a:srgbClr val="F26B43"/>
          </p15:clr>
        </p15:guide>
        <p15:guide id="39" orient="horz" pos="1260">
          <p15:clr>
            <a:srgbClr val="A4A3A4"/>
          </p15:clr>
        </p15:guide>
        <p15:guide id="40" orient="horz" pos="1440">
          <p15:clr>
            <a:srgbClr val="F26B43"/>
          </p15:clr>
        </p15:guide>
        <p15:guide id="41" orient="horz" pos="1621">
          <p15:clr>
            <a:srgbClr val="A4A3A4"/>
          </p15:clr>
        </p15:guide>
        <p15:guide id="42" orient="horz" pos="1800">
          <p15:clr>
            <a:srgbClr val="F26B43"/>
          </p15:clr>
        </p15:guide>
        <p15:guide id="43" orient="horz" pos="1981">
          <p15:clr>
            <a:srgbClr val="A4A3A4"/>
          </p15:clr>
        </p15:guide>
        <p15:guide id="44" orient="horz" pos="2160">
          <p15:clr>
            <a:srgbClr val="F26B43"/>
          </p15:clr>
        </p15:guide>
        <p15:guide id="45" orient="horz" pos="2341">
          <p15:clr>
            <a:srgbClr val="A4A3A4"/>
          </p15:clr>
        </p15:guide>
        <p15:guide id="46" orient="horz" pos="2520">
          <p15:clr>
            <a:srgbClr val="F26B43"/>
          </p15:clr>
        </p15:guide>
        <p15:guide id="47" orient="horz" pos="2702">
          <p15:clr>
            <a:srgbClr val="A4A3A4"/>
          </p15:clr>
        </p15:guide>
        <p15:guide id="48" orient="horz" pos="2880">
          <p15:clr>
            <a:srgbClr val="F26B43"/>
          </p15:clr>
        </p15:guide>
        <p15:guide id="49" orient="horz" pos="3062">
          <p15:clr>
            <a:srgbClr val="A4A3A4"/>
          </p15:clr>
        </p15:guide>
        <p15:guide id="65" pos="359">
          <p15:clr>
            <a:srgbClr val="A4A3A4"/>
          </p15:clr>
        </p15:guide>
        <p15:guide id="66" pos="539">
          <p15:clr>
            <a:srgbClr val="F26B43"/>
          </p15:clr>
        </p15:guide>
        <p15:guide id="67" pos="720">
          <p15:clr>
            <a:srgbClr val="A4A3A4"/>
          </p15:clr>
        </p15:guide>
        <p15:guide id="68" pos="899">
          <p15:clr>
            <a:srgbClr val="F26B43"/>
          </p15:clr>
        </p15:guide>
        <p15:guide id="69" pos="1079">
          <p15:clr>
            <a:srgbClr val="A4A3A4"/>
          </p15:clr>
        </p15:guide>
        <p15:guide id="70" pos="1259">
          <p15:clr>
            <a:srgbClr val="F26B43"/>
          </p15:clr>
        </p15:guide>
        <p15:guide id="71" pos="1440">
          <p15:clr>
            <a:srgbClr val="A4A3A4"/>
          </p15:clr>
        </p15:guide>
        <p15:guide id="72" pos="1620">
          <p15:clr>
            <a:srgbClr val="F26B43"/>
          </p15:clr>
        </p15:guide>
        <p15:guide id="73" pos="1799">
          <p15:clr>
            <a:srgbClr val="A4A3A4"/>
          </p15:clr>
        </p15:guide>
        <p15:guide id="74" pos="1980">
          <p15:clr>
            <a:srgbClr val="F26B43"/>
          </p15:clr>
        </p15:guide>
        <p15:guide id="76" pos="2159">
          <p15:clr>
            <a:srgbClr val="A4A3A4"/>
          </p15:clr>
        </p15:guide>
        <p15:guide id="77" pos="2340">
          <p15:clr>
            <a:srgbClr val="F26B43"/>
          </p15:clr>
        </p15:guide>
        <p15:guide id="78" pos="2519">
          <p15:clr>
            <a:srgbClr val="A4A3A4"/>
          </p15:clr>
        </p15:guide>
        <p15:guide id="79" pos="2699">
          <p15:clr>
            <a:srgbClr val="F26B43"/>
          </p15:clr>
        </p15:guide>
        <p15:guide id="80" pos="2879">
          <p15:clr>
            <a:srgbClr val="A4A3A4"/>
          </p15:clr>
        </p15:guide>
        <p15:guide id="81" pos="3060">
          <p15:clr>
            <a:srgbClr val="F26B43"/>
          </p15:clr>
        </p15:guide>
        <p15:guide id="82" pos="3239">
          <p15:clr>
            <a:srgbClr val="A4A3A4"/>
          </p15:clr>
        </p15:guide>
        <p15:guide id="83" pos="3418">
          <p15:clr>
            <a:srgbClr val="F26B43"/>
          </p15:clr>
        </p15:guide>
        <p15:guide id="85" pos="3599">
          <p15:clr>
            <a:srgbClr val="A4A3A4"/>
          </p15:clr>
        </p15:guide>
        <p15:guide id="86" pos="3780">
          <p15:clr>
            <a:srgbClr val="F26B43"/>
          </p15:clr>
        </p15:guide>
        <p15:guide id="87" pos="3959">
          <p15:clr>
            <a:srgbClr val="A4A3A4"/>
          </p15:clr>
        </p15:guide>
        <p15:guide id="88" pos="4139">
          <p15:clr>
            <a:srgbClr val="F26B43"/>
          </p15:clr>
        </p15:guide>
        <p15:guide id="89" pos="4320">
          <p15:clr>
            <a:srgbClr val="A4A3A4"/>
          </p15:clr>
        </p15:guide>
        <p15:guide id="90" pos="4499">
          <p15:clr>
            <a:srgbClr val="F26B43"/>
          </p15:clr>
        </p15:guide>
        <p15:guide id="91" pos="4679">
          <p15:clr>
            <a:srgbClr val="A4A3A4"/>
          </p15:clr>
        </p15:guide>
        <p15:guide id="92" pos="4859">
          <p15:clr>
            <a:srgbClr val="F26B43"/>
          </p15:clr>
        </p15:guide>
        <p15:guide id="93" pos="5039">
          <p15:clr>
            <a:srgbClr val="A4A3A4"/>
          </p15:clr>
        </p15:guide>
        <p15:guide id="94" pos="5220">
          <p15:clr>
            <a:srgbClr val="F26B43"/>
          </p15:clr>
        </p15:guide>
        <p15:guide id="95" pos="5399">
          <p15:clr>
            <a:srgbClr val="A4A3A4"/>
          </p15:clr>
        </p15:guide>
        <p15:guide id="96" pos="557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E6F7512-85C7-F92F-2D29-A77667CD0D0E}"/>
              </a:ext>
            </a:extLst>
          </p:cNvPr>
          <p:cNvGraphicFramePr>
            <a:graphicFrameLocks noChangeAspect="1"/>
          </p:cNvGraphicFramePr>
          <p:nvPr userDrawn="1">
            <p:custDataLst>
              <p:tags r:id="rId23"/>
            </p:custDataLst>
            <p:extLst>
              <p:ext uri="{D42A27DB-BD31-4B8C-83A1-F6EECF244321}">
                <p14:modId xmlns:p14="http://schemas.microsoft.com/office/powerpoint/2010/main" val="3535615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95" imgH="394" progId="TCLayout.ActiveDocument.1">
                  <p:embed/>
                </p:oleObj>
              </mc:Choice>
              <mc:Fallback>
                <p:oleObj name="think-cell Slide" r:id="rId24" imgW="395" imgH="394" progId="TCLayout.ActiveDocument.1">
                  <p:embed/>
                  <p:pic>
                    <p:nvPicPr>
                      <p:cNvPr id="6" name="think-cell data - do not delete" hidden="1">
                        <a:extLst>
                          <a:ext uri="{FF2B5EF4-FFF2-40B4-BE49-F238E27FC236}">
                            <a16:creationId xmlns:a16="http://schemas.microsoft.com/office/drawing/2014/main" id="{4E6F7512-85C7-F92F-2D29-A77667CD0D0E}"/>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ext Placeholder"/>
          <p:cNvSpPr>
            <a:spLocks noGrp="1"/>
          </p:cNvSpPr>
          <p:nvPr>
            <p:ph type="title"/>
          </p:nvPr>
        </p:nvSpPr>
        <p:spPr>
          <a:xfrm>
            <a:off x="759885" y="762001"/>
            <a:ext cx="10672235" cy="759884"/>
          </a:xfrm>
          <a:prstGeom prst="rect">
            <a:avLst/>
          </a:prstGeom>
        </p:spPr>
        <p:txBody>
          <a:bodyPr vert="horz" lIns="0" tIns="0" rIns="0" bIns="0" rtlCol="0" anchor="t" anchorCtr="0">
            <a:noAutofit/>
          </a:bodyPr>
          <a:lstStyle/>
          <a:p>
            <a:r>
              <a:rPr lang="en-US"/>
              <a:t>Edit title</a:t>
            </a:r>
            <a:endParaRPr lang="en-GB"/>
          </a:p>
        </p:txBody>
      </p:sp>
      <p:sp>
        <p:nvSpPr>
          <p:cNvPr id="3" name="Text Placeholder"/>
          <p:cNvSpPr>
            <a:spLocks noGrp="1"/>
          </p:cNvSpPr>
          <p:nvPr>
            <p:ph type="body" idx="1"/>
          </p:nvPr>
        </p:nvSpPr>
        <p:spPr>
          <a:xfrm>
            <a:off x="759884" y="1907118"/>
            <a:ext cx="10668001" cy="4188881"/>
          </a:xfrm>
          <a:prstGeom prst="rect">
            <a:avLst/>
          </a:prstGeom>
        </p:spPr>
        <p:txBody>
          <a:bodyPr vert="horz" lIns="0" tIns="0" rIns="0" bIns="0" rtlCol="0">
            <a:noAutofit/>
          </a:body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Tree>
    <p:extLst>
      <p:ext uri="{BB962C8B-B14F-4D97-AF65-F5344CB8AC3E}">
        <p14:creationId xmlns:p14="http://schemas.microsoft.com/office/powerpoint/2010/main" val="288120297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17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480">
          <p15:clr>
            <a:srgbClr val="F26B43"/>
          </p15:clr>
        </p15:guide>
        <p15:guide id="10" pos="239">
          <p15:clr>
            <a:srgbClr val="F26B43"/>
          </p15:clr>
        </p15:guide>
        <p15:guide id="29" orient="horz" pos="240">
          <p15:clr>
            <a:srgbClr val="A4A3A4"/>
          </p15:clr>
        </p15:guide>
        <p15:guide id="34" orient="horz" pos="721">
          <p15:clr>
            <a:srgbClr val="A4A3A4"/>
          </p15:clr>
        </p15:guide>
        <p15:guide id="35" orient="horz" pos="960">
          <p15:clr>
            <a:srgbClr val="F26B43"/>
          </p15:clr>
        </p15:guide>
        <p15:guide id="37" orient="horz" pos="1201">
          <p15:clr>
            <a:srgbClr val="A4A3A4"/>
          </p15:clr>
        </p15:guide>
        <p15:guide id="38" orient="horz" pos="1440">
          <p15:clr>
            <a:srgbClr val="F26B43"/>
          </p15:clr>
        </p15:guide>
        <p15:guide id="39" orient="horz" pos="1680">
          <p15:clr>
            <a:srgbClr val="A4A3A4"/>
          </p15:clr>
        </p15:guide>
        <p15:guide id="40" orient="horz" pos="1920">
          <p15:clr>
            <a:srgbClr val="F26B43"/>
          </p15:clr>
        </p15:guide>
        <p15:guide id="41" orient="horz" pos="2161">
          <p15:clr>
            <a:srgbClr val="A4A3A4"/>
          </p15:clr>
        </p15:guide>
        <p15:guide id="42" orient="horz" pos="2400">
          <p15:clr>
            <a:srgbClr val="F26B43"/>
          </p15:clr>
        </p15:guide>
        <p15:guide id="43" orient="horz" pos="2641">
          <p15:clr>
            <a:srgbClr val="A4A3A4"/>
          </p15:clr>
        </p15:guide>
        <p15:guide id="44" orient="horz" pos="2880">
          <p15:clr>
            <a:srgbClr val="F26B43"/>
          </p15:clr>
        </p15:guide>
        <p15:guide id="45" orient="horz" pos="3121">
          <p15:clr>
            <a:srgbClr val="A4A3A4"/>
          </p15:clr>
        </p15:guide>
        <p15:guide id="46" orient="horz" pos="3360">
          <p15:clr>
            <a:srgbClr val="F26B43"/>
          </p15:clr>
        </p15:guide>
        <p15:guide id="47" orient="horz" pos="3603">
          <p15:clr>
            <a:srgbClr val="A4A3A4"/>
          </p15:clr>
        </p15:guide>
        <p15:guide id="48" orient="horz" pos="3840">
          <p15:clr>
            <a:srgbClr val="F26B43"/>
          </p15:clr>
        </p15:guide>
        <p15:guide id="49" orient="horz" pos="4083">
          <p15:clr>
            <a:srgbClr val="A4A3A4"/>
          </p15:clr>
        </p15:guide>
        <p15:guide id="65" pos="479">
          <p15:clr>
            <a:srgbClr val="A4A3A4"/>
          </p15:clr>
        </p15:guide>
        <p15:guide id="66" pos="719">
          <p15:clr>
            <a:srgbClr val="F26B43"/>
          </p15:clr>
        </p15:guide>
        <p15:guide id="67" pos="960">
          <p15:clr>
            <a:srgbClr val="A4A3A4"/>
          </p15:clr>
        </p15:guide>
        <p15:guide id="68" pos="1199">
          <p15:clr>
            <a:srgbClr val="F26B43"/>
          </p15:clr>
        </p15:guide>
        <p15:guide id="69" pos="1439">
          <p15:clr>
            <a:srgbClr val="A4A3A4"/>
          </p15:clr>
        </p15:guide>
        <p15:guide id="70" pos="1679">
          <p15:clr>
            <a:srgbClr val="F26B43"/>
          </p15:clr>
        </p15:guide>
        <p15:guide id="71" pos="1920">
          <p15:clr>
            <a:srgbClr val="A4A3A4"/>
          </p15:clr>
        </p15:guide>
        <p15:guide id="72" pos="2160">
          <p15:clr>
            <a:srgbClr val="F26B43"/>
          </p15:clr>
        </p15:guide>
        <p15:guide id="73" pos="2399">
          <p15:clr>
            <a:srgbClr val="A4A3A4"/>
          </p15:clr>
        </p15:guide>
        <p15:guide id="74" pos="2640">
          <p15:clr>
            <a:srgbClr val="F26B43"/>
          </p15:clr>
        </p15:guide>
        <p15:guide id="76" pos="2879">
          <p15:clr>
            <a:srgbClr val="A4A3A4"/>
          </p15:clr>
        </p15:guide>
        <p15:guide id="77" pos="3120">
          <p15:clr>
            <a:srgbClr val="F26B43"/>
          </p15:clr>
        </p15:guide>
        <p15:guide id="78" pos="3359">
          <p15:clr>
            <a:srgbClr val="A4A3A4"/>
          </p15:clr>
        </p15:guide>
        <p15:guide id="79" pos="3599">
          <p15:clr>
            <a:srgbClr val="F26B43"/>
          </p15:clr>
        </p15:guide>
        <p15:guide id="80" pos="3839">
          <p15:clr>
            <a:srgbClr val="A4A3A4"/>
          </p15:clr>
        </p15:guide>
        <p15:guide id="81" pos="4080">
          <p15:clr>
            <a:srgbClr val="F26B43"/>
          </p15:clr>
        </p15:guide>
        <p15:guide id="82" pos="4319">
          <p15:clr>
            <a:srgbClr val="A4A3A4"/>
          </p15:clr>
        </p15:guide>
        <p15:guide id="83" pos="4557">
          <p15:clr>
            <a:srgbClr val="F26B43"/>
          </p15:clr>
        </p15:guide>
        <p15:guide id="85" pos="4799">
          <p15:clr>
            <a:srgbClr val="A4A3A4"/>
          </p15:clr>
        </p15:guide>
        <p15:guide id="86" pos="5040">
          <p15:clr>
            <a:srgbClr val="F26B43"/>
          </p15:clr>
        </p15:guide>
        <p15:guide id="87" pos="5279">
          <p15:clr>
            <a:srgbClr val="A4A3A4"/>
          </p15:clr>
        </p15:guide>
        <p15:guide id="88" pos="5519">
          <p15:clr>
            <a:srgbClr val="F26B43"/>
          </p15:clr>
        </p15:guide>
        <p15:guide id="89" pos="5760">
          <p15:clr>
            <a:srgbClr val="A4A3A4"/>
          </p15:clr>
        </p15:guide>
        <p15:guide id="90" pos="5999">
          <p15:clr>
            <a:srgbClr val="F26B43"/>
          </p15:clr>
        </p15:guide>
        <p15:guide id="91" pos="6239">
          <p15:clr>
            <a:srgbClr val="A4A3A4"/>
          </p15:clr>
        </p15:guide>
        <p15:guide id="92" pos="6479">
          <p15:clr>
            <a:srgbClr val="F26B43"/>
          </p15:clr>
        </p15:guide>
        <p15:guide id="93" pos="6719">
          <p15:clr>
            <a:srgbClr val="A4A3A4"/>
          </p15:clr>
        </p15:guide>
        <p15:guide id="94" pos="6960">
          <p15:clr>
            <a:srgbClr val="F26B43"/>
          </p15:clr>
        </p15:guide>
        <p15:guide id="95" pos="7199">
          <p15:clr>
            <a:srgbClr val="A4A3A4"/>
          </p15:clr>
        </p15:guide>
        <p15:guide id="96" pos="7439">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7601" y="357717"/>
            <a:ext cx="11355300" cy="988483"/>
          </a:xfrm>
          <a:prstGeom prst="rect">
            <a:avLst/>
          </a:prstGeom>
        </p:spPr>
        <p:txBody>
          <a:bodyPr vert="horz" lIns="0" tIns="0" rIns="0" bIns="0" rtlCol="0" anchor="t" anchorCtr="0">
            <a:noAutofit/>
          </a:bodyPr>
          <a:lstStyle/>
          <a:p>
            <a:r>
              <a:rPr lang="en-US"/>
              <a:t>Click to edit title</a:t>
            </a:r>
            <a:endParaRPr lang="en-GB"/>
          </a:p>
        </p:txBody>
      </p:sp>
      <p:sp>
        <p:nvSpPr>
          <p:cNvPr id="3" name="Text Placeholder 2"/>
          <p:cNvSpPr>
            <a:spLocks noGrp="1"/>
          </p:cNvSpPr>
          <p:nvPr>
            <p:ph type="body" idx="1"/>
          </p:nvPr>
        </p:nvSpPr>
        <p:spPr>
          <a:xfrm>
            <a:off x="417601" y="1574801"/>
            <a:ext cx="11355300" cy="4493684"/>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Tree>
    <p:extLst>
      <p:ext uri="{BB962C8B-B14F-4D97-AF65-F5344CB8AC3E}">
        <p14:creationId xmlns:p14="http://schemas.microsoft.com/office/powerpoint/2010/main" val="3623309821"/>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170" rtl="0" eaLnBrk="1" latinLnBrk="0" hangingPunct="1">
        <a:lnSpc>
          <a:spcPct val="90000"/>
        </a:lnSpc>
        <a:spcBef>
          <a:spcPct val="0"/>
        </a:spcBef>
        <a:buNone/>
        <a:defRPr sz="2667" kern="1200" spc="-27" baseline="0">
          <a:solidFill>
            <a:schemeClr val="bg2"/>
          </a:solidFill>
          <a:latin typeface="+mj-lt"/>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mn-lt"/>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bg1"/>
          </a:solidFill>
          <a:latin typeface="+mn-lt"/>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bg1"/>
          </a:solidFill>
          <a:latin typeface="+mn-lt"/>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bg1"/>
          </a:solidFill>
          <a:latin typeface="Helvetica 55 Roman" panose="020B0604020202020204" pitchFamily="34" charset="0"/>
          <a:ea typeface="+mn-ea"/>
          <a:cs typeface="+mn-cs"/>
        </a:defRPr>
      </a:lvl4pPr>
      <a:lvl5pPr marL="793731" indent="-230712" algn="l" defTabSz="1219170" rtl="0" eaLnBrk="1" latinLnBrk="0" hangingPunct="1">
        <a:lnSpc>
          <a:spcPct val="90000"/>
        </a:lnSpc>
        <a:spcBef>
          <a:spcPct val="20000"/>
        </a:spcBef>
        <a:buClr>
          <a:schemeClr val="bg1"/>
        </a:buClr>
        <a:buFont typeface="Arial" panose="020B0604020202020204" pitchFamily="34" charset="0"/>
        <a:buChar char="–"/>
        <a:defRPr sz="1867" kern="1200" spc="-27" baseline="0">
          <a:solidFill>
            <a:schemeClr val="bg1"/>
          </a:solidFill>
          <a:latin typeface="Helvetica 55 Roman" panose="020B0604020202020204"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bg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7601" y="357717"/>
            <a:ext cx="11355300" cy="988483"/>
          </a:xfrm>
          <a:prstGeom prst="rect">
            <a:avLst/>
          </a:prstGeom>
        </p:spPr>
        <p:txBody>
          <a:bodyPr vert="horz" lIns="0" tIns="0" rIns="0" bIns="0" rtlCol="0" anchor="t" anchorCtr="0">
            <a:noAutofit/>
          </a:bodyPr>
          <a:lstStyle/>
          <a:p>
            <a:r>
              <a:rPr lang="en-US"/>
              <a:t>Click to edit title</a:t>
            </a:r>
            <a:endParaRPr lang="en-GB"/>
          </a:p>
        </p:txBody>
      </p:sp>
      <p:sp>
        <p:nvSpPr>
          <p:cNvPr id="3" name="Text Placeholder 2"/>
          <p:cNvSpPr>
            <a:spLocks noGrp="1"/>
          </p:cNvSpPr>
          <p:nvPr>
            <p:ph type="body" idx="1"/>
          </p:nvPr>
        </p:nvSpPr>
        <p:spPr>
          <a:xfrm>
            <a:off x="417601" y="1574801"/>
            <a:ext cx="11355300" cy="4493684"/>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5" name="ZoneTexte 4">
            <a:extLst>
              <a:ext uri="{FF2B5EF4-FFF2-40B4-BE49-F238E27FC236}">
                <a16:creationId xmlns:a16="http://schemas.microsoft.com/office/drawing/2014/main" id="{ADFEA47A-5A44-6951-5BD3-86E16519572A}"/>
              </a:ext>
            </a:extLst>
          </p:cNvPr>
          <p:cNvSpPr txBox="1"/>
          <p:nvPr userDrawn="1">
            <p:extLst>
              <p:ext uri="{1162E1C5-73C7-4A58-AE30-91384D911F3F}">
                <p184:classification xmlns:p184="http://schemas.microsoft.com/office/powerpoint/2018/4/main" val="ftr"/>
              </p:ext>
            </p:extLst>
          </p:nvPr>
        </p:nvSpPr>
        <p:spPr>
          <a:xfrm>
            <a:off x="5501217" y="6610774"/>
            <a:ext cx="1227667" cy="164212"/>
          </a:xfrm>
          <a:prstGeom prst="rect">
            <a:avLst/>
          </a:prstGeom>
        </p:spPr>
        <p:txBody>
          <a:bodyPr horzOverflow="overflow" lIns="0" tIns="0" rIns="0" bIns="0">
            <a:spAutoFit/>
          </a:bodyPr>
          <a:lstStyle/>
          <a:p>
            <a:pPr algn="l"/>
            <a:r>
              <a:rPr lang="fr-FR" sz="1067">
                <a:solidFill>
                  <a:srgbClr val="ED7D31"/>
                </a:solidFill>
                <a:latin typeface="Helvetica 75 Bold" panose="020B0804020202020204" pitchFamily="34" charset="0"/>
              </a:rPr>
              <a:t>Orange Restricted</a:t>
            </a:r>
          </a:p>
        </p:txBody>
      </p:sp>
    </p:spTree>
    <p:extLst>
      <p:ext uri="{BB962C8B-B14F-4D97-AF65-F5344CB8AC3E}">
        <p14:creationId xmlns:p14="http://schemas.microsoft.com/office/powerpoint/2010/main" val="180125242"/>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4" r:id="rId14"/>
    <p:sldLayoutId id="214748382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170" rtl="0" eaLnBrk="1" latinLnBrk="0" hangingPunct="1">
        <a:lnSpc>
          <a:spcPct val="90000"/>
        </a:lnSpc>
        <a:spcBef>
          <a:spcPct val="0"/>
        </a:spcBef>
        <a:buNone/>
        <a:defRPr sz="2667" kern="1200" spc="-27" baseline="0">
          <a:solidFill>
            <a:schemeClr val="bg2"/>
          </a:solidFill>
          <a:latin typeface="+mj-lt"/>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mn-lt"/>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bg1"/>
          </a:solidFill>
          <a:latin typeface="+mn-lt"/>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bg1"/>
          </a:solidFill>
          <a:latin typeface="+mn-lt"/>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bg1"/>
          </a:solidFill>
          <a:latin typeface="Helvetica 55 Roman" panose="020B0604020202020204" pitchFamily="34" charset="0"/>
          <a:ea typeface="+mn-ea"/>
          <a:cs typeface="+mn-cs"/>
        </a:defRPr>
      </a:lvl4pPr>
      <a:lvl5pPr marL="793731" indent="-230712" algn="l" defTabSz="1219170" rtl="0" eaLnBrk="1" latinLnBrk="0" hangingPunct="1">
        <a:lnSpc>
          <a:spcPct val="90000"/>
        </a:lnSpc>
        <a:spcBef>
          <a:spcPct val="20000"/>
        </a:spcBef>
        <a:buClr>
          <a:schemeClr val="bg1"/>
        </a:buClr>
        <a:buFont typeface="Arial" panose="020B0604020202020204" pitchFamily="34" charset="0"/>
        <a:buChar char="–"/>
        <a:defRPr sz="1867" kern="1200" spc="-27" baseline="0">
          <a:solidFill>
            <a:schemeClr val="bg1"/>
          </a:solidFill>
          <a:latin typeface="Helvetica 55 Roman" panose="020B0604020202020204"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bg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0B3224F-69E3-5713-3AF1-9D66E61DF52F}"/>
              </a:ext>
            </a:extLst>
          </p:cNvPr>
          <p:cNvGraphicFramePr>
            <a:graphicFrameLocks noChangeAspect="1"/>
          </p:cNvGraphicFramePr>
          <p:nvPr userDrawn="1">
            <p:custDataLst>
              <p:tags r:id="rId4"/>
            </p:custDataLst>
            <p:extLst>
              <p:ext uri="{D42A27DB-BD31-4B8C-83A1-F6EECF244321}">
                <p14:modId xmlns:p14="http://schemas.microsoft.com/office/powerpoint/2010/main" val="3383716383"/>
              </p:ext>
            </p:extLst>
          </p:nvPr>
        </p:nvGraphicFramePr>
        <p:xfrm>
          <a:off x="1059" y="1059"/>
          <a:ext cx="1059" cy="1059"/>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5" name="think-cell data - do not delete" hidden="1">
                        <a:extLst>
                          <a:ext uri="{FF2B5EF4-FFF2-40B4-BE49-F238E27FC236}">
                            <a16:creationId xmlns:a16="http://schemas.microsoft.com/office/drawing/2014/main" id="{80B3224F-69E3-5713-3AF1-9D66E61DF52F}"/>
                          </a:ext>
                        </a:extLst>
                      </p:cNvPr>
                      <p:cNvPicPr/>
                      <p:nvPr/>
                    </p:nvPicPr>
                    <p:blipFill>
                      <a:blip r:embed="rId6"/>
                      <a:stretch>
                        <a:fillRect/>
                      </a:stretch>
                    </p:blipFill>
                    <p:spPr>
                      <a:xfrm>
                        <a:off x="1059" y="1059"/>
                        <a:ext cx="1059" cy="1059"/>
                      </a:xfrm>
                      <a:prstGeom prst="rect">
                        <a:avLst/>
                      </a:prstGeom>
                    </p:spPr>
                  </p:pic>
                </p:oleObj>
              </mc:Fallback>
            </mc:AlternateContent>
          </a:graphicData>
        </a:graphic>
      </p:graphicFrame>
      <p:sp>
        <p:nvSpPr>
          <p:cNvPr id="2" name="Title Text"/>
          <p:cNvSpPr txBox="1">
            <a:spLocks noGrp="1"/>
          </p:cNvSpPr>
          <p:nvPr>
            <p:ph type="title"/>
          </p:nvPr>
        </p:nvSpPr>
        <p:spPr>
          <a:xfrm>
            <a:off x="609600" y="92076"/>
            <a:ext cx="10972800" cy="1508126"/>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91439" bIns="91439" anchor="ctr"/>
          <a:lstStyle/>
          <a:p>
            <a:r>
              <a:t>Title Text</a:t>
            </a:r>
          </a:p>
        </p:txBody>
      </p:sp>
      <p:sp>
        <p:nvSpPr>
          <p:cNvPr id="3"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91439" bIns="91439"/>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1018847062"/>
      </p:ext>
    </p:extLst>
  </p:cSld>
  <p:clrMap bg1="lt1" tx1="dk1" bg2="lt2" tx2="dk2" accent1="accent1" accent2="accent2" accent3="accent3" accent4="accent4" accent5="accent5" accent6="accent6" hlink="hlink" folHlink="folHlink"/>
  <p:sldLayoutIdLst>
    <p:sldLayoutId id="2147483830" r:id="rId1"/>
    <p:sldLayoutId id="2147483831" r:id="rId2"/>
  </p:sldLayoutIdLst>
  <p:transition spd="med"/>
  <p:hf hdr="0" ftr="0" dt="0"/>
  <p:txStyles>
    <p:titleStyle>
      <a:lvl1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2pPr>
      <a:lvl3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3pPr>
      <a:lvl4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4pPr>
      <a:lvl5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5pPr>
      <a:lvl6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6pPr>
      <a:lvl7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7pPr>
      <a:lvl8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8pPr>
      <a:lvl9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9pPr>
    </p:titleStyle>
    <p:bodyStyle>
      <a:lvl1pPr marL="0" marR="0" indent="0" algn="l" defTabSz="1219170" rtl="0" latinLnBrk="0">
        <a:lnSpc>
          <a:spcPct val="90000"/>
        </a:lnSpc>
        <a:spcBef>
          <a:spcPts val="800"/>
        </a:spcBef>
        <a:spcAft>
          <a:spcPts val="0"/>
        </a:spcAft>
        <a:buClrTx/>
        <a:buSzTx/>
        <a:buFontTx/>
        <a:buNone/>
        <a:tabLst/>
        <a:defRPr sz="18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800"/>
        </a:spcBef>
        <a:spcAft>
          <a:spcPts val="0"/>
        </a:spcAft>
        <a:buClrTx/>
        <a:buSzTx/>
        <a:buFontTx/>
        <a:buNone/>
        <a:tabLst/>
        <a:defRPr sz="1800" b="0" i="0" u="none" strike="noStrike" cap="none" spc="-27" baseline="0">
          <a:solidFill>
            <a:schemeClr val="accent1"/>
          </a:solidFill>
          <a:uFillTx/>
          <a:latin typeface="+mj-lt"/>
          <a:ea typeface="+mj-ea"/>
          <a:cs typeface="+mj-cs"/>
          <a:sym typeface="Helvetica 75 Bold"/>
        </a:defRPr>
      </a:lvl2pPr>
      <a:lvl3pPr marL="241293" marR="0" indent="-241293"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3pPr>
      <a:lvl4pPr marL="398981" marR="0" indent="-253994"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4pPr>
      <a:lvl5pPr marL="512222" marR="0" indent="-230711"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5pPr>
      <a:lvl6pPr marL="660384" marR="0" indent="-253994"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6pPr>
      <a:lvl7pPr marL="2039765" marR="0" indent="-211009"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7pPr>
      <a:lvl8pPr marL="2344557" marR="0" indent="-211009"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8pPr>
      <a:lvl9pPr marL="2649349" marR="0" indent="-211009" algn="l" defTabSz="1219170" rtl="0" latinLnBrk="0">
        <a:lnSpc>
          <a:spcPct val="90000"/>
        </a:lnSpc>
        <a:spcBef>
          <a:spcPts val="800"/>
        </a:spcBef>
        <a:spcAft>
          <a:spcPts val="0"/>
        </a:spcAft>
        <a:buClrTx/>
        <a:buSzPct val="100000"/>
        <a:buFontTx/>
        <a:buChar char="•"/>
        <a:tabLst/>
        <a:defRPr sz="1800" b="0" i="0" u="none" strike="noStrike" cap="none" spc="-27" baseline="0">
          <a:solidFill>
            <a:schemeClr val="accent1"/>
          </a:solidFill>
          <a:uFillTx/>
          <a:latin typeface="+mj-lt"/>
          <a:ea typeface="+mj-ea"/>
          <a:cs typeface="+mj-cs"/>
          <a:sym typeface="Helvetica 75 Bold"/>
        </a:defRPr>
      </a:lvl9pPr>
    </p:bodyStyle>
    <p:otherStyle>
      <a:lvl1pPr marL="0" marR="0" indent="0"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1pPr>
      <a:lvl2pPr marL="0" marR="0" indent="304793"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2pPr>
      <a:lvl3pPr marL="0" marR="0" indent="609584"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3pPr>
      <a:lvl4pPr marL="0" marR="0" indent="914378"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4pPr>
      <a:lvl5pPr marL="0" marR="0" indent="1219170"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5pPr>
      <a:lvl6pPr marL="0" marR="0" indent="1523962"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6pPr>
      <a:lvl7pPr marL="0" marR="0" indent="1828755"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7pPr>
      <a:lvl8pPr marL="0" marR="0" indent="2133547"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8pPr>
      <a:lvl9pPr marL="0" marR="0" indent="2438339" algn="r" defTabSz="121917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75 Bold"/>
        </a:defRPr>
      </a:lvl9pPr>
    </p:otherStyle>
  </p:txStyles>
  <p:extLst>
    <p:ext uri="{27BBF7A9-308A-43DC-89C8-2F10F3537804}">
      <p15:sldGuideLst xmlns:p15="http://schemas.microsoft.com/office/powerpoint/2012/main">
        <p15:guide id="1" orient="horz" pos="3240">
          <p15:clr>
            <a:srgbClr val="F26B43"/>
          </p15:clr>
        </p15:guide>
        <p15:guide id="2" pos="576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a:t>Cliquez pour modifier le texte</a:t>
            </a:r>
          </a:p>
          <a:p>
            <a:pPr lvl="1"/>
            <a:r>
              <a:rPr lang="fr-FR" noProof="0"/>
              <a:t>Deuxième niveau</a:t>
            </a:r>
          </a:p>
          <a:p>
            <a:pPr lvl="2"/>
            <a:r>
              <a:rPr lang="fr-FR" noProof="0"/>
              <a:t>Troisième niveau</a:t>
            </a:r>
          </a:p>
          <a:p>
            <a:pPr lvl="3"/>
            <a:r>
              <a:rPr lang="fr-FR" noProof="0"/>
              <a:t>Quatrième niveau</a:t>
            </a:r>
          </a:p>
          <a:p>
            <a:pPr lvl="4"/>
            <a:r>
              <a:rPr lang="fr-FR" noProof="0"/>
              <a:t>Cinquième niveau</a:t>
            </a:r>
          </a:p>
          <a:p>
            <a:pPr lvl="5"/>
            <a:r>
              <a:rPr lang="fr-FR" noProof="0"/>
              <a:t>Sixième niveau</a:t>
            </a:r>
          </a:p>
        </p:txBody>
      </p:sp>
    </p:spTree>
    <p:extLst>
      <p:ext uri="{BB962C8B-B14F-4D97-AF65-F5344CB8AC3E}">
        <p14:creationId xmlns:p14="http://schemas.microsoft.com/office/powerpoint/2010/main" val="158009916"/>
      </p:ext>
    </p:extLst>
  </p:cSld>
  <p:clrMap bg1="dk1" tx1="lt1" bg2="dk2" tx2="lt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1219170" rtl="0" eaLnBrk="1" latinLnBrk="0" hangingPunct="1">
        <a:lnSpc>
          <a:spcPct val="90000"/>
        </a:lnSpc>
        <a:spcBef>
          <a:spcPct val="0"/>
        </a:spcBef>
        <a:buNone/>
        <a:defRPr sz="2667" kern="1200" spc="-27" baseline="0">
          <a:solidFill>
            <a:schemeClr val="accent1"/>
          </a:solidFill>
          <a:latin typeface="Helvetica 75 Bold" panose="020B0804020202020204" pitchFamily="34" charset="0"/>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accent1"/>
          </a:solidFill>
          <a:latin typeface="Helvetica 75 Bold" panose="020B0804020202020204" pitchFamily="34" charset="0"/>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94" indent="-241294" algn="l" defTabSz="1219170" rtl="0" eaLnBrk="1" latinLnBrk="0" hangingPunct="1">
        <a:lnSpc>
          <a:spcPct val="90000"/>
        </a:lnSpc>
        <a:spcBef>
          <a:spcPts val="800"/>
        </a:spcBef>
        <a:buClr>
          <a:schemeClr val="accent1"/>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7.jpeg"/><Relationship Id="rId5" Type="http://schemas.openxmlformats.org/officeDocument/2006/relationships/image" Target="../media/image1.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microsoft.com/office/2007/relationships/hdphoto" Target="../media/hdphoto2.wdp"/><Relationship Id="rId5" Type="http://schemas.openxmlformats.org/officeDocument/2006/relationships/image" Target="../media/image1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1.xml"/><Relationship Id="rId6" Type="http://schemas.openxmlformats.org/officeDocument/2006/relationships/image" Target="../media/image16.png"/><Relationship Id="rId5" Type="http://schemas.openxmlformats.org/officeDocument/2006/relationships/image" Target="../media/image15.png"/><Relationship Id="rId10" Type="http://schemas.microsoft.com/office/2007/relationships/hdphoto" Target="../media/hdphoto5.wdp"/><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88.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9.xml"/><Relationship Id="rId1" Type="http://schemas.openxmlformats.org/officeDocument/2006/relationships/tags" Target="../tags/tag6.xml"/><Relationship Id="rId5" Type="http://schemas.openxmlformats.org/officeDocument/2006/relationships/image" Target="../media/image25.e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99.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jpe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FBA7_AA6F2732.xml"/><Relationship Id="rId2" Type="http://schemas.openxmlformats.org/officeDocument/2006/relationships/notesSlide" Target="../notesSlides/notesSlide8.xml"/><Relationship Id="rId1" Type="http://schemas.openxmlformats.org/officeDocument/2006/relationships/slideLayout" Target="../slideLayouts/slideLayout155.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EDE1_96063BDC.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83F_7FF86C62.xml"/><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18" Type="http://schemas.openxmlformats.org/officeDocument/2006/relationships/image" Target="../media/image52.sv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17" Type="http://schemas.openxmlformats.org/officeDocument/2006/relationships/image" Target="../media/image51.png"/><Relationship Id="rId2" Type="http://schemas.openxmlformats.org/officeDocument/2006/relationships/notesSlide" Target="../notesSlides/notesSlide19.xml"/><Relationship Id="rId16" Type="http://schemas.openxmlformats.org/officeDocument/2006/relationships/image" Target="../media/image50.svg"/><Relationship Id="rId1" Type="http://schemas.openxmlformats.org/officeDocument/2006/relationships/slideLayout" Target="../slideLayouts/slideLayout6.xm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49.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 Id="rId14" Type="http://schemas.openxmlformats.org/officeDocument/2006/relationships/image" Target="../media/image37.png"/></Relationships>
</file>

<file path=ppt/slides/_rels/slide30.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9.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8.png"/><Relationship Id="rId2" Type="http://schemas.openxmlformats.org/officeDocument/2006/relationships/notesSlide" Target="../notesSlides/notesSlide20.xml"/><Relationship Id="rId16" Type="http://schemas.openxmlformats.org/officeDocument/2006/relationships/image" Target="../media/image52.svg"/><Relationship Id="rId1" Type="http://schemas.openxmlformats.org/officeDocument/2006/relationships/slideLayout" Target="../slideLayouts/slideLayout6.xml"/><Relationship Id="rId6" Type="http://schemas.openxmlformats.org/officeDocument/2006/relationships/image" Target="../media/image41.svg"/><Relationship Id="rId11" Type="http://schemas.openxmlformats.org/officeDocument/2006/relationships/image" Target="../media/image37.png"/><Relationship Id="rId5" Type="http://schemas.openxmlformats.org/officeDocument/2006/relationships/image" Target="../media/image40.png"/><Relationship Id="rId15" Type="http://schemas.openxmlformats.org/officeDocument/2006/relationships/image" Target="../media/image51.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 Id="rId14" Type="http://schemas.openxmlformats.org/officeDocument/2006/relationships/image" Target="../media/image50.sv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55.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8.xml"/></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8" Type="http://schemas.openxmlformats.org/officeDocument/2006/relationships/hyperlink" Target="https://portail.agir.orange.com/browse/NWCSHOPCTR-453" TargetMode="External"/><Relationship Id="rId13" Type="http://schemas.openxmlformats.org/officeDocument/2006/relationships/hyperlink" Target="https://portail.agir.orange.com/browse/NWCSHOPCTR-19" TargetMode="External"/><Relationship Id="rId18" Type="http://schemas.openxmlformats.org/officeDocument/2006/relationships/hyperlink" Target="https://portail.agir.orange.com/browse/NWCSHOPCTR-261" TargetMode="External"/><Relationship Id="rId3" Type="http://schemas.openxmlformats.org/officeDocument/2006/relationships/hyperlink" Target="https://portail.agir.orange.com/browse/NWCSHOPCTR-206" TargetMode="External"/><Relationship Id="rId21" Type="http://schemas.openxmlformats.org/officeDocument/2006/relationships/image" Target="../media/image57.svg"/><Relationship Id="rId7" Type="http://schemas.openxmlformats.org/officeDocument/2006/relationships/hyperlink" Target="https://portail.agir.orange.com/browse/NWCSHOPCTR-16" TargetMode="External"/><Relationship Id="rId12" Type="http://schemas.openxmlformats.org/officeDocument/2006/relationships/hyperlink" Target="https://portail.agir.orange.com/browse/NWCSHOPCTR-458" TargetMode="External"/><Relationship Id="rId17" Type="http://schemas.openxmlformats.org/officeDocument/2006/relationships/hyperlink" Target="https://portail.agir.orange.com/browse/NWCSHOPCTR-22" TargetMode="External"/><Relationship Id="rId2" Type="http://schemas.openxmlformats.org/officeDocument/2006/relationships/notesSlide" Target="../notesSlides/notesSlide23.xml"/><Relationship Id="rId16" Type="http://schemas.openxmlformats.org/officeDocument/2006/relationships/hyperlink" Target="https://portail.agir.orange.com/browse/NWCSHOPCTR-289" TargetMode="External"/><Relationship Id="rId20" Type="http://schemas.openxmlformats.org/officeDocument/2006/relationships/image" Target="../media/image56.png"/><Relationship Id="rId1" Type="http://schemas.openxmlformats.org/officeDocument/2006/relationships/slideLayout" Target="../slideLayouts/slideLayout118.xml"/><Relationship Id="rId6" Type="http://schemas.openxmlformats.org/officeDocument/2006/relationships/hyperlink" Target="https://portail.agir.orange.com/browse/NWCSHOPCTR-456" TargetMode="External"/><Relationship Id="rId11" Type="http://schemas.openxmlformats.org/officeDocument/2006/relationships/hyperlink" Target="https://portail.agir.orange.com/browse/NWCSHOPCTR-249" TargetMode="External"/><Relationship Id="rId5" Type="http://schemas.openxmlformats.org/officeDocument/2006/relationships/hyperlink" Target="https://portail.agir.orange.com/browse/NWCSHOPCTR-48" TargetMode="External"/><Relationship Id="rId15" Type="http://schemas.openxmlformats.org/officeDocument/2006/relationships/hyperlink" Target="https://portail.agir.orange.com/browse/NWCSHOPCTR-250" TargetMode="External"/><Relationship Id="rId23" Type="http://schemas.openxmlformats.org/officeDocument/2006/relationships/image" Target="../media/image59.svg"/><Relationship Id="rId10" Type="http://schemas.openxmlformats.org/officeDocument/2006/relationships/hyperlink" Target="https://portail.agir.orange.com/browse/NWCSHOPCTR-457" TargetMode="External"/><Relationship Id="rId19" Type="http://schemas.openxmlformats.org/officeDocument/2006/relationships/hyperlink" Target="https://portail.agir.orange.com/browse/NWCSHOPCTR-464" TargetMode="External"/><Relationship Id="rId4" Type="http://schemas.openxmlformats.org/officeDocument/2006/relationships/hyperlink" Target="https://portail.agir.orange.com/browse/NWCSHOPCTR-17" TargetMode="External"/><Relationship Id="rId9" Type="http://schemas.openxmlformats.org/officeDocument/2006/relationships/hyperlink" Target="https://portail.agir.orange.com/browse/NWCSHOPCTR-46" TargetMode="External"/><Relationship Id="rId14" Type="http://schemas.openxmlformats.org/officeDocument/2006/relationships/hyperlink" Target="https://portail.agir.orange.com/browse/NWCSHOPCTR-454" TargetMode="External"/><Relationship Id="rId22" Type="http://schemas.openxmlformats.org/officeDocument/2006/relationships/image" Target="../media/image5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7.xml"/><Relationship Id="rId5" Type="http://schemas.openxmlformats.org/officeDocument/2006/relationships/image" Target="../media/image60.emf"/><Relationship Id="rId4"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8.xml"/><Relationship Id="rId5" Type="http://schemas.openxmlformats.org/officeDocument/2006/relationships/image" Target="../media/image60.e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9.xml"/><Relationship Id="rId5" Type="http://schemas.openxmlformats.org/officeDocument/2006/relationships/image" Target="../media/image60.emf"/><Relationship Id="rId4" Type="http://schemas.openxmlformats.org/officeDocument/2006/relationships/oleObject" Target="../embeddings/oleObject5.bin"/></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0.xml"/><Relationship Id="rId1" Type="http://schemas.openxmlformats.org/officeDocument/2006/relationships/slideLayout" Target="../slideLayouts/slideLayout24.xml"/><Relationship Id="rId4" Type="http://schemas.openxmlformats.org/officeDocument/2006/relationships/image" Target="../media/image76.svg"/></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24.xml"/><Relationship Id="rId4" Type="http://schemas.openxmlformats.org/officeDocument/2006/relationships/image" Target="../media/image76.svg"/></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2.xml"/><Relationship Id="rId1" Type="http://schemas.openxmlformats.org/officeDocument/2006/relationships/slideLayout" Target="../slideLayouts/slideLayout24.xml"/><Relationship Id="rId4" Type="http://schemas.openxmlformats.org/officeDocument/2006/relationships/image" Target="../media/image76.svg"/></Relationships>
</file>

<file path=ppt/slides/_rels/slide5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83.svg"/><Relationship Id="rId3" Type="http://schemas.openxmlformats.org/officeDocument/2006/relationships/image" Target="../media/image40.png"/><Relationship Id="rId7" Type="http://schemas.openxmlformats.org/officeDocument/2006/relationships/image" Target="../media/image46.png"/><Relationship Id="rId12"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140.xml"/><Relationship Id="rId6" Type="http://schemas.openxmlformats.org/officeDocument/2006/relationships/image" Target="../media/image79.svg"/><Relationship Id="rId11" Type="http://schemas.openxmlformats.org/officeDocument/2006/relationships/image" Target="../media/image81.svg"/><Relationship Id="rId5" Type="http://schemas.openxmlformats.org/officeDocument/2006/relationships/image" Target="../media/image78.png"/><Relationship Id="rId10" Type="http://schemas.openxmlformats.org/officeDocument/2006/relationships/image" Target="../media/image80.png"/><Relationship Id="rId4" Type="http://schemas.openxmlformats.org/officeDocument/2006/relationships/image" Target="../media/image41.svg"/><Relationship Id="rId9" Type="http://schemas.openxmlformats.org/officeDocument/2006/relationships/image" Target="../media/image37.png"/><Relationship Id="rId14" Type="http://schemas.openxmlformats.org/officeDocument/2006/relationships/image" Target="../media/image48.png"/></Relationships>
</file>

<file path=ppt/slides/_rels/slide63.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4.png"/><Relationship Id="rId3" Type="http://schemas.openxmlformats.org/officeDocument/2006/relationships/image" Target="../media/image40.png"/><Relationship Id="rId7" Type="http://schemas.openxmlformats.org/officeDocument/2006/relationships/image" Target="../media/image37.png"/><Relationship Id="rId12"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140.xml"/><Relationship Id="rId6" Type="http://schemas.openxmlformats.org/officeDocument/2006/relationships/image" Target="../media/image79.svg"/><Relationship Id="rId11" Type="http://schemas.openxmlformats.org/officeDocument/2006/relationships/image" Target="../media/image81.svg"/><Relationship Id="rId5" Type="http://schemas.openxmlformats.org/officeDocument/2006/relationships/image" Target="../media/image78.png"/><Relationship Id="rId10" Type="http://schemas.openxmlformats.org/officeDocument/2006/relationships/image" Target="../media/image80.png"/><Relationship Id="rId4" Type="http://schemas.openxmlformats.org/officeDocument/2006/relationships/image" Target="../media/image41.svg"/><Relationship Id="rId9" Type="http://schemas.openxmlformats.org/officeDocument/2006/relationships/image" Target="../media/image83.svg"/><Relationship Id="rId14" Type="http://schemas.openxmlformats.org/officeDocument/2006/relationships/image" Target="../media/image85.svg"/></Relationships>
</file>

<file path=ppt/slides/_rels/slide64.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83.svg"/><Relationship Id="rId3" Type="http://schemas.openxmlformats.org/officeDocument/2006/relationships/image" Target="../media/image40.png"/><Relationship Id="rId7" Type="http://schemas.openxmlformats.org/officeDocument/2006/relationships/image" Target="../media/image46.png"/><Relationship Id="rId12" Type="http://schemas.openxmlformats.org/officeDocument/2006/relationships/image" Target="../media/image82.png"/><Relationship Id="rId2" Type="http://schemas.openxmlformats.org/officeDocument/2006/relationships/notesSlide" Target="../notesSlides/notesSlide48.xml"/><Relationship Id="rId1" Type="http://schemas.openxmlformats.org/officeDocument/2006/relationships/slideLayout" Target="../slideLayouts/slideLayout140.xml"/><Relationship Id="rId6" Type="http://schemas.openxmlformats.org/officeDocument/2006/relationships/image" Target="../media/image79.svg"/><Relationship Id="rId11" Type="http://schemas.openxmlformats.org/officeDocument/2006/relationships/image" Target="../media/image81.svg"/><Relationship Id="rId5" Type="http://schemas.openxmlformats.org/officeDocument/2006/relationships/image" Target="../media/image78.png"/><Relationship Id="rId10" Type="http://schemas.openxmlformats.org/officeDocument/2006/relationships/image" Target="../media/image80.png"/><Relationship Id="rId4" Type="http://schemas.openxmlformats.org/officeDocument/2006/relationships/image" Target="../media/image41.svg"/><Relationship Id="rId9" Type="http://schemas.openxmlformats.org/officeDocument/2006/relationships/image" Target="../media/image37.png"/><Relationship Id="rId14"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4.xml"/><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6.xml"/><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_rels/slide9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8.xml"/><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8.xml.rels><?xml version="1.0" encoding="UTF-8" standalone="yes"?>
<Relationships xmlns="http://schemas.openxmlformats.org/package/2006/relationships"><Relationship Id="rId8" Type="http://schemas.openxmlformats.org/officeDocument/2006/relationships/image" Target="../media/image114.svg"/><Relationship Id="rId13" Type="http://schemas.openxmlformats.org/officeDocument/2006/relationships/image" Target="../media/image119.png"/><Relationship Id="rId18" Type="http://schemas.openxmlformats.org/officeDocument/2006/relationships/image" Target="../media/image124.svg"/><Relationship Id="rId3" Type="http://schemas.openxmlformats.org/officeDocument/2006/relationships/image" Target="../media/image109.png"/><Relationship Id="rId21" Type="http://schemas.openxmlformats.org/officeDocument/2006/relationships/image" Target="../media/image127.png"/><Relationship Id="rId7" Type="http://schemas.openxmlformats.org/officeDocument/2006/relationships/image" Target="../media/image113.png"/><Relationship Id="rId12" Type="http://schemas.openxmlformats.org/officeDocument/2006/relationships/image" Target="../media/image118.svg"/><Relationship Id="rId17" Type="http://schemas.openxmlformats.org/officeDocument/2006/relationships/image" Target="../media/image123.png"/><Relationship Id="rId2" Type="http://schemas.openxmlformats.org/officeDocument/2006/relationships/notesSlide" Target="../notesSlides/notesSlide60.xml"/><Relationship Id="rId16" Type="http://schemas.openxmlformats.org/officeDocument/2006/relationships/image" Target="../media/image122.svg"/><Relationship Id="rId20" Type="http://schemas.openxmlformats.org/officeDocument/2006/relationships/image" Target="../media/image126.svg"/><Relationship Id="rId1" Type="http://schemas.openxmlformats.org/officeDocument/2006/relationships/slideLayout" Target="../slideLayouts/slideLayout13.xml"/><Relationship Id="rId6" Type="http://schemas.openxmlformats.org/officeDocument/2006/relationships/image" Target="../media/image112.svg"/><Relationship Id="rId11" Type="http://schemas.openxmlformats.org/officeDocument/2006/relationships/image" Target="../media/image117.png"/><Relationship Id="rId24" Type="http://schemas.openxmlformats.org/officeDocument/2006/relationships/image" Target="../media/image130.sv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10" Type="http://schemas.openxmlformats.org/officeDocument/2006/relationships/image" Target="../media/image116.svg"/><Relationship Id="rId19" Type="http://schemas.openxmlformats.org/officeDocument/2006/relationships/image" Target="../media/image125.png"/><Relationship Id="rId4" Type="http://schemas.openxmlformats.org/officeDocument/2006/relationships/image" Target="../media/image110.svg"/><Relationship Id="rId9" Type="http://schemas.openxmlformats.org/officeDocument/2006/relationships/image" Target="../media/image115.png"/><Relationship Id="rId14" Type="http://schemas.openxmlformats.org/officeDocument/2006/relationships/image" Target="../media/image120.svg"/><Relationship Id="rId22" Type="http://schemas.openxmlformats.org/officeDocument/2006/relationships/image" Target="../media/image128.svg"/></Relationships>
</file>

<file path=ppt/slides/_rels/slide99.xml.rels><?xml version="1.0" encoding="UTF-8" standalone="yes"?>
<Relationships xmlns="http://schemas.openxmlformats.org/package/2006/relationships"><Relationship Id="rId8" Type="http://schemas.openxmlformats.org/officeDocument/2006/relationships/image" Target="../media/image114.svg"/><Relationship Id="rId13" Type="http://schemas.openxmlformats.org/officeDocument/2006/relationships/image" Target="../media/image119.png"/><Relationship Id="rId18" Type="http://schemas.openxmlformats.org/officeDocument/2006/relationships/image" Target="../media/image124.svg"/><Relationship Id="rId3" Type="http://schemas.openxmlformats.org/officeDocument/2006/relationships/image" Target="../media/image109.png"/><Relationship Id="rId21" Type="http://schemas.openxmlformats.org/officeDocument/2006/relationships/image" Target="../media/image127.png"/><Relationship Id="rId7" Type="http://schemas.openxmlformats.org/officeDocument/2006/relationships/image" Target="../media/image113.png"/><Relationship Id="rId12" Type="http://schemas.openxmlformats.org/officeDocument/2006/relationships/image" Target="../media/image118.svg"/><Relationship Id="rId17" Type="http://schemas.openxmlformats.org/officeDocument/2006/relationships/image" Target="../media/image123.png"/><Relationship Id="rId2" Type="http://schemas.openxmlformats.org/officeDocument/2006/relationships/notesSlide" Target="../notesSlides/notesSlide61.xml"/><Relationship Id="rId16" Type="http://schemas.openxmlformats.org/officeDocument/2006/relationships/image" Target="../media/image122.svg"/><Relationship Id="rId20" Type="http://schemas.openxmlformats.org/officeDocument/2006/relationships/image" Target="../media/image126.svg"/><Relationship Id="rId1" Type="http://schemas.openxmlformats.org/officeDocument/2006/relationships/slideLayout" Target="../slideLayouts/slideLayout13.xml"/><Relationship Id="rId6" Type="http://schemas.openxmlformats.org/officeDocument/2006/relationships/image" Target="../media/image112.svg"/><Relationship Id="rId11" Type="http://schemas.openxmlformats.org/officeDocument/2006/relationships/image" Target="../media/image117.png"/><Relationship Id="rId24" Type="http://schemas.openxmlformats.org/officeDocument/2006/relationships/image" Target="../media/image130.sv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10" Type="http://schemas.openxmlformats.org/officeDocument/2006/relationships/image" Target="../media/image116.svg"/><Relationship Id="rId19" Type="http://schemas.openxmlformats.org/officeDocument/2006/relationships/image" Target="../media/image125.png"/><Relationship Id="rId4" Type="http://schemas.openxmlformats.org/officeDocument/2006/relationships/image" Target="../media/image110.svg"/><Relationship Id="rId9" Type="http://schemas.openxmlformats.org/officeDocument/2006/relationships/image" Target="../media/image115.png"/><Relationship Id="rId14" Type="http://schemas.openxmlformats.org/officeDocument/2006/relationships/image" Target="../media/image120.svg"/><Relationship Id="rId22" Type="http://schemas.openxmlformats.org/officeDocument/2006/relationships/image" Target="../media/image128.svg"/></Relationships>
</file>

<file path=ppt/slides/_rels/slide100.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png"/><Relationship Id="rId1" Type="http://schemas.openxmlformats.org/officeDocument/2006/relationships/slideLayout" Target="../slideLayouts/slideLayout28.xml"/><Relationship Id="rId5" Type="http://schemas.openxmlformats.org/officeDocument/2006/relationships/image" Target="../media/image132.svg"/><Relationship Id="rId4" Type="http://schemas.openxmlformats.org/officeDocument/2006/relationships/image" Target="../media/image1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A9DD8A0-D18F-3666-A4EB-8943127D51E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 name="think-cell data - do not delete" hidden="1">
                        <a:extLst>
                          <a:ext uri="{FF2B5EF4-FFF2-40B4-BE49-F238E27FC236}">
                            <a16:creationId xmlns:a16="http://schemas.microsoft.com/office/drawing/2014/main" id="{BA9DD8A0-D18F-3666-A4EB-8943127D51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8" name="Picture Placeholder 7">
            <a:extLst>
              <a:ext uri="{FF2B5EF4-FFF2-40B4-BE49-F238E27FC236}">
                <a16:creationId xmlns:a16="http://schemas.microsoft.com/office/drawing/2014/main" id="{FA58997B-FB77-DD32-8746-AE0FC668AB69}"/>
              </a:ext>
            </a:extLst>
          </p:cNvPr>
          <p:cNvPicPr>
            <a:picLocks noGrp="1"/>
          </p:cNvPicPr>
          <p:nvPr>
            <p:ph type="pic" sz="quarter" idx="4294967295"/>
          </p:nvPr>
        </p:nvPicPr>
        <p:blipFill>
          <a:blip r:embed="rId6">
            <a:extLst>
              <a:ext uri="{28A0092B-C50C-407E-A947-70E740481C1C}">
                <a14:useLocalDpi xmlns:a14="http://schemas.microsoft.com/office/drawing/2010/main" val="0"/>
              </a:ext>
            </a:extLst>
          </a:blip>
          <a:srcRect/>
          <a:stretch/>
        </p:blipFill>
        <p:spPr>
          <a:xfrm>
            <a:off x="0" y="0"/>
            <a:ext cx="12192000" cy="6858000"/>
          </a:xfrm>
          <a:ln w="25400">
            <a:miter lim="400000"/>
          </a:ln>
        </p:spPr>
      </p:pic>
      <p:sp>
        <p:nvSpPr>
          <p:cNvPr id="210" name="Rectangle 209">
            <a:extLst>
              <a:ext uri="{FF2B5EF4-FFF2-40B4-BE49-F238E27FC236}">
                <a16:creationId xmlns:a16="http://schemas.microsoft.com/office/drawing/2014/main" id="{F023BB02-A26C-5007-6F03-1121B3B64441}"/>
              </a:ext>
            </a:extLst>
          </p:cNvPr>
          <p:cNvSpPr/>
          <p:nvPr/>
        </p:nvSpPr>
        <p:spPr>
          <a:xfrm>
            <a:off x="0" y="3810000"/>
            <a:ext cx="7620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53" name="Title 1">
            <a:extLst>
              <a:ext uri="{FF2B5EF4-FFF2-40B4-BE49-F238E27FC236}">
                <a16:creationId xmlns:a16="http://schemas.microsoft.com/office/drawing/2014/main" id="{2FEFB3D6-E486-6D12-70A7-D108F77568D8}"/>
              </a:ext>
            </a:extLst>
          </p:cNvPr>
          <p:cNvSpPr txBox="1"/>
          <p:nvPr/>
        </p:nvSpPr>
        <p:spPr>
          <a:xfrm>
            <a:off x="1143000" y="2059395"/>
            <a:ext cx="7430954" cy="49244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455801" rtl="0" eaLnBrk="1" fontAlgn="auto" latinLnBrk="0" hangingPunct="0">
              <a:lnSpc>
                <a:spcPct val="100000"/>
              </a:lnSpc>
              <a:spcBef>
                <a:spcPts val="0"/>
              </a:spcBef>
              <a:spcAft>
                <a:spcPts val="0"/>
              </a:spcAft>
              <a:buClrTx/>
              <a:buSzTx/>
              <a:buFontTx/>
              <a:buNone/>
              <a:tabLst/>
              <a:defRPr sz="8000" b="1">
                <a:solidFill>
                  <a:srgbClr val="FFFFFF"/>
                </a:solidFill>
              </a:defRPr>
            </a:pPr>
            <a:r>
              <a:rPr kumimoji="0" lang="en-GB" sz="3200" b="1" i="0" u="none" strike="noStrike" kern="0" cap="none" spc="0" normalizeH="0" baseline="0" noProof="0" err="1">
                <a:ln>
                  <a:noFill/>
                </a:ln>
                <a:solidFill>
                  <a:srgbClr val="FFFFFF"/>
                </a:solidFill>
                <a:effectLst/>
                <a:uLnTx/>
                <a:uFillTx/>
                <a:latin typeface="Helvetica 75 Bold"/>
                <a:ea typeface="+mn-ea"/>
                <a:cs typeface="Helvetica"/>
                <a:sym typeface="Helvetica 75 Bold"/>
              </a:rPr>
              <a:t>NewCo</a:t>
            </a:r>
            <a:r>
              <a:rPr kumimoji="0" lang="en-GB" sz="3200" b="1" i="0" u="none" strike="noStrike" kern="0" cap="none" spc="0" normalizeH="0" baseline="0" noProof="0">
                <a:ln>
                  <a:noFill/>
                </a:ln>
                <a:solidFill>
                  <a:srgbClr val="FFFFFF"/>
                </a:solidFill>
                <a:effectLst/>
                <a:uLnTx/>
                <a:uFillTx/>
                <a:latin typeface="Helvetica 75 Bold"/>
                <a:ea typeface="+mn-ea"/>
                <a:cs typeface="Helvetica"/>
                <a:sym typeface="Helvetica 75 Bold"/>
              </a:rPr>
              <a:t> CPQ </a:t>
            </a:r>
            <a:r>
              <a:rPr lang="en-GB" sz="3200" b="1" kern="0" err="1">
                <a:solidFill>
                  <a:srgbClr val="FFFFFF"/>
                </a:solidFill>
                <a:latin typeface="Helvetica 75 Bold"/>
                <a:cs typeface="Helvetica"/>
                <a:sym typeface="Helvetica 75 Bold"/>
              </a:rPr>
              <a:t>Masterdoc</a:t>
            </a:r>
            <a:endParaRPr kumimoji="0" lang="en-GB" sz="3200" b="1" i="0" u="none" strike="noStrike" kern="0" cap="none" spc="0" normalizeH="0" baseline="0" noProof="0">
              <a:ln>
                <a:noFill/>
              </a:ln>
              <a:solidFill>
                <a:srgbClr val="FFFFFF"/>
              </a:solidFill>
              <a:effectLst/>
              <a:uLnTx/>
              <a:uFillTx/>
              <a:latin typeface="Helvetica 75 Bold"/>
              <a:ea typeface="+mn-ea"/>
              <a:cs typeface="Helvetica"/>
              <a:sym typeface="Helvetica 75 Bold"/>
            </a:endParaRPr>
          </a:p>
        </p:txBody>
      </p:sp>
      <p:grpSp>
        <p:nvGrpSpPr>
          <p:cNvPr id="525" name="Group 524">
            <a:extLst>
              <a:ext uri="{FF2B5EF4-FFF2-40B4-BE49-F238E27FC236}">
                <a16:creationId xmlns:a16="http://schemas.microsoft.com/office/drawing/2014/main" id="{8CB77BD4-49C6-0C79-620A-64CF37CACA58}"/>
              </a:ext>
            </a:extLst>
          </p:cNvPr>
          <p:cNvGrpSpPr/>
          <p:nvPr/>
        </p:nvGrpSpPr>
        <p:grpSpPr>
          <a:xfrm>
            <a:off x="10668000" y="0"/>
            <a:ext cx="1524000" cy="6858000"/>
            <a:chOff x="16002000" y="0"/>
            <a:chExt cx="2286000" cy="10287000"/>
          </a:xfrm>
        </p:grpSpPr>
        <p:sp>
          <p:nvSpPr>
            <p:cNvPr id="339" name="Rectangle 338">
              <a:extLst>
                <a:ext uri="{FF2B5EF4-FFF2-40B4-BE49-F238E27FC236}">
                  <a16:creationId xmlns:a16="http://schemas.microsoft.com/office/drawing/2014/main" id="{B646C149-B82A-63E1-CC25-D9A720C22300}"/>
                </a:ext>
              </a:extLst>
            </p:cNvPr>
            <p:cNvSpPr/>
            <p:nvPr/>
          </p:nvSpPr>
          <p:spPr>
            <a:xfrm>
              <a:off x="16002000" y="9144000"/>
              <a:ext cx="1143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5" name="Rectangle 344">
              <a:extLst>
                <a:ext uri="{FF2B5EF4-FFF2-40B4-BE49-F238E27FC236}">
                  <a16:creationId xmlns:a16="http://schemas.microsoft.com/office/drawing/2014/main" id="{E231EB85-F70B-2B89-C26C-E90A5BA53C80}"/>
                </a:ext>
              </a:extLst>
            </p:cNvPr>
            <p:cNvSpPr/>
            <p:nvPr/>
          </p:nvSpPr>
          <p:spPr>
            <a:xfrm>
              <a:off x="17145000" y="5715000"/>
              <a:ext cx="1143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33" name="Rectangle 332">
              <a:extLst>
                <a:ext uri="{FF2B5EF4-FFF2-40B4-BE49-F238E27FC236}">
                  <a16:creationId xmlns:a16="http://schemas.microsoft.com/office/drawing/2014/main" id="{855CAB27-68E3-3B55-DE3C-A91B39E7489E}"/>
                </a:ext>
              </a:extLst>
            </p:cNvPr>
            <p:cNvSpPr/>
            <p:nvPr/>
          </p:nvSpPr>
          <p:spPr>
            <a:xfrm>
              <a:off x="16002000" y="2286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0" name="Rectangle 339">
              <a:extLst>
                <a:ext uri="{FF2B5EF4-FFF2-40B4-BE49-F238E27FC236}">
                  <a16:creationId xmlns:a16="http://schemas.microsoft.com/office/drawing/2014/main" id="{EAF42574-1A7D-6E2D-00B9-5D8E593DD14B}"/>
                </a:ext>
              </a:extLst>
            </p:cNvPr>
            <p:cNvSpPr/>
            <p:nvPr/>
          </p:nvSpPr>
          <p:spPr>
            <a:xfrm>
              <a:off x="17145000" y="0"/>
              <a:ext cx="1143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1" name="Rectangle 340">
              <a:extLst>
                <a:ext uri="{FF2B5EF4-FFF2-40B4-BE49-F238E27FC236}">
                  <a16:creationId xmlns:a16="http://schemas.microsoft.com/office/drawing/2014/main" id="{593625BC-7BD2-9FA5-9B73-7D144376C171}"/>
                </a:ext>
              </a:extLst>
            </p:cNvPr>
            <p:cNvSpPr/>
            <p:nvPr/>
          </p:nvSpPr>
          <p:spPr>
            <a:xfrm>
              <a:off x="17145000" y="1143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2" name="Rectangle 341">
              <a:extLst>
                <a:ext uri="{FF2B5EF4-FFF2-40B4-BE49-F238E27FC236}">
                  <a16:creationId xmlns:a16="http://schemas.microsoft.com/office/drawing/2014/main" id="{0799427D-DB16-FE8C-E125-312431E1686F}"/>
                </a:ext>
              </a:extLst>
            </p:cNvPr>
            <p:cNvSpPr/>
            <p:nvPr/>
          </p:nvSpPr>
          <p:spPr>
            <a:xfrm>
              <a:off x="17145000" y="2286000"/>
              <a:ext cx="1143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4" name="Rectangle 343">
              <a:extLst>
                <a:ext uri="{FF2B5EF4-FFF2-40B4-BE49-F238E27FC236}">
                  <a16:creationId xmlns:a16="http://schemas.microsoft.com/office/drawing/2014/main" id="{7C8B183B-813E-8072-38F5-B8F73556023A}"/>
                </a:ext>
              </a:extLst>
            </p:cNvPr>
            <p:cNvSpPr/>
            <p:nvPr/>
          </p:nvSpPr>
          <p:spPr>
            <a:xfrm>
              <a:off x="17145000" y="4572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7" name="Rectangle 346">
              <a:extLst>
                <a:ext uri="{FF2B5EF4-FFF2-40B4-BE49-F238E27FC236}">
                  <a16:creationId xmlns:a16="http://schemas.microsoft.com/office/drawing/2014/main" id="{1F50E677-CAD6-995F-F4D9-4C90FD19C0D9}"/>
                </a:ext>
              </a:extLst>
            </p:cNvPr>
            <p:cNvSpPr/>
            <p:nvPr/>
          </p:nvSpPr>
          <p:spPr>
            <a:xfrm>
              <a:off x="17145000" y="8001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48" name="Rectangle 347">
              <a:extLst>
                <a:ext uri="{FF2B5EF4-FFF2-40B4-BE49-F238E27FC236}">
                  <a16:creationId xmlns:a16="http://schemas.microsoft.com/office/drawing/2014/main" id="{5AF701F6-C304-1C8E-3D4C-40883EA3F5D1}"/>
                </a:ext>
              </a:extLst>
            </p:cNvPr>
            <p:cNvSpPr/>
            <p:nvPr/>
          </p:nvSpPr>
          <p:spPr>
            <a:xfrm>
              <a:off x="17145000" y="9144000"/>
              <a:ext cx="1143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grpSp>
      <p:grpSp>
        <p:nvGrpSpPr>
          <p:cNvPr id="527" name="Group 526">
            <a:extLst>
              <a:ext uri="{FF2B5EF4-FFF2-40B4-BE49-F238E27FC236}">
                <a16:creationId xmlns:a16="http://schemas.microsoft.com/office/drawing/2014/main" id="{F016DEC5-8125-48C6-9D49-31A6EF145E39}"/>
              </a:ext>
            </a:extLst>
          </p:cNvPr>
          <p:cNvGrpSpPr/>
          <p:nvPr/>
        </p:nvGrpSpPr>
        <p:grpSpPr>
          <a:xfrm>
            <a:off x="0" y="4591050"/>
            <a:ext cx="8382000" cy="2286000"/>
            <a:chOff x="0" y="6858000"/>
            <a:chExt cx="12573000" cy="3429000"/>
          </a:xfrm>
        </p:grpSpPr>
        <p:sp>
          <p:nvSpPr>
            <p:cNvPr id="212" name="Rectangle 211">
              <a:extLst>
                <a:ext uri="{FF2B5EF4-FFF2-40B4-BE49-F238E27FC236}">
                  <a16:creationId xmlns:a16="http://schemas.microsoft.com/office/drawing/2014/main" id="{ED6302B8-AF2F-28DE-66D8-926B79B7E3F3}"/>
                </a:ext>
              </a:extLst>
            </p:cNvPr>
            <p:cNvSpPr/>
            <p:nvPr/>
          </p:nvSpPr>
          <p:spPr>
            <a:xfrm>
              <a:off x="0" y="8001000"/>
              <a:ext cx="1143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30" name="Rectangle 229">
              <a:extLst>
                <a:ext uri="{FF2B5EF4-FFF2-40B4-BE49-F238E27FC236}">
                  <a16:creationId xmlns:a16="http://schemas.microsoft.com/office/drawing/2014/main" id="{91C16016-5B9F-A08B-9F9C-173BBCDDA207}"/>
                </a:ext>
              </a:extLst>
            </p:cNvPr>
            <p:cNvSpPr/>
            <p:nvPr/>
          </p:nvSpPr>
          <p:spPr>
            <a:xfrm>
              <a:off x="2286000" y="8001000"/>
              <a:ext cx="1143000" cy="1143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39" name="Rectangle 238">
              <a:extLst>
                <a:ext uri="{FF2B5EF4-FFF2-40B4-BE49-F238E27FC236}">
                  <a16:creationId xmlns:a16="http://schemas.microsoft.com/office/drawing/2014/main" id="{720D461A-30C7-4D92-6E8E-3E30E87CA0D3}"/>
                </a:ext>
              </a:extLst>
            </p:cNvPr>
            <p:cNvSpPr/>
            <p:nvPr/>
          </p:nvSpPr>
          <p:spPr>
            <a:xfrm>
              <a:off x="3429000" y="8001000"/>
              <a:ext cx="1143000" cy="1143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48" name="Rectangle 247">
              <a:extLst>
                <a:ext uri="{FF2B5EF4-FFF2-40B4-BE49-F238E27FC236}">
                  <a16:creationId xmlns:a16="http://schemas.microsoft.com/office/drawing/2014/main" id="{0B126B87-A3E7-CECD-2815-1B69CD01E3DF}"/>
                </a:ext>
              </a:extLst>
            </p:cNvPr>
            <p:cNvSpPr/>
            <p:nvPr/>
          </p:nvSpPr>
          <p:spPr>
            <a:xfrm>
              <a:off x="4572000" y="8001000"/>
              <a:ext cx="1143000" cy="1143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93" name="Rectangle 292">
              <a:extLst>
                <a:ext uri="{FF2B5EF4-FFF2-40B4-BE49-F238E27FC236}">
                  <a16:creationId xmlns:a16="http://schemas.microsoft.com/office/drawing/2014/main" id="{5FB6602B-D80F-FAFE-E35F-BB40E986EBE1}"/>
                </a:ext>
              </a:extLst>
            </p:cNvPr>
            <p:cNvSpPr/>
            <p:nvPr/>
          </p:nvSpPr>
          <p:spPr>
            <a:xfrm>
              <a:off x="10287000" y="8001000"/>
              <a:ext cx="1143000"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97" name="Rectangle 396">
              <a:extLst>
                <a:ext uri="{FF2B5EF4-FFF2-40B4-BE49-F238E27FC236}">
                  <a16:creationId xmlns:a16="http://schemas.microsoft.com/office/drawing/2014/main" id="{F7E35BD3-E953-7473-2680-F1EFD2107189}"/>
                </a:ext>
              </a:extLst>
            </p:cNvPr>
            <p:cNvSpPr/>
            <p:nvPr/>
          </p:nvSpPr>
          <p:spPr>
            <a:xfrm>
              <a:off x="10287000" y="8001000"/>
              <a:ext cx="1143000" cy="1143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11" name="Rectangle 210">
              <a:extLst>
                <a:ext uri="{FF2B5EF4-FFF2-40B4-BE49-F238E27FC236}">
                  <a16:creationId xmlns:a16="http://schemas.microsoft.com/office/drawing/2014/main" id="{58F88901-B8C6-4D70-40EF-F2FDAADAC767}"/>
                </a:ext>
              </a:extLst>
            </p:cNvPr>
            <p:cNvSpPr/>
            <p:nvPr/>
          </p:nvSpPr>
          <p:spPr>
            <a:xfrm>
              <a:off x="0" y="6858000"/>
              <a:ext cx="1143000"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13" name="Rectangle 212">
              <a:extLst>
                <a:ext uri="{FF2B5EF4-FFF2-40B4-BE49-F238E27FC236}">
                  <a16:creationId xmlns:a16="http://schemas.microsoft.com/office/drawing/2014/main" id="{CC7583CB-F165-7049-3FF8-86D8FD8836EB}"/>
                </a:ext>
              </a:extLst>
            </p:cNvPr>
            <p:cNvSpPr/>
            <p:nvPr/>
          </p:nvSpPr>
          <p:spPr>
            <a:xfrm>
              <a:off x="0" y="9144000"/>
              <a:ext cx="1143000"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57" name="Rectangle 256">
              <a:extLst>
                <a:ext uri="{FF2B5EF4-FFF2-40B4-BE49-F238E27FC236}">
                  <a16:creationId xmlns:a16="http://schemas.microsoft.com/office/drawing/2014/main" id="{A03E8E7C-BB70-F4BC-C97C-762BCAA52959}"/>
                </a:ext>
              </a:extLst>
            </p:cNvPr>
            <p:cNvSpPr/>
            <p:nvPr/>
          </p:nvSpPr>
          <p:spPr>
            <a:xfrm>
              <a:off x="5715000" y="8001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401" name="Rectangle 400">
              <a:extLst>
                <a:ext uri="{FF2B5EF4-FFF2-40B4-BE49-F238E27FC236}">
                  <a16:creationId xmlns:a16="http://schemas.microsoft.com/office/drawing/2014/main" id="{6545F3B2-4638-6EE4-53FF-544AFE241D2C}"/>
                </a:ext>
              </a:extLst>
            </p:cNvPr>
            <p:cNvSpPr/>
            <p:nvPr/>
          </p:nvSpPr>
          <p:spPr>
            <a:xfrm>
              <a:off x="11430000" y="8001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grpSp>
      <p:grpSp>
        <p:nvGrpSpPr>
          <p:cNvPr id="526" name="Group 525">
            <a:extLst>
              <a:ext uri="{FF2B5EF4-FFF2-40B4-BE49-F238E27FC236}">
                <a16:creationId xmlns:a16="http://schemas.microsoft.com/office/drawing/2014/main" id="{4678AE25-F2DB-671D-CFAB-D93345133301}"/>
              </a:ext>
            </a:extLst>
          </p:cNvPr>
          <p:cNvGrpSpPr/>
          <p:nvPr/>
        </p:nvGrpSpPr>
        <p:grpSpPr>
          <a:xfrm>
            <a:off x="0" y="-19050"/>
            <a:ext cx="8382000" cy="2286000"/>
            <a:chOff x="0" y="0"/>
            <a:chExt cx="12573000" cy="3429000"/>
          </a:xfrm>
        </p:grpSpPr>
        <p:sp>
          <p:nvSpPr>
            <p:cNvPr id="206" name="Rectangle 205">
              <a:extLst>
                <a:ext uri="{FF2B5EF4-FFF2-40B4-BE49-F238E27FC236}">
                  <a16:creationId xmlns:a16="http://schemas.microsoft.com/office/drawing/2014/main" id="{3AAC9492-47FA-AB7F-9630-67662FDFC453}"/>
                </a:ext>
              </a:extLst>
            </p:cNvPr>
            <p:cNvSpPr/>
            <p:nvPr/>
          </p:nvSpPr>
          <p:spPr>
            <a:xfrm>
              <a:off x="0" y="1143000"/>
              <a:ext cx="1143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15" name="Rectangle 214">
              <a:extLst>
                <a:ext uri="{FF2B5EF4-FFF2-40B4-BE49-F238E27FC236}">
                  <a16:creationId xmlns:a16="http://schemas.microsoft.com/office/drawing/2014/main" id="{0ECB5667-C119-9D98-BB35-20A6194864A5}"/>
                </a:ext>
              </a:extLst>
            </p:cNvPr>
            <p:cNvSpPr/>
            <p:nvPr/>
          </p:nvSpPr>
          <p:spPr>
            <a:xfrm>
              <a:off x="1143000" y="1143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24" name="Rectangle 223">
              <a:extLst>
                <a:ext uri="{FF2B5EF4-FFF2-40B4-BE49-F238E27FC236}">
                  <a16:creationId xmlns:a16="http://schemas.microsoft.com/office/drawing/2014/main" id="{50DD2A7C-0AFA-7E53-C7E5-2A83400FD1A9}"/>
                </a:ext>
              </a:extLst>
            </p:cNvPr>
            <p:cNvSpPr/>
            <p:nvPr/>
          </p:nvSpPr>
          <p:spPr>
            <a:xfrm>
              <a:off x="2286000" y="1143000"/>
              <a:ext cx="1143000"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42" name="Rectangle 241">
              <a:extLst>
                <a:ext uri="{FF2B5EF4-FFF2-40B4-BE49-F238E27FC236}">
                  <a16:creationId xmlns:a16="http://schemas.microsoft.com/office/drawing/2014/main" id="{1390F8B6-2956-F68C-D15E-8A62F702E663}"/>
                </a:ext>
              </a:extLst>
            </p:cNvPr>
            <p:cNvSpPr/>
            <p:nvPr/>
          </p:nvSpPr>
          <p:spPr>
            <a:xfrm>
              <a:off x="4572000" y="1143000"/>
              <a:ext cx="1143000" cy="1143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50" name="Rectangle 249">
              <a:extLst>
                <a:ext uri="{FF2B5EF4-FFF2-40B4-BE49-F238E27FC236}">
                  <a16:creationId xmlns:a16="http://schemas.microsoft.com/office/drawing/2014/main" id="{BAF6C9C5-4E2C-61E7-F5A6-233C0E3A9F73}"/>
                </a:ext>
              </a:extLst>
            </p:cNvPr>
            <p:cNvSpPr/>
            <p:nvPr/>
          </p:nvSpPr>
          <p:spPr>
            <a:xfrm>
              <a:off x="5715000" y="0"/>
              <a:ext cx="1143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86" name="Rectangle 285">
              <a:extLst>
                <a:ext uri="{FF2B5EF4-FFF2-40B4-BE49-F238E27FC236}">
                  <a16:creationId xmlns:a16="http://schemas.microsoft.com/office/drawing/2014/main" id="{C920A458-083B-D55A-9C6C-B20FC8C61124}"/>
                </a:ext>
              </a:extLst>
            </p:cNvPr>
            <p:cNvSpPr/>
            <p:nvPr/>
          </p:nvSpPr>
          <p:spPr>
            <a:xfrm>
              <a:off x="10287000" y="0"/>
              <a:ext cx="1143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295" name="Rectangle 294">
              <a:extLst>
                <a:ext uri="{FF2B5EF4-FFF2-40B4-BE49-F238E27FC236}">
                  <a16:creationId xmlns:a16="http://schemas.microsoft.com/office/drawing/2014/main" id="{9FD938CB-0D3B-6DA2-289A-0692EB8D641A}"/>
                </a:ext>
              </a:extLst>
            </p:cNvPr>
            <p:cNvSpPr/>
            <p:nvPr/>
          </p:nvSpPr>
          <p:spPr>
            <a:xfrm>
              <a:off x="11430000" y="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392" name="Rectangle 391">
              <a:extLst>
                <a:ext uri="{FF2B5EF4-FFF2-40B4-BE49-F238E27FC236}">
                  <a16:creationId xmlns:a16="http://schemas.microsoft.com/office/drawing/2014/main" id="{2AC45ACE-A575-A52A-5B03-680A8D6FA240}"/>
                </a:ext>
              </a:extLst>
            </p:cNvPr>
            <p:cNvSpPr/>
            <p:nvPr/>
          </p:nvSpPr>
          <p:spPr>
            <a:xfrm>
              <a:off x="0" y="2286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424" name="Rectangle 423">
              <a:extLst>
                <a:ext uri="{FF2B5EF4-FFF2-40B4-BE49-F238E27FC236}">
                  <a16:creationId xmlns:a16="http://schemas.microsoft.com/office/drawing/2014/main" id="{79041BFF-78D7-2C9A-AEA9-AA55C7727CF8}"/>
                </a:ext>
              </a:extLst>
            </p:cNvPr>
            <p:cNvSpPr/>
            <p:nvPr/>
          </p:nvSpPr>
          <p:spPr>
            <a:xfrm>
              <a:off x="3429000" y="1143000"/>
              <a:ext cx="1143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425" name="Rectangle 424">
              <a:extLst>
                <a:ext uri="{FF2B5EF4-FFF2-40B4-BE49-F238E27FC236}">
                  <a16:creationId xmlns:a16="http://schemas.microsoft.com/office/drawing/2014/main" id="{FFCD686E-1396-6364-A8DB-14B1C50B6FA0}"/>
                </a:ext>
              </a:extLst>
            </p:cNvPr>
            <p:cNvSpPr/>
            <p:nvPr/>
          </p:nvSpPr>
          <p:spPr>
            <a:xfrm>
              <a:off x="4572000" y="114300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426" name="Rectangle 425">
              <a:extLst>
                <a:ext uri="{FF2B5EF4-FFF2-40B4-BE49-F238E27FC236}">
                  <a16:creationId xmlns:a16="http://schemas.microsoft.com/office/drawing/2014/main" id="{436EADAD-13F8-B996-FFDA-C13D3956735A}"/>
                </a:ext>
              </a:extLst>
            </p:cNvPr>
            <p:cNvSpPr/>
            <p:nvPr/>
          </p:nvSpPr>
          <p:spPr>
            <a:xfrm>
              <a:off x="5715000" y="1143000"/>
              <a:ext cx="1143000"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sp>
          <p:nvSpPr>
            <p:cNvPr id="430" name="Rectangle 429">
              <a:extLst>
                <a:ext uri="{FF2B5EF4-FFF2-40B4-BE49-F238E27FC236}">
                  <a16:creationId xmlns:a16="http://schemas.microsoft.com/office/drawing/2014/main" id="{ABFF6776-0EFC-7051-8024-584F70353E41}"/>
                </a:ext>
              </a:extLst>
            </p:cNvPr>
            <p:cNvSpPr/>
            <p:nvPr/>
          </p:nvSpPr>
          <p:spPr>
            <a:xfrm>
              <a:off x="6858000" y="0"/>
              <a:ext cx="11430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Helvetica"/>
                <a:ea typeface="+mn-ea"/>
                <a:cs typeface="Helvetica"/>
              </a:endParaRPr>
            </a:p>
          </p:txBody>
        </p:sp>
      </p:grpSp>
    </p:spTree>
    <p:extLst>
      <p:ext uri="{BB962C8B-B14F-4D97-AF65-F5344CB8AC3E}">
        <p14:creationId xmlns:p14="http://schemas.microsoft.com/office/powerpoint/2010/main" val="3328974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7" name="Image 6" descr="Image 6"/>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p:cNvSpPr txBox="1"/>
          <p:nvPr/>
        </p:nvSpPr>
        <p:spPr>
          <a:xfrm>
            <a:off x="3866131" y="3811200"/>
            <a:ext cx="7502446" cy="1194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Newco high level view</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259212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0F2F18-13F5-5E81-9868-72BC5C9FC317}"/>
              </a:ext>
            </a:extLst>
          </p:cNvPr>
          <p:cNvSpPr>
            <a:spLocks noGrp="1"/>
          </p:cNvSpPr>
          <p:nvPr>
            <p:ph type="title" idx="4294967295"/>
          </p:nvPr>
        </p:nvSpPr>
        <p:spPr>
          <a:xfrm>
            <a:off x="794084" y="2450431"/>
            <a:ext cx="10684042" cy="1525588"/>
          </a:xfrm>
        </p:spPr>
        <p:txBody>
          <a:bodyPr anchor="ctr"/>
          <a:lstStyle/>
          <a:p>
            <a:br>
              <a:rPr kumimoji="0" lang="en-GB" sz="2400" b="0" i="0" u="none" strike="noStrike" kern="0" cap="none" spc="-27" normalizeH="0" baseline="0" noProof="0">
                <a:ln>
                  <a:noFill/>
                </a:ln>
                <a:solidFill>
                  <a:schemeClr val="tx2">
                    <a:lumMod val="20000"/>
                    <a:lumOff val="80000"/>
                  </a:schemeClr>
                </a:solidFill>
                <a:effectLst/>
                <a:uLnTx/>
                <a:uFillTx/>
                <a:latin typeface="Helvetica 75 Bold"/>
                <a:sym typeface="Helvetica 75 Bold"/>
              </a:rPr>
            </a:br>
            <a:r>
              <a:rPr lang="en-US" sz="2800" kern="0">
                <a:solidFill>
                  <a:schemeClr val="accent1"/>
                </a:solidFill>
                <a:latin typeface="Helvetica 75 Bold"/>
                <a:sym typeface="Helvetica 75 Bold"/>
              </a:rPr>
              <a:t>First of all, t</a:t>
            </a:r>
            <a:r>
              <a:rPr kumimoji="0" lang="en-US" sz="2800" b="0" i="0" u="none" strike="noStrike" kern="0" cap="none" spc="-27" normalizeH="0" baseline="0" noProof="0">
                <a:ln>
                  <a:noFill/>
                </a:ln>
                <a:solidFill>
                  <a:schemeClr val="accent1"/>
                </a:solidFill>
                <a:effectLst/>
                <a:uLnTx/>
                <a:uFillTx/>
                <a:latin typeface="Helvetica 75 Bold"/>
                <a:sym typeface="Helvetica 75 Bold"/>
              </a:rPr>
              <a:t>he aim is to provide a NextGen IT stack to support</a:t>
            </a:r>
            <a:br>
              <a:rPr kumimoji="0" lang="en-US" sz="2800" b="0" i="0" u="none" strike="noStrike" kern="0" cap="none" spc="-27" normalizeH="0" baseline="0" noProof="0">
                <a:ln>
                  <a:noFill/>
                </a:ln>
                <a:solidFill>
                  <a:schemeClr val="accent1"/>
                </a:solidFill>
                <a:effectLst/>
                <a:uLnTx/>
                <a:uFillTx/>
                <a:latin typeface="Helvetica 75 Bold"/>
                <a:sym typeface="Helvetica 75 Bold"/>
              </a:rPr>
            </a:br>
            <a: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t>NextGen Products, NextGen Customer Journeys, </a:t>
            </a:r>
            <a:b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br>
            <a: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t>and operating models, </a:t>
            </a:r>
            <a:b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br>
            <a: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t>enhancing a </a:t>
            </a:r>
            <a:r>
              <a:rPr kumimoji="0" lang="en-US" sz="2800" b="0" i="0" u="none" strike="noStrike" kern="0" cap="none" spc="-27" normalizeH="0" baseline="0" noProof="0">
                <a:ln>
                  <a:noFill/>
                </a:ln>
                <a:solidFill>
                  <a:schemeClr val="accent1"/>
                </a:solidFill>
                <a:effectLst/>
                <a:uLnTx/>
                <a:uFillTx/>
                <a:latin typeface="Helvetica 75 Bold"/>
                <a:sym typeface="Helvetica 75 Bold"/>
              </a:rPr>
              <a:t>digital-first Customer Experience</a:t>
            </a:r>
            <a:r>
              <a:rPr kumimoji="0" lang="en-US" sz="2800" b="0" i="0" u="none" strike="noStrike" kern="0" cap="none" spc="-27" normalizeH="0" baseline="0" noProof="0">
                <a:ln>
                  <a:noFill/>
                </a:ln>
                <a:solidFill>
                  <a:schemeClr val="tx2">
                    <a:lumMod val="20000"/>
                    <a:lumOff val="80000"/>
                  </a:schemeClr>
                </a:solidFill>
                <a:effectLst/>
                <a:uLnTx/>
                <a:uFillTx/>
                <a:latin typeface="Helvetica 75 Bold"/>
                <a:sym typeface="Helvetica 75 Bold"/>
              </a:rPr>
              <a:t>.</a:t>
            </a:r>
            <a:endParaRPr lang="fr-FR" sz="2800"/>
          </a:p>
        </p:txBody>
      </p:sp>
    </p:spTree>
    <p:extLst>
      <p:ext uri="{BB962C8B-B14F-4D97-AF65-F5344CB8AC3E}">
        <p14:creationId xmlns:p14="http://schemas.microsoft.com/office/powerpoint/2010/main" val="349289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E02C03D-202F-228B-D581-8926702D264B}"/>
              </a:ext>
            </a:extLst>
          </p:cNvPr>
          <p:cNvGrpSpPr/>
          <p:nvPr/>
        </p:nvGrpSpPr>
        <p:grpSpPr>
          <a:xfrm>
            <a:off x="371477" y="1276981"/>
            <a:ext cx="2332613" cy="4944744"/>
            <a:chOff x="512037" y="1296061"/>
            <a:chExt cx="2332474" cy="5010150"/>
          </a:xfrm>
        </p:grpSpPr>
        <p:sp>
          <p:nvSpPr>
            <p:cNvPr id="9" name="TextBox 8">
              <a:extLst>
                <a:ext uri="{FF2B5EF4-FFF2-40B4-BE49-F238E27FC236}">
                  <a16:creationId xmlns:a16="http://schemas.microsoft.com/office/drawing/2014/main" id="{A072DCBE-6DB7-58A8-F611-778E352EDF7A}"/>
                </a:ext>
              </a:extLst>
            </p:cNvPr>
            <p:cNvSpPr txBox="1"/>
            <p:nvPr/>
          </p:nvSpPr>
          <p:spPr>
            <a:xfrm>
              <a:off x="512037" y="4416538"/>
              <a:ext cx="2287668" cy="1785328"/>
            </a:xfrm>
            <a:prstGeom prst="rect">
              <a:avLst/>
            </a:prstGeom>
          </p:spPr>
          <p:txBody>
            <a:bodyPr wrap="square" lIns="0" tIns="0" rIns="0" bIns="0" rtlCol="0">
              <a:spAutoFit/>
            </a:bodyPr>
            <a:lstStyle/>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Program delivery model setup</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Greenfield customer journeys and processes designed</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SI Partner and Solution vendors selected and onboarded</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050" b="0" i="0" u="none" strike="noStrike" kern="1200" cap="none" spc="0" normalizeH="0" baseline="0" noProof="0" dirty="0">
                <a:ln>
                  <a:noFill/>
                </a:ln>
                <a:solidFill>
                  <a:schemeClr val="bg1"/>
                </a:solidFill>
                <a:effectLst/>
                <a:uLnTx/>
                <a:uFillTx/>
                <a:latin typeface="Helvetica 75 Bold"/>
                <a:ea typeface="+mn-ea"/>
                <a:cs typeface="+mn-cs"/>
              </a:endParaRPr>
            </a:p>
            <a:p>
              <a:pPr marL="268288"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err="1">
                  <a:ln>
                    <a:noFill/>
                  </a:ln>
                  <a:solidFill>
                    <a:schemeClr val="bg1"/>
                  </a:solidFill>
                  <a:effectLst/>
                  <a:uLnTx/>
                  <a:uFillTx/>
                  <a:latin typeface="Helvetica 75 Bold"/>
                  <a:ea typeface="+mn-ea"/>
                  <a:cs typeface="+mn-cs"/>
                </a:rPr>
                <a:t>NewCo</a:t>
              </a: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 execution launched</a:t>
              </a:r>
            </a:p>
            <a:p>
              <a:pPr marL="268288"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First transformation programs and some partial greenfield products</a:t>
              </a:r>
            </a:p>
          </p:txBody>
        </p:sp>
        <p:sp>
          <p:nvSpPr>
            <p:cNvPr id="13" name="Google Shape;7484;p6">
              <a:extLst>
                <a:ext uri="{FF2B5EF4-FFF2-40B4-BE49-F238E27FC236}">
                  <a16:creationId xmlns:a16="http://schemas.microsoft.com/office/drawing/2014/main" id="{6B4162E6-B56B-612C-B5EA-113A7EB37F4C}"/>
                </a:ext>
              </a:extLst>
            </p:cNvPr>
            <p:cNvSpPr/>
            <p:nvPr/>
          </p:nvSpPr>
          <p:spPr>
            <a:xfrm>
              <a:off x="1073160" y="2888204"/>
              <a:ext cx="1219185" cy="429677"/>
            </a:xfrm>
            <a:prstGeom prst="rect">
              <a:avLst/>
            </a:prstGeom>
            <a:solidFill>
              <a:schemeClr val="accent1"/>
            </a:solidFill>
            <a:ln w="28575">
              <a:noFill/>
              <a:prstDash val="solid"/>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rPr>
                <a:t>Horizon 0</a:t>
              </a:r>
            </a:p>
          </p:txBody>
        </p:sp>
        <p:sp>
          <p:nvSpPr>
            <p:cNvPr id="17" name="Google Shape;7484;p6">
              <a:extLst>
                <a:ext uri="{FF2B5EF4-FFF2-40B4-BE49-F238E27FC236}">
                  <a16:creationId xmlns:a16="http://schemas.microsoft.com/office/drawing/2014/main" id="{F2C21380-1A3A-C9B7-580D-AAE1267E5C79}"/>
                </a:ext>
              </a:extLst>
            </p:cNvPr>
            <p:cNvSpPr/>
            <p:nvPr/>
          </p:nvSpPr>
          <p:spPr>
            <a:xfrm>
              <a:off x="529955" y="1296061"/>
              <a:ext cx="2305597" cy="5010150"/>
            </a:xfrm>
            <a:prstGeom prst="rect">
              <a:avLst/>
            </a:prstGeom>
            <a:noFill/>
            <a:ln w="19050">
              <a:solidFill>
                <a:schemeClr val="tx1">
                  <a:lumMod val="50000"/>
                  <a:lumOff val="50000"/>
                </a:schemeClr>
              </a:solidFill>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p:txBody>
        </p:sp>
        <p:sp>
          <p:nvSpPr>
            <p:cNvPr id="23" name="TextBox 22">
              <a:extLst>
                <a:ext uri="{FF2B5EF4-FFF2-40B4-BE49-F238E27FC236}">
                  <a16:creationId xmlns:a16="http://schemas.microsoft.com/office/drawing/2014/main" id="{DC88A78F-332F-D9ED-FEE8-77F9F41C9643}"/>
                </a:ext>
              </a:extLst>
            </p:cNvPr>
            <p:cNvSpPr txBox="1"/>
            <p:nvPr/>
          </p:nvSpPr>
          <p:spPr>
            <a:xfrm>
              <a:off x="547307" y="3420792"/>
              <a:ext cx="2297204" cy="646331"/>
            </a:xfrm>
            <a:prstGeom prst="rect">
              <a:avLst/>
            </a:prstGeom>
            <a:noFill/>
          </p:spPr>
          <p:txBody>
            <a:bodyPr wrap="square">
              <a:sp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800" b="1" i="0" u="none" strike="noStrike" kern="0" cap="none" spc="0" normalizeH="0" baseline="0" noProof="0">
                  <a:ln>
                    <a:noFill/>
                  </a:ln>
                  <a:solidFill>
                    <a:srgbClr val="FF7900"/>
                  </a:solidFill>
                  <a:effectLst/>
                  <a:uLnTx/>
                  <a:uFillTx/>
                  <a:latin typeface="Helvetica 75 Bold"/>
                  <a:ea typeface="+mn-ea"/>
                  <a:cs typeface="Arial"/>
                  <a:sym typeface="Arial"/>
                </a:rPr>
                <a:t>Mobilization &amp; Design</a:t>
              </a:r>
            </a:p>
          </p:txBody>
        </p:sp>
        <p:pic>
          <p:nvPicPr>
            <p:cNvPr id="24" name="Picture 23" descr="A red arrows pointing to the right&#10;&#10;Description automatically generated with medium confidence">
              <a:extLst>
                <a:ext uri="{FF2B5EF4-FFF2-40B4-BE49-F238E27FC236}">
                  <a16:creationId xmlns:a16="http://schemas.microsoft.com/office/drawing/2014/main" id="{7FF3C0E4-2BB8-FD92-F5B9-6F208CC07DED}"/>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Effect>
                        <a14:brightnessContrast bright="40000"/>
                      </a14:imgEffect>
                    </a14:imgLayer>
                  </a14:imgProps>
                </a:ext>
              </a:extLst>
            </a:blip>
            <a:stretch>
              <a:fillRect/>
            </a:stretch>
          </p:blipFill>
          <p:spPr>
            <a:xfrm>
              <a:off x="1022792" y="1415570"/>
              <a:ext cx="1270289" cy="1270289"/>
            </a:xfrm>
            <a:prstGeom prst="rect">
              <a:avLst/>
            </a:prstGeom>
          </p:spPr>
        </p:pic>
      </p:grpSp>
      <p:grpSp>
        <p:nvGrpSpPr>
          <p:cNvPr id="4" name="Group 3">
            <a:extLst>
              <a:ext uri="{FF2B5EF4-FFF2-40B4-BE49-F238E27FC236}">
                <a16:creationId xmlns:a16="http://schemas.microsoft.com/office/drawing/2014/main" id="{11D09749-71FA-0793-ACA5-BF565E0157D7}"/>
              </a:ext>
            </a:extLst>
          </p:cNvPr>
          <p:cNvGrpSpPr/>
          <p:nvPr/>
        </p:nvGrpSpPr>
        <p:grpSpPr>
          <a:xfrm>
            <a:off x="3413464" y="1276983"/>
            <a:ext cx="2312654" cy="4944744"/>
            <a:chOff x="3430990" y="1315110"/>
            <a:chExt cx="2312518" cy="4991100"/>
          </a:xfrm>
        </p:grpSpPr>
        <p:sp>
          <p:nvSpPr>
            <p:cNvPr id="10" name="TextBox 9">
              <a:extLst>
                <a:ext uri="{FF2B5EF4-FFF2-40B4-BE49-F238E27FC236}">
                  <a16:creationId xmlns:a16="http://schemas.microsoft.com/office/drawing/2014/main" id="{5EBEA864-25A0-9FC7-9F31-ECC5F491B02A}"/>
                </a:ext>
              </a:extLst>
            </p:cNvPr>
            <p:cNvSpPr txBox="1"/>
            <p:nvPr/>
          </p:nvSpPr>
          <p:spPr>
            <a:xfrm>
              <a:off x="3453315" y="4475744"/>
              <a:ext cx="2253151" cy="961802"/>
            </a:xfrm>
            <a:prstGeom prst="rect">
              <a:avLst/>
            </a:prstGeom>
          </p:spPr>
          <p:txBody>
            <a:bodyPr wrap="square" lIns="0" tIns="0" rIns="0" bIns="0" rtlCol="0">
              <a:spAutoFit/>
            </a:bodyPr>
            <a:lstStyle>
              <a:defPPr>
                <a:defRPr lang="en-US"/>
              </a:defPPr>
              <a:lvl1pPr marL="268288" indent="-171450">
                <a:buFont typeface="Arial" panose="020B0604020202020204" pitchFamily="34" charset="0"/>
                <a:buChar char="•"/>
                <a:defRPr sz="1100"/>
              </a:lvl1pPr>
            </a:lstStyle>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Launch of prioritized product offerings </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First set of customers onboarded</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Foundational business capabilities deployed </a:t>
              </a:r>
            </a:p>
          </p:txBody>
        </p:sp>
        <p:sp>
          <p:nvSpPr>
            <p:cNvPr id="16" name="Google Shape;7484;p6">
              <a:extLst>
                <a:ext uri="{FF2B5EF4-FFF2-40B4-BE49-F238E27FC236}">
                  <a16:creationId xmlns:a16="http://schemas.microsoft.com/office/drawing/2014/main" id="{2B19863F-B5FD-DFC4-848F-660D48F948FC}"/>
                </a:ext>
              </a:extLst>
            </p:cNvPr>
            <p:cNvSpPr/>
            <p:nvPr/>
          </p:nvSpPr>
          <p:spPr>
            <a:xfrm>
              <a:off x="3974661" y="2882541"/>
              <a:ext cx="1219185" cy="429303"/>
            </a:xfrm>
            <a:prstGeom prst="rect">
              <a:avLst/>
            </a:prstGeom>
            <a:solidFill>
              <a:schemeClr val="accent1"/>
            </a:solidFill>
            <a:ln w="28575">
              <a:noFill/>
              <a:prstDash val="solid"/>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rPr>
                <a:t>Horizon 1  </a:t>
              </a:r>
            </a:p>
          </p:txBody>
        </p:sp>
        <p:sp>
          <p:nvSpPr>
            <p:cNvPr id="20" name="Google Shape;7484;p6">
              <a:extLst>
                <a:ext uri="{FF2B5EF4-FFF2-40B4-BE49-F238E27FC236}">
                  <a16:creationId xmlns:a16="http://schemas.microsoft.com/office/drawing/2014/main" id="{8358CDF1-E122-B6CA-1F20-B9C20179C169}"/>
                </a:ext>
              </a:extLst>
            </p:cNvPr>
            <p:cNvSpPr/>
            <p:nvPr/>
          </p:nvSpPr>
          <p:spPr>
            <a:xfrm>
              <a:off x="3437911" y="1315110"/>
              <a:ext cx="2305597" cy="4991100"/>
            </a:xfrm>
            <a:prstGeom prst="rect">
              <a:avLst/>
            </a:prstGeom>
            <a:noFill/>
            <a:ln w="19050">
              <a:solidFill>
                <a:schemeClr val="tx1">
                  <a:lumMod val="50000"/>
                  <a:lumOff val="50000"/>
                </a:schemeClr>
              </a:solidFill>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p:txBody>
        </p:sp>
        <p:sp>
          <p:nvSpPr>
            <p:cNvPr id="26" name="TextBox 25">
              <a:extLst>
                <a:ext uri="{FF2B5EF4-FFF2-40B4-BE49-F238E27FC236}">
                  <a16:creationId xmlns:a16="http://schemas.microsoft.com/office/drawing/2014/main" id="{C497F099-2D8E-E45A-F30E-E6818C4A6A01}"/>
                </a:ext>
              </a:extLst>
            </p:cNvPr>
            <p:cNvSpPr txBox="1"/>
            <p:nvPr/>
          </p:nvSpPr>
          <p:spPr>
            <a:xfrm>
              <a:off x="3430990" y="3453191"/>
              <a:ext cx="2297204" cy="646331"/>
            </a:xfrm>
            <a:prstGeom prst="rect">
              <a:avLst/>
            </a:prstGeom>
            <a:noFill/>
          </p:spPr>
          <p:txBody>
            <a:bodyPr wrap="square">
              <a:sp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800" b="1" i="0" u="none" strike="noStrike" kern="0" cap="none" spc="0" normalizeH="0" baseline="0" noProof="0">
                  <a:ln>
                    <a:noFill/>
                  </a:ln>
                  <a:solidFill>
                    <a:srgbClr val="FF7900"/>
                  </a:solidFill>
                  <a:effectLst/>
                  <a:uLnTx/>
                  <a:uFillTx/>
                  <a:latin typeface="Helvetica 75 Bold"/>
                  <a:ea typeface="+mn-ea"/>
                  <a:cs typeface="Arial"/>
                  <a:sym typeface="Arial"/>
                </a:rPr>
                <a:t>Build the Foundations</a:t>
              </a:r>
            </a:p>
          </p:txBody>
        </p:sp>
        <p:pic>
          <p:nvPicPr>
            <p:cNvPr id="33" name="Picture 32" descr="A black and orange square with squares&#10;&#10;Description automatically generated">
              <a:extLst>
                <a:ext uri="{FF2B5EF4-FFF2-40B4-BE49-F238E27FC236}">
                  <a16:creationId xmlns:a16="http://schemas.microsoft.com/office/drawing/2014/main" id="{0E8022F6-BE7C-3AB1-5663-9A450DAAADE7}"/>
                </a:ext>
              </a:extLst>
            </p:cNvPr>
            <p:cNvPicPr>
              <a:picLocks noChangeAspect="1"/>
            </p:cNvPicPr>
            <p:nvPr/>
          </p:nvPicPr>
          <p:blipFill>
            <a:blip r:embed="rId5">
              <a:extLst>
                <a:ext uri="{BEBA8EAE-BF5A-486C-A8C5-ECC9F3942E4B}">
                  <a14:imgProps xmlns:a14="http://schemas.microsoft.com/office/drawing/2010/main">
                    <a14:imgLayer r:embed="rId6">
                      <a14:imgEffect>
                        <a14:saturation sat="400000"/>
                      </a14:imgEffect>
                      <a14:imgEffect>
                        <a14:brightnessContrast bright="40000"/>
                      </a14:imgEffect>
                    </a14:imgLayer>
                  </a14:imgProps>
                </a:ext>
              </a:extLst>
            </a:blip>
            <a:stretch>
              <a:fillRect/>
            </a:stretch>
          </p:blipFill>
          <p:spPr>
            <a:xfrm>
              <a:off x="3955563" y="1450573"/>
              <a:ext cx="1270289" cy="1270289"/>
            </a:xfrm>
            <a:prstGeom prst="rect">
              <a:avLst/>
            </a:prstGeom>
          </p:spPr>
        </p:pic>
      </p:grpSp>
      <p:grpSp>
        <p:nvGrpSpPr>
          <p:cNvPr id="6" name="Group 5">
            <a:extLst>
              <a:ext uri="{FF2B5EF4-FFF2-40B4-BE49-F238E27FC236}">
                <a16:creationId xmlns:a16="http://schemas.microsoft.com/office/drawing/2014/main" id="{3BA847B9-9734-79B0-6323-04F4D78B34B3}"/>
              </a:ext>
            </a:extLst>
          </p:cNvPr>
          <p:cNvGrpSpPr/>
          <p:nvPr/>
        </p:nvGrpSpPr>
        <p:grpSpPr>
          <a:xfrm>
            <a:off x="6435839" y="1276986"/>
            <a:ext cx="2314693" cy="4944745"/>
            <a:chOff x="6440100" y="1315110"/>
            <a:chExt cx="2314556" cy="4991100"/>
          </a:xfrm>
        </p:grpSpPr>
        <p:sp>
          <p:nvSpPr>
            <p:cNvPr id="14" name="Google Shape;7484;p6">
              <a:extLst>
                <a:ext uri="{FF2B5EF4-FFF2-40B4-BE49-F238E27FC236}">
                  <a16:creationId xmlns:a16="http://schemas.microsoft.com/office/drawing/2014/main" id="{7DF945EB-8928-50D8-4481-043C16614C23}"/>
                </a:ext>
              </a:extLst>
            </p:cNvPr>
            <p:cNvSpPr/>
            <p:nvPr/>
          </p:nvSpPr>
          <p:spPr>
            <a:xfrm>
              <a:off x="6983305" y="2882541"/>
              <a:ext cx="1219185" cy="436714"/>
            </a:xfrm>
            <a:prstGeom prst="rect">
              <a:avLst/>
            </a:prstGeom>
            <a:solidFill>
              <a:schemeClr val="accent1"/>
            </a:solidFill>
            <a:ln w="28575" cap="flat" cmpd="sng">
              <a:noFill/>
              <a:prstDash val="solid"/>
              <a:miter lim="800000"/>
              <a:headEnd type="none" w="sm" len="sm"/>
              <a:tailEnd type="none" w="sm" len="sm"/>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endParaRP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rPr>
                <a:t>Horizon 2 </a:t>
              </a: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0" i="0" u="none" strike="noStrike" kern="0" cap="none" spc="0" normalizeH="0" baseline="0" noProof="0">
                  <a:ln>
                    <a:noFill/>
                  </a:ln>
                  <a:solidFill>
                    <a:srgbClr val="FFFFFF"/>
                  </a:solidFill>
                  <a:effectLst/>
                  <a:uLnTx/>
                  <a:uFillTx/>
                  <a:latin typeface="Helvetica 75 Bold"/>
                  <a:ea typeface="+mn-ea"/>
                  <a:cs typeface="Arial"/>
                  <a:sym typeface="Arial"/>
                </a:rPr>
                <a:t> </a:t>
              </a:r>
            </a:p>
          </p:txBody>
        </p:sp>
        <p:sp>
          <p:nvSpPr>
            <p:cNvPr id="18" name="Google Shape;7484;p6">
              <a:extLst>
                <a:ext uri="{FF2B5EF4-FFF2-40B4-BE49-F238E27FC236}">
                  <a16:creationId xmlns:a16="http://schemas.microsoft.com/office/drawing/2014/main" id="{18AE0324-194E-CAAD-965A-BEF94549FF6B}"/>
                </a:ext>
              </a:extLst>
            </p:cNvPr>
            <p:cNvSpPr/>
            <p:nvPr/>
          </p:nvSpPr>
          <p:spPr>
            <a:xfrm>
              <a:off x="6440100" y="1315110"/>
              <a:ext cx="2305597" cy="4991100"/>
            </a:xfrm>
            <a:prstGeom prst="rect">
              <a:avLst/>
            </a:prstGeom>
            <a:noFill/>
            <a:ln w="19050" cap="flat" cmpd="sng">
              <a:solidFill>
                <a:schemeClr val="tx1">
                  <a:lumMod val="50000"/>
                  <a:lumOff val="50000"/>
                </a:schemeClr>
              </a:solidFill>
              <a:prstDash val="solid"/>
              <a:miter lim="800000"/>
              <a:headEnd type="none" w="sm" len="sm"/>
              <a:tailEnd type="none" w="sm" len="sm"/>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p:txBody>
        </p:sp>
        <p:sp>
          <p:nvSpPr>
            <p:cNvPr id="29" name="TextBox 28">
              <a:extLst>
                <a:ext uri="{FF2B5EF4-FFF2-40B4-BE49-F238E27FC236}">
                  <a16:creationId xmlns:a16="http://schemas.microsoft.com/office/drawing/2014/main" id="{E04860FD-14A4-A968-3B20-A79746F61FD1}"/>
                </a:ext>
              </a:extLst>
            </p:cNvPr>
            <p:cNvSpPr txBox="1"/>
            <p:nvPr/>
          </p:nvSpPr>
          <p:spPr>
            <a:xfrm>
              <a:off x="6457452" y="3420792"/>
              <a:ext cx="2297204" cy="646331"/>
            </a:xfrm>
            <a:prstGeom prst="rect">
              <a:avLst/>
            </a:prstGeom>
            <a:noFill/>
          </p:spPr>
          <p:txBody>
            <a:bodyPr wrap="square">
              <a:sp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800" b="1" i="0" u="none" strike="noStrike" kern="0" cap="none" spc="0" normalizeH="0" baseline="0" noProof="0">
                  <a:ln>
                    <a:noFill/>
                  </a:ln>
                  <a:solidFill>
                    <a:srgbClr val="FF7900"/>
                  </a:solidFill>
                  <a:effectLst/>
                  <a:uLnTx/>
                  <a:uFillTx/>
                  <a:latin typeface="Helvetica 75 Bold"/>
                  <a:ea typeface="+mn-ea"/>
                  <a:cs typeface="Arial"/>
                  <a:sym typeface="Arial"/>
                </a:rPr>
                <a:t>Expand Capabilities</a:t>
              </a:r>
            </a:p>
          </p:txBody>
        </p:sp>
        <p:pic>
          <p:nvPicPr>
            <p:cNvPr id="35" name="Picture 34" descr="A red and black cross in a circle&#10;&#10;Description automatically generated">
              <a:extLst>
                <a:ext uri="{FF2B5EF4-FFF2-40B4-BE49-F238E27FC236}">
                  <a16:creationId xmlns:a16="http://schemas.microsoft.com/office/drawing/2014/main" id="{EBBB9F65-4305-74E7-60A7-F854FCE0F992}"/>
                </a:ext>
              </a:extLst>
            </p:cNvPr>
            <p:cNvPicPr>
              <a:picLocks noChangeAspect="1"/>
            </p:cNvPicPr>
            <p:nvPr/>
          </p:nvPicPr>
          <p:blipFill>
            <a:blip r:embed="rId7">
              <a:extLst>
                <a:ext uri="{BEBA8EAE-BF5A-486C-A8C5-ECC9F3942E4B}">
                  <a14:imgProps xmlns:a14="http://schemas.microsoft.com/office/drawing/2010/main">
                    <a14:imgLayer r:embed="rId8">
                      <a14:imgEffect>
                        <a14:saturation sat="400000"/>
                      </a14:imgEffect>
                      <a14:imgEffect>
                        <a14:brightnessContrast bright="40000"/>
                      </a14:imgEffect>
                    </a14:imgLayer>
                  </a14:imgProps>
                </a:ext>
              </a:extLst>
            </a:blip>
            <a:stretch>
              <a:fillRect/>
            </a:stretch>
          </p:blipFill>
          <p:spPr>
            <a:xfrm>
              <a:off x="6983305" y="1504565"/>
              <a:ext cx="1270289" cy="1270289"/>
            </a:xfrm>
            <a:prstGeom prst="rect">
              <a:avLst/>
            </a:prstGeom>
          </p:spPr>
        </p:pic>
      </p:grpSp>
      <p:grpSp>
        <p:nvGrpSpPr>
          <p:cNvPr id="7" name="Group 6">
            <a:extLst>
              <a:ext uri="{FF2B5EF4-FFF2-40B4-BE49-F238E27FC236}">
                <a16:creationId xmlns:a16="http://schemas.microsoft.com/office/drawing/2014/main" id="{726D257A-6A28-20D3-72AC-FFA7CB9E450C}"/>
              </a:ext>
            </a:extLst>
          </p:cNvPr>
          <p:cNvGrpSpPr/>
          <p:nvPr/>
        </p:nvGrpSpPr>
        <p:grpSpPr>
          <a:xfrm>
            <a:off x="9460359" y="1276982"/>
            <a:ext cx="2323650" cy="4944735"/>
            <a:chOff x="9348056" y="1296060"/>
            <a:chExt cx="2323513" cy="5010149"/>
          </a:xfrm>
        </p:grpSpPr>
        <p:sp>
          <p:nvSpPr>
            <p:cNvPr id="15" name="Google Shape;7484;p6">
              <a:extLst>
                <a:ext uri="{FF2B5EF4-FFF2-40B4-BE49-F238E27FC236}">
                  <a16:creationId xmlns:a16="http://schemas.microsoft.com/office/drawing/2014/main" id="{F9817A28-17D0-AAA0-A5D7-03B2EBEB98C6}"/>
                </a:ext>
              </a:extLst>
            </p:cNvPr>
            <p:cNvSpPr/>
            <p:nvPr/>
          </p:nvSpPr>
          <p:spPr>
            <a:xfrm>
              <a:off x="9891261" y="2878495"/>
              <a:ext cx="1219185" cy="429677"/>
            </a:xfrm>
            <a:prstGeom prst="rect">
              <a:avLst/>
            </a:prstGeom>
            <a:solidFill>
              <a:schemeClr val="accent1"/>
            </a:solidFill>
            <a:ln w="28575" cap="flat" cmpd="sng">
              <a:noFill/>
              <a:prstDash val="solid"/>
              <a:miter lim="800000"/>
              <a:headEnd type="none" w="sm" len="sm"/>
              <a:tailEnd type="none" w="sm" len="sm"/>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endParaRP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1" i="0" u="none" strike="noStrike" kern="0" cap="none" spc="0" normalizeH="0" baseline="0" noProof="0">
                  <a:ln>
                    <a:noFill/>
                  </a:ln>
                  <a:solidFill>
                    <a:srgbClr val="FFFFFF"/>
                  </a:solidFill>
                  <a:effectLst/>
                  <a:uLnTx/>
                  <a:uFillTx/>
                  <a:latin typeface="Helvetica 75 Bold"/>
                  <a:ea typeface="+mn-ea"/>
                  <a:cs typeface="Arial"/>
                  <a:sym typeface="Arial"/>
                </a:rPr>
                <a:t>Horizon 3</a:t>
              </a:r>
            </a:p>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400" b="0" i="0" u="none" strike="noStrike" kern="0" cap="none" spc="0" normalizeH="0" baseline="0" noProof="0">
                  <a:ln>
                    <a:noFill/>
                  </a:ln>
                  <a:solidFill>
                    <a:srgbClr val="FFFFFF"/>
                  </a:solidFill>
                  <a:effectLst/>
                  <a:uLnTx/>
                  <a:uFillTx/>
                  <a:latin typeface="Helvetica 75 Bold"/>
                  <a:ea typeface="+mn-ea"/>
                  <a:cs typeface="Arial"/>
                  <a:sym typeface="Arial"/>
                </a:rPr>
                <a:t> </a:t>
              </a:r>
            </a:p>
          </p:txBody>
        </p:sp>
        <p:sp>
          <p:nvSpPr>
            <p:cNvPr id="19" name="Google Shape;7484;p6">
              <a:extLst>
                <a:ext uri="{FF2B5EF4-FFF2-40B4-BE49-F238E27FC236}">
                  <a16:creationId xmlns:a16="http://schemas.microsoft.com/office/drawing/2014/main" id="{26510815-6FAF-9189-BF10-F78D3A411563}"/>
                </a:ext>
              </a:extLst>
            </p:cNvPr>
            <p:cNvSpPr/>
            <p:nvPr/>
          </p:nvSpPr>
          <p:spPr>
            <a:xfrm>
              <a:off x="9348056" y="1296060"/>
              <a:ext cx="2305596" cy="5010149"/>
            </a:xfrm>
            <a:prstGeom prst="rect">
              <a:avLst/>
            </a:prstGeom>
            <a:noFill/>
            <a:ln w="19050" cap="flat" cmpd="sng">
              <a:solidFill>
                <a:schemeClr val="tx1">
                  <a:lumMod val="50000"/>
                  <a:lumOff val="50000"/>
                </a:schemeClr>
              </a:solidFill>
              <a:prstDash val="solid"/>
              <a:miter lim="800000"/>
              <a:headEnd type="none" w="sm" len="sm"/>
              <a:tailEnd type="none" w="sm" len="sm"/>
            </a:ln>
          </p:spPr>
          <p:txBody>
            <a:bodyPr spcFirstLastPara="1" wrap="square" lIns="137138" tIns="68550" rIns="137138" bIns="68550" anchor="ctr" anchorCtr="0">
              <a:no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endParaRPr kumimoji="0" lang="en-GB" sz="1400" b="1" i="0" u="none" strike="noStrike" kern="0" cap="none" spc="0" normalizeH="0" baseline="0" noProof="0">
                <a:ln>
                  <a:noFill/>
                </a:ln>
                <a:solidFill>
                  <a:srgbClr val="FF7900"/>
                </a:solidFill>
                <a:effectLst/>
                <a:uLnTx/>
                <a:uFillTx/>
                <a:latin typeface="Helvetica 75 Bold"/>
                <a:ea typeface="+mn-ea"/>
                <a:cs typeface="Arial"/>
                <a:sym typeface="Arial"/>
              </a:endParaRPr>
            </a:p>
          </p:txBody>
        </p:sp>
        <p:sp>
          <p:nvSpPr>
            <p:cNvPr id="31" name="TextBox 30">
              <a:extLst>
                <a:ext uri="{FF2B5EF4-FFF2-40B4-BE49-F238E27FC236}">
                  <a16:creationId xmlns:a16="http://schemas.microsoft.com/office/drawing/2014/main" id="{120A882F-1BC0-6536-1867-EC4AAC26FE2A}"/>
                </a:ext>
              </a:extLst>
            </p:cNvPr>
            <p:cNvSpPr txBox="1"/>
            <p:nvPr/>
          </p:nvSpPr>
          <p:spPr>
            <a:xfrm>
              <a:off x="9374365" y="3455690"/>
              <a:ext cx="2297204" cy="646331"/>
            </a:xfrm>
            <a:prstGeom prst="rect">
              <a:avLst/>
            </a:prstGeom>
            <a:noFill/>
          </p:spPr>
          <p:txBody>
            <a:bodyPr wrap="square">
              <a:spAutoFit/>
            </a:bodyPr>
            <a:lstStyle/>
            <a:p>
              <a:pPr marL="0" marR="0" lvl="0" indent="0" algn="ctr" defTabSz="1371600" rtl="0" eaLnBrk="1" fontAlgn="auto" latinLnBrk="0" hangingPunct="1">
                <a:lnSpc>
                  <a:spcPct val="100000"/>
                </a:lnSpc>
                <a:spcBef>
                  <a:spcPts val="0"/>
                </a:spcBef>
                <a:spcAft>
                  <a:spcPts val="0"/>
                </a:spcAft>
                <a:buClr>
                  <a:srgbClr val="000000"/>
                </a:buClr>
                <a:buSzPts val="1050"/>
                <a:buFontTx/>
                <a:buNone/>
                <a:tabLst/>
                <a:defRPr/>
              </a:pPr>
              <a:r>
                <a:rPr kumimoji="0" lang="en-GB" sz="1800" b="1" i="0" u="none" strike="noStrike" kern="0" cap="none" spc="0" normalizeH="0" baseline="0" noProof="0">
                  <a:ln>
                    <a:noFill/>
                  </a:ln>
                  <a:solidFill>
                    <a:srgbClr val="FF7900"/>
                  </a:solidFill>
                  <a:effectLst/>
                  <a:uLnTx/>
                  <a:uFillTx/>
                  <a:latin typeface="Helvetica 75 Bold"/>
                  <a:ea typeface="+mn-ea"/>
                  <a:cs typeface="Arial"/>
                  <a:sym typeface="Arial"/>
                </a:rPr>
                <a:t>Unlock Value of Change</a:t>
              </a:r>
            </a:p>
          </p:txBody>
        </p:sp>
        <p:pic>
          <p:nvPicPr>
            <p:cNvPr id="37" name="Picture 36" descr="A black and orange sign with arrows&#10;&#10;Description automatically generated">
              <a:extLst>
                <a:ext uri="{FF2B5EF4-FFF2-40B4-BE49-F238E27FC236}">
                  <a16:creationId xmlns:a16="http://schemas.microsoft.com/office/drawing/2014/main" id="{D720893E-2149-4DFC-ABAF-F3979BAC8698}"/>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colorTemperature colorTemp="11200"/>
                      </a14:imgEffect>
                      <a14:imgEffect>
                        <a14:saturation sat="400000"/>
                      </a14:imgEffect>
                      <a14:imgEffect>
                        <a14:brightnessContrast bright="20000" contrast="-40000"/>
                      </a14:imgEffect>
                    </a14:imgLayer>
                  </a14:imgProps>
                </a:ext>
              </a:extLst>
            </a:blip>
            <a:stretch>
              <a:fillRect/>
            </a:stretch>
          </p:blipFill>
          <p:spPr>
            <a:xfrm>
              <a:off x="9840302" y="1504565"/>
              <a:ext cx="1321101" cy="1257587"/>
            </a:xfrm>
            <a:prstGeom prst="rect">
              <a:avLst/>
            </a:prstGeom>
          </p:spPr>
        </p:pic>
      </p:grpSp>
      <p:sp>
        <p:nvSpPr>
          <p:cNvPr id="2" name="Title 1">
            <a:extLst>
              <a:ext uri="{FF2B5EF4-FFF2-40B4-BE49-F238E27FC236}">
                <a16:creationId xmlns:a16="http://schemas.microsoft.com/office/drawing/2014/main" id="{7607DB09-C048-DF17-2765-21862D32830E}"/>
              </a:ext>
            </a:extLst>
          </p:cNvPr>
          <p:cNvSpPr txBox="1">
            <a:spLocks/>
          </p:cNvSpPr>
          <p:nvPr/>
        </p:nvSpPr>
        <p:spPr>
          <a:xfrm>
            <a:off x="402386" y="172800"/>
            <a:ext cx="11412539" cy="360362"/>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27" normalizeH="0" baseline="0" noProof="0">
                <a:ln>
                  <a:noFill/>
                </a:ln>
                <a:solidFill>
                  <a:srgbClr val="FF7900"/>
                </a:solidFill>
                <a:effectLst/>
                <a:uLnTx/>
                <a:uFillTx/>
                <a:latin typeface="Helvetica 75 Bold"/>
                <a:ea typeface="+mj-ea"/>
                <a:cs typeface="+mj-cs"/>
              </a:rPr>
              <a:t>We are in the Horizon 0 phase to </a:t>
            </a:r>
            <a:r>
              <a:rPr lang="en-GB" sz="2400">
                <a:solidFill>
                  <a:srgbClr val="FF7900"/>
                </a:solidFill>
                <a:latin typeface="Helvetica 75 Bold"/>
              </a:rPr>
              <a:t>set-up</a:t>
            </a:r>
            <a:r>
              <a:rPr kumimoji="0" lang="en-GB" sz="2400" b="0" i="0" u="none" strike="noStrike" kern="1200" cap="none" spc="-27" normalizeH="0" baseline="0" noProof="0">
                <a:ln>
                  <a:noFill/>
                </a:ln>
                <a:solidFill>
                  <a:srgbClr val="FF7900"/>
                </a:solidFill>
                <a:effectLst/>
                <a:uLnTx/>
                <a:uFillTx/>
                <a:latin typeface="Helvetica 75 Bold"/>
                <a:ea typeface="+mj-ea"/>
                <a:cs typeface="+mj-cs"/>
              </a:rPr>
              <a:t> the </a:t>
            </a:r>
            <a:r>
              <a:rPr kumimoji="0" lang="en-GB" sz="2400" b="0" i="0" u="none" strike="noStrike" kern="1200" cap="none" spc="-27" normalizeH="0" baseline="0" noProof="0" err="1">
                <a:ln>
                  <a:noFill/>
                </a:ln>
                <a:solidFill>
                  <a:srgbClr val="FF7900"/>
                </a:solidFill>
                <a:effectLst/>
                <a:uLnTx/>
                <a:uFillTx/>
                <a:latin typeface="Helvetica 75 Bold"/>
                <a:ea typeface="+mj-ea"/>
                <a:cs typeface="+mj-cs"/>
              </a:rPr>
              <a:t>NewCo</a:t>
            </a:r>
            <a:r>
              <a:rPr kumimoji="0" lang="en-GB" sz="2400" b="0" i="0" u="none" strike="noStrike" kern="1200" cap="none" spc="-27" normalizeH="0" baseline="0" noProof="0">
                <a:ln>
                  <a:noFill/>
                </a:ln>
                <a:solidFill>
                  <a:srgbClr val="FF7900"/>
                </a:solidFill>
                <a:effectLst/>
                <a:uLnTx/>
                <a:uFillTx/>
                <a:latin typeface="Helvetica 75 Bold"/>
                <a:ea typeface="+mj-ea"/>
                <a:cs typeface="+mj-cs"/>
              </a:rPr>
              <a:t> program and build the foundations for future success</a:t>
            </a:r>
            <a:endParaRPr kumimoji="0" lang="en-GB" sz="2400" b="0" i="1" u="none" strike="noStrike" kern="1200" cap="none" spc="-27" normalizeH="0" baseline="0" noProof="0">
              <a:ln>
                <a:noFill/>
              </a:ln>
              <a:solidFill>
                <a:srgbClr val="000000"/>
              </a:solidFill>
              <a:effectLst/>
              <a:uLnTx/>
              <a:uFillTx/>
              <a:latin typeface="Helvetica 75 Bold" panose="020B0804020202020204" pitchFamily="34" charset="0"/>
              <a:ea typeface="+mj-ea"/>
              <a:cs typeface="+mj-cs"/>
            </a:endParaRPr>
          </a:p>
        </p:txBody>
      </p:sp>
      <p:sp>
        <p:nvSpPr>
          <p:cNvPr id="8" name="TextBox 7">
            <a:extLst>
              <a:ext uri="{FF2B5EF4-FFF2-40B4-BE49-F238E27FC236}">
                <a16:creationId xmlns:a16="http://schemas.microsoft.com/office/drawing/2014/main" id="{3CBC1F01-88E6-9794-215E-B8540A6454C3}"/>
              </a:ext>
            </a:extLst>
          </p:cNvPr>
          <p:cNvSpPr txBox="1"/>
          <p:nvPr/>
        </p:nvSpPr>
        <p:spPr>
          <a:xfrm>
            <a:off x="6462154" y="4399143"/>
            <a:ext cx="2140865" cy="784830"/>
          </a:xfrm>
          <a:prstGeom prst="rect">
            <a:avLst/>
          </a:prstGeom>
        </p:spPr>
        <p:txBody>
          <a:bodyPr wrap="square" lIns="0" tIns="0" rIns="0" bIns="0" rtlCol="0">
            <a:spAutoFit/>
          </a:bodyPr>
          <a:lstStyle>
            <a:defPPr>
              <a:defRPr lang="en-US"/>
            </a:defPPr>
            <a:lvl1pPr marL="268288" indent="-171450">
              <a:buFont typeface="Arial" panose="020B0604020202020204" pitchFamily="34" charset="0"/>
              <a:buChar char="•"/>
              <a:defRPr sz="1100"/>
            </a:lvl1pPr>
          </a:lstStyle>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Business capabilities and </a:t>
            </a:r>
            <a:r>
              <a:rPr kumimoji="0" lang="en-GB" sz="1050" b="0" i="0" u="none" strike="noStrike" kern="1200" cap="none" spc="0" normalizeH="0" baseline="0" noProof="0" dirty="0" err="1">
                <a:ln>
                  <a:noFill/>
                </a:ln>
                <a:solidFill>
                  <a:schemeClr val="bg1"/>
                </a:solidFill>
                <a:effectLst/>
                <a:uLnTx/>
                <a:uFillTx/>
                <a:latin typeface="Helvetica 75 Bold"/>
                <a:ea typeface="+mn-ea"/>
                <a:cs typeface="+mn-cs"/>
              </a:rPr>
              <a:t>NewCo</a:t>
            </a: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 product portfolio expanded</a:t>
            </a:r>
          </a:p>
          <a:p>
            <a:pPr marL="268288"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Customer scaling</a:t>
            </a:r>
          </a:p>
          <a:p>
            <a:pPr marL="268288"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 b="0" i="0" u="none" strike="noStrike" kern="1200" cap="none" spc="0" normalizeH="0" baseline="0" noProof="0" dirty="0">
              <a:ln>
                <a:noFill/>
              </a:ln>
              <a:solidFill>
                <a:schemeClr val="bg1"/>
              </a:solidFill>
              <a:effectLst/>
              <a:uLnTx/>
              <a:uFillTx/>
              <a:latin typeface="Helvetica 75 Bold"/>
              <a:ea typeface="+mn-ea"/>
              <a:cs typeface="+mn-cs"/>
            </a:endParaRPr>
          </a:p>
        </p:txBody>
      </p:sp>
      <p:sp>
        <p:nvSpPr>
          <p:cNvPr id="21" name="TextBox 20">
            <a:extLst>
              <a:ext uri="{FF2B5EF4-FFF2-40B4-BE49-F238E27FC236}">
                <a16:creationId xmlns:a16="http://schemas.microsoft.com/office/drawing/2014/main" id="{993DD452-0855-7381-1AE2-53409E914CC0}"/>
              </a:ext>
            </a:extLst>
          </p:cNvPr>
          <p:cNvSpPr txBox="1"/>
          <p:nvPr/>
        </p:nvSpPr>
        <p:spPr>
          <a:xfrm>
            <a:off x="9506428" y="4324711"/>
            <a:ext cx="2184948" cy="961802"/>
          </a:xfrm>
          <a:prstGeom prst="rect">
            <a:avLst/>
          </a:prstGeom>
        </p:spPr>
        <p:txBody>
          <a:bodyPr wrap="square" lIns="0" tIns="0" rIns="0" bIns="0" rtlCol="0">
            <a:spAutoFit/>
          </a:bodyPr>
          <a:lstStyle>
            <a:defPPr>
              <a:defRPr lang="en-US"/>
            </a:defPPr>
            <a:lvl1pPr marL="268288" indent="-171450">
              <a:buFont typeface="Arial" panose="020B0604020202020204" pitchFamily="34" charset="0"/>
              <a:buChar char="•"/>
              <a:defRPr sz="1100"/>
            </a:lvl1pPr>
          </a:lstStyle>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Progressive redesign of existing offerings to launch on new stack</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Customer enablement and migration on new offers</a:t>
            </a:r>
          </a:p>
          <a:p>
            <a:pPr marL="268288"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bg1"/>
                </a:solidFill>
                <a:effectLst/>
                <a:uLnTx/>
                <a:uFillTx/>
                <a:latin typeface="Helvetica 75 Bold"/>
                <a:ea typeface="+mn-ea"/>
                <a:cs typeface="+mn-cs"/>
              </a:rPr>
              <a:t> The re-platforming of billing</a:t>
            </a:r>
          </a:p>
        </p:txBody>
      </p:sp>
      <p:sp>
        <p:nvSpPr>
          <p:cNvPr id="42" name="Arrow: Pentagon 22">
            <a:extLst>
              <a:ext uri="{FF2B5EF4-FFF2-40B4-BE49-F238E27FC236}">
                <a16:creationId xmlns:a16="http://schemas.microsoft.com/office/drawing/2014/main" id="{77C4C8AB-AC4D-0F14-66F6-9D3CC3064560}"/>
              </a:ext>
            </a:extLst>
          </p:cNvPr>
          <p:cNvSpPr/>
          <p:nvPr/>
        </p:nvSpPr>
        <p:spPr>
          <a:xfrm>
            <a:off x="402386" y="852868"/>
            <a:ext cx="11381623" cy="360362"/>
          </a:xfrm>
          <a:prstGeom prst="homePlate">
            <a:avLst>
              <a:gd name="adj" fmla="val 26285"/>
            </a:avLst>
          </a:prstGeom>
          <a:gradFill flip="none" rotWithShape="1">
            <a:gsLst>
              <a:gs pos="0">
                <a:srgbClr val="ED7D31">
                  <a:lumMod val="20000"/>
                  <a:lumOff val="80000"/>
                </a:srgbClr>
              </a:gs>
              <a:gs pos="45000">
                <a:srgbClr val="ED7D31">
                  <a:lumMod val="60000"/>
                  <a:lumOff val="40000"/>
                </a:srgbClr>
              </a:gs>
              <a:gs pos="31000">
                <a:srgbClr val="ED7D31">
                  <a:lumMod val="20000"/>
                  <a:lumOff val="80000"/>
                </a:srgbClr>
              </a:gs>
              <a:gs pos="59000">
                <a:srgbClr val="ED7D31"/>
              </a:gs>
              <a:gs pos="100000">
                <a:srgbClr val="ED7D31"/>
              </a:gs>
            </a:gsLst>
            <a:lin ang="0" scaled="1"/>
            <a:tileRect/>
          </a:gradFill>
          <a:ln w="12700" cap="flat" cmpd="sng">
            <a:noFill/>
            <a:prstDash val="solid"/>
            <a:miter lim="800000"/>
            <a:headEnd type="none" w="sm" len="sm"/>
            <a:tailEnd type="none" w="sm" len="sm"/>
          </a:ln>
          <a:effectLst>
            <a:outerShdw blurRad="50800" dist="38100" dir="5400000" algn="t" rotWithShape="0">
              <a:prstClr val="black">
                <a:alpha val="40000"/>
              </a:prstClr>
            </a:outerShdw>
          </a:effectLst>
        </p:spPr>
        <p:txBody>
          <a:bodyPr spcFirstLastPara="1" vert="horz" wrap="square" lIns="0" tIns="68550" rIns="0" bIns="68550" numCol="1" rtlCol="0" anchor="t" anchorCtr="0">
            <a:noAutofit/>
          </a:bodyPr>
          <a:lstStyle/>
          <a:p>
            <a:pPr marL="7200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Helvetica 75 Bold"/>
                <a:ea typeface="+mn-ea"/>
                <a:cs typeface="Helvetica" panose="020B0604020202020204" pitchFamily="34" charset="0"/>
              </a:rPr>
              <a:t>Phasin</a:t>
            </a:r>
            <a:r>
              <a:rPr kumimoji="0" lang="en-GB" sz="1600" b="1" i="0" u="none" strike="noStrike" kern="0" cap="none" spc="0" normalizeH="0" baseline="0" noProof="0">
                <a:ln>
                  <a:noFill/>
                </a:ln>
                <a:solidFill>
                  <a:prstClr val="black"/>
                </a:solidFill>
                <a:effectLst/>
                <a:uLnTx/>
                <a:uFillTx/>
                <a:latin typeface="Helvetica" panose="020B0604020202020204" pitchFamily="34" charset="0"/>
                <a:ea typeface="+mn-ea"/>
                <a:cs typeface="Helvetica" panose="020B0604020202020204" pitchFamily="34" charset="0"/>
              </a:rPr>
              <a:t>g</a:t>
            </a:r>
          </a:p>
          <a:p>
            <a:pPr marL="7200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prstClr val="black"/>
              </a:solidFill>
              <a:effectLst/>
              <a:uLnTx/>
              <a:uFillTx/>
              <a:latin typeface="Helvetica" panose="020B0604020202020204" pitchFamily="34" charset="0"/>
              <a:ea typeface="+mn-ea"/>
              <a:cs typeface="Helvetica" panose="020B0604020202020204" pitchFamily="34" charset="0"/>
            </a:endParaRPr>
          </a:p>
        </p:txBody>
      </p:sp>
      <p:sp>
        <p:nvSpPr>
          <p:cNvPr id="32" name="Callout: Up Arrow 31">
            <a:extLst>
              <a:ext uri="{FF2B5EF4-FFF2-40B4-BE49-F238E27FC236}">
                <a16:creationId xmlns:a16="http://schemas.microsoft.com/office/drawing/2014/main" id="{D67BD474-CCBE-5971-8B94-1EB8B7C4904F}"/>
              </a:ext>
            </a:extLst>
          </p:cNvPr>
          <p:cNvSpPr/>
          <p:nvPr/>
        </p:nvSpPr>
        <p:spPr>
          <a:xfrm rot="16200000">
            <a:off x="5401249" y="5385114"/>
            <a:ext cx="637895" cy="1034148"/>
          </a:xfrm>
          <a:prstGeom prst="upArrowCallout">
            <a:avLst>
              <a:gd name="adj1" fmla="val 25000"/>
              <a:gd name="adj2" fmla="val 25000"/>
              <a:gd name="adj3" fmla="val 25000"/>
              <a:gd name="adj4" fmla="val 60807"/>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GB" sz="1200" b="1">
                <a:solidFill>
                  <a:schemeClr val="bg1"/>
                </a:solidFill>
              </a:rPr>
              <a:t>We are Here </a:t>
            </a:r>
          </a:p>
        </p:txBody>
      </p:sp>
    </p:spTree>
    <p:extLst>
      <p:ext uri="{BB962C8B-B14F-4D97-AF65-F5344CB8AC3E}">
        <p14:creationId xmlns:p14="http://schemas.microsoft.com/office/powerpoint/2010/main" val="257913658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4">
            <a:extLst>
              <a:ext uri="{FF2B5EF4-FFF2-40B4-BE49-F238E27FC236}">
                <a16:creationId xmlns:a16="http://schemas.microsoft.com/office/drawing/2014/main" id="{548920E9-E1E1-3609-088A-40E07B18FBD7}"/>
              </a:ext>
            </a:extLst>
          </p:cNvPr>
          <p:cNvSpPr txBox="1">
            <a:spLocks/>
          </p:cNvSpPr>
          <p:nvPr/>
        </p:nvSpPr>
        <p:spPr>
          <a:xfrm>
            <a:off x="226483" y="304799"/>
            <a:ext cx="10985803" cy="831851"/>
          </a:xfrm>
          <a:prstGeom prst="rect">
            <a:avLst/>
          </a:prstGeom>
        </p:spPr>
        <p:txBody>
          <a:bodyPr/>
          <a:lstStyle>
            <a:lvl1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2pPr>
            <a:lvl3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3pPr>
            <a:lvl4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4pPr>
            <a:lvl5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5pPr>
            <a:lvl6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6pPr>
            <a:lvl7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7pPr>
            <a:lvl8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8pPr>
            <a:lvl9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9pPr>
          </a:lstStyle>
          <a:p>
            <a:pPr marL="0" marR="0" lvl="0" indent="0" algn="l" defTabSz="1219170" rtl="0" eaLnBrk="1" fontAlgn="auto" latinLnBrk="0" hangingPunct="1">
              <a:lnSpc>
                <a:spcPct val="90000"/>
              </a:lnSpc>
              <a:spcBef>
                <a:spcPct val="0"/>
              </a:spcBef>
              <a:spcAft>
                <a:spcPts val="0"/>
              </a:spcAft>
              <a:buClrTx/>
              <a:buSzTx/>
              <a:buFontTx/>
              <a:buNone/>
              <a:tabLst/>
              <a:defRPr/>
            </a:pPr>
            <a:r>
              <a:rPr kumimoji="0" lang="fr-FR" sz="2600" b="0" i="0" u="none" strike="noStrike" kern="1200" cap="none" spc="-27" normalizeH="0" baseline="0" noProof="0" err="1">
                <a:ln>
                  <a:noFill/>
                </a:ln>
                <a:solidFill>
                  <a:srgbClr val="FF7900"/>
                </a:solidFill>
                <a:effectLst/>
                <a:uLnTx/>
                <a:uFillTx/>
                <a:latin typeface="Helvetica 75 Bold"/>
                <a:sym typeface="Helvetica 75 Bold"/>
              </a:rPr>
              <a:t>Crafting</a:t>
            </a:r>
            <a:r>
              <a:rPr kumimoji="0" lang="fr-FR" sz="2600" b="0" i="0" u="none" strike="noStrike" kern="1200" cap="none" spc="-27" normalizeH="0" baseline="0" noProof="0">
                <a:ln>
                  <a:noFill/>
                </a:ln>
                <a:solidFill>
                  <a:srgbClr val="FF7900"/>
                </a:solidFill>
                <a:effectLst/>
                <a:uLnTx/>
                <a:uFillTx/>
                <a:latin typeface="Helvetica 75 Bold"/>
                <a:sym typeface="Helvetica 75 Bold"/>
              </a:rPr>
              <a:t> a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seamless</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customer</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experience</a:t>
            </a:r>
            <a:r>
              <a:rPr kumimoji="0" lang="fr-FR" sz="2600" b="0" i="0" u="none" strike="noStrike" kern="1200" cap="none" spc="-27" normalizeH="0" baseline="0" noProof="0">
                <a:ln>
                  <a:noFill/>
                </a:ln>
                <a:solidFill>
                  <a:srgbClr val="FF7900"/>
                </a:solidFill>
                <a:effectLst/>
                <a:uLnTx/>
                <a:uFillTx/>
                <a:latin typeface="Helvetica 75 Bold"/>
                <a:sym typeface="Helvetica 75 Bold"/>
              </a:rPr>
              <a:t> by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incorporating</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modularity</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will</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ensure</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reusability</a:t>
            </a:r>
            <a:r>
              <a:rPr kumimoji="0" lang="fr-FR" sz="2600" b="0" i="0" u="none" strike="noStrike" kern="1200" cap="none" spc="-27" normalizeH="0" baseline="0" noProof="0">
                <a:ln>
                  <a:noFill/>
                </a:ln>
                <a:solidFill>
                  <a:srgbClr val="FF7900"/>
                </a:solidFill>
                <a:effectLst/>
                <a:uLnTx/>
                <a:uFillTx/>
                <a:latin typeface="Helvetica 75 Bold"/>
                <a:sym typeface="Helvetica 75 Bold"/>
              </a:rPr>
              <a:t> and a consistent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customer</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journey</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across</a:t>
            </a:r>
            <a:r>
              <a:rPr kumimoji="0" lang="fr-FR" sz="2600" b="0" i="0" u="none" strike="noStrike" kern="1200" cap="none" spc="-27" normalizeH="0" baseline="0" noProof="0">
                <a:ln>
                  <a:noFill/>
                </a:ln>
                <a:solidFill>
                  <a:srgbClr val="FF7900"/>
                </a:solidFill>
                <a:effectLst/>
                <a:uLnTx/>
                <a:uFillTx/>
                <a:latin typeface="Helvetica 75 Bold"/>
                <a:sym typeface="Helvetica 75 Bold"/>
              </a:rPr>
              <a:t> </a:t>
            </a:r>
            <a:r>
              <a:rPr kumimoji="0" lang="fr-FR" sz="2600" b="0" i="0" u="none" strike="noStrike" kern="1200" cap="none" spc="-27" normalizeH="0" baseline="0" noProof="0" err="1">
                <a:ln>
                  <a:noFill/>
                </a:ln>
                <a:solidFill>
                  <a:srgbClr val="FF7900"/>
                </a:solidFill>
                <a:effectLst/>
                <a:uLnTx/>
                <a:uFillTx/>
                <a:latin typeface="Helvetica 75 Bold"/>
                <a:sym typeface="Helvetica 75 Bold"/>
              </a:rPr>
              <a:t>products</a:t>
            </a:r>
            <a:r>
              <a:rPr kumimoji="0" lang="fr-FR" sz="2600" b="0" i="0" u="none" strike="noStrike" kern="1200" cap="none" spc="-27" normalizeH="0" baseline="0" noProof="0">
                <a:ln>
                  <a:noFill/>
                </a:ln>
                <a:solidFill>
                  <a:srgbClr val="FF7900"/>
                </a:solidFill>
                <a:effectLst/>
                <a:uLnTx/>
                <a:uFillTx/>
                <a:latin typeface="Helvetica 75 Bold"/>
                <a:sym typeface="Helvetica 75 Bold"/>
              </a:rPr>
              <a:t> &amp; channels</a:t>
            </a:r>
          </a:p>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fr-FR" sz="2400" b="1" i="0" u="none" strike="noStrike" kern="0" cap="none" spc="-27" normalizeH="0" baseline="0" noProof="0">
              <a:ln>
                <a:noFill/>
              </a:ln>
              <a:solidFill>
                <a:srgbClr val="FF7900"/>
              </a:solidFill>
              <a:effectLst/>
              <a:uLnTx/>
              <a:uFillTx/>
              <a:latin typeface="Helvetica 75 Bold"/>
              <a:sym typeface="Helvetica 75 Bold"/>
            </a:endParaRPr>
          </a:p>
        </p:txBody>
      </p:sp>
      <p:grpSp>
        <p:nvGrpSpPr>
          <p:cNvPr id="18" name="Groupe 17">
            <a:extLst>
              <a:ext uri="{FF2B5EF4-FFF2-40B4-BE49-F238E27FC236}">
                <a16:creationId xmlns:a16="http://schemas.microsoft.com/office/drawing/2014/main" id="{B2FC495D-B694-DAB1-ABC4-BDF8A60D50F5}"/>
              </a:ext>
            </a:extLst>
          </p:cNvPr>
          <p:cNvGrpSpPr/>
          <p:nvPr/>
        </p:nvGrpSpPr>
        <p:grpSpPr>
          <a:xfrm>
            <a:off x="2055697" y="2798103"/>
            <a:ext cx="9632126" cy="959639"/>
            <a:chOff x="394192" y="1545134"/>
            <a:chExt cx="10559711" cy="1006339"/>
          </a:xfrm>
        </p:grpSpPr>
        <p:pic>
          <p:nvPicPr>
            <p:cNvPr id="2" name="Picture 17">
              <a:extLst>
                <a:ext uri="{FF2B5EF4-FFF2-40B4-BE49-F238E27FC236}">
                  <a16:creationId xmlns:a16="http://schemas.microsoft.com/office/drawing/2014/main" id="{199C4D39-629B-7F57-276C-884FB6FF6246}"/>
                </a:ext>
              </a:extLst>
            </p:cNvPr>
            <p:cNvPicPr>
              <a:picLocks noChangeAspect="1"/>
            </p:cNvPicPr>
            <p:nvPr/>
          </p:nvPicPr>
          <p:blipFill>
            <a:blip r:embed="rId3"/>
            <a:srcRect r="8483"/>
            <a:stretch/>
          </p:blipFill>
          <p:spPr>
            <a:xfrm>
              <a:off x="394192" y="1545134"/>
              <a:ext cx="10559711" cy="1006339"/>
            </a:xfrm>
            <a:prstGeom prst="rect">
              <a:avLst/>
            </a:prstGeom>
          </p:spPr>
        </p:pic>
        <p:sp>
          <p:nvSpPr>
            <p:cNvPr id="12" name="Freeform: Shape 28">
              <a:extLst>
                <a:ext uri="{FF2B5EF4-FFF2-40B4-BE49-F238E27FC236}">
                  <a16:creationId xmlns:a16="http://schemas.microsoft.com/office/drawing/2014/main" id="{5E4D0706-55CF-5AD8-0F39-6FEBA418424B}"/>
                </a:ext>
              </a:extLst>
            </p:cNvPr>
            <p:cNvSpPr/>
            <p:nvPr/>
          </p:nvSpPr>
          <p:spPr>
            <a:xfrm>
              <a:off x="2525446" y="2098870"/>
              <a:ext cx="551646" cy="289578"/>
            </a:xfrm>
            <a:custGeom>
              <a:avLst/>
              <a:gdLst>
                <a:gd name="connsiteX0" fmla="*/ 2668048 w 2915697"/>
                <a:gd name="connsiteY0" fmla="*/ 0 h 762666"/>
                <a:gd name="connsiteX1" fmla="*/ 0 w 2915697"/>
                <a:gd name="connsiteY1" fmla="*/ 0 h 762666"/>
                <a:gd name="connsiteX2" fmla="*/ 247650 w 2915697"/>
                <a:gd name="connsiteY2" fmla="*/ 391192 h 762666"/>
                <a:gd name="connsiteX3" fmla="*/ 0 w 2915697"/>
                <a:gd name="connsiteY3" fmla="*/ 762667 h 762666"/>
                <a:gd name="connsiteX4" fmla="*/ 2668048 w 2915697"/>
                <a:gd name="connsiteY4" fmla="*/ 762667 h 762666"/>
                <a:gd name="connsiteX5" fmla="*/ 2915698 w 2915697"/>
                <a:gd name="connsiteY5" fmla="*/ 391192 h 762666"/>
                <a:gd name="connsiteX6" fmla="*/ 2668048 w 2915697"/>
                <a:gd name="connsiteY6" fmla="*/ 0 h 762666"/>
                <a:gd name="connsiteX0" fmla="*/ 2915698 w 2915698"/>
                <a:gd name="connsiteY0" fmla="*/ 391192 h 762667"/>
                <a:gd name="connsiteX1" fmla="*/ 0 w 2915698"/>
                <a:gd name="connsiteY1" fmla="*/ 0 h 762667"/>
                <a:gd name="connsiteX2" fmla="*/ 247650 w 2915698"/>
                <a:gd name="connsiteY2" fmla="*/ 391192 h 762667"/>
                <a:gd name="connsiteX3" fmla="*/ 0 w 2915698"/>
                <a:gd name="connsiteY3" fmla="*/ 762667 h 762667"/>
                <a:gd name="connsiteX4" fmla="*/ 2668048 w 2915698"/>
                <a:gd name="connsiteY4" fmla="*/ 762667 h 762667"/>
                <a:gd name="connsiteX5" fmla="*/ 2915698 w 2915698"/>
                <a:gd name="connsiteY5" fmla="*/ 391192 h 762667"/>
                <a:gd name="connsiteX0" fmla="*/ 2915698 w 2915698"/>
                <a:gd name="connsiteY0" fmla="*/ 0 h 371475"/>
                <a:gd name="connsiteX1" fmla="*/ 247650 w 2915698"/>
                <a:gd name="connsiteY1" fmla="*/ 0 h 371475"/>
                <a:gd name="connsiteX2" fmla="*/ 0 w 2915698"/>
                <a:gd name="connsiteY2" fmla="*/ 371475 h 371475"/>
                <a:gd name="connsiteX3" fmla="*/ 2668048 w 2915698"/>
                <a:gd name="connsiteY3" fmla="*/ 371475 h 371475"/>
                <a:gd name="connsiteX4" fmla="*/ 2915698 w 2915698"/>
                <a:gd name="connsiteY4" fmla="*/ 0 h 371475"/>
                <a:gd name="connsiteX0" fmla="*/ 2915698 w 2915698"/>
                <a:gd name="connsiteY0" fmla="*/ 0 h 371475"/>
                <a:gd name="connsiteX1" fmla="*/ 210090 w 2915698"/>
                <a:gd name="connsiteY1" fmla="*/ 3244 h 371475"/>
                <a:gd name="connsiteX2" fmla="*/ 0 w 2915698"/>
                <a:gd name="connsiteY2" fmla="*/ 371475 h 371475"/>
                <a:gd name="connsiteX3" fmla="*/ 2668048 w 2915698"/>
                <a:gd name="connsiteY3" fmla="*/ 371475 h 371475"/>
                <a:gd name="connsiteX4" fmla="*/ 2915698 w 2915698"/>
                <a:gd name="connsiteY4" fmla="*/ 0 h 371475"/>
                <a:gd name="connsiteX0" fmla="*/ 2873965 w 2873965"/>
                <a:gd name="connsiteY0" fmla="*/ 0 h 368231"/>
                <a:gd name="connsiteX1" fmla="*/ 210090 w 2873965"/>
                <a:gd name="connsiteY1" fmla="*/ 0 h 368231"/>
                <a:gd name="connsiteX2" fmla="*/ 0 w 2873965"/>
                <a:gd name="connsiteY2" fmla="*/ 368231 h 368231"/>
                <a:gd name="connsiteX3" fmla="*/ 2668048 w 2873965"/>
                <a:gd name="connsiteY3" fmla="*/ 368231 h 368231"/>
                <a:gd name="connsiteX4" fmla="*/ 2873965 w 2873965"/>
                <a:gd name="connsiteY4" fmla="*/ 0 h 368231"/>
                <a:gd name="connsiteX0" fmla="*/ 2911525 w 2911525"/>
                <a:gd name="connsiteY0" fmla="*/ 0 h 377401"/>
                <a:gd name="connsiteX1" fmla="*/ 210090 w 2911525"/>
                <a:gd name="connsiteY1" fmla="*/ 9170 h 377401"/>
                <a:gd name="connsiteX2" fmla="*/ 0 w 2911525"/>
                <a:gd name="connsiteY2" fmla="*/ 377401 h 377401"/>
                <a:gd name="connsiteX3" fmla="*/ 2668048 w 2911525"/>
                <a:gd name="connsiteY3" fmla="*/ 377401 h 377401"/>
                <a:gd name="connsiteX4" fmla="*/ 2911525 w 2911525"/>
                <a:gd name="connsiteY4" fmla="*/ 0 h 377401"/>
                <a:gd name="connsiteX0" fmla="*/ 2949085 w 2949085"/>
                <a:gd name="connsiteY0" fmla="*/ 0 h 386571"/>
                <a:gd name="connsiteX1" fmla="*/ 247650 w 2949085"/>
                <a:gd name="connsiteY1" fmla="*/ 9170 h 386571"/>
                <a:gd name="connsiteX2" fmla="*/ 0 w 2949085"/>
                <a:gd name="connsiteY2" fmla="*/ 386571 h 386571"/>
                <a:gd name="connsiteX3" fmla="*/ 2705608 w 2949085"/>
                <a:gd name="connsiteY3" fmla="*/ 377401 h 386571"/>
                <a:gd name="connsiteX4" fmla="*/ 2949085 w 2949085"/>
                <a:gd name="connsiteY4" fmla="*/ 0 h 386571"/>
                <a:gd name="connsiteX0" fmla="*/ 2940739 w 2940739"/>
                <a:gd name="connsiteY0" fmla="*/ 0 h 377401"/>
                <a:gd name="connsiteX1" fmla="*/ 239304 w 2940739"/>
                <a:gd name="connsiteY1" fmla="*/ 9170 h 377401"/>
                <a:gd name="connsiteX2" fmla="*/ 0 w 2940739"/>
                <a:gd name="connsiteY2" fmla="*/ 377401 h 377401"/>
                <a:gd name="connsiteX3" fmla="*/ 2697262 w 2940739"/>
                <a:gd name="connsiteY3" fmla="*/ 377401 h 377401"/>
                <a:gd name="connsiteX4" fmla="*/ 2940739 w 2940739"/>
                <a:gd name="connsiteY4" fmla="*/ 0 h 377401"/>
                <a:gd name="connsiteX0" fmla="*/ 2940739 w 2940739"/>
                <a:gd name="connsiteY0" fmla="*/ 0 h 380458"/>
                <a:gd name="connsiteX1" fmla="*/ 239304 w 2940739"/>
                <a:gd name="connsiteY1" fmla="*/ 9170 h 380458"/>
                <a:gd name="connsiteX2" fmla="*/ 0 w 2940739"/>
                <a:gd name="connsiteY2" fmla="*/ 377401 h 380458"/>
                <a:gd name="connsiteX3" fmla="*/ 2718129 w 2940739"/>
                <a:gd name="connsiteY3" fmla="*/ 380458 h 380458"/>
                <a:gd name="connsiteX4" fmla="*/ 2940739 w 2940739"/>
                <a:gd name="connsiteY4" fmla="*/ 0 h 380458"/>
                <a:gd name="connsiteX0" fmla="*/ 2940739 w 2940739"/>
                <a:gd name="connsiteY0" fmla="*/ 0 h 380458"/>
                <a:gd name="connsiteX1" fmla="*/ 226784 w 2940739"/>
                <a:gd name="connsiteY1" fmla="*/ 12227 h 380458"/>
                <a:gd name="connsiteX2" fmla="*/ 0 w 2940739"/>
                <a:gd name="connsiteY2" fmla="*/ 377401 h 380458"/>
                <a:gd name="connsiteX3" fmla="*/ 2718129 w 2940739"/>
                <a:gd name="connsiteY3" fmla="*/ 380458 h 380458"/>
                <a:gd name="connsiteX4" fmla="*/ 2940739 w 2940739"/>
                <a:gd name="connsiteY4" fmla="*/ 0 h 380458"/>
                <a:gd name="connsiteX0" fmla="*/ 3060817 w 3060817"/>
                <a:gd name="connsiteY0" fmla="*/ 0 h 380458"/>
                <a:gd name="connsiteX1" fmla="*/ 226784 w 3060817"/>
                <a:gd name="connsiteY1" fmla="*/ 1222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41144 w 3060817"/>
                <a:gd name="connsiteY1" fmla="*/ 6114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12553 w 3060817"/>
                <a:gd name="connsiteY1" fmla="*/ 305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77402"/>
                <a:gd name="connsiteX1" fmla="*/ 312553 w 3060817"/>
                <a:gd name="connsiteY1" fmla="*/ 3057 h 377402"/>
                <a:gd name="connsiteX2" fmla="*/ 0 w 3060817"/>
                <a:gd name="connsiteY2" fmla="*/ 377401 h 377402"/>
                <a:gd name="connsiteX3" fmla="*/ 2741002 w 3060817"/>
                <a:gd name="connsiteY3" fmla="*/ 377402 h 377402"/>
                <a:gd name="connsiteX4" fmla="*/ 3060817 w 3060817"/>
                <a:gd name="connsiteY4" fmla="*/ 0 h 377402"/>
                <a:gd name="connsiteX0" fmla="*/ 3083689 w 3083689"/>
                <a:gd name="connsiteY0" fmla="*/ 0 h 377402"/>
                <a:gd name="connsiteX1" fmla="*/ 312553 w 3083689"/>
                <a:gd name="connsiteY1" fmla="*/ 3057 h 377402"/>
                <a:gd name="connsiteX2" fmla="*/ 0 w 3083689"/>
                <a:gd name="connsiteY2" fmla="*/ 377401 h 377402"/>
                <a:gd name="connsiteX3" fmla="*/ 2741002 w 3083689"/>
                <a:gd name="connsiteY3" fmla="*/ 377402 h 377402"/>
                <a:gd name="connsiteX4" fmla="*/ 3083689 w 3083689"/>
                <a:gd name="connsiteY4" fmla="*/ 0 h 377402"/>
                <a:gd name="connsiteX0" fmla="*/ 3125548 w 3125548"/>
                <a:gd name="connsiteY0" fmla="*/ 0 h 377402"/>
                <a:gd name="connsiteX1" fmla="*/ 354412 w 3125548"/>
                <a:gd name="connsiteY1" fmla="*/ 3057 h 377402"/>
                <a:gd name="connsiteX2" fmla="*/ 0 w 3125548"/>
                <a:gd name="connsiteY2" fmla="*/ 372321 h 377402"/>
                <a:gd name="connsiteX3" fmla="*/ 2782861 w 3125548"/>
                <a:gd name="connsiteY3" fmla="*/ 377402 h 377402"/>
                <a:gd name="connsiteX4" fmla="*/ 3125548 w 3125548"/>
                <a:gd name="connsiteY4" fmla="*/ 0 h 377402"/>
                <a:gd name="connsiteX0" fmla="*/ 3125548 w 3125548"/>
                <a:gd name="connsiteY0" fmla="*/ 0 h 379095"/>
                <a:gd name="connsiteX1" fmla="*/ 354412 w 3125548"/>
                <a:gd name="connsiteY1" fmla="*/ 3057 h 379095"/>
                <a:gd name="connsiteX2" fmla="*/ 0 w 3125548"/>
                <a:gd name="connsiteY2" fmla="*/ 372321 h 379095"/>
                <a:gd name="connsiteX3" fmla="*/ 2758444 w 3125548"/>
                <a:gd name="connsiteY3" fmla="*/ 379095 h 379095"/>
                <a:gd name="connsiteX4" fmla="*/ 3125548 w 3125548"/>
                <a:gd name="connsiteY4" fmla="*/ 0 h 379095"/>
                <a:gd name="connsiteX0" fmla="*/ 3125548 w 3125548"/>
                <a:gd name="connsiteY0" fmla="*/ 0 h 375709"/>
                <a:gd name="connsiteX1" fmla="*/ 354412 w 3125548"/>
                <a:gd name="connsiteY1" fmla="*/ 3057 h 375709"/>
                <a:gd name="connsiteX2" fmla="*/ 0 w 3125548"/>
                <a:gd name="connsiteY2" fmla="*/ 372321 h 375709"/>
                <a:gd name="connsiteX3" fmla="*/ 2744491 w 3125548"/>
                <a:gd name="connsiteY3" fmla="*/ 375709 h 375709"/>
                <a:gd name="connsiteX4" fmla="*/ 3125548 w 3125548"/>
                <a:gd name="connsiteY4" fmla="*/ 0 h 375709"/>
                <a:gd name="connsiteX0" fmla="*/ 3125548 w 3125548"/>
                <a:gd name="connsiteY0" fmla="*/ 0 h 380788"/>
                <a:gd name="connsiteX1" fmla="*/ 354412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0 h 380788"/>
                <a:gd name="connsiteX1" fmla="*/ 332700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8195 h 388983"/>
                <a:gd name="connsiteX1" fmla="*/ 251092 w 3125548"/>
                <a:gd name="connsiteY1" fmla="*/ 0 h 388983"/>
                <a:gd name="connsiteX2" fmla="*/ 0 w 3125548"/>
                <a:gd name="connsiteY2" fmla="*/ 380516 h 388983"/>
                <a:gd name="connsiteX3" fmla="*/ 2723561 w 3125548"/>
                <a:gd name="connsiteY3" fmla="*/ 388983 h 388983"/>
                <a:gd name="connsiteX4" fmla="*/ 3125548 w 3125548"/>
                <a:gd name="connsiteY4" fmla="*/ 8195 h 388983"/>
                <a:gd name="connsiteX0" fmla="*/ 2985818 w 2985818"/>
                <a:gd name="connsiteY0" fmla="*/ 8195 h 388983"/>
                <a:gd name="connsiteX1" fmla="*/ 251092 w 2985818"/>
                <a:gd name="connsiteY1" fmla="*/ 0 h 388983"/>
                <a:gd name="connsiteX2" fmla="*/ 0 w 2985818"/>
                <a:gd name="connsiteY2" fmla="*/ 380516 h 388983"/>
                <a:gd name="connsiteX3" fmla="*/ 2723561 w 2985818"/>
                <a:gd name="connsiteY3" fmla="*/ 388983 h 388983"/>
                <a:gd name="connsiteX4" fmla="*/ 2985818 w 2985818"/>
                <a:gd name="connsiteY4" fmla="*/ 8195 h 388983"/>
                <a:gd name="connsiteX0" fmla="*/ 2985818 w 2985818"/>
                <a:gd name="connsiteY0" fmla="*/ 0 h 391609"/>
                <a:gd name="connsiteX1" fmla="*/ 251092 w 2985818"/>
                <a:gd name="connsiteY1" fmla="*/ 2626 h 391609"/>
                <a:gd name="connsiteX2" fmla="*/ 0 w 2985818"/>
                <a:gd name="connsiteY2" fmla="*/ 383142 h 391609"/>
                <a:gd name="connsiteX3" fmla="*/ 2723561 w 2985818"/>
                <a:gd name="connsiteY3" fmla="*/ 391609 h 391609"/>
                <a:gd name="connsiteX4" fmla="*/ 2985818 w 2985818"/>
                <a:gd name="connsiteY4" fmla="*/ 0 h 391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5818" h="391609">
                  <a:moveTo>
                    <a:pt x="2985818" y="0"/>
                  </a:moveTo>
                  <a:lnTo>
                    <a:pt x="251092" y="2626"/>
                  </a:lnTo>
                  <a:lnTo>
                    <a:pt x="0" y="383142"/>
                  </a:lnTo>
                  <a:lnTo>
                    <a:pt x="2723561" y="391609"/>
                  </a:lnTo>
                  <a:lnTo>
                    <a:pt x="2985818" y="0"/>
                  </a:lnTo>
                  <a:close/>
                </a:path>
              </a:pathLst>
            </a:custGeom>
            <a:solidFill>
              <a:srgbClr val="FF7900"/>
            </a:solidFill>
            <a:ln w="25400" cap="flat">
              <a:noFill/>
              <a:prstDash val="solid"/>
              <a:miter/>
            </a:ln>
          </p:spPr>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Helvetica"/>
              </a:endParaRPr>
            </a:p>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Helvetica"/>
              </a:endParaRPr>
            </a:p>
          </p:txBody>
        </p:sp>
      </p:grpSp>
      <p:sp>
        <p:nvSpPr>
          <p:cNvPr id="28" name="Flèche : chevron 27">
            <a:extLst>
              <a:ext uri="{FF2B5EF4-FFF2-40B4-BE49-F238E27FC236}">
                <a16:creationId xmlns:a16="http://schemas.microsoft.com/office/drawing/2014/main" id="{1E183009-BFB4-68A6-D5F1-46898BBB5C43}"/>
              </a:ext>
            </a:extLst>
          </p:cNvPr>
          <p:cNvSpPr>
            <a:spLocks/>
          </p:cNvSpPr>
          <p:nvPr/>
        </p:nvSpPr>
        <p:spPr>
          <a:xfrm>
            <a:off x="3751084" y="2675954"/>
            <a:ext cx="8229422" cy="1175657"/>
          </a:xfrm>
          <a:prstGeom prst="chevron">
            <a:avLst>
              <a:gd name="adj" fmla="val 23840"/>
            </a:avLst>
          </a:prstGeom>
          <a:solidFill>
            <a:schemeClr val="tx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nvGrpSpPr>
          <p:cNvPr id="121" name="Groupe 120">
            <a:extLst>
              <a:ext uri="{FF2B5EF4-FFF2-40B4-BE49-F238E27FC236}">
                <a16:creationId xmlns:a16="http://schemas.microsoft.com/office/drawing/2014/main" id="{78FDA449-E754-385D-4565-54EEF02D6634}"/>
              </a:ext>
            </a:extLst>
          </p:cNvPr>
          <p:cNvGrpSpPr/>
          <p:nvPr/>
        </p:nvGrpSpPr>
        <p:grpSpPr>
          <a:xfrm>
            <a:off x="2440583" y="3868758"/>
            <a:ext cx="4412940" cy="157017"/>
            <a:chOff x="1741758" y="2662161"/>
            <a:chExt cx="4412940" cy="157017"/>
          </a:xfrm>
        </p:grpSpPr>
        <p:cxnSp>
          <p:nvCxnSpPr>
            <p:cNvPr id="11" name="Connecteur droit 10">
              <a:extLst>
                <a:ext uri="{FF2B5EF4-FFF2-40B4-BE49-F238E27FC236}">
                  <a16:creationId xmlns:a16="http://schemas.microsoft.com/office/drawing/2014/main" id="{18FAEAC8-60AC-6F03-BAA6-C6DFD4FC0784}"/>
                </a:ext>
              </a:extLst>
            </p:cNvPr>
            <p:cNvCxnSpPr>
              <a:cxnSpLocks/>
              <a:stCxn id="42" idx="1"/>
              <a:endCxn id="73" idx="3"/>
            </p:cNvCxnSpPr>
            <p:nvPr/>
          </p:nvCxnSpPr>
          <p:spPr>
            <a:xfrm>
              <a:off x="1741758" y="2740670"/>
              <a:ext cx="4412940" cy="0"/>
            </a:xfrm>
            <a:prstGeom prst="line">
              <a:avLst/>
            </a:prstGeom>
            <a:noFill/>
            <a:ln w="6350" cap="flat">
              <a:solidFill>
                <a:schemeClr val="accent1"/>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2" name="Rectangle : coins arrondis 41">
              <a:extLst>
                <a:ext uri="{FF2B5EF4-FFF2-40B4-BE49-F238E27FC236}">
                  <a16:creationId xmlns:a16="http://schemas.microsoft.com/office/drawing/2014/main" id="{F422BCB8-505C-9596-83DA-CF8DF675AA28}"/>
                </a:ext>
              </a:extLst>
            </p:cNvPr>
            <p:cNvSpPr/>
            <p:nvPr/>
          </p:nvSpPr>
          <p:spPr>
            <a:xfrm>
              <a:off x="1741758"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43" name="Rectangle : coins arrondis 42">
              <a:extLst>
                <a:ext uri="{FF2B5EF4-FFF2-40B4-BE49-F238E27FC236}">
                  <a16:creationId xmlns:a16="http://schemas.microsoft.com/office/drawing/2014/main" id="{DAB42E8B-C717-E196-9C6E-3A5278345108}"/>
                </a:ext>
              </a:extLst>
            </p:cNvPr>
            <p:cNvSpPr/>
            <p:nvPr/>
          </p:nvSpPr>
          <p:spPr>
            <a:xfrm>
              <a:off x="1938382"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44" name="Rectangle : coins arrondis 43">
              <a:extLst>
                <a:ext uri="{FF2B5EF4-FFF2-40B4-BE49-F238E27FC236}">
                  <a16:creationId xmlns:a16="http://schemas.microsoft.com/office/drawing/2014/main" id="{8659561F-5D18-8DF9-FB97-B6EEB5B69BDA}"/>
                </a:ext>
              </a:extLst>
            </p:cNvPr>
            <p:cNvSpPr/>
            <p:nvPr/>
          </p:nvSpPr>
          <p:spPr>
            <a:xfrm>
              <a:off x="2284394"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45" name="Rectangle : coins arrondis 44">
              <a:extLst>
                <a:ext uri="{FF2B5EF4-FFF2-40B4-BE49-F238E27FC236}">
                  <a16:creationId xmlns:a16="http://schemas.microsoft.com/office/drawing/2014/main" id="{36CCE51D-5CE7-659C-9394-2082CAE8D411}"/>
                </a:ext>
              </a:extLst>
            </p:cNvPr>
            <p:cNvSpPr/>
            <p:nvPr/>
          </p:nvSpPr>
          <p:spPr>
            <a:xfrm>
              <a:off x="2454173"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53" name="Rectangle : coins arrondis 52">
              <a:extLst>
                <a:ext uri="{FF2B5EF4-FFF2-40B4-BE49-F238E27FC236}">
                  <a16:creationId xmlns:a16="http://schemas.microsoft.com/office/drawing/2014/main" id="{E2EF72A0-5681-3EB5-B042-4CE88003569F}"/>
                </a:ext>
              </a:extLst>
            </p:cNvPr>
            <p:cNvSpPr/>
            <p:nvPr/>
          </p:nvSpPr>
          <p:spPr>
            <a:xfrm>
              <a:off x="2884238"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56" name="Rectangle : coins arrondis 55">
              <a:extLst>
                <a:ext uri="{FF2B5EF4-FFF2-40B4-BE49-F238E27FC236}">
                  <a16:creationId xmlns:a16="http://schemas.microsoft.com/office/drawing/2014/main" id="{88099E1F-9DB2-923A-7708-784B5BF6B3B3}"/>
                </a:ext>
              </a:extLst>
            </p:cNvPr>
            <p:cNvSpPr/>
            <p:nvPr/>
          </p:nvSpPr>
          <p:spPr>
            <a:xfrm>
              <a:off x="3400553"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57" name="Rectangle : coins arrondis 56">
              <a:extLst>
                <a:ext uri="{FF2B5EF4-FFF2-40B4-BE49-F238E27FC236}">
                  <a16:creationId xmlns:a16="http://schemas.microsoft.com/office/drawing/2014/main" id="{B8323DE0-27C5-5782-AB87-962BE600101A}"/>
                </a:ext>
              </a:extLst>
            </p:cNvPr>
            <p:cNvSpPr/>
            <p:nvPr/>
          </p:nvSpPr>
          <p:spPr>
            <a:xfrm>
              <a:off x="3592212"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59" name="Rectangle : coins arrondis 58">
              <a:extLst>
                <a:ext uri="{FF2B5EF4-FFF2-40B4-BE49-F238E27FC236}">
                  <a16:creationId xmlns:a16="http://schemas.microsoft.com/office/drawing/2014/main" id="{9FB50B3A-A3CD-45B1-3FA7-170AF6107E5F}"/>
                </a:ext>
              </a:extLst>
            </p:cNvPr>
            <p:cNvSpPr/>
            <p:nvPr/>
          </p:nvSpPr>
          <p:spPr>
            <a:xfrm>
              <a:off x="4061219"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60" name="Rectangle : coins arrondis 59">
              <a:extLst>
                <a:ext uri="{FF2B5EF4-FFF2-40B4-BE49-F238E27FC236}">
                  <a16:creationId xmlns:a16="http://schemas.microsoft.com/office/drawing/2014/main" id="{F02F7EBB-30E9-6E8E-3D9B-D636CEFD4CC3}"/>
                </a:ext>
              </a:extLst>
            </p:cNvPr>
            <p:cNvSpPr/>
            <p:nvPr/>
          </p:nvSpPr>
          <p:spPr>
            <a:xfrm>
              <a:off x="4244287"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61" name="Rectangle : coins arrondis 60">
              <a:extLst>
                <a:ext uri="{FF2B5EF4-FFF2-40B4-BE49-F238E27FC236}">
                  <a16:creationId xmlns:a16="http://schemas.microsoft.com/office/drawing/2014/main" id="{062CA860-EC7E-D385-FB86-0E3E32DD69F3}"/>
                </a:ext>
              </a:extLst>
            </p:cNvPr>
            <p:cNvSpPr/>
            <p:nvPr/>
          </p:nvSpPr>
          <p:spPr>
            <a:xfrm>
              <a:off x="4596471"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62" name="Rectangle : coins arrondis 61">
              <a:extLst>
                <a:ext uri="{FF2B5EF4-FFF2-40B4-BE49-F238E27FC236}">
                  <a16:creationId xmlns:a16="http://schemas.microsoft.com/office/drawing/2014/main" id="{5756AEFC-F92B-667B-2E22-F8C486CFA478}"/>
                </a:ext>
              </a:extLst>
            </p:cNvPr>
            <p:cNvSpPr/>
            <p:nvPr/>
          </p:nvSpPr>
          <p:spPr>
            <a:xfrm>
              <a:off x="4785239"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65" name="Rectangle : coins arrondis 64">
              <a:extLst>
                <a:ext uri="{FF2B5EF4-FFF2-40B4-BE49-F238E27FC236}">
                  <a16:creationId xmlns:a16="http://schemas.microsoft.com/office/drawing/2014/main" id="{56B9E23A-FF30-FC48-0DE8-B8E8A273E6B9}"/>
                </a:ext>
              </a:extLst>
            </p:cNvPr>
            <p:cNvSpPr/>
            <p:nvPr/>
          </p:nvSpPr>
          <p:spPr>
            <a:xfrm>
              <a:off x="5341040"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72" name="Rectangle : coins arrondis 71">
              <a:extLst>
                <a:ext uri="{FF2B5EF4-FFF2-40B4-BE49-F238E27FC236}">
                  <a16:creationId xmlns:a16="http://schemas.microsoft.com/office/drawing/2014/main" id="{D56FEBB5-D03E-A3AD-3EEA-EF53264EC2D9}"/>
                </a:ext>
              </a:extLst>
            </p:cNvPr>
            <p:cNvSpPr/>
            <p:nvPr/>
          </p:nvSpPr>
          <p:spPr>
            <a:xfrm>
              <a:off x="5804005" y="2662161"/>
              <a:ext cx="147781" cy="157017"/>
            </a:xfrm>
            <a:prstGeom prst="roundRect">
              <a:avLst/>
            </a:prstGeom>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73" name="Rectangle : coins arrondis 72">
              <a:extLst>
                <a:ext uri="{FF2B5EF4-FFF2-40B4-BE49-F238E27FC236}">
                  <a16:creationId xmlns:a16="http://schemas.microsoft.com/office/drawing/2014/main" id="{BD8E3DDC-E3D7-B8F2-CF4C-7FA1A5797A26}"/>
                </a:ext>
              </a:extLst>
            </p:cNvPr>
            <p:cNvSpPr/>
            <p:nvPr/>
          </p:nvSpPr>
          <p:spPr>
            <a:xfrm>
              <a:off x="6006917" y="2662161"/>
              <a:ext cx="147781" cy="157017"/>
            </a:xfrm>
            <a:prstGeom prst="roundRect">
              <a:avLst/>
            </a:prstGeom>
            <a:ln w="285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7" name="Rectangle : coins arrondis 6">
              <a:extLst>
                <a:ext uri="{FF2B5EF4-FFF2-40B4-BE49-F238E27FC236}">
                  <a16:creationId xmlns:a16="http://schemas.microsoft.com/office/drawing/2014/main" id="{F3935E60-6BC2-D605-8285-2CE38DBEBBF1}"/>
                </a:ext>
              </a:extLst>
            </p:cNvPr>
            <p:cNvSpPr/>
            <p:nvPr/>
          </p:nvSpPr>
          <p:spPr>
            <a:xfrm>
              <a:off x="2887646" y="2662161"/>
              <a:ext cx="142368" cy="141388"/>
            </a:xfrm>
            <a:prstGeom prst="round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grpSp>
      <p:sp>
        <p:nvSpPr>
          <p:cNvPr id="82" name="Triangle isocèle 81">
            <a:extLst>
              <a:ext uri="{FF2B5EF4-FFF2-40B4-BE49-F238E27FC236}">
                <a16:creationId xmlns:a16="http://schemas.microsoft.com/office/drawing/2014/main" id="{C0DE886C-7B58-6512-34B1-948184EDCC5C}"/>
              </a:ext>
            </a:extLst>
          </p:cNvPr>
          <p:cNvSpPr/>
          <p:nvPr/>
        </p:nvSpPr>
        <p:spPr>
          <a:xfrm rot="7037344">
            <a:off x="4428127" y="2522641"/>
            <a:ext cx="305020" cy="332855"/>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nvGrpSpPr>
          <p:cNvPr id="122" name="Groupe 121">
            <a:extLst>
              <a:ext uri="{FF2B5EF4-FFF2-40B4-BE49-F238E27FC236}">
                <a16:creationId xmlns:a16="http://schemas.microsoft.com/office/drawing/2014/main" id="{A1043DA9-4FE3-1C82-EFC1-91B505D36AE7}"/>
              </a:ext>
            </a:extLst>
          </p:cNvPr>
          <p:cNvGrpSpPr/>
          <p:nvPr/>
        </p:nvGrpSpPr>
        <p:grpSpPr>
          <a:xfrm>
            <a:off x="3899794" y="2759215"/>
            <a:ext cx="3220892" cy="940108"/>
            <a:chOff x="3384468" y="1607149"/>
            <a:chExt cx="3198423" cy="940108"/>
          </a:xfrm>
        </p:grpSpPr>
        <p:sp>
          <p:nvSpPr>
            <p:cNvPr id="30" name="Flèche : chevron 29">
              <a:extLst>
                <a:ext uri="{FF2B5EF4-FFF2-40B4-BE49-F238E27FC236}">
                  <a16:creationId xmlns:a16="http://schemas.microsoft.com/office/drawing/2014/main" id="{72118FC4-0BF5-D5CA-7EE7-380AB99E8016}"/>
                </a:ext>
              </a:extLst>
            </p:cNvPr>
            <p:cNvSpPr/>
            <p:nvPr/>
          </p:nvSpPr>
          <p:spPr>
            <a:xfrm>
              <a:off x="3384468" y="1721921"/>
              <a:ext cx="783771" cy="819398"/>
            </a:xfrm>
            <a:prstGeom prst="chevron">
              <a:avLst>
                <a:gd name="adj" fmla="val 28051"/>
              </a:avLst>
            </a:prstGeom>
            <a:solidFill>
              <a:schemeClr val="accent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54" name="Flèche : chevron 53">
              <a:extLst>
                <a:ext uri="{FF2B5EF4-FFF2-40B4-BE49-F238E27FC236}">
                  <a16:creationId xmlns:a16="http://schemas.microsoft.com/office/drawing/2014/main" id="{29B6C5D1-B985-24AB-7129-575DBEAE21CD}"/>
                </a:ext>
              </a:extLst>
            </p:cNvPr>
            <p:cNvSpPr/>
            <p:nvPr/>
          </p:nvSpPr>
          <p:spPr>
            <a:xfrm>
              <a:off x="3976255" y="1719942"/>
              <a:ext cx="783771" cy="819398"/>
            </a:xfrm>
            <a:prstGeom prst="chevron">
              <a:avLst>
                <a:gd name="adj" fmla="val 28051"/>
              </a:avLst>
            </a:prstGeom>
            <a:solidFill>
              <a:schemeClr val="accent2"/>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55" name="Flèche : chevron 54">
              <a:extLst>
                <a:ext uri="{FF2B5EF4-FFF2-40B4-BE49-F238E27FC236}">
                  <a16:creationId xmlns:a16="http://schemas.microsoft.com/office/drawing/2014/main" id="{78484A62-8CAB-ED87-0F1E-6BC1EA3F3605}"/>
                </a:ext>
              </a:extLst>
            </p:cNvPr>
            <p:cNvSpPr/>
            <p:nvPr/>
          </p:nvSpPr>
          <p:spPr>
            <a:xfrm>
              <a:off x="4579918" y="1717963"/>
              <a:ext cx="783771" cy="819398"/>
            </a:xfrm>
            <a:prstGeom prst="chevron">
              <a:avLst>
                <a:gd name="adj" fmla="val 28051"/>
              </a:avLst>
            </a:prstGeom>
            <a:solidFill>
              <a:schemeClr val="accent6"/>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58" name="Flèche : chevron 57">
              <a:extLst>
                <a:ext uri="{FF2B5EF4-FFF2-40B4-BE49-F238E27FC236}">
                  <a16:creationId xmlns:a16="http://schemas.microsoft.com/office/drawing/2014/main" id="{EC347351-909C-D28E-29E5-C1D5C82D0ECE}"/>
                </a:ext>
              </a:extLst>
            </p:cNvPr>
            <p:cNvSpPr/>
            <p:nvPr/>
          </p:nvSpPr>
          <p:spPr>
            <a:xfrm>
              <a:off x="5183582" y="1727859"/>
              <a:ext cx="783771" cy="819398"/>
            </a:xfrm>
            <a:prstGeom prst="chevron">
              <a:avLst>
                <a:gd name="adj" fmla="val 28051"/>
              </a:avLst>
            </a:prstGeom>
            <a:solidFill>
              <a:schemeClr val="accent4"/>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63" name="Flèche : chevron 62">
              <a:extLst>
                <a:ext uri="{FF2B5EF4-FFF2-40B4-BE49-F238E27FC236}">
                  <a16:creationId xmlns:a16="http://schemas.microsoft.com/office/drawing/2014/main" id="{88184E57-476A-3FDC-8A90-AB07230648CA}"/>
                </a:ext>
              </a:extLst>
            </p:cNvPr>
            <p:cNvSpPr/>
            <p:nvPr/>
          </p:nvSpPr>
          <p:spPr>
            <a:xfrm>
              <a:off x="5799120" y="1725879"/>
              <a:ext cx="783771" cy="819398"/>
            </a:xfrm>
            <a:prstGeom prst="chevron">
              <a:avLst>
                <a:gd name="adj" fmla="val 28051"/>
              </a:avLst>
            </a:prstGeom>
            <a:solidFill>
              <a:schemeClr val="accent5"/>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nvGrpSpPr>
            <p:cNvPr id="84" name="Groupe 83">
              <a:extLst>
                <a:ext uri="{FF2B5EF4-FFF2-40B4-BE49-F238E27FC236}">
                  <a16:creationId xmlns:a16="http://schemas.microsoft.com/office/drawing/2014/main" id="{16564E85-0B53-E431-EB43-73666A771F7D}"/>
                </a:ext>
              </a:extLst>
            </p:cNvPr>
            <p:cNvGrpSpPr/>
            <p:nvPr/>
          </p:nvGrpSpPr>
          <p:grpSpPr>
            <a:xfrm>
              <a:off x="3488361" y="1609617"/>
              <a:ext cx="577281" cy="627360"/>
              <a:chOff x="3488361" y="1609617"/>
              <a:chExt cx="577281" cy="627360"/>
            </a:xfrm>
          </p:grpSpPr>
          <p:sp>
            <p:nvSpPr>
              <p:cNvPr id="81" name="Triangle isocèle 80">
                <a:extLst>
                  <a:ext uri="{FF2B5EF4-FFF2-40B4-BE49-F238E27FC236}">
                    <a16:creationId xmlns:a16="http://schemas.microsoft.com/office/drawing/2014/main" id="{C9181253-2035-1493-0647-A39582612EA0}"/>
                  </a:ext>
                </a:extLst>
              </p:cNvPr>
              <p:cNvSpPr/>
              <p:nvPr/>
            </p:nvSpPr>
            <p:spPr>
              <a:xfrm rot="3785823">
                <a:off x="3513298" y="1584680"/>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83" name="Triangle isocèle 82">
                <a:extLst>
                  <a:ext uri="{FF2B5EF4-FFF2-40B4-BE49-F238E27FC236}">
                    <a16:creationId xmlns:a16="http://schemas.microsoft.com/office/drawing/2014/main" id="{99F04D67-4EB7-95A5-87A5-4A078990F205}"/>
                  </a:ext>
                </a:extLst>
              </p:cNvPr>
              <p:cNvSpPr/>
              <p:nvPr/>
            </p:nvSpPr>
            <p:spPr>
              <a:xfrm rot="14563585">
                <a:off x="3617572" y="1788907"/>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grpSp>
          <p:nvGrpSpPr>
            <p:cNvPr id="86" name="Groupe 85">
              <a:extLst>
                <a:ext uri="{FF2B5EF4-FFF2-40B4-BE49-F238E27FC236}">
                  <a16:creationId xmlns:a16="http://schemas.microsoft.com/office/drawing/2014/main" id="{C18CEEDF-1A14-A905-19AB-BC24B8D7921B}"/>
                </a:ext>
              </a:extLst>
            </p:cNvPr>
            <p:cNvGrpSpPr/>
            <p:nvPr/>
          </p:nvGrpSpPr>
          <p:grpSpPr>
            <a:xfrm>
              <a:off x="4070195" y="1610234"/>
              <a:ext cx="577281" cy="627360"/>
              <a:chOff x="3488361" y="1609617"/>
              <a:chExt cx="577281" cy="627360"/>
            </a:xfrm>
          </p:grpSpPr>
          <p:sp>
            <p:nvSpPr>
              <p:cNvPr id="88" name="Triangle isocèle 87">
                <a:extLst>
                  <a:ext uri="{FF2B5EF4-FFF2-40B4-BE49-F238E27FC236}">
                    <a16:creationId xmlns:a16="http://schemas.microsoft.com/office/drawing/2014/main" id="{5841E0A7-68F3-E96E-E8AE-1C44639C09E5}"/>
                  </a:ext>
                </a:extLst>
              </p:cNvPr>
              <p:cNvSpPr/>
              <p:nvPr/>
            </p:nvSpPr>
            <p:spPr>
              <a:xfrm rot="3785823">
                <a:off x="3513298" y="1584680"/>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96" name="Triangle isocèle 95">
                <a:extLst>
                  <a:ext uri="{FF2B5EF4-FFF2-40B4-BE49-F238E27FC236}">
                    <a16:creationId xmlns:a16="http://schemas.microsoft.com/office/drawing/2014/main" id="{35E74A7A-39DD-6438-A454-B63B3F0AEBEA}"/>
                  </a:ext>
                </a:extLst>
              </p:cNvPr>
              <p:cNvSpPr/>
              <p:nvPr/>
            </p:nvSpPr>
            <p:spPr>
              <a:xfrm rot="14563585">
                <a:off x="3617572" y="1788907"/>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grpSp>
          <p:nvGrpSpPr>
            <p:cNvPr id="97" name="Groupe 96">
              <a:extLst>
                <a:ext uri="{FF2B5EF4-FFF2-40B4-BE49-F238E27FC236}">
                  <a16:creationId xmlns:a16="http://schemas.microsoft.com/office/drawing/2014/main" id="{90FFA589-C2AC-DF27-2410-4AC4C502D1A7}"/>
                </a:ext>
              </a:extLst>
            </p:cNvPr>
            <p:cNvGrpSpPr/>
            <p:nvPr/>
          </p:nvGrpSpPr>
          <p:grpSpPr>
            <a:xfrm>
              <a:off x="4681646" y="1607149"/>
              <a:ext cx="577281" cy="627360"/>
              <a:chOff x="3488361" y="1609617"/>
              <a:chExt cx="577281" cy="627360"/>
            </a:xfrm>
          </p:grpSpPr>
          <p:sp>
            <p:nvSpPr>
              <p:cNvPr id="99" name="Triangle isocèle 98">
                <a:extLst>
                  <a:ext uri="{FF2B5EF4-FFF2-40B4-BE49-F238E27FC236}">
                    <a16:creationId xmlns:a16="http://schemas.microsoft.com/office/drawing/2014/main" id="{0C35A955-7C09-8DF5-B7D6-2EDC4859AB30}"/>
                  </a:ext>
                </a:extLst>
              </p:cNvPr>
              <p:cNvSpPr/>
              <p:nvPr/>
            </p:nvSpPr>
            <p:spPr>
              <a:xfrm rot="3785823">
                <a:off x="3513298" y="1584680"/>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101" name="Triangle isocèle 100">
                <a:extLst>
                  <a:ext uri="{FF2B5EF4-FFF2-40B4-BE49-F238E27FC236}">
                    <a16:creationId xmlns:a16="http://schemas.microsoft.com/office/drawing/2014/main" id="{16507738-36F8-B682-CF3D-4C8ABEC6F076}"/>
                  </a:ext>
                </a:extLst>
              </p:cNvPr>
              <p:cNvSpPr/>
              <p:nvPr/>
            </p:nvSpPr>
            <p:spPr>
              <a:xfrm rot="14563585">
                <a:off x="3617572" y="1788907"/>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grpSp>
          <p:nvGrpSpPr>
            <p:cNvPr id="102" name="Groupe 101">
              <a:extLst>
                <a:ext uri="{FF2B5EF4-FFF2-40B4-BE49-F238E27FC236}">
                  <a16:creationId xmlns:a16="http://schemas.microsoft.com/office/drawing/2014/main" id="{3B50D96E-034F-8068-2A15-0C045D220231}"/>
                </a:ext>
              </a:extLst>
            </p:cNvPr>
            <p:cNvGrpSpPr/>
            <p:nvPr/>
          </p:nvGrpSpPr>
          <p:grpSpPr>
            <a:xfrm>
              <a:off x="5280431" y="1619199"/>
              <a:ext cx="577281" cy="627360"/>
              <a:chOff x="3488361" y="1609617"/>
              <a:chExt cx="577281" cy="627360"/>
            </a:xfrm>
          </p:grpSpPr>
          <p:sp>
            <p:nvSpPr>
              <p:cNvPr id="103" name="Triangle isocèle 102">
                <a:extLst>
                  <a:ext uri="{FF2B5EF4-FFF2-40B4-BE49-F238E27FC236}">
                    <a16:creationId xmlns:a16="http://schemas.microsoft.com/office/drawing/2014/main" id="{EA5414C9-9155-E0ED-17C7-76DFB87468FF}"/>
                  </a:ext>
                </a:extLst>
              </p:cNvPr>
              <p:cNvSpPr/>
              <p:nvPr/>
            </p:nvSpPr>
            <p:spPr>
              <a:xfrm rot="3785823">
                <a:off x="3513298" y="1584680"/>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104" name="Triangle isocèle 103">
                <a:extLst>
                  <a:ext uri="{FF2B5EF4-FFF2-40B4-BE49-F238E27FC236}">
                    <a16:creationId xmlns:a16="http://schemas.microsoft.com/office/drawing/2014/main" id="{309FFA92-7446-903E-A6C5-242459315D9E}"/>
                  </a:ext>
                </a:extLst>
              </p:cNvPr>
              <p:cNvSpPr/>
              <p:nvPr/>
            </p:nvSpPr>
            <p:spPr>
              <a:xfrm rot="14563585">
                <a:off x="3617572" y="1788907"/>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grpSp>
          <p:nvGrpSpPr>
            <p:cNvPr id="105" name="Groupe 104">
              <a:extLst>
                <a:ext uri="{FF2B5EF4-FFF2-40B4-BE49-F238E27FC236}">
                  <a16:creationId xmlns:a16="http://schemas.microsoft.com/office/drawing/2014/main" id="{4743A203-4B20-50EC-B844-0F8F0E69CF86}"/>
                </a:ext>
              </a:extLst>
            </p:cNvPr>
            <p:cNvGrpSpPr/>
            <p:nvPr/>
          </p:nvGrpSpPr>
          <p:grpSpPr>
            <a:xfrm>
              <a:off x="5898996" y="1619199"/>
              <a:ext cx="577281" cy="627360"/>
              <a:chOff x="3488361" y="1609617"/>
              <a:chExt cx="577281" cy="627360"/>
            </a:xfrm>
          </p:grpSpPr>
          <p:sp>
            <p:nvSpPr>
              <p:cNvPr id="106" name="Triangle isocèle 105">
                <a:extLst>
                  <a:ext uri="{FF2B5EF4-FFF2-40B4-BE49-F238E27FC236}">
                    <a16:creationId xmlns:a16="http://schemas.microsoft.com/office/drawing/2014/main" id="{FE0F73DA-6AEB-7C1A-FC96-25AF096990F6}"/>
                  </a:ext>
                </a:extLst>
              </p:cNvPr>
              <p:cNvSpPr/>
              <p:nvPr/>
            </p:nvSpPr>
            <p:spPr>
              <a:xfrm rot="3785823">
                <a:off x="3513298" y="1584680"/>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sp>
            <p:nvSpPr>
              <p:cNvPr id="107" name="Triangle isocèle 106">
                <a:extLst>
                  <a:ext uri="{FF2B5EF4-FFF2-40B4-BE49-F238E27FC236}">
                    <a16:creationId xmlns:a16="http://schemas.microsoft.com/office/drawing/2014/main" id="{52BE3FEC-ED63-22BE-57BE-29E6EB914EC8}"/>
                  </a:ext>
                </a:extLst>
              </p:cNvPr>
              <p:cNvSpPr/>
              <p:nvPr/>
            </p:nvSpPr>
            <p:spPr>
              <a:xfrm rot="14563585">
                <a:off x="3617572" y="1788907"/>
                <a:ext cx="423133" cy="473007"/>
              </a:xfrm>
              <a:prstGeom prst="triangle">
                <a:avLst>
                  <a:gd name="adj" fmla="val 54783"/>
                </a:avLst>
              </a:prstGeom>
              <a:solidFill>
                <a:schemeClr val="bg1"/>
              </a:solidFill>
              <a:ln w="508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lvl="0" indent="0" algn="l" defTabSz="2438339" rtl="0" eaLnBrk="1" fontAlgn="auto" latinLnBrk="0" hangingPunct="0">
                  <a:lnSpc>
                    <a:spcPct val="100000"/>
                  </a:lnSpc>
                  <a:spcBef>
                    <a:spcPts val="0"/>
                  </a:spcBef>
                  <a:spcAft>
                    <a:spcPts val="0"/>
                  </a:spcAft>
                  <a:buClrTx/>
                  <a:buSzTx/>
                  <a:buFontTx/>
                  <a:buNone/>
                  <a:tabLst/>
                  <a:defRPr/>
                </a:pPr>
                <a:endParaRPr kumimoji="0" lang="fr-FR" sz="4800" b="0" i="0" u="none" strike="noStrike" kern="1200" cap="none" spc="0" normalizeH="0" baseline="0" noProof="0">
                  <a:ln>
                    <a:noFill/>
                  </a:ln>
                  <a:solidFill>
                    <a:srgbClr val="000000"/>
                  </a:solidFill>
                  <a:effectLst/>
                  <a:uLnTx/>
                  <a:uFillTx/>
                  <a:latin typeface="Helvetica 75 Bold"/>
                  <a:ea typeface="+mj-ea"/>
                  <a:cs typeface="+mj-cs"/>
                  <a:sym typeface="Helvetica 75 Bold"/>
                </a:endParaRPr>
              </a:p>
            </p:txBody>
          </p:sp>
        </p:grpSp>
        <p:pic>
          <p:nvPicPr>
            <p:cNvPr id="111" name="Image 110">
              <a:extLst>
                <a:ext uri="{FF2B5EF4-FFF2-40B4-BE49-F238E27FC236}">
                  <a16:creationId xmlns:a16="http://schemas.microsoft.com/office/drawing/2014/main" id="{67FA32D1-6B15-AB90-25B0-2C0F42691D5D}"/>
                </a:ext>
              </a:extLst>
            </p:cNvPr>
            <p:cNvPicPr>
              <a:picLocks noChangeAspect="1"/>
            </p:cNvPicPr>
            <p:nvPr/>
          </p:nvPicPr>
          <p:blipFill>
            <a:blip r:embed="rId4"/>
            <a:stretch>
              <a:fillRect/>
            </a:stretch>
          </p:blipFill>
          <p:spPr>
            <a:xfrm>
              <a:off x="3588258" y="1792900"/>
              <a:ext cx="377350" cy="255759"/>
            </a:xfrm>
            <a:prstGeom prst="rect">
              <a:avLst/>
            </a:prstGeom>
          </p:spPr>
        </p:pic>
        <p:pic>
          <p:nvPicPr>
            <p:cNvPr id="113" name="Image 112">
              <a:extLst>
                <a:ext uri="{FF2B5EF4-FFF2-40B4-BE49-F238E27FC236}">
                  <a16:creationId xmlns:a16="http://schemas.microsoft.com/office/drawing/2014/main" id="{5CED633D-0E73-454C-DDF8-9BE2D57CF678}"/>
                </a:ext>
              </a:extLst>
            </p:cNvPr>
            <p:cNvPicPr>
              <a:picLocks noChangeAspect="1"/>
            </p:cNvPicPr>
            <p:nvPr/>
          </p:nvPicPr>
          <p:blipFill>
            <a:blip r:embed="rId5"/>
            <a:stretch>
              <a:fillRect/>
            </a:stretch>
          </p:blipFill>
          <p:spPr>
            <a:xfrm>
              <a:off x="4162126" y="1809550"/>
              <a:ext cx="343473" cy="206084"/>
            </a:xfrm>
            <a:prstGeom prst="rect">
              <a:avLst/>
            </a:prstGeom>
          </p:spPr>
        </p:pic>
        <p:pic>
          <p:nvPicPr>
            <p:cNvPr id="115" name="Image 114">
              <a:extLst>
                <a:ext uri="{FF2B5EF4-FFF2-40B4-BE49-F238E27FC236}">
                  <a16:creationId xmlns:a16="http://schemas.microsoft.com/office/drawing/2014/main" id="{0551B2B6-2F83-C240-3BD4-81830D92A363}"/>
                </a:ext>
              </a:extLst>
            </p:cNvPr>
            <p:cNvPicPr>
              <a:picLocks noChangeAspect="1"/>
            </p:cNvPicPr>
            <p:nvPr/>
          </p:nvPicPr>
          <p:blipFill>
            <a:blip r:embed="rId6"/>
            <a:stretch>
              <a:fillRect/>
            </a:stretch>
          </p:blipFill>
          <p:spPr>
            <a:xfrm>
              <a:off x="4805063" y="1769768"/>
              <a:ext cx="301139" cy="288931"/>
            </a:xfrm>
            <a:prstGeom prst="rect">
              <a:avLst/>
            </a:prstGeom>
          </p:spPr>
        </p:pic>
        <p:pic>
          <p:nvPicPr>
            <p:cNvPr id="117" name="Image 116">
              <a:extLst>
                <a:ext uri="{FF2B5EF4-FFF2-40B4-BE49-F238E27FC236}">
                  <a16:creationId xmlns:a16="http://schemas.microsoft.com/office/drawing/2014/main" id="{EABB4AE5-2163-080D-7217-5CFC535EDCA0}"/>
                </a:ext>
              </a:extLst>
            </p:cNvPr>
            <p:cNvPicPr>
              <a:picLocks noChangeAspect="1"/>
            </p:cNvPicPr>
            <p:nvPr/>
          </p:nvPicPr>
          <p:blipFill>
            <a:blip r:embed="rId7"/>
            <a:stretch>
              <a:fillRect/>
            </a:stretch>
          </p:blipFill>
          <p:spPr>
            <a:xfrm>
              <a:off x="5402523" y="1790299"/>
              <a:ext cx="326701" cy="263588"/>
            </a:xfrm>
            <a:prstGeom prst="rect">
              <a:avLst/>
            </a:prstGeom>
          </p:spPr>
        </p:pic>
        <p:pic>
          <p:nvPicPr>
            <p:cNvPr id="119" name="Image 118">
              <a:extLst>
                <a:ext uri="{FF2B5EF4-FFF2-40B4-BE49-F238E27FC236}">
                  <a16:creationId xmlns:a16="http://schemas.microsoft.com/office/drawing/2014/main" id="{CC5F5D90-CF41-EF09-A512-627627A44D0F}"/>
                </a:ext>
              </a:extLst>
            </p:cNvPr>
            <p:cNvPicPr>
              <a:picLocks noChangeAspect="1"/>
            </p:cNvPicPr>
            <p:nvPr/>
          </p:nvPicPr>
          <p:blipFill>
            <a:blip r:embed="rId8"/>
            <a:stretch>
              <a:fillRect/>
            </a:stretch>
          </p:blipFill>
          <p:spPr>
            <a:xfrm>
              <a:off x="6070092" y="1758215"/>
              <a:ext cx="229643" cy="287054"/>
            </a:xfrm>
            <a:prstGeom prst="rect">
              <a:avLst/>
            </a:prstGeom>
          </p:spPr>
        </p:pic>
      </p:grpSp>
      <p:cxnSp>
        <p:nvCxnSpPr>
          <p:cNvPr id="126" name="Connecteur droit 125">
            <a:extLst>
              <a:ext uri="{FF2B5EF4-FFF2-40B4-BE49-F238E27FC236}">
                <a16:creationId xmlns:a16="http://schemas.microsoft.com/office/drawing/2014/main" id="{E55FB58B-912C-8085-0D53-2FA33CB3C2D7}"/>
              </a:ext>
            </a:extLst>
          </p:cNvPr>
          <p:cNvCxnSpPr>
            <a:cxnSpLocks/>
            <a:stCxn id="73" idx="2"/>
            <a:endCxn id="128" idx="1"/>
          </p:cNvCxnSpPr>
          <p:nvPr/>
        </p:nvCxnSpPr>
        <p:spPr>
          <a:xfrm>
            <a:off x="6779633" y="4025775"/>
            <a:ext cx="643806" cy="852032"/>
          </a:xfrm>
          <a:prstGeom prst="line">
            <a:avLst/>
          </a:prstGeom>
          <a:noFill/>
          <a:ln w="28575" cap="flat">
            <a:solidFill>
              <a:srgbClr val="FFFFFF"/>
            </a:solidFill>
            <a:prstDash val="sysDash"/>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28" name="Rectangle : coins arrondis 127">
            <a:extLst>
              <a:ext uri="{FF2B5EF4-FFF2-40B4-BE49-F238E27FC236}">
                <a16:creationId xmlns:a16="http://schemas.microsoft.com/office/drawing/2014/main" id="{7CB32D77-37F5-FA91-6637-0B678D23A007}"/>
              </a:ext>
            </a:extLst>
          </p:cNvPr>
          <p:cNvSpPr/>
          <p:nvPr/>
        </p:nvSpPr>
        <p:spPr>
          <a:xfrm>
            <a:off x="7423439" y="3865053"/>
            <a:ext cx="3887764" cy="2025508"/>
          </a:xfrm>
          <a:prstGeom prst="roundRect">
            <a:avLst/>
          </a:prstGeom>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133" b="0" i="0" u="none" strike="noStrike" kern="1200" cap="none" spc="0" normalizeH="0" baseline="0" noProof="0">
              <a:ln>
                <a:noFill/>
              </a:ln>
              <a:solidFill>
                <a:srgbClr val="000000"/>
              </a:solidFill>
              <a:effectLst/>
              <a:uLnTx/>
              <a:uFillTx/>
              <a:latin typeface="Helvetica 75 Bold"/>
              <a:ea typeface="+mn-ea"/>
              <a:cs typeface="Helvetica"/>
            </a:endParaRPr>
          </a:p>
        </p:txBody>
      </p:sp>
      <p:sp>
        <p:nvSpPr>
          <p:cNvPr id="129" name="Title 1">
            <a:extLst>
              <a:ext uri="{FF2B5EF4-FFF2-40B4-BE49-F238E27FC236}">
                <a16:creationId xmlns:a16="http://schemas.microsoft.com/office/drawing/2014/main" id="{C80BA438-6C39-A5CD-318C-5DEAA3FBFC0F}"/>
              </a:ext>
            </a:extLst>
          </p:cNvPr>
          <p:cNvSpPr txBox="1">
            <a:spLocks/>
          </p:cNvSpPr>
          <p:nvPr/>
        </p:nvSpPr>
        <p:spPr>
          <a:xfrm>
            <a:off x="7690328" y="3867908"/>
            <a:ext cx="3448806" cy="329037"/>
          </a:xfrm>
          <a:prstGeom prst="rect">
            <a:avLst/>
          </a:prstGeom>
        </p:spPr>
        <p:txBody>
          <a:bodyPr/>
          <a:lstStyle>
            <a:lvl1pPr marL="0" indent="0" algn="l" defTabSz="914378"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en-US" sz="1400" b="1" i="0" u="none" strike="noStrike" kern="1200" cap="none" spc="-20" normalizeH="0" baseline="0" noProof="0">
                <a:ln>
                  <a:noFill/>
                </a:ln>
                <a:solidFill>
                  <a:srgbClr val="FFFFFF"/>
                </a:solidFill>
                <a:effectLst/>
                <a:uLnTx/>
                <a:uFillTx/>
                <a:latin typeface="Helvetica 75 Bold" panose="020B0804020202020204" pitchFamily="34" charset="0"/>
              </a:rPr>
              <a:t>--- Customer Journey Modules ---</a:t>
            </a:r>
            <a:endParaRPr kumimoji="0" lang="en-US" sz="1400" b="1" i="0" u="none" strike="noStrike" kern="1200" cap="none" spc="-20" normalizeH="0" baseline="0" noProof="0">
              <a:ln>
                <a:noFill/>
              </a:ln>
              <a:solidFill>
                <a:srgbClr val="FFFFFF"/>
              </a:solidFill>
              <a:effectLst/>
              <a:uLnTx/>
              <a:uFillTx/>
              <a:latin typeface="Helvetica 75 Bold" panose="020B0804020202020204" pitchFamily="34" charset="0"/>
              <a:ea typeface="+mj-ea"/>
              <a:cs typeface="+mj-cs"/>
            </a:endParaRPr>
          </a:p>
        </p:txBody>
      </p:sp>
      <p:sp>
        <p:nvSpPr>
          <p:cNvPr id="130" name="ZoneTexte 129">
            <a:extLst>
              <a:ext uri="{FF2B5EF4-FFF2-40B4-BE49-F238E27FC236}">
                <a16:creationId xmlns:a16="http://schemas.microsoft.com/office/drawing/2014/main" id="{4A39FF42-5320-8748-E13A-A8BA24026AA2}"/>
              </a:ext>
            </a:extLst>
          </p:cNvPr>
          <p:cNvSpPr txBox="1"/>
          <p:nvPr/>
        </p:nvSpPr>
        <p:spPr>
          <a:xfrm>
            <a:off x="7794235" y="2873668"/>
            <a:ext cx="952674" cy="553998"/>
          </a:xfrm>
          <a:prstGeom prst="rect">
            <a:avLst/>
          </a:prstGeom>
          <a:noFill/>
        </p:spPr>
        <p:txBody>
          <a:bodyPr wrap="square" lIns="121920" tIns="60960" rIns="121920" bIns="60960" rtlCol="0" anchor="t">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ED7D31"/>
                </a:solidFill>
                <a:effectLst/>
                <a:uLnTx/>
                <a:uFillTx/>
                <a:latin typeface="Helvetica 75 Bold"/>
                <a:cs typeface="Helvetica"/>
              </a:rPr>
              <a:t>Digital First</a:t>
            </a:r>
          </a:p>
        </p:txBody>
      </p:sp>
      <p:sp>
        <p:nvSpPr>
          <p:cNvPr id="131" name="ZoneTexte 130">
            <a:extLst>
              <a:ext uri="{FF2B5EF4-FFF2-40B4-BE49-F238E27FC236}">
                <a16:creationId xmlns:a16="http://schemas.microsoft.com/office/drawing/2014/main" id="{60297276-CB91-24B0-A66B-2C4ED05D4251}"/>
              </a:ext>
            </a:extLst>
          </p:cNvPr>
          <p:cNvSpPr txBox="1"/>
          <p:nvPr/>
        </p:nvSpPr>
        <p:spPr>
          <a:xfrm>
            <a:off x="8667237" y="2861929"/>
            <a:ext cx="1202792" cy="553998"/>
          </a:xfrm>
          <a:prstGeom prst="rect">
            <a:avLst/>
          </a:prstGeom>
          <a:noFill/>
        </p:spPr>
        <p:txBody>
          <a:bodyPr wrap="square" lIns="121920" tIns="60960" rIns="121920" bIns="60960" rtlCol="0" anchor="t">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ED7D31"/>
                </a:solidFill>
                <a:effectLst/>
                <a:uLnTx/>
                <a:uFillTx/>
                <a:latin typeface="Helvetica 75 Bold"/>
                <a:cs typeface="Helvetica"/>
              </a:rPr>
              <a:t>CX ambition</a:t>
            </a:r>
          </a:p>
        </p:txBody>
      </p:sp>
      <p:sp>
        <p:nvSpPr>
          <p:cNvPr id="133" name="Flèche : bas 132">
            <a:extLst>
              <a:ext uri="{FF2B5EF4-FFF2-40B4-BE49-F238E27FC236}">
                <a16:creationId xmlns:a16="http://schemas.microsoft.com/office/drawing/2014/main" id="{8888D9D5-CD3B-0023-0B49-9EF05771E44F}"/>
              </a:ext>
            </a:extLst>
          </p:cNvPr>
          <p:cNvSpPr/>
          <p:nvPr/>
        </p:nvSpPr>
        <p:spPr>
          <a:xfrm>
            <a:off x="8075483" y="3504954"/>
            <a:ext cx="419385" cy="322459"/>
          </a:xfrm>
          <a:prstGeom prst="downArrow">
            <a:avLst/>
          </a:prstGeom>
          <a:solidFill>
            <a:sysClr val="window" lastClr="FFFFFF"/>
          </a:solidFill>
          <a:ln w="12700" cap="flat" cmpd="sng" algn="ctr">
            <a:solidFill>
              <a:srgbClr val="4472C4">
                <a:shade val="15000"/>
              </a:srgbClr>
            </a:solid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prstClr val="white"/>
              </a:solidFill>
              <a:effectLst/>
              <a:uLnTx/>
              <a:uFillTx/>
              <a:latin typeface="Calibri" panose="020F0502020204030204"/>
              <a:ea typeface="+mn-ea"/>
              <a:cs typeface="Helvetica"/>
            </a:endParaRPr>
          </a:p>
        </p:txBody>
      </p:sp>
      <p:sp>
        <p:nvSpPr>
          <p:cNvPr id="135" name="ZoneTexte 134">
            <a:extLst>
              <a:ext uri="{FF2B5EF4-FFF2-40B4-BE49-F238E27FC236}">
                <a16:creationId xmlns:a16="http://schemas.microsoft.com/office/drawing/2014/main" id="{DD0A0D4A-349E-ADEC-8CE0-53ADAC9DA2F5}"/>
              </a:ext>
            </a:extLst>
          </p:cNvPr>
          <p:cNvSpPr txBox="1"/>
          <p:nvPr/>
        </p:nvSpPr>
        <p:spPr>
          <a:xfrm>
            <a:off x="9709736" y="2873085"/>
            <a:ext cx="1394314" cy="523220"/>
          </a:xfrm>
          <a:prstGeom prst="rect">
            <a:avLst/>
          </a:prstGeom>
          <a:noFill/>
        </p:spPr>
        <p:txBody>
          <a:bodyPr wrap="square" rtlCol="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err="1">
                <a:ln>
                  <a:noFill/>
                </a:ln>
                <a:solidFill>
                  <a:srgbClr val="ED7D31"/>
                </a:solidFill>
                <a:effectLst/>
                <a:uLnTx/>
                <a:uFillTx/>
                <a:latin typeface="Helvetica 75 Bold" panose="020B0804020202020204" pitchFamily="34" charset="0"/>
                <a:cs typeface="Helvetica"/>
              </a:rPr>
              <a:t>Cost</a:t>
            </a:r>
            <a:r>
              <a:rPr kumimoji="0" lang="fr-FR" sz="1400" b="1" i="0" u="none" strike="noStrike" kern="1200" cap="none" spc="0" normalizeH="0" baseline="0" noProof="0">
                <a:ln>
                  <a:noFill/>
                </a:ln>
                <a:solidFill>
                  <a:srgbClr val="ED7D31"/>
                </a:solidFill>
                <a:effectLst/>
                <a:uLnTx/>
                <a:uFillTx/>
                <a:latin typeface="Helvetica 75 Bold" panose="020B0804020202020204" pitchFamily="34" charset="0"/>
                <a:cs typeface="Helvetica"/>
              </a:rPr>
              <a:t> </a:t>
            </a:r>
            <a:r>
              <a:rPr kumimoji="0" lang="fr-FR" sz="1400" b="1" i="0" u="none" strike="noStrike" kern="1200" cap="none" spc="0" normalizeH="0" baseline="0" noProof="0" err="1">
                <a:ln>
                  <a:noFill/>
                </a:ln>
                <a:solidFill>
                  <a:srgbClr val="ED7D31"/>
                </a:solidFill>
                <a:effectLst/>
                <a:uLnTx/>
                <a:uFillTx/>
                <a:latin typeface="Helvetica 75 Bold" panose="020B0804020202020204" pitchFamily="34" charset="0"/>
                <a:cs typeface="Helvetica"/>
              </a:rPr>
              <a:t>optimization</a:t>
            </a:r>
            <a:endParaRPr kumimoji="0" lang="fr-FR" sz="1400" b="1" i="0" u="none" strike="noStrike" kern="1200" cap="none" spc="0" normalizeH="0" baseline="0" noProof="0">
              <a:ln>
                <a:noFill/>
              </a:ln>
              <a:solidFill>
                <a:srgbClr val="ED7D31"/>
              </a:solidFill>
              <a:effectLst/>
              <a:uLnTx/>
              <a:uFillTx/>
              <a:latin typeface="Helvetica 75 Bold" panose="020B0804020202020204" pitchFamily="34" charset="0"/>
              <a:cs typeface="Helvetica"/>
            </a:endParaRPr>
          </a:p>
        </p:txBody>
      </p:sp>
      <p:sp>
        <p:nvSpPr>
          <p:cNvPr id="136" name="Flèche : bas 135">
            <a:extLst>
              <a:ext uri="{FF2B5EF4-FFF2-40B4-BE49-F238E27FC236}">
                <a16:creationId xmlns:a16="http://schemas.microsoft.com/office/drawing/2014/main" id="{A7635BBE-1697-9C89-FB5E-989CC16A459D}"/>
              </a:ext>
            </a:extLst>
          </p:cNvPr>
          <p:cNvSpPr/>
          <p:nvPr/>
        </p:nvSpPr>
        <p:spPr>
          <a:xfrm>
            <a:off x="9013709" y="3492792"/>
            <a:ext cx="419385" cy="322459"/>
          </a:xfrm>
          <a:prstGeom prst="downArrow">
            <a:avLst/>
          </a:prstGeom>
          <a:solidFill>
            <a:sysClr val="window" lastClr="FFFFFF"/>
          </a:solidFill>
          <a:ln w="12700" cap="flat" cmpd="sng" algn="ctr">
            <a:solidFill>
              <a:srgbClr val="4472C4">
                <a:shade val="15000"/>
              </a:srgbClr>
            </a:solid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prstClr val="white"/>
              </a:solidFill>
              <a:effectLst/>
              <a:uLnTx/>
              <a:uFillTx/>
              <a:latin typeface="Calibri" panose="020F0502020204030204"/>
              <a:ea typeface="+mn-ea"/>
              <a:cs typeface="Helvetica"/>
            </a:endParaRPr>
          </a:p>
        </p:txBody>
      </p:sp>
      <p:sp>
        <p:nvSpPr>
          <p:cNvPr id="137" name="Flèche : bas 136">
            <a:extLst>
              <a:ext uri="{FF2B5EF4-FFF2-40B4-BE49-F238E27FC236}">
                <a16:creationId xmlns:a16="http://schemas.microsoft.com/office/drawing/2014/main" id="{EB9C9D43-3F8F-14EE-0CDE-2B42C8BF38D2}"/>
              </a:ext>
            </a:extLst>
          </p:cNvPr>
          <p:cNvSpPr/>
          <p:nvPr/>
        </p:nvSpPr>
        <p:spPr>
          <a:xfrm>
            <a:off x="10083367" y="3492792"/>
            <a:ext cx="419385" cy="322459"/>
          </a:xfrm>
          <a:prstGeom prst="downArrow">
            <a:avLst/>
          </a:prstGeom>
          <a:solidFill>
            <a:sysClr val="window" lastClr="FFFFFF"/>
          </a:solidFill>
          <a:ln w="12700" cap="flat" cmpd="sng" algn="ctr">
            <a:solidFill>
              <a:srgbClr val="4472C4">
                <a:shade val="15000"/>
              </a:srgbClr>
            </a:solid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prstClr val="white"/>
              </a:solidFill>
              <a:effectLst/>
              <a:uLnTx/>
              <a:uFillTx/>
              <a:latin typeface="Calibri" panose="020F0502020204030204"/>
              <a:ea typeface="+mn-ea"/>
              <a:cs typeface="Helvetica"/>
            </a:endParaRPr>
          </a:p>
        </p:txBody>
      </p:sp>
      <p:grpSp>
        <p:nvGrpSpPr>
          <p:cNvPr id="141" name="Groupe 140">
            <a:extLst>
              <a:ext uri="{FF2B5EF4-FFF2-40B4-BE49-F238E27FC236}">
                <a16:creationId xmlns:a16="http://schemas.microsoft.com/office/drawing/2014/main" id="{2414084E-CE63-3809-B158-6ED0894ED4A0}"/>
              </a:ext>
            </a:extLst>
          </p:cNvPr>
          <p:cNvGrpSpPr/>
          <p:nvPr/>
        </p:nvGrpSpPr>
        <p:grpSpPr>
          <a:xfrm>
            <a:off x="7597826" y="4501101"/>
            <a:ext cx="1167390" cy="1190415"/>
            <a:chOff x="3613333" y="4385433"/>
            <a:chExt cx="1479288" cy="1149358"/>
          </a:xfrm>
        </p:grpSpPr>
        <p:sp>
          <p:nvSpPr>
            <p:cNvPr id="142" name="Rectangle 141">
              <a:extLst>
                <a:ext uri="{FF2B5EF4-FFF2-40B4-BE49-F238E27FC236}">
                  <a16:creationId xmlns:a16="http://schemas.microsoft.com/office/drawing/2014/main" id="{9346D718-36D1-64F5-45DF-FF35E9F172DB}"/>
                </a:ext>
              </a:extLst>
            </p:cNvPr>
            <p:cNvSpPr>
              <a:spLocks/>
            </p:cNvSpPr>
            <p:nvPr/>
          </p:nvSpPr>
          <p:spPr>
            <a:xfrm>
              <a:off x="3619892" y="4385433"/>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Process 1</a:t>
              </a:r>
            </a:p>
          </p:txBody>
        </p:sp>
        <p:sp>
          <p:nvSpPr>
            <p:cNvPr id="143" name="Rectangle 142">
              <a:extLst>
                <a:ext uri="{FF2B5EF4-FFF2-40B4-BE49-F238E27FC236}">
                  <a16:creationId xmlns:a16="http://schemas.microsoft.com/office/drawing/2014/main" id="{812433D1-DB3C-07B6-6D40-2DC50B3F7838}"/>
                </a:ext>
              </a:extLst>
            </p:cNvPr>
            <p:cNvSpPr>
              <a:spLocks/>
            </p:cNvSpPr>
            <p:nvPr/>
          </p:nvSpPr>
          <p:spPr>
            <a:xfrm>
              <a:off x="3616923" y="4631476"/>
              <a:ext cx="1472729" cy="168078"/>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Helvetica 55 Roman" panose="020B0604020202020204" pitchFamily="34" charset="0"/>
                  <a:cs typeface="Helvetica"/>
                </a:rPr>
                <a:t>Caracteristics</a:t>
              </a:r>
              <a:endParaRPr kumimoji="0" lang="en-US" sz="1000" b="1" i="0" u="none" strike="noStrike" kern="1200" cap="none" spc="0" normalizeH="0" baseline="0" noProof="0">
                <a:ln>
                  <a:noFill/>
                </a:ln>
                <a:solidFill>
                  <a:srgbClr val="000000"/>
                </a:solidFill>
                <a:effectLst/>
                <a:uLnTx/>
                <a:uFillTx/>
                <a:latin typeface="Helvetica 55 Roman" panose="020B0604020202020204" pitchFamily="34" charset="0"/>
                <a:cs typeface="Helvetica"/>
              </a:endParaRPr>
            </a:p>
          </p:txBody>
        </p:sp>
        <p:sp>
          <p:nvSpPr>
            <p:cNvPr id="144" name="Rectangle 143">
              <a:extLst>
                <a:ext uri="{FF2B5EF4-FFF2-40B4-BE49-F238E27FC236}">
                  <a16:creationId xmlns:a16="http://schemas.microsoft.com/office/drawing/2014/main" id="{B9BB4434-4BBE-0D56-3E64-E00C7DD354E7}"/>
                </a:ext>
              </a:extLst>
            </p:cNvPr>
            <p:cNvSpPr>
              <a:spLocks/>
            </p:cNvSpPr>
            <p:nvPr/>
          </p:nvSpPr>
          <p:spPr>
            <a:xfrm>
              <a:off x="3613333" y="5115252"/>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Tools Data</a:t>
              </a:r>
            </a:p>
          </p:txBody>
        </p:sp>
        <p:sp>
          <p:nvSpPr>
            <p:cNvPr id="145" name="Rectangle 144">
              <a:extLst>
                <a:ext uri="{FF2B5EF4-FFF2-40B4-BE49-F238E27FC236}">
                  <a16:creationId xmlns:a16="http://schemas.microsoft.com/office/drawing/2014/main" id="{B042D17F-4EA0-4C23-B7F1-1E8F7E7A8B6F}"/>
                </a:ext>
              </a:extLst>
            </p:cNvPr>
            <p:cNvSpPr>
              <a:spLocks/>
            </p:cNvSpPr>
            <p:nvPr/>
          </p:nvSpPr>
          <p:spPr>
            <a:xfrm>
              <a:off x="3613333" y="4869209"/>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Teams</a:t>
              </a:r>
            </a:p>
          </p:txBody>
        </p:sp>
        <p:sp>
          <p:nvSpPr>
            <p:cNvPr id="146" name="Rectangle 145">
              <a:extLst>
                <a:ext uri="{FF2B5EF4-FFF2-40B4-BE49-F238E27FC236}">
                  <a16:creationId xmlns:a16="http://schemas.microsoft.com/office/drawing/2014/main" id="{C040CC52-A5C9-3071-BE6F-1D5DDBF772CE}"/>
                </a:ext>
              </a:extLst>
            </p:cNvPr>
            <p:cNvSpPr>
              <a:spLocks/>
            </p:cNvSpPr>
            <p:nvPr/>
          </p:nvSpPr>
          <p:spPr>
            <a:xfrm>
              <a:off x="3619892" y="5357867"/>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IT component</a:t>
              </a:r>
            </a:p>
          </p:txBody>
        </p:sp>
      </p:grpSp>
      <p:sp>
        <p:nvSpPr>
          <p:cNvPr id="147" name="Rectangle 146">
            <a:extLst>
              <a:ext uri="{FF2B5EF4-FFF2-40B4-BE49-F238E27FC236}">
                <a16:creationId xmlns:a16="http://schemas.microsoft.com/office/drawing/2014/main" id="{A7EF9853-9B54-8FA5-98BB-653A8D15013A}"/>
              </a:ext>
            </a:extLst>
          </p:cNvPr>
          <p:cNvSpPr>
            <a:spLocks/>
          </p:cNvSpPr>
          <p:nvPr/>
        </p:nvSpPr>
        <p:spPr>
          <a:xfrm>
            <a:off x="7597826" y="4250249"/>
            <a:ext cx="3633864" cy="188218"/>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Customer </a:t>
            </a:r>
            <a:r>
              <a:rPr kumimoji="0" lang="fr-FR" sz="1000" b="1" i="0" u="none" strike="noStrike" kern="1200" cap="none" spc="0" normalizeH="0" baseline="0" noProof="0" err="1">
                <a:ln>
                  <a:noFill/>
                </a:ln>
                <a:solidFill>
                  <a:srgbClr val="000000"/>
                </a:solidFill>
                <a:effectLst/>
                <a:uLnTx/>
                <a:uFillTx/>
                <a:latin typeface="Helvetica 55 Roman" panose="020B0604020202020204" pitchFamily="34" charset="0"/>
                <a:cs typeface="Helvetica"/>
                <a:sym typeface="Helvetica 75 Bold"/>
              </a:rPr>
              <a:t>journey</a:t>
            </a:r>
            <a:endPar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endParaRPr>
          </a:p>
        </p:txBody>
      </p:sp>
      <p:grpSp>
        <p:nvGrpSpPr>
          <p:cNvPr id="160" name="Groupe 159">
            <a:extLst>
              <a:ext uri="{FF2B5EF4-FFF2-40B4-BE49-F238E27FC236}">
                <a16:creationId xmlns:a16="http://schemas.microsoft.com/office/drawing/2014/main" id="{C80F3A5A-C999-C6FF-0650-FCE61D3C71DB}"/>
              </a:ext>
            </a:extLst>
          </p:cNvPr>
          <p:cNvGrpSpPr/>
          <p:nvPr/>
        </p:nvGrpSpPr>
        <p:grpSpPr>
          <a:xfrm>
            <a:off x="8815282" y="4506505"/>
            <a:ext cx="1167390" cy="1190415"/>
            <a:chOff x="3613333" y="4385433"/>
            <a:chExt cx="1479288" cy="1149358"/>
          </a:xfrm>
        </p:grpSpPr>
        <p:sp>
          <p:nvSpPr>
            <p:cNvPr id="161" name="Rectangle 160">
              <a:extLst>
                <a:ext uri="{FF2B5EF4-FFF2-40B4-BE49-F238E27FC236}">
                  <a16:creationId xmlns:a16="http://schemas.microsoft.com/office/drawing/2014/main" id="{8D0D32ED-DE48-277C-0F83-9DCE1C18835F}"/>
                </a:ext>
              </a:extLst>
            </p:cNvPr>
            <p:cNvSpPr>
              <a:spLocks/>
            </p:cNvSpPr>
            <p:nvPr/>
          </p:nvSpPr>
          <p:spPr>
            <a:xfrm>
              <a:off x="3619892" y="4385433"/>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Process 1</a:t>
              </a:r>
            </a:p>
          </p:txBody>
        </p:sp>
        <p:sp>
          <p:nvSpPr>
            <p:cNvPr id="162" name="Rectangle 161">
              <a:extLst>
                <a:ext uri="{FF2B5EF4-FFF2-40B4-BE49-F238E27FC236}">
                  <a16:creationId xmlns:a16="http://schemas.microsoft.com/office/drawing/2014/main" id="{59A002BB-040C-101E-C9FE-D6C048DB3E90}"/>
                </a:ext>
              </a:extLst>
            </p:cNvPr>
            <p:cNvSpPr>
              <a:spLocks/>
            </p:cNvSpPr>
            <p:nvPr/>
          </p:nvSpPr>
          <p:spPr>
            <a:xfrm>
              <a:off x="3616923" y="4631476"/>
              <a:ext cx="1472729" cy="168078"/>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Helvetica 55 Roman" panose="020B0604020202020204" pitchFamily="34" charset="0"/>
                  <a:cs typeface="Helvetica"/>
                </a:rPr>
                <a:t>Caracteristics</a:t>
              </a:r>
              <a:endParaRPr kumimoji="0" lang="en-US" sz="1000" b="1" i="0" u="none" strike="noStrike" kern="1200" cap="none" spc="0" normalizeH="0" baseline="0" noProof="0">
                <a:ln>
                  <a:noFill/>
                </a:ln>
                <a:solidFill>
                  <a:srgbClr val="000000"/>
                </a:solidFill>
                <a:effectLst/>
                <a:uLnTx/>
                <a:uFillTx/>
                <a:latin typeface="Helvetica 55 Roman" panose="020B0604020202020204" pitchFamily="34" charset="0"/>
                <a:cs typeface="Helvetica"/>
              </a:endParaRPr>
            </a:p>
          </p:txBody>
        </p:sp>
        <p:sp>
          <p:nvSpPr>
            <p:cNvPr id="163" name="Rectangle 162">
              <a:extLst>
                <a:ext uri="{FF2B5EF4-FFF2-40B4-BE49-F238E27FC236}">
                  <a16:creationId xmlns:a16="http://schemas.microsoft.com/office/drawing/2014/main" id="{0625D567-5673-555D-6B50-9E628659A27F}"/>
                </a:ext>
              </a:extLst>
            </p:cNvPr>
            <p:cNvSpPr>
              <a:spLocks/>
            </p:cNvSpPr>
            <p:nvPr/>
          </p:nvSpPr>
          <p:spPr>
            <a:xfrm>
              <a:off x="3613333" y="5115252"/>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Tools Data</a:t>
              </a:r>
            </a:p>
          </p:txBody>
        </p:sp>
        <p:sp>
          <p:nvSpPr>
            <p:cNvPr id="164" name="Rectangle 163">
              <a:extLst>
                <a:ext uri="{FF2B5EF4-FFF2-40B4-BE49-F238E27FC236}">
                  <a16:creationId xmlns:a16="http://schemas.microsoft.com/office/drawing/2014/main" id="{F9A40126-9916-05D0-3B99-7B0A8213C2EC}"/>
                </a:ext>
              </a:extLst>
            </p:cNvPr>
            <p:cNvSpPr>
              <a:spLocks/>
            </p:cNvSpPr>
            <p:nvPr/>
          </p:nvSpPr>
          <p:spPr>
            <a:xfrm>
              <a:off x="3613333" y="4869209"/>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Teams</a:t>
              </a:r>
            </a:p>
          </p:txBody>
        </p:sp>
        <p:sp>
          <p:nvSpPr>
            <p:cNvPr id="165" name="Rectangle 164">
              <a:extLst>
                <a:ext uri="{FF2B5EF4-FFF2-40B4-BE49-F238E27FC236}">
                  <a16:creationId xmlns:a16="http://schemas.microsoft.com/office/drawing/2014/main" id="{CE93E12E-9040-36CB-47BC-F82727326943}"/>
                </a:ext>
              </a:extLst>
            </p:cNvPr>
            <p:cNvSpPr>
              <a:spLocks/>
            </p:cNvSpPr>
            <p:nvPr/>
          </p:nvSpPr>
          <p:spPr>
            <a:xfrm>
              <a:off x="3619892" y="5357867"/>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IT component</a:t>
              </a:r>
            </a:p>
          </p:txBody>
        </p:sp>
      </p:grpSp>
      <p:grpSp>
        <p:nvGrpSpPr>
          <p:cNvPr id="166" name="Groupe 165">
            <a:extLst>
              <a:ext uri="{FF2B5EF4-FFF2-40B4-BE49-F238E27FC236}">
                <a16:creationId xmlns:a16="http://schemas.microsoft.com/office/drawing/2014/main" id="{0F1B4D10-E66F-AEFA-7B1F-30B31980EEDA}"/>
              </a:ext>
            </a:extLst>
          </p:cNvPr>
          <p:cNvGrpSpPr/>
          <p:nvPr/>
        </p:nvGrpSpPr>
        <p:grpSpPr>
          <a:xfrm>
            <a:off x="10041109" y="4489941"/>
            <a:ext cx="1167390" cy="1190415"/>
            <a:chOff x="3613333" y="4385433"/>
            <a:chExt cx="1479288" cy="1149358"/>
          </a:xfrm>
        </p:grpSpPr>
        <p:sp>
          <p:nvSpPr>
            <p:cNvPr id="167" name="Rectangle 166">
              <a:extLst>
                <a:ext uri="{FF2B5EF4-FFF2-40B4-BE49-F238E27FC236}">
                  <a16:creationId xmlns:a16="http://schemas.microsoft.com/office/drawing/2014/main" id="{881A1603-A2F0-9C53-C694-09615079BC7D}"/>
                </a:ext>
              </a:extLst>
            </p:cNvPr>
            <p:cNvSpPr>
              <a:spLocks/>
            </p:cNvSpPr>
            <p:nvPr/>
          </p:nvSpPr>
          <p:spPr>
            <a:xfrm>
              <a:off x="3619892" y="4385433"/>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Process 1</a:t>
              </a:r>
            </a:p>
          </p:txBody>
        </p:sp>
        <p:sp>
          <p:nvSpPr>
            <p:cNvPr id="168" name="Rectangle 167">
              <a:extLst>
                <a:ext uri="{FF2B5EF4-FFF2-40B4-BE49-F238E27FC236}">
                  <a16:creationId xmlns:a16="http://schemas.microsoft.com/office/drawing/2014/main" id="{94C0705E-4919-9425-92ED-DCCAE8593CDD}"/>
                </a:ext>
              </a:extLst>
            </p:cNvPr>
            <p:cNvSpPr>
              <a:spLocks/>
            </p:cNvSpPr>
            <p:nvPr/>
          </p:nvSpPr>
          <p:spPr>
            <a:xfrm>
              <a:off x="3616923" y="4631476"/>
              <a:ext cx="1472729" cy="168078"/>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Helvetica 55 Roman" panose="020B0604020202020204" pitchFamily="34" charset="0"/>
                  <a:cs typeface="Helvetica"/>
                </a:rPr>
                <a:t>Caracteristics</a:t>
              </a:r>
              <a:endParaRPr kumimoji="0" lang="en-US" sz="1000" b="1" i="0" u="none" strike="noStrike" kern="1200" cap="none" spc="0" normalizeH="0" baseline="0" noProof="0">
                <a:ln>
                  <a:noFill/>
                </a:ln>
                <a:solidFill>
                  <a:srgbClr val="000000"/>
                </a:solidFill>
                <a:effectLst/>
                <a:uLnTx/>
                <a:uFillTx/>
                <a:latin typeface="Helvetica 55 Roman" panose="020B0604020202020204" pitchFamily="34" charset="0"/>
                <a:cs typeface="Helvetica"/>
              </a:endParaRPr>
            </a:p>
          </p:txBody>
        </p:sp>
        <p:sp>
          <p:nvSpPr>
            <p:cNvPr id="169" name="Rectangle 168">
              <a:extLst>
                <a:ext uri="{FF2B5EF4-FFF2-40B4-BE49-F238E27FC236}">
                  <a16:creationId xmlns:a16="http://schemas.microsoft.com/office/drawing/2014/main" id="{DCA4A361-7994-2A84-76B9-19C84315D91A}"/>
                </a:ext>
              </a:extLst>
            </p:cNvPr>
            <p:cNvSpPr>
              <a:spLocks/>
            </p:cNvSpPr>
            <p:nvPr/>
          </p:nvSpPr>
          <p:spPr>
            <a:xfrm>
              <a:off x="3613333" y="5115252"/>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Tools Data</a:t>
              </a:r>
            </a:p>
          </p:txBody>
        </p:sp>
        <p:sp>
          <p:nvSpPr>
            <p:cNvPr id="170" name="Rectangle 169">
              <a:extLst>
                <a:ext uri="{FF2B5EF4-FFF2-40B4-BE49-F238E27FC236}">
                  <a16:creationId xmlns:a16="http://schemas.microsoft.com/office/drawing/2014/main" id="{B49AE896-4EE3-EEDB-022A-5A205D2954A6}"/>
                </a:ext>
              </a:extLst>
            </p:cNvPr>
            <p:cNvSpPr>
              <a:spLocks/>
            </p:cNvSpPr>
            <p:nvPr/>
          </p:nvSpPr>
          <p:spPr>
            <a:xfrm>
              <a:off x="3613333" y="4869209"/>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Teams</a:t>
              </a:r>
            </a:p>
          </p:txBody>
        </p:sp>
        <p:sp>
          <p:nvSpPr>
            <p:cNvPr id="171" name="Rectangle 170">
              <a:extLst>
                <a:ext uri="{FF2B5EF4-FFF2-40B4-BE49-F238E27FC236}">
                  <a16:creationId xmlns:a16="http://schemas.microsoft.com/office/drawing/2014/main" id="{EFE692CA-A337-A7B0-BD84-71D96379E81D}"/>
                </a:ext>
              </a:extLst>
            </p:cNvPr>
            <p:cNvSpPr>
              <a:spLocks/>
            </p:cNvSpPr>
            <p:nvPr/>
          </p:nvSpPr>
          <p:spPr>
            <a:xfrm>
              <a:off x="3619892" y="5357867"/>
              <a:ext cx="1472729" cy="176924"/>
            </a:xfrm>
            <a:prstGeom prst="rect">
              <a:avLst/>
            </a:prstGeom>
            <a:solidFill>
              <a:srgbClr val="FFFFFF"/>
            </a:solidFill>
            <a:ln w="50800" cap="flat">
              <a:noFill/>
              <a:prstDash val="solid"/>
              <a:round/>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lvl="0" indent="0" algn="ctr" defTabSz="914378" rtl="0" eaLnBrk="1" fontAlgn="auto" latinLnBrk="0" hangingPunct="1">
                <a:lnSpc>
                  <a:spcPct val="90000"/>
                </a:lnSpc>
                <a:spcBef>
                  <a:spcPct val="0"/>
                </a:spcBef>
                <a:spcAft>
                  <a:spcPts val="0"/>
                </a:spcAft>
                <a:buClrTx/>
                <a:buSzTx/>
                <a:buFontTx/>
                <a:buNone/>
                <a:tabLst/>
                <a:defRPr/>
              </a:pPr>
              <a:r>
                <a:rPr kumimoji="0" lang="fr-FR" sz="1000" b="1" i="0" u="none" strike="noStrike" kern="1200" cap="none" spc="0" normalizeH="0" baseline="0" noProof="0">
                  <a:ln>
                    <a:noFill/>
                  </a:ln>
                  <a:solidFill>
                    <a:srgbClr val="000000"/>
                  </a:solidFill>
                  <a:effectLst/>
                  <a:uLnTx/>
                  <a:uFillTx/>
                  <a:latin typeface="Helvetica 55 Roman" panose="020B0604020202020204" pitchFamily="34" charset="0"/>
                  <a:cs typeface="Helvetica"/>
                  <a:sym typeface="Helvetica 75 Bold"/>
                </a:rPr>
                <a:t>IT component</a:t>
              </a:r>
            </a:p>
          </p:txBody>
        </p:sp>
      </p:grpSp>
      <p:sp>
        <p:nvSpPr>
          <p:cNvPr id="38" name="Rectangle 37">
            <a:extLst>
              <a:ext uri="{FF2B5EF4-FFF2-40B4-BE49-F238E27FC236}">
                <a16:creationId xmlns:a16="http://schemas.microsoft.com/office/drawing/2014/main" id="{73285382-47C4-89DE-9A6D-38330D62B074}"/>
              </a:ext>
            </a:extLst>
          </p:cNvPr>
          <p:cNvSpPr/>
          <p:nvPr/>
        </p:nvSpPr>
        <p:spPr>
          <a:xfrm>
            <a:off x="393306" y="1744879"/>
            <a:ext cx="11414831" cy="645968"/>
          </a:xfrm>
          <a:prstGeom prst="rect">
            <a:avLst/>
          </a:prstGeom>
          <a:solidFill>
            <a:schemeClr val="bg1">
              <a:lumMod val="85000"/>
              <a:lumOff val="15000"/>
            </a:schemeClr>
          </a:solidFill>
          <a:ln w="6350" cap="flat" cmpd="sng" algn="ctr">
            <a:noFill/>
            <a:prstDash val="solid"/>
          </a:ln>
          <a:effectLst/>
        </p:spPr>
        <p:txBody>
          <a:bodyPr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Helvetica 75 Bold"/>
                <a:cs typeface="Helvetica"/>
              </a:rPr>
              <a:t> </a:t>
            </a:r>
          </a:p>
        </p:txBody>
      </p:sp>
      <p:sp>
        <p:nvSpPr>
          <p:cNvPr id="39" name="Titre 4">
            <a:extLst>
              <a:ext uri="{FF2B5EF4-FFF2-40B4-BE49-F238E27FC236}">
                <a16:creationId xmlns:a16="http://schemas.microsoft.com/office/drawing/2014/main" id="{EB582982-D965-6A0B-5E17-2C9D823D1D66}"/>
              </a:ext>
            </a:extLst>
          </p:cNvPr>
          <p:cNvSpPr txBox="1">
            <a:spLocks/>
          </p:cNvSpPr>
          <p:nvPr/>
        </p:nvSpPr>
        <p:spPr>
          <a:xfrm>
            <a:off x="502638" y="1830789"/>
            <a:ext cx="11185184" cy="523963"/>
          </a:xfrm>
          <a:prstGeom prst="rect">
            <a:avLst/>
          </a:prstGeom>
        </p:spPr>
        <p:txBody>
          <a:bodyPr/>
          <a:lstStyle>
            <a:lvl1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2pPr>
            <a:lvl3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3pPr>
            <a:lvl4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4pPr>
            <a:lvl5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5pPr>
            <a:lvl6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6pPr>
            <a:lvl7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7pPr>
            <a:lvl8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8pPr>
            <a:lvl9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9pPr>
          </a:lstStyle>
          <a:p>
            <a:pPr marL="0" marR="0" lvl="0" indent="0" algn="just" defTabSz="1219170" rtl="0" eaLnBrk="1" fontAlgn="auto" latinLnBrk="0" hangingPunct="1">
              <a:lnSpc>
                <a:spcPct val="90000"/>
              </a:lnSpc>
              <a:spcBef>
                <a:spcPts val="0"/>
              </a:spcBef>
              <a:spcAft>
                <a:spcPts val="0"/>
              </a:spcAft>
              <a:buClrTx/>
              <a:buSzTx/>
              <a:buFontTx/>
              <a:buNone/>
              <a:tabLst/>
              <a:defRPr/>
            </a:pPr>
            <a:r>
              <a:rPr kumimoji="0" lang="en-US" sz="1400" b="1" i="0" u="none" strike="noStrike" kern="0" cap="none" spc="-27" normalizeH="0" baseline="0" noProof="0">
                <a:ln>
                  <a:noFill/>
                </a:ln>
                <a:solidFill>
                  <a:srgbClr val="A7A7A7">
                    <a:lumMod val="20000"/>
                    <a:lumOff val="80000"/>
                  </a:srgbClr>
                </a:solidFill>
                <a:effectLst/>
                <a:uLnTx/>
                <a:uFillTx/>
                <a:latin typeface="Helvetica 75 Bold"/>
                <a:sym typeface="Helvetica 75 Bold"/>
              </a:rPr>
              <a:t>Modularity breaks down the customer journey into </a:t>
            </a:r>
            <a:r>
              <a:rPr kumimoji="0" lang="en-US" sz="1400" b="1" i="0" u="none" strike="noStrike" kern="0" cap="none" spc="-27" normalizeH="0" baseline="0" noProof="0">
                <a:ln>
                  <a:noFill/>
                </a:ln>
                <a:solidFill>
                  <a:srgbClr val="FF7900"/>
                </a:solidFill>
                <a:effectLst/>
                <a:uLnTx/>
                <a:uFillTx/>
                <a:latin typeface="Helvetica 75 Bold"/>
                <a:sym typeface="Helvetica 75 Bold"/>
              </a:rPr>
              <a:t>distinct</a:t>
            </a:r>
            <a:r>
              <a:rPr kumimoji="0" lang="en-US" sz="1400" b="1" i="0" u="none" strike="noStrike" kern="0" cap="none" spc="-27" normalizeH="0" baseline="0" noProof="0">
                <a:ln>
                  <a:noFill/>
                </a:ln>
                <a:solidFill>
                  <a:srgbClr val="FFFFFF"/>
                </a:solidFill>
                <a:effectLst/>
                <a:uLnTx/>
                <a:uFillTx/>
                <a:latin typeface="Helvetica 75 Bold"/>
                <a:sym typeface="Helvetica 75 Bold"/>
              </a:rPr>
              <a:t>,</a:t>
            </a:r>
            <a:r>
              <a:rPr kumimoji="0" lang="en-US" sz="1400" b="1" i="0" u="none" strike="noStrike" kern="0" cap="none" spc="-27" normalizeH="0" baseline="0" noProof="0">
                <a:ln>
                  <a:noFill/>
                </a:ln>
                <a:solidFill>
                  <a:srgbClr val="FF7900"/>
                </a:solidFill>
                <a:effectLst/>
                <a:uLnTx/>
                <a:uFillTx/>
                <a:latin typeface="Helvetica 75 Bold"/>
                <a:sym typeface="Helvetica 75 Bold"/>
              </a:rPr>
              <a:t> interchangeable components or modules</a:t>
            </a:r>
            <a:r>
              <a:rPr kumimoji="0" lang="en-US" sz="1400" b="1" i="0" u="none" strike="noStrike" kern="0" cap="none" spc="-27" normalizeH="0" baseline="0" noProof="0">
                <a:ln>
                  <a:noFill/>
                </a:ln>
                <a:solidFill>
                  <a:srgbClr val="A7A7A7">
                    <a:lumMod val="20000"/>
                    <a:lumOff val="80000"/>
                  </a:srgbClr>
                </a:solidFill>
                <a:effectLst/>
                <a:uLnTx/>
                <a:uFillTx/>
                <a:latin typeface="Helvetica 75 Bold"/>
                <a:sym typeface="Helvetica 75 Bold"/>
              </a:rPr>
              <a:t>, each representing specific customer </a:t>
            </a:r>
            <a:r>
              <a:rPr kumimoji="0" lang="en-US" sz="1400" b="1" i="0" u="none" strike="noStrike" kern="0" cap="none" spc="-27" normalizeH="0" baseline="0" noProof="0">
                <a:ln>
                  <a:noFill/>
                </a:ln>
                <a:solidFill>
                  <a:srgbClr val="FF7900"/>
                </a:solidFill>
                <a:effectLst/>
                <a:uLnTx/>
                <a:uFillTx/>
                <a:latin typeface="Helvetica 75 Bold"/>
                <a:sym typeface="Helvetica 75 Bold"/>
              </a:rPr>
              <a:t>actions, processes, and interactions</a:t>
            </a:r>
            <a:r>
              <a:rPr kumimoji="0" lang="en-US" sz="1400" b="1" i="0" u="none" strike="noStrike" kern="0" cap="none" spc="-27" normalizeH="0" baseline="0" noProof="0">
                <a:ln>
                  <a:noFill/>
                </a:ln>
                <a:solidFill>
                  <a:srgbClr val="A7A7A7">
                    <a:lumMod val="20000"/>
                    <a:lumOff val="80000"/>
                  </a:srgbClr>
                </a:solidFill>
                <a:effectLst/>
                <a:uLnTx/>
                <a:uFillTx/>
                <a:latin typeface="Helvetica 75 Bold"/>
                <a:sym typeface="Helvetica 75 Bold"/>
              </a:rPr>
              <a:t>.</a:t>
            </a:r>
            <a:endParaRPr kumimoji="0" lang="fr-FR" sz="1400" b="1" i="0" u="none" strike="noStrike" kern="0" cap="none" spc="-27" normalizeH="0" baseline="0" noProof="0">
              <a:ln>
                <a:noFill/>
              </a:ln>
              <a:solidFill>
                <a:srgbClr val="A7A7A7">
                  <a:lumMod val="20000"/>
                  <a:lumOff val="80000"/>
                </a:srgbClr>
              </a:solidFill>
              <a:effectLst/>
              <a:uLnTx/>
              <a:uFillTx/>
              <a:latin typeface="Helvetica 75 Bold"/>
              <a:sym typeface="Helvetica 75 Bold"/>
            </a:endParaRPr>
          </a:p>
        </p:txBody>
      </p:sp>
      <p:sp>
        <p:nvSpPr>
          <p:cNvPr id="20" name="Rectangle 19">
            <a:extLst>
              <a:ext uri="{FF2B5EF4-FFF2-40B4-BE49-F238E27FC236}">
                <a16:creationId xmlns:a16="http://schemas.microsoft.com/office/drawing/2014/main" id="{28C204EC-567C-F8FE-6EEE-0F8BBED19FD8}"/>
              </a:ext>
            </a:extLst>
          </p:cNvPr>
          <p:cNvSpPr/>
          <p:nvPr/>
        </p:nvSpPr>
        <p:spPr>
          <a:xfrm>
            <a:off x="2775395" y="3226858"/>
            <a:ext cx="613610" cy="1211609"/>
          </a:xfrm>
          <a:prstGeom prst="rect">
            <a:avLst/>
          </a:prstGeom>
          <a:noFill/>
          <a:ln w="19050">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Helvetica"/>
              <a:cs typeface="Helvetica"/>
            </a:endParaRPr>
          </a:p>
        </p:txBody>
      </p:sp>
      <p:sp>
        <p:nvSpPr>
          <p:cNvPr id="25" name="Rectangle 24">
            <a:extLst>
              <a:ext uri="{FF2B5EF4-FFF2-40B4-BE49-F238E27FC236}">
                <a16:creationId xmlns:a16="http://schemas.microsoft.com/office/drawing/2014/main" id="{D1666A0C-0575-0A83-370E-A632C02C63DC}"/>
              </a:ext>
            </a:extLst>
          </p:cNvPr>
          <p:cNvSpPr/>
          <p:nvPr/>
        </p:nvSpPr>
        <p:spPr>
          <a:xfrm>
            <a:off x="2329504" y="4438467"/>
            <a:ext cx="1541212" cy="1722688"/>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FFFFFF"/>
                </a:solidFill>
                <a:effectLst/>
                <a:uLnTx/>
                <a:uFillTx/>
                <a:latin typeface="Helvetica 75"/>
                <a:ea typeface="MS PGothic"/>
                <a:cs typeface="Arial"/>
              </a:rPr>
              <a:t>The </a:t>
            </a:r>
            <a:r>
              <a:rPr kumimoji="0" lang="fr-FR" sz="1200" b="1" i="0" u="none" strike="noStrike" kern="0" cap="none" spc="0" normalizeH="0" baseline="0" noProof="0">
                <a:ln>
                  <a:noFill/>
                </a:ln>
                <a:solidFill>
                  <a:srgbClr val="FF7900"/>
                </a:solidFill>
                <a:effectLst/>
                <a:uLnTx/>
                <a:uFillTx/>
                <a:latin typeface="Helvetica 75"/>
                <a:ea typeface="MS PGothic"/>
                <a:cs typeface="Arial"/>
              </a:rPr>
              <a:t>Customer Journey Business </a:t>
            </a:r>
            <a:r>
              <a:rPr kumimoji="0" lang="fr-FR" sz="1200" b="1" i="0" u="none" strike="noStrike" kern="0" cap="none" spc="0" normalizeH="0" baseline="0" noProof="0" err="1">
                <a:ln>
                  <a:noFill/>
                </a:ln>
                <a:solidFill>
                  <a:srgbClr val="FF7900"/>
                </a:solidFill>
                <a:effectLst/>
                <a:uLnTx/>
                <a:uFillTx/>
                <a:latin typeface="Helvetica 75"/>
                <a:ea typeface="MS PGothic"/>
                <a:cs typeface="Arial"/>
              </a:rPr>
              <a:t>Owner</a:t>
            </a:r>
            <a:r>
              <a:rPr kumimoji="0" lang="fr-FR" sz="1200" b="1" i="0" u="none" strike="noStrike" kern="0" cap="none" spc="0" normalizeH="0" baseline="0" noProof="0">
                <a:ln>
                  <a:noFill/>
                </a:ln>
                <a:solidFill>
                  <a:srgbClr val="FF7900"/>
                </a:solidFill>
                <a:effectLst/>
                <a:uLnTx/>
                <a:uFillTx/>
                <a:latin typeface="Helvetica 75"/>
                <a:ea typeface="MS PGothic"/>
                <a:cs typeface="Arial"/>
              </a:rPr>
              <a:t> </a:t>
            </a:r>
            <a:r>
              <a:rPr kumimoji="0" lang="fr-FR" sz="1200" b="1" i="0" u="none" strike="noStrike" kern="0" cap="none" spc="0" normalizeH="0" baseline="0" noProof="0">
                <a:ln>
                  <a:noFill/>
                </a:ln>
                <a:solidFill>
                  <a:srgbClr val="A7A7A7">
                    <a:lumMod val="20000"/>
                    <a:lumOff val="80000"/>
                  </a:srgbClr>
                </a:solidFill>
                <a:effectLst/>
                <a:uLnTx/>
                <a:uFillTx/>
                <a:latin typeface="Helvetica 75"/>
                <a:ea typeface="MS PGothic"/>
                <a:cs typeface="Arial"/>
              </a:rPr>
              <a:t>(CJ BO) </a:t>
            </a:r>
            <a:r>
              <a:rPr kumimoji="0" lang="fr-FR" sz="1200" b="1" i="0" u="none" strike="noStrike" kern="0" cap="none" spc="0" normalizeH="0" baseline="0" noProof="0" err="1">
                <a:ln>
                  <a:noFill/>
                </a:ln>
                <a:solidFill>
                  <a:srgbClr val="FFFFFF"/>
                </a:solidFill>
                <a:effectLst/>
                <a:uLnTx/>
                <a:uFillTx/>
                <a:latin typeface="Helvetica 75"/>
                <a:ea typeface="MS PGothic"/>
                <a:cs typeface="Arial"/>
              </a:rPr>
              <a:t>guarantees</a:t>
            </a:r>
            <a:r>
              <a:rPr kumimoji="0" lang="fr-FR" sz="1200" b="1" i="0" u="none" strike="noStrike" kern="0" cap="none" spc="0" normalizeH="0" baseline="0" noProof="0">
                <a:ln>
                  <a:noFill/>
                </a:ln>
                <a:solidFill>
                  <a:srgbClr val="FFFFFF"/>
                </a:solidFill>
                <a:effectLst/>
                <a:uLnTx/>
                <a:uFillTx/>
                <a:latin typeface="Helvetica 75"/>
                <a:ea typeface="MS PGothic"/>
                <a:cs typeface="Arial"/>
              </a:rPr>
              <a:t> the vision of a portion of the </a:t>
            </a:r>
            <a:r>
              <a:rPr kumimoji="0" lang="fr-FR" sz="1200" b="1" i="0" u="none" strike="noStrike" kern="0" cap="none" spc="0" normalizeH="0" baseline="0" noProof="0" err="1">
                <a:ln>
                  <a:noFill/>
                </a:ln>
                <a:solidFill>
                  <a:srgbClr val="FFFFFF"/>
                </a:solidFill>
                <a:effectLst/>
                <a:uLnTx/>
                <a:uFillTx/>
                <a:latin typeface="Helvetica 75"/>
                <a:ea typeface="MS PGothic"/>
                <a:cs typeface="Arial"/>
              </a:rPr>
              <a:t>customer</a:t>
            </a:r>
            <a:r>
              <a:rPr kumimoji="0" lang="fr-FR" sz="1200" b="1" i="0" u="none" strike="noStrike" kern="0" cap="none" spc="0" normalizeH="0" baseline="0" noProof="0">
                <a:ln>
                  <a:noFill/>
                </a:ln>
                <a:solidFill>
                  <a:srgbClr val="FFFFFF"/>
                </a:solidFill>
                <a:effectLst/>
                <a:uLnTx/>
                <a:uFillTx/>
                <a:latin typeface="Helvetica 75"/>
                <a:ea typeface="MS PGothic"/>
                <a:cs typeface="Arial"/>
              </a:rPr>
              <a:t> </a:t>
            </a:r>
            <a:r>
              <a:rPr kumimoji="0" lang="fr-FR" sz="1200" b="1" i="0" u="none" strike="noStrike" kern="0" cap="none" spc="0" normalizeH="0" baseline="0" noProof="0" err="1">
                <a:ln>
                  <a:noFill/>
                </a:ln>
                <a:solidFill>
                  <a:srgbClr val="FFFFFF"/>
                </a:solidFill>
                <a:effectLst/>
                <a:uLnTx/>
                <a:uFillTx/>
                <a:latin typeface="Helvetica 75"/>
                <a:ea typeface="MS PGothic"/>
                <a:cs typeface="Arial"/>
              </a:rPr>
              <a:t>journey</a:t>
            </a:r>
            <a:endParaRPr kumimoji="0" lang="fr-FR" sz="1200" b="1" i="0" u="none" strike="noStrike" kern="0" cap="none" spc="0" normalizeH="0" baseline="0" noProof="0">
              <a:ln>
                <a:noFill/>
              </a:ln>
              <a:solidFill>
                <a:srgbClr val="FFFFFF"/>
              </a:solidFill>
              <a:effectLst/>
              <a:uLnTx/>
              <a:uFillTx/>
              <a:latin typeface="Helvetica 75"/>
              <a:ea typeface="MS PGothic"/>
              <a:cs typeface="Arial"/>
            </a:endParaRPr>
          </a:p>
        </p:txBody>
      </p:sp>
      <p:pic>
        <p:nvPicPr>
          <p:cNvPr id="26" name="Image 25">
            <a:extLst>
              <a:ext uri="{FF2B5EF4-FFF2-40B4-BE49-F238E27FC236}">
                <a16:creationId xmlns:a16="http://schemas.microsoft.com/office/drawing/2014/main" id="{C04F1B90-AA58-E293-44BF-F45590C036FB}"/>
              </a:ext>
            </a:extLst>
          </p:cNvPr>
          <p:cNvPicPr>
            <a:picLocks noChangeAspect="1"/>
          </p:cNvPicPr>
          <p:nvPr/>
        </p:nvPicPr>
        <p:blipFill rotWithShape="1">
          <a:blip r:embed="rId9" cstate="email">
            <a:duotone>
              <a:prstClr val="black"/>
              <a:schemeClr val="accent6">
                <a:tint val="45000"/>
                <a:satMod val="400000"/>
              </a:schemeClr>
            </a:duotone>
            <a:extLst>
              <a:ext uri="{BEBA8EAE-BF5A-486C-A8C5-ECC9F3942E4B}">
                <a14:imgProps xmlns:a14="http://schemas.microsoft.com/office/drawing/2010/main">
                  <a14:imgLayer r:embed="rId10">
                    <a14:imgEffect>
                      <a14:backgroundRemoval t="0" b="100000" l="9375" r="100000"/>
                    </a14:imgEffect>
                  </a14:imgLayer>
                </a14:imgProps>
              </a:ext>
              <a:ext uri="{28A0092B-C50C-407E-A947-70E740481C1C}">
                <a14:useLocalDpi xmlns:a14="http://schemas.microsoft.com/office/drawing/2010/main"/>
              </a:ext>
            </a:extLst>
          </a:blip>
          <a:srcRect/>
          <a:stretch/>
        </p:blipFill>
        <p:spPr>
          <a:xfrm>
            <a:off x="3944607" y="4459217"/>
            <a:ext cx="389827" cy="450255"/>
          </a:xfrm>
          <a:prstGeom prst="rect">
            <a:avLst/>
          </a:prstGeom>
          <a:noFill/>
        </p:spPr>
      </p:pic>
      <p:sp>
        <p:nvSpPr>
          <p:cNvPr id="5" name="Rectangle 4">
            <a:extLst>
              <a:ext uri="{FF2B5EF4-FFF2-40B4-BE49-F238E27FC236}">
                <a16:creationId xmlns:a16="http://schemas.microsoft.com/office/drawing/2014/main" id="{5EFF1906-9B1D-8AC2-01F8-471550F48634}"/>
              </a:ext>
            </a:extLst>
          </p:cNvPr>
          <p:cNvSpPr/>
          <p:nvPr/>
        </p:nvSpPr>
        <p:spPr>
          <a:xfrm>
            <a:off x="467094" y="3808737"/>
            <a:ext cx="1459740" cy="227105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FFFFFF"/>
                </a:solidFill>
                <a:effectLst/>
                <a:uLnTx/>
                <a:uFillTx/>
                <a:latin typeface="Helvetica 75"/>
                <a:ea typeface="MS PGothic"/>
                <a:cs typeface="Arial"/>
              </a:rPr>
              <a:t>The </a:t>
            </a:r>
            <a:r>
              <a:rPr kumimoji="0" lang="fr-FR" sz="1200" b="1" i="0" u="none" strike="noStrike" kern="0" cap="none" spc="0" normalizeH="0" baseline="0" noProof="0">
                <a:ln>
                  <a:noFill/>
                </a:ln>
                <a:solidFill>
                  <a:srgbClr val="FF7900"/>
                </a:solidFill>
                <a:effectLst/>
                <a:uLnTx/>
                <a:uFillTx/>
                <a:latin typeface="Helvetica 75"/>
                <a:ea typeface="MS PGothic"/>
                <a:cs typeface="Arial"/>
              </a:rPr>
              <a:t>Service </a:t>
            </a:r>
            <a:r>
              <a:rPr kumimoji="0" lang="fr-FR" sz="1200" b="1" i="0" u="none" strike="noStrike" kern="0" cap="none" spc="0" normalizeH="0" baseline="0" noProof="0" err="1">
                <a:ln>
                  <a:noFill/>
                </a:ln>
                <a:solidFill>
                  <a:srgbClr val="FF7900"/>
                </a:solidFill>
                <a:effectLst/>
                <a:uLnTx/>
                <a:uFillTx/>
                <a:latin typeface="Helvetica 75"/>
                <a:ea typeface="MS PGothic"/>
                <a:cs typeface="Arial"/>
              </a:rPr>
              <a:t>Implementation</a:t>
            </a:r>
            <a:r>
              <a:rPr kumimoji="0" lang="fr-FR" sz="1200" b="1" i="0" u="none" strike="noStrike" kern="0" cap="none" spc="0" normalizeH="0" baseline="0" noProof="0">
                <a:ln>
                  <a:noFill/>
                </a:ln>
                <a:solidFill>
                  <a:srgbClr val="FF7900"/>
                </a:solidFill>
                <a:effectLst/>
                <a:uLnTx/>
                <a:uFillTx/>
                <a:latin typeface="Helvetica 75"/>
                <a:ea typeface="MS PGothic"/>
                <a:cs typeface="Arial"/>
              </a:rPr>
              <a:t> Expert </a:t>
            </a:r>
            <a:r>
              <a:rPr kumimoji="0" lang="fr-FR" sz="1200" b="1" i="0" u="none" strike="noStrike" kern="0" cap="none" spc="0" normalizeH="0" baseline="0" noProof="0">
                <a:ln>
                  <a:noFill/>
                </a:ln>
                <a:solidFill>
                  <a:srgbClr val="A7A7A7">
                    <a:lumMod val="20000"/>
                    <a:lumOff val="80000"/>
                  </a:srgbClr>
                </a:solidFill>
                <a:effectLst/>
                <a:uLnTx/>
                <a:uFillTx/>
                <a:latin typeface="Helvetica 75"/>
                <a:ea typeface="MS PGothic"/>
                <a:cs typeface="Arial"/>
              </a:rPr>
              <a:t>(SIE) </a:t>
            </a:r>
            <a:r>
              <a:rPr kumimoji="0" lang="en-US" sz="1200" b="1" i="0" u="none" strike="noStrike" kern="0" cap="none" spc="0" normalizeH="0" baseline="0" noProof="0">
                <a:ln>
                  <a:noFill/>
                </a:ln>
                <a:solidFill>
                  <a:srgbClr val="FFFFFF"/>
                </a:solidFill>
                <a:effectLst/>
                <a:uLnTx/>
                <a:uFillTx/>
                <a:latin typeface="Helvetica 75"/>
                <a:ea typeface="MS PGothic"/>
                <a:cs typeface="Arial"/>
              </a:rPr>
              <a:t>a</a:t>
            </a:r>
            <a:r>
              <a:rPr kumimoji="0" lang="en-US" sz="1200" b="1" i="0" u="none" strike="noStrike" kern="0" cap="none" spc="0" normalizeH="0" baseline="0" noProof="0" err="1">
                <a:ln>
                  <a:noFill/>
                </a:ln>
                <a:solidFill>
                  <a:srgbClr val="FFFFFF"/>
                </a:solidFill>
                <a:effectLst/>
                <a:uLnTx/>
                <a:uFillTx/>
                <a:latin typeface="Helvetica 75"/>
                <a:ea typeface="MS PGothic"/>
                <a:cs typeface="Arial"/>
              </a:rPr>
              <a:t>ssembles</a:t>
            </a:r>
            <a:r>
              <a:rPr kumimoji="0" lang="en-US" sz="1200" b="1" i="0" u="none" strike="noStrike" kern="0" cap="none" spc="0" normalizeH="0" baseline="0" noProof="0">
                <a:ln>
                  <a:noFill/>
                </a:ln>
                <a:solidFill>
                  <a:srgbClr val="FFFFFF"/>
                </a:solidFill>
                <a:effectLst/>
                <a:uLnTx/>
                <a:uFillTx/>
                <a:latin typeface="Helvetica 75"/>
                <a:ea typeface="MS PGothic"/>
                <a:cs typeface="Arial"/>
              </a:rPr>
              <a:t> modules to make up the product and guarantees the efficiency of the end-to-end customer journey.</a:t>
            </a:r>
          </a:p>
        </p:txBody>
      </p:sp>
      <p:pic>
        <p:nvPicPr>
          <p:cNvPr id="6" name="Image 5">
            <a:extLst>
              <a:ext uri="{FF2B5EF4-FFF2-40B4-BE49-F238E27FC236}">
                <a16:creationId xmlns:a16="http://schemas.microsoft.com/office/drawing/2014/main" id="{3AFF92DA-CDEE-9FE4-A646-2842FB9D5248}"/>
              </a:ext>
            </a:extLst>
          </p:cNvPr>
          <p:cNvPicPr>
            <a:picLocks noChangeAspect="1"/>
          </p:cNvPicPr>
          <p:nvPr/>
        </p:nvPicPr>
        <p:blipFill rotWithShape="1">
          <a:blip r:embed="rId9" cstate="email">
            <a:duotone>
              <a:prstClr val="black"/>
              <a:schemeClr val="accent6">
                <a:tint val="45000"/>
                <a:satMod val="400000"/>
              </a:schemeClr>
            </a:duotone>
            <a:extLst>
              <a:ext uri="{BEBA8EAE-BF5A-486C-A8C5-ECC9F3942E4B}">
                <a14:imgProps xmlns:a14="http://schemas.microsoft.com/office/drawing/2010/main">
                  <a14:imgLayer r:embed="rId10">
                    <a14:imgEffect>
                      <a14:backgroundRemoval t="0" b="100000" l="9375" r="100000"/>
                    </a14:imgEffect>
                  </a14:imgLayer>
                </a14:imgProps>
              </a:ext>
              <a:ext uri="{28A0092B-C50C-407E-A947-70E740481C1C}">
                <a14:useLocalDpi xmlns:a14="http://schemas.microsoft.com/office/drawing/2010/main"/>
              </a:ext>
            </a:extLst>
          </a:blip>
          <a:srcRect/>
          <a:stretch/>
        </p:blipFill>
        <p:spPr>
          <a:xfrm>
            <a:off x="40765" y="3722138"/>
            <a:ext cx="389827" cy="450255"/>
          </a:xfrm>
          <a:prstGeom prst="rect">
            <a:avLst/>
          </a:prstGeom>
          <a:noFill/>
        </p:spPr>
      </p:pic>
      <p:sp>
        <p:nvSpPr>
          <p:cNvPr id="8" name="Rectangle 7">
            <a:extLst>
              <a:ext uri="{FF2B5EF4-FFF2-40B4-BE49-F238E27FC236}">
                <a16:creationId xmlns:a16="http://schemas.microsoft.com/office/drawing/2014/main" id="{7CAA17F0-8F38-0432-5B37-B30E39C3BCA0}"/>
              </a:ext>
            </a:extLst>
          </p:cNvPr>
          <p:cNvSpPr/>
          <p:nvPr/>
        </p:nvSpPr>
        <p:spPr>
          <a:xfrm>
            <a:off x="1926834" y="3821793"/>
            <a:ext cx="5111335" cy="299756"/>
          </a:xfrm>
          <a:prstGeom prst="rect">
            <a:avLst/>
          </a:prstGeom>
          <a:noFill/>
          <a:ln w="19050">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Helvetica"/>
              <a:cs typeface="Helvetica"/>
            </a:endParaRPr>
          </a:p>
        </p:txBody>
      </p:sp>
      <p:sp>
        <p:nvSpPr>
          <p:cNvPr id="9" name="Rectangle 8">
            <a:extLst>
              <a:ext uri="{FF2B5EF4-FFF2-40B4-BE49-F238E27FC236}">
                <a16:creationId xmlns:a16="http://schemas.microsoft.com/office/drawing/2014/main" id="{5B7218A8-0DCF-BABF-5B5C-23E478F7A533}"/>
              </a:ext>
            </a:extLst>
          </p:cNvPr>
          <p:cNvSpPr/>
          <p:nvPr/>
        </p:nvSpPr>
        <p:spPr>
          <a:xfrm>
            <a:off x="5498564" y="4691151"/>
            <a:ext cx="1683372" cy="159291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2555" marR="0" lvl="1" indent="0" algn="ctr" defTabSz="121917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FFFFFF"/>
                </a:solidFill>
                <a:effectLst/>
                <a:uLnTx/>
                <a:uFillTx/>
                <a:latin typeface="Helvetica 75"/>
                <a:ea typeface="MS PGothic"/>
                <a:cs typeface="Arial"/>
              </a:rPr>
              <a:t>The </a:t>
            </a:r>
            <a:r>
              <a:rPr kumimoji="0" lang="en-US" sz="1200" b="1" i="0" u="none" strike="noStrike" kern="0" cap="none" spc="0" normalizeH="0" baseline="0" noProof="0">
                <a:ln>
                  <a:noFill/>
                </a:ln>
                <a:solidFill>
                  <a:srgbClr val="FF7900"/>
                </a:solidFill>
                <a:effectLst/>
                <a:uLnTx/>
                <a:uFillTx/>
                <a:latin typeface="Helvetica 75 Bold"/>
                <a:ea typeface="MS PGothic"/>
                <a:cs typeface="Arial"/>
              </a:rPr>
              <a:t>Module Owner</a:t>
            </a:r>
            <a:r>
              <a:rPr kumimoji="0" lang="en-US" sz="1200" b="1" i="0" u="none" strike="noStrike" kern="0" cap="none" spc="0" normalizeH="0" baseline="0" noProof="0">
                <a:ln>
                  <a:noFill/>
                </a:ln>
                <a:solidFill>
                  <a:srgbClr val="FFFFFF"/>
                </a:solidFill>
                <a:effectLst/>
                <a:uLnTx/>
                <a:uFillTx/>
                <a:latin typeface="Helvetica 75 Bold"/>
                <a:ea typeface="MS PGothic"/>
                <a:cs typeface="Arial"/>
              </a:rPr>
              <a:t> (MO)</a:t>
            </a:r>
            <a:endParaRPr kumimoji="0" lang="fr-FR" sz="1400" b="0" i="0" u="none" strike="noStrike" kern="1200" cap="none" spc="0" normalizeH="0" baseline="0" noProof="0">
              <a:ln>
                <a:noFill/>
              </a:ln>
              <a:solidFill>
                <a:srgbClr val="FFFFFF"/>
              </a:solidFill>
              <a:effectLst/>
              <a:uLnTx/>
              <a:uFillTx/>
              <a:latin typeface="Helvetica 75 Bold"/>
              <a:ea typeface="MS PGothic"/>
              <a:cs typeface="Arial"/>
            </a:endParaRPr>
          </a:p>
          <a:p>
            <a:pPr marL="122555" marR="0" lvl="1"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Helvetica 75 Bold"/>
                <a:ea typeface="MS PGothic" pitchFamily="34" charset="-128"/>
                <a:cs typeface="Arial" charset="0"/>
              </a:rPr>
              <a:t>d</a:t>
            </a:r>
            <a:r>
              <a:rPr kumimoji="0" lang="en-US" sz="1200" b="1" i="0" u="none" strike="noStrike" kern="0" cap="none" spc="0" normalizeH="0" baseline="0" noProof="0" err="1">
                <a:ln>
                  <a:noFill/>
                </a:ln>
                <a:solidFill>
                  <a:srgbClr val="FFFFFF"/>
                </a:solidFill>
                <a:effectLst/>
                <a:uLnTx/>
                <a:uFillTx/>
                <a:latin typeface="Helvetica 75"/>
                <a:ea typeface="MS PGothic"/>
                <a:cs typeface="Arial"/>
              </a:rPr>
              <a:t>evelops</a:t>
            </a:r>
            <a:r>
              <a:rPr kumimoji="0" lang="en-US" sz="1200" b="1" i="0" u="none" strike="noStrike" kern="0" cap="none" spc="0" normalizeH="0" baseline="0" noProof="0">
                <a:ln>
                  <a:noFill/>
                </a:ln>
                <a:solidFill>
                  <a:srgbClr val="FFFFFF"/>
                </a:solidFill>
                <a:effectLst/>
                <a:uLnTx/>
                <a:uFillTx/>
                <a:latin typeface="Helvetica 75"/>
                <a:ea typeface="MS PGothic"/>
                <a:cs typeface="Arial"/>
              </a:rPr>
              <a:t> and upgrades modules and guarantees their integrability in products</a:t>
            </a:r>
            <a:endParaRPr kumimoji="0" lang="fr-FR" sz="1200" b="1" i="0" u="none" strike="noStrike" kern="0" cap="none" spc="0" normalizeH="0" baseline="0" noProof="0">
              <a:ln>
                <a:noFill/>
              </a:ln>
              <a:solidFill>
                <a:srgbClr val="FFFFFF"/>
              </a:solidFill>
              <a:effectLst/>
              <a:uLnTx/>
              <a:uFillTx/>
              <a:latin typeface="Helvetica 75"/>
              <a:ea typeface="MS PGothic"/>
              <a:cs typeface="Arial"/>
            </a:endParaRPr>
          </a:p>
        </p:txBody>
      </p:sp>
      <p:pic>
        <p:nvPicPr>
          <p:cNvPr id="10" name="Image 9">
            <a:extLst>
              <a:ext uri="{FF2B5EF4-FFF2-40B4-BE49-F238E27FC236}">
                <a16:creationId xmlns:a16="http://schemas.microsoft.com/office/drawing/2014/main" id="{65F33EFA-86F6-2A19-7061-F68B526BA13C}"/>
              </a:ext>
            </a:extLst>
          </p:cNvPr>
          <p:cNvPicPr>
            <a:picLocks noChangeAspect="1"/>
          </p:cNvPicPr>
          <p:nvPr/>
        </p:nvPicPr>
        <p:blipFill rotWithShape="1">
          <a:blip r:embed="rId9" cstate="email">
            <a:duotone>
              <a:prstClr val="black"/>
              <a:schemeClr val="accent6">
                <a:tint val="45000"/>
                <a:satMod val="400000"/>
              </a:schemeClr>
            </a:duotone>
            <a:extLst>
              <a:ext uri="{BEBA8EAE-BF5A-486C-A8C5-ECC9F3942E4B}">
                <a14:imgProps xmlns:a14="http://schemas.microsoft.com/office/drawing/2010/main">
                  <a14:imgLayer r:embed="rId10">
                    <a14:imgEffect>
                      <a14:backgroundRemoval t="0" b="100000" l="9375" r="100000"/>
                    </a14:imgEffect>
                  </a14:imgLayer>
                </a14:imgProps>
              </a:ext>
              <a:ext uri="{28A0092B-C50C-407E-A947-70E740481C1C}">
                <a14:useLocalDpi xmlns:a14="http://schemas.microsoft.com/office/drawing/2010/main"/>
              </a:ext>
            </a:extLst>
          </a:blip>
          <a:srcRect/>
          <a:stretch/>
        </p:blipFill>
        <p:spPr>
          <a:xfrm>
            <a:off x="5053250" y="4930015"/>
            <a:ext cx="389827" cy="450255"/>
          </a:xfrm>
          <a:prstGeom prst="rect">
            <a:avLst/>
          </a:prstGeom>
          <a:noFill/>
        </p:spPr>
      </p:pic>
    </p:spTree>
    <p:extLst>
      <p:ext uri="{BB962C8B-B14F-4D97-AF65-F5344CB8AC3E}">
        <p14:creationId xmlns:p14="http://schemas.microsoft.com/office/powerpoint/2010/main" val="426927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26A70-ECF3-5D06-7916-759A8F0A5D6F}"/>
            </a:ext>
          </a:extLst>
        </p:cNvPr>
        <p:cNvGrpSpPr/>
        <p:nvPr/>
      </p:nvGrpSpPr>
      <p:grpSpPr>
        <a:xfrm>
          <a:off x="0" y="0"/>
          <a:ext cx="0" cy="0"/>
          <a:chOff x="0" y="0"/>
          <a:chExt cx="0" cy="0"/>
        </a:xfrm>
      </p:grpSpPr>
      <p:grpSp>
        <p:nvGrpSpPr>
          <p:cNvPr id="18" name="Groupe 17">
            <a:extLst>
              <a:ext uri="{FF2B5EF4-FFF2-40B4-BE49-F238E27FC236}">
                <a16:creationId xmlns:a16="http://schemas.microsoft.com/office/drawing/2014/main" id="{689832C1-1E96-520C-7006-A9CCFE83617A}"/>
              </a:ext>
            </a:extLst>
          </p:cNvPr>
          <p:cNvGrpSpPr/>
          <p:nvPr/>
        </p:nvGrpSpPr>
        <p:grpSpPr>
          <a:xfrm>
            <a:off x="1483115" y="1734199"/>
            <a:ext cx="10524975" cy="959639"/>
            <a:chOff x="394191" y="1545133"/>
            <a:chExt cx="11538542" cy="1006338"/>
          </a:xfrm>
        </p:grpSpPr>
        <p:pic>
          <p:nvPicPr>
            <p:cNvPr id="2" name="Picture 17">
              <a:extLst>
                <a:ext uri="{FF2B5EF4-FFF2-40B4-BE49-F238E27FC236}">
                  <a16:creationId xmlns:a16="http://schemas.microsoft.com/office/drawing/2014/main" id="{F9D071F1-7E48-BCA5-B95A-72F264AA24A3}"/>
                </a:ext>
              </a:extLst>
            </p:cNvPr>
            <p:cNvPicPr>
              <a:picLocks noChangeAspect="1"/>
            </p:cNvPicPr>
            <p:nvPr/>
          </p:nvPicPr>
          <p:blipFill>
            <a:blip r:embed="rId3"/>
            <a:stretch>
              <a:fillRect/>
            </a:stretch>
          </p:blipFill>
          <p:spPr>
            <a:xfrm>
              <a:off x="394191" y="1545133"/>
              <a:ext cx="11538542" cy="1006338"/>
            </a:xfrm>
            <a:prstGeom prst="rect">
              <a:avLst/>
            </a:prstGeom>
          </p:spPr>
        </p:pic>
        <p:sp>
          <p:nvSpPr>
            <p:cNvPr id="12" name="Freeform: Shape 28">
              <a:extLst>
                <a:ext uri="{FF2B5EF4-FFF2-40B4-BE49-F238E27FC236}">
                  <a16:creationId xmlns:a16="http://schemas.microsoft.com/office/drawing/2014/main" id="{E8E5E7E3-179B-8C26-6084-021D916FAFBF}"/>
                </a:ext>
              </a:extLst>
            </p:cNvPr>
            <p:cNvSpPr/>
            <p:nvPr/>
          </p:nvSpPr>
          <p:spPr>
            <a:xfrm>
              <a:off x="2525446" y="2098869"/>
              <a:ext cx="551646" cy="289578"/>
            </a:xfrm>
            <a:custGeom>
              <a:avLst/>
              <a:gdLst>
                <a:gd name="connsiteX0" fmla="*/ 2668048 w 2915697"/>
                <a:gd name="connsiteY0" fmla="*/ 0 h 762666"/>
                <a:gd name="connsiteX1" fmla="*/ 0 w 2915697"/>
                <a:gd name="connsiteY1" fmla="*/ 0 h 762666"/>
                <a:gd name="connsiteX2" fmla="*/ 247650 w 2915697"/>
                <a:gd name="connsiteY2" fmla="*/ 391192 h 762666"/>
                <a:gd name="connsiteX3" fmla="*/ 0 w 2915697"/>
                <a:gd name="connsiteY3" fmla="*/ 762667 h 762666"/>
                <a:gd name="connsiteX4" fmla="*/ 2668048 w 2915697"/>
                <a:gd name="connsiteY4" fmla="*/ 762667 h 762666"/>
                <a:gd name="connsiteX5" fmla="*/ 2915698 w 2915697"/>
                <a:gd name="connsiteY5" fmla="*/ 391192 h 762666"/>
                <a:gd name="connsiteX6" fmla="*/ 2668048 w 2915697"/>
                <a:gd name="connsiteY6" fmla="*/ 0 h 762666"/>
                <a:gd name="connsiteX0" fmla="*/ 2915698 w 2915698"/>
                <a:gd name="connsiteY0" fmla="*/ 391192 h 762667"/>
                <a:gd name="connsiteX1" fmla="*/ 0 w 2915698"/>
                <a:gd name="connsiteY1" fmla="*/ 0 h 762667"/>
                <a:gd name="connsiteX2" fmla="*/ 247650 w 2915698"/>
                <a:gd name="connsiteY2" fmla="*/ 391192 h 762667"/>
                <a:gd name="connsiteX3" fmla="*/ 0 w 2915698"/>
                <a:gd name="connsiteY3" fmla="*/ 762667 h 762667"/>
                <a:gd name="connsiteX4" fmla="*/ 2668048 w 2915698"/>
                <a:gd name="connsiteY4" fmla="*/ 762667 h 762667"/>
                <a:gd name="connsiteX5" fmla="*/ 2915698 w 2915698"/>
                <a:gd name="connsiteY5" fmla="*/ 391192 h 762667"/>
                <a:gd name="connsiteX0" fmla="*/ 2915698 w 2915698"/>
                <a:gd name="connsiteY0" fmla="*/ 0 h 371475"/>
                <a:gd name="connsiteX1" fmla="*/ 247650 w 2915698"/>
                <a:gd name="connsiteY1" fmla="*/ 0 h 371475"/>
                <a:gd name="connsiteX2" fmla="*/ 0 w 2915698"/>
                <a:gd name="connsiteY2" fmla="*/ 371475 h 371475"/>
                <a:gd name="connsiteX3" fmla="*/ 2668048 w 2915698"/>
                <a:gd name="connsiteY3" fmla="*/ 371475 h 371475"/>
                <a:gd name="connsiteX4" fmla="*/ 2915698 w 2915698"/>
                <a:gd name="connsiteY4" fmla="*/ 0 h 371475"/>
                <a:gd name="connsiteX0" fmla="*/ 2915698 w 2915698"/>
                <a:gd name="connsiteY0" fmla="*/ 0 h 371475"/>
                <a:gd name="connsiteX1" fmla="*/ 210090 w 2915698"/>
                <a:gd name="connsiteY1" fmla="*/ 3244 h 371475"/>
                <a:gd name="connsiteX2" fmla="*/ 0 w 2915698"/>
                <a:gd name="connsiteY2" fmla="*/ 371475 h 371475"/>
                <a:gd name="connsiteX3" fmla="*/ 2668048 w 2915698"/>
                <a:gd name="connsiteY3" fmla="*/ 371475 h 371475"/>
                <a:gd name="connsiteX4" fmla="*/ 2915698 w 2915698"/>
                <a:gd name="connsiteY4" fmla="*/ 0 h 371475"/>
                <a:gd name="connsiteX0" fmla="*/ 2873965 w 2873965"/>
                <a:gd name="connsiteY0" fmla="*/ 0 h 368231"/>
                <a:gd name="connsiteX1" fmla="*/ 210090 w 2873965"/>
                <a:gd name="connsiteY1" fmla="*/ 0 h 368231"/>
                <a:gd name="connsiteX2" fmla="*/ 0 w 2873965"/>
                <a:gd name="connsiteY2" fmla="*/ 368231 h 368231"/>
                <a:gd name="connsiteX3" fmla="*/ 2668048 w 2873965"/>
                <a:gd name="connsiteY3" fmla="*/ 368231 h 368231"/>
                <a:gd name="connsiteX4" fmla="*/ 2873965 w 2873965"/>
                <a:gd name="connsiteY4" fmla="*/ 0 h 368231"/>
                <a:gd name="connsiteX0" fmla="*/ 2911525 w 2911525"/>
                <a:gd name="connsiteY0" fmla="*/ 0 h 377401"/>
                <a:gd name="connsiteX1" fmla="*/ 210090 w 2911525"/>
                <a:gd name="connsiteY1" fmla="*/ 9170 h 377401"/>
                <a:gd name="connsiteX2" fmla="*/ 0 w 2911525"/>
                <a:gd name="connsiteY2" fmla="*/ 377401 h 377401"/>
                <a:gd name="connsiteX3" fmla="*/ 2668048 w 2911525"/>
                <a:gd name="connsiteY3" fmla="*/ 377401 h 377401"/>
                <a:gd name="connsiteX4" fmla="*/ 2911525 w 2911525"/>
                <a:gd name="connsiteY4" fmla="*/ 0 h 377401"/>
                <a:gd name="connsiteX0" fmla="*/ 2949085 w 2949085"/>
                <a:gd name="connsiteY0" fmla="*/ 0 h 386571"/>
                <a:gd name="connsiteX1" fmla="*/ 247650 w 2949085"/>
                <a:gd name="connsiteY1" fmla="*/ 9170 h 386571"/>
                <a:gd name="connsiteX2" fmla="*/ 0 w 2949085"/>
                <a:gd name="connsiteY2" fmla="*/ 386571 h 386571"/>
                <a:gd name="connsiteX3" fmla="*/ 2705608 w 2949085"/>
                <a:gd name="connsiteY3" fmla="*/ 377401 h 386571"/>
                <a:gd name="connsiteX4" fmla="*/ 2949085 w 2949085"/>
                <a:gd name="connsiteY4" fmla="*/ 0 h 386571"/>
                <a:gd name="connsiteX0" fmla="*/ 2940739 w 2940739"/>
                <a:gd name="connsiteY0" fmla="*/ 0 h 377401"/>
                <a:gd name="connsiteX1" fmla="*/ 239304 w 2940739"/>
                <a:gd name="connsiteY1" fmla="*/ 9170 h 377401"/>
                <a:gd name="connsiteX2" fmla="*/ 0 w 2940739"/>
                <a:gd name="connsiteY2" fmla="*/ 377401 h 377401"/>
                <a:gd name="connsiteX3" fmla="*/ 2697262 w 2940739"/>
                <a:gd name="connsiteY3" fmla="*/ 377401 h 377401"/>
                <a:gd name="connsiteX4" fmla="*/ 2940739 w 2940739"/>
                <a:gd name="connsiteY4" fmla="*/ 0 h 377401"/>
                <a:gd name="connsiteX0" fmla="*/ 2940739 w 2940739"/>
                <a:gd name="connsiteY0" fmla="*/ 0 h 380458"/>
                <a:gd name="connsiteX1" fmla="*/ 239304 w 2940739"/>
                <a:gd name="connsiteY1" fmla="*/ 9170 h 380458"/>
                <a:gd name="connsiteX2" fmla="*/ 0 w 2940739"/>
                <a:gd name="connsiteY2" fmla="*/ 377401 h 380458"/>
                <a:gd name="connsiteX3" fmla="*/ 2718129 w 2940739"/>
                <a:gd name="connsiteY3" fmla="*/ 380458 h 380458"/>
                <a:gd name="connsiteX4" fmla="*/ 2940739 w 2940739"/>
                <a:gd name="connsiteY4" fmla="*/ 0 h 380458"/>
                <a:gd name="connsiteX0" fmla="*/ 2940739 w 2940739"/>
                <a:gd name="connsiteY0" fmla="*/ 0 h 380458"/>
                <a:gd name="connsiteX1" fmla="*/ 226784 w 2940739"/>
                <a:gd name="connsiteY1" fmla="*/ 12227 h 380458"/>
                <a:gd name="connsiteX2" fmla="*/ 0 w 2940739"/>
                <a:gd name="connsiteY2" fmla="*/ 377401 h 380458"/>
                <a:gd name="connsiteX3" fmla="*/ 2718129 w 2940739"/>
                <a:gd name="connsiteY3" fmla="*/ 380458 h 380458"/>
                <a:gd name="connsiteX4" fmla="*/ 2940739 w 2940739"/>
                <a:gd name="connsiteY4" fmla="*/ 0 h 380458"/>
                <a:gd name="connsiteX0" fmla="*/ 3060817 w 3060817"/>
                <a:gd name="connsiteY0" fmla="*/ 0 h 380458"/>
                <a:gd name="connsiteX1" fmla="*/ 226784 w 3060817"/>
                <a:gd name="connsiteY1" fmla="*/ 1222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41144 w 3060817"/>
                <a:gd name="connsiteY1" fmla="*/ 6114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12553 w 3060817"/>
                <a:gd name="connsiteY1" fmla="*/ 305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77402"/>
                <a:gd name="connsiteX1" fmla="*/ 312553 w 3060817"/>
                <a:gd name="connsiteY1" fmla="*/ 3057 h 377402"/>
                <a:gd name="connsiteX2" fmla="*/ 0 w 3060817"/>
                <a:gd name="connsiteY2" fmla="*/ 377401 h 377402"/>
                <a:gd name="connsiteX3" fmla="*/ 2741002 w 3060817"/>
                <a:gd name="connsiteY3" fmla="*/ 377402 h 377402"/>
                <a:gd name="connsiteX4" fmla="*/ 3060817 w 3060817"/>
                <a:gd name="connsiteY4" fmla="*/ 0 h 377402"/>
                <a:gd name="connsiteX0" fmla="*/ 3083689 w 3083689"/>
                <a:gd name="connsiteY0" fmla="*/ 0 h 377402"/>
                <a:gd name="connsiteX1" fmla="*/ 312553 w 3083689"/>
                <a:gd name="connsiteY1" fmla="*/ 3057 h 377402"/>
                <a:gd name="connsiteX2" fmla="*/ 0 w 3083689"/>
                <a:gd name="connsiteY2" fmla="*/ 377401 h 377402"/>
                <a:gd name="connsiteX3" fmla="*/ 2741002 w 3083689"/>
                <a:gd name="connsiteY3" fmla="*/ 377402 h 377402"/>
                <a:gd name="connsiteX4" fmla="*/ 3083689 w 3083689"/>
                <a:gd name="connsiteY4" fmla="*/ 0 h 377402"/>
                <a:gd name="connsiteX0" fmla="*/ 3125548 w 3125548"/>
                <a:gd name="connsiteY0" fmla="*/ 0 h 377402"/>
                <a:gd name="connsiteX1" fmla="*/ 354412 w 3125548"/>
                <a:gd name="connsiteY1" fmla="*/ 3057 h 377402"/>
                <a:gd name="connsiteX2" fmla="*/ 0 w 3125548"/>
                <a:gd name="connsiteY2" fmla="*/ 372321 h 377402"/>
                <a:gd name="connsiteX3" fmla="*/ 2782861 w 3125548"/>
                <a:gd name="connsiteY3" fmla="*/ 377402 h 377402"/>
                <a:gd name="connsiteX4" fmla="*/ 3125548 w 3125548"/>
                <a:gd name="connsiteY4" fmla="*/ 0 h 377402"/>
                <a:gd name="connsiteX0" fmla="*/ 3125548 w 3125548"/>
                <a:gd name="connsiteY0" fmla="*/ 0 h 379095"/>
                <a:gd name="connsiteX1" fmla="*/ 354412 w 3125548"/>
                <a:gd name="connsiteY1" fmla="*/ 3057 h 379095"/>
                <a:gd name="connsiteX2" fmla="*/ 0 w 3125548"/>
                <a:gd name="connsiteY2" fmla="*/ 372321 h 379095"/>
                <a:gd name="connsiteX3" fmla="*/ 2758444 w 3125548"/>
                <a:gd name="connsiteY3" fmla="*/ 379095 h 379095"/>
                <a:gd name="connsiteX4" fmla="*/ 3125548 w 3125548"/>
                <a:gd name="connsiteY4" fmla="*/ 0 h 379095"/>
                <a:gd name="connsiteX0" fmla="*/ 3125548 w 3125548"/>
                <a:gd name="connsiteY0" fmla="*/ 0 h 375709"/>
                <a:gd name="connsiteX1" fmla="*/ 354412 w 3125548"/>
                <a:gd name="connsiteY1" fmla="*/ 3057 h 375709"/>
                <a:gd name="connsiteX2" fmla="*/ 0 w 3125548"/>
                <a:gd name="connsiteY2" fmla="*/ 372321 h 375709"/>
                <a:gd name="connsiteX3" fmla="*/ 2744491 w 3125548"/>
                <a:gd name="connsiteY3" fmla="*/ 375709 h 375709"/>
                <a:gd name="connsiteX4" fmla="*/ 3125548 w 3125548"/>
                <a:gd name="connsiteY4" fmla="*/ 0 h 375709"/>
                <a:gd name="connsiteX0" fmla="*/ 3125548 w 3125548"/>
                <a:gd name="connsiteY0" fmla="*/ 0 h 380788"/>
                <a:gd name="connsiteX1" fmla="*/ 354412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0 h 380788"/>
                <a:gd name="connsiteX1" fmla="*/ 332700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8195 h 388983"/>
                <a:gd name="connsiteX1" fmla="*/ 251092 w 3125548"/>
                <a:gd name="connsiteY1" fmla="*/ 0 h 388983"/>
                <a:gd name="connsiteX2" fmla="*/ 0 w 3125548"/>
                <a:gd name="connsiteY2" fmla="*/ 380516 h 388983"/>
                <a:gd name="connsiteX3" fmla="*/ 2723561 w 3125548"/>
                <a:gd name="connsiteY3" fmla="*/ 388983 h 388983"/>
                <a:gd name="connsiteX4" fmla="*/ 3125548 w 3125548"/>
                <a:gd name="connsiteY4" fmla="*/ 8195 h 388983"/>
                <a:gd name="connsiteX0" fmla="*/ 2985818 w 2985818"/>
                <a:gd name="connsiteY0" fmla="*/ 8195 h 388983"/>
                <a:gd name="connsiteX1" fmla="*/ 251092 w 2985818"/>
                <a:gd name="connsiteY1" fmla="*/ 0 h 388983"/>
                <a:gd name="connsiteX2" fmla="*/ 0 w 2985818"/>
                <a:gd name="connsiteY2" fmla="*/ 380516 h 388983"/>
                <a:gd name="connsiteX3" fmla="*/ 2723561 w 2985818"/>
                <a:gd name="connsiteY3" fmla="*/ 388983 h 388983"/>
                <a:gd name="connsiteX4" fmla="*/ 2985818 w 2985818"/>
                <a:gd name="connsiteY4" fmla="*/ 8195 h 388983"/>
                <a:gd name="connsiteX0" fmla="*/ 2985818 w 2985818"/>
                <a:gd name="connsiteY0" fmla="*/ 0 h 391609"/>
                <a:gd name="connsiteX1" fmla="*/ 251092 w 2985818"/>
                <a:gd name="connsiteY1" fmla="*/ 2626 h 391609"/>
                <a:gd name="connsiteX2" fmla="*/ 0 w 2985818"/>
                <a:gd name="connsiteY2" fmla="*/ 383142 h 391609"/>
                <a:gd name="connsiteX3" fmla="*/ 2723561 w 2985818"/>
                <a:gd name="connsiteY3" fmla="*/ 391609 h 391609"/>
                <a:gd name="connsiteX4" fmla="*/ 2985818 w 2985818"/>
                <a:gd name="connsiteY4" fmla="*/ 0 h 391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5818" h="391609">
                  <a:moveTo>
                    <a:pt x="2985818" y="0"/>
                  </a:moveTo>
                  <a:lnTo>
                    <a:pt x="251092" y="2626"/>
                  </a:lnTo>
                  <a:lnTo>
                    <a:pt x="0" y="383142"/>
                  </a:lnTo>
                  <a:lnTo>
                    <a:pt x="2723561" y="391609"/>
                  </a:lnTo>
                  <a:lnTo>
                    <a:pt x="2985818" y="0"/>
                  </a:lnTo>
                  <a:close/>
                </a:path>
              </a:pathLst>
            </a:custGeom>
            <a:solidFill>
              <a:srgbClr val="FF7900"/>
            </a:solidFill>
            <a:ln w="25400" cap="flat">
              <a:noFill/>
              <a:prstDash val="solid"/>
              <a:miter/>
            </a:ln>
          </p:spPr>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Helvetica"/>
              </a:endParaRPr>
            </a:p>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Helvetica"/>
              </a:endParaRPr>
            </a:p>
          </p:txBody>
        </p:sp>
        <p:sp>
          <p:nvSpPr>
            <p:cNvPr id="13" name="Title 1">
              <a:extLst>
                <a:ext uri="{FF2B5EF4-FFF2-40B4-BE49-F238E27FC236}">
                  <a16:creationId xmlns:a16="http://schemas.microsoft.com/office/drawing/2014/main" id="{13F13B5C-419D-BD39-523D-293C5D7CDA54}"/>
                </a:ext>
              </a:extLst>
            </p:cNvPr>
            <p:cNvSpPr txBox="1">
              <a:spLocks/>
            </p:cNvSpPr>
            <p:nvPr/>
          </p:nvSpPr>
          <p:spPr>
            <a:xfrm>
              <a:off x="2348807" y="2130633"/>
              <a:ext cx="931185" cy="206032"/>
            </a:xfrm>
            <a:prstGeom prst="rect">
              <a:avLst/>
            </a:prstGeom>
          </p:spPr>
          <p:txBody>
            <a:bodyPr lIns="0" rIns="0"/>
            <a:lstStyle>
              <a:lvl1pPr marL="0" indent="0" algn="l" defTabSz="914378"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a:lstStyle>
            <a:p>
              <a:pPr marL="0" marR="0" lvl="0" indent="0" algn="ctr" defTabSz="914333" rtl="0" eaLnBrk="1" fontAlgn="auto" latinLnBrk="0" hangingPunct="1">
                <a:lnSpc>
                  <a:spcPct val="90000"/>
                </a:lnSpc>
                <a:spcBef>
                  <a:spcPct val="0"/>
                </a:spcBef>
                <a:spcAft>
                  <a:spcPts val="0"/>
                </a:spcAft>
                <a:buClrTx/>
                <a:buSzTx/>
                <a:buFontTx/>
                <a:buNone/>
                <a:tabLst/>
                <a:defRPr/>
              </a:pPr>
              <a:r>
                <a:rPr kumimoji="0" lang="en-US" sz="9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I observe</a:t>
              </a:r>
            </a:p>
          </p:txBody>
        </p:sp>
      </p:grpSp>
      <p:cxnSp>
        <p:nvCxnSpPr>
          <p:cNvPr id="63" name="Connecteur droit 62">
            <a:extLst>
              <a:ext uri="{FF2B5EF4-FFF2-40B4-BE49-F238E27FC236}">
                <a16:creationId xmlns:a16="http://schemas.microsoft.com/office/drawing/2014/main" id="{FE1E2136-818C-D809-D423-02C37FDE06A3}"/>
              </a:ext>
            </a:extLst>
          </p:cNvPr>
          <p:cNvCxnSpPr>
            <a:cxnSpLocks/>
          </p:cNvCxnSpPr>
          <p:nvPr/>
        </p:nvCxnSpPr>
        <p:spPr>
          <a:xfrm>
            <a:off x="1517545" y="1301856"/>
            <a:ext cx="10435756" cy="0"/>
          </a:xfrm>
          <a:prstGeom prst="line">
            <a:avLst/>
          </a:prstGeom>
          <a:noFill/>
          <a:ln w="12700" cap="flat">
            <a:solidFill>
              <a:schemeClr val="bg2"/>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0" name="Freeform: Shape 53">
            <a:extLst>
              <a:ext uri="{FF2B5EF4-FFF2-40B4-BE49-F238E27FC236}">
                <a16:creationId xmlns:a16="http://schemas.microsoft.com/office/drawing/2014/main" id="{6644C7BC-CD8F-0D40-6473-1AB33F0FBC03}"/>
              </a:ext>
            </a:extLst>
          </p:cNvPr>
          <p:cNvSpPr/>
          <p:nvPr/>
        </p:nvSpPr>
        <p:spPr>
          <a:xfrm>
            <a:off x="3259082" y="4320676"/>
            <a:ext cx="2668843" cy="508923"/>
          </a:xfrm>
          <a:prstGeom prst="roundRect">
            <a:avLst/>
          </a:prstGeom>
          <a:gradFill>
            <a:gsLst>
              <a:gs pos="55000">
                <a:schemeClr val="accent3"/>
              </a:gs>
              <a:gs pos="72000">
                <a:schemeClr val="accent1"/>
              </a:gs>
              <a:gs pos="90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Lead to Order </a:t>
            </a:r>
          </a:p>
        </p:txBody>
      </p:sp>
      <p:sp>
        <p:nvSpPr>
          <p:cNvPr id="52" name="Freeform: Shape 53">
            <a:extLst>
              <a:ext uri="{FF2B5EF4-FFF2-40B4-BE49-F238E27FC236}">
                <a16:creationId xmlns:a16="http://schemas.microsoft.com/office/drawing/2014/main" id="{A8DEBC33-7B45-EBA4-1F69-2152F0E59515}"/>
              </a:ext>
            </a:extLst>
          </p:cNvPr>
          <p:cNvSpPr/>
          <p:nvPr/>
        </p:nvSpPr>
        <p:spPr>
          <a:xfrm>
            <a:off x="7248774" y="4320676"/>
            <a:ext cx="2668843" cy="508923"/>
          </a:xfrm>
          <a:prstGeom prst="roundRect">
            <a:avLst/>
          </a:prstGeom>
          <a:gradFill>
            <a:gsLst>
              <a:gs pos="30000">
                <a:schemeClr val="accent3"/>
              </a:gs>
              <a:gs pos="57000">
                <a:schemeClr val="accent1"/>
              </a:gs>
              <a:gs pos="84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Order to Bill</a:t>
            </a:r>
          </a:p>
        </p:txBody>
      </p:sp>
      <p:sp>
        <p:nvSpPr>
          <p:cNvPr id="24" name="Title 2">
            <a:extLst>
              <a:ext uri="{FF2B5EF4-FFF2-40B4-BE49-F238E27FC236}">
                <a16:creationId xmlns:a16="http://schemas.microsoft.com/office/drawing/2014/main" id="{929E4D1F-BCDA-CA99-D802-224805A1E5FE}"/>
              </a:ext>
            </a:extLst>
          </p:cNvPr>
          <p:cNvSpPr txBox="1">
            <a:spLocks/>
          </p:cNvSpPr>
          <p:nvPr/>
        </p:nvSpPr>
        <p:spPr>
          <a:xfrm>
            <a:off x="201158" y="292262"/>
            <a:ext cx="11990842" cy="927484"/>
          </a:xfrm>
          <a:prstGeom prst="rect">
            <a:avLst/>
          </a:prstGeom>
        </p:spPr>
        <p:txBody>
          <a:bodyPr vert="horz"/>
          <a:lstStyle>
            <a:lvl1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2pPr>
            <a:lvl3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3pPr>
            <a:lvl4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4pPr>
            <a:lvl5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5pPr>
            <a:lvl6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6pPr>
            <a:lvl7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7pPr>
            <a:lvl8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8pPr>
            <a:lvl9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9pPr>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27" normalizeH="0" baseline="0" noProof="0">
                <a:ln>
                  <a:noFill/>
                </a:ln>
                <a:solidFill>
                  <a:srgbClr val="FF7900"/>
                </a:solidFill>
                <a:effectLst/>
                <a:uLnTx/>
                <a:uFillTx/>
                <a:latin typeface="Helvetica 75 Bold"/>
                <a:ea typeface="+mj-ea"/>
                <a:cs typeface="+mj-cs"/>
                <a:sym typeface="Helvetica 75 Bold"/>
              </a:rPr>
              <a:t>NewCo streamlines the Customer Journey from </a:t>
            </a:r>
            <a:r>
              <a:rPr kumimoji="0" lang="en-US" sz="2800" b="0" i="0" u="none" strike="noStrike" kern="1200" cap="none" spc="-27" normalizeH="0" baseline="0" noProof="0">
                <a:ln>
                  <a:noFill/>
                </a:ln>
                <a:solidFill>
                  <a:srgbClr val="FFFFFF"/>
                </a:solidFill>
                <a:effectLst/>
                <a:uLnTx/>
                <a:uFillTx/>
                <a:latin typeface="Helvetica 75 Bold"/>
                <a:ea typeface="+mj-ea"/>
                <a:cs typeface="+mj-cs"/>
                <a:sym typeface="Helvetica 75 Bold"/>
              </a:rPr>
              <a:t>Lead to Bill</a:t>
            </a:r>
            <a:endParaRPr kumimoji="0" lang="en-US" sz="2670" b="0" i="0" u="none" strike="noStrike" kern="0" cap="none" spc="-27" normalizeH="0" baseline="0" noProof="0">
              <a:ln>
                <a:noFill/>
              </a:ln>
              <a:solidFill>
                <a:srgbClr val="FFFFFF"/>
              </a:solidFill>
              <a:effectLst/>
              <a:uLnTx/>
              <a:uFillTx/>
              <a:latin typeface="Helvetica 75 Bold"/>
              <a:ea typeface="+mj-ea"/>
              <a:cs typeface="+mj-cs"/>
              <a:sym typeface="Helvetica 75 Bold"/>
            </a:endParaRPr>
          </a:p>
        </p:txBody>
      </p:sp>
      <p:sp>
        <p:nvSpPr>
          <p:cNvPr id="3" name="TextBox 42">
            <a:extLst>
              <a:ext uri="{FF2B5EF4-FFF2-40B4-BE49-F238E27FC236}">
                <a16:creationId xmlns:a16="http://schemas.microsoft.com/office/drawing/2014/main" id="{AE7AB8D3-D0C3-2FE8-2B9C-B5878A6D44B5}"/>
              </a:ext>
            </a:extLst>
          </p:cNvPr>
          <p:cNvSpPr txBox="1"/>
          <p:nvPr/>
        </p:nvSpPr>
        <p:spPr>
          <a:xfrm>
            <a:off x="4228040" y="1093778"/>
            <a:ext cx="5014767" cy="43088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7900"/>
                </a:solidFill>
                <a:effectLst/>
                <a:uLnTx/>
                <a:uFillTx/>
                <a:latin typeface="Helvetica 75 Bold"/>
                <a:ea typeface="+mn-ea"/>
                <a:cs typeface="Helvetica"/>
              </a:rPr>
              <a:t>NextGen Products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Helvetica"/>
              </a:rPr>
              <a:t>Communication Services, Smart Mobility, Digital Services, OCD</a:t>
            </a:r>
          </a:p>
        </p:txBody>
      </p:sp>
      <p:cxnSp>
        <p:nvCxnSpPr>
          <p:cNvPr id="73" name="Straight Connector 72">
            <a:extLst>
              <a:ext uri="{FF2B5EF4-FFF2-40B4-BE49-F238E27FC236}">
                <a16:creationId xmlns:a16="http://schemas.microsoft.com/office/drawing/2014/main" id="{149CE1F2-D2B4-C44E-00BA-CC2F76C24368}"/>
              </a:ext>
            </a:extLst>
          </p:cNvPr>
          <p:cNvCxnSpPr/>
          <p:nvPr/>
        </p:nvCxnSpPr>
        <p:spPr>
          <a:xfrm>
            <a:off x="529389" y="1655545"/>
            <a:ext cx="0" cy="4610501"/>
          </a:xfrm>
          <a:prstGeom prst="line">
            <a:avLst/>
          </a:prstGeom>
          <a:noFill/>
          <a:ln w="6350" cap="flat">
            <a:solidFill>
              <a:schemeClr val="bg2"/>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1" name="TextBox 42">
            <a:extLst>
              <a:ext uri="{FF2B5EF4-FFF2-40B4-BE49-F238E27FC236}">
                <a16:creationId xmlns:a16="http://schemas.microsoft.com/office/drawing/2014/main" id="{674E111A-A476-30E6-8E5B-09CF21DCC5B3}"/>
              </a:ext>
            </a:extLst>
          </p:cNvPr>
          <p:cNvSpPr txBox="1"/>
          <p:nvPr/>
        </p:nvSpPr>
        <p:spPr>
          <a:xfrm>
            <a:off x="295064" y="4167247"/>
            <a:ext cx="1276222" cy="64633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7900"/>
                </a:solidFill>
                <a:effectLst/>
                <a:uLnTx/>
                <a:uFillTx/>
                <a:latin typeface="Helvetica 75 Bold"/>
                <a:ea typeface="+mn-ea"/>
                <a:cs typeface="Helvetica"/>
              </a:rPr>
              <a:t>NextGen</a:t>
            </a:r>
            <a:r>
              <a:rPr kumimoji="0" lang="en-US" sz="1400" b="0" i="0" u="none" strike="noStrike" kern="1200" cap="none" spc="0" normalizeH="0" baseline="0" noProof="0">
                <a:ln>
                  <a:noFill/>
                </a:ln>
                <a:solidFill>
                  <a:srgbClr val="FFFFFF"/>
                </a:solidFill>
                <a:effectLst/>
                <a:uLnTx/>
                <a:uFillTx/>
                <a:latin typeface="Helvetica 75 Bold"/>
                <a:ea typeface="+mn-ea"/>
                <a:cs typeface="Helvetica"/>
              </a:rPr>
              <a:t> operational model</a:t>
            </a:r>
          </a:p>
        </p:txBody>
      </p:sp>
      <p:sp>
        <p:nvSpPr>
          <p:cNvPr id="5" name="TextBox 42">
            <a:extLst>
              <a:ext uri="{FF2B5EF4-FFF2-40B4-BE49-F238E27FC236}">
                <a16:creationId xmlns:a16="http://schemas.microsoft.com/office/drawing/2014/main" id="{0B80800F-21BF-2FF2-0C3C-C6FDB94F35A3}"/>
              </a:ext>
            </a:extLst>
          </p:cNvPr>
          <p:cNvSpPr txBox="1"/>
          <p:nvPr/>
        </p:nvSpPr>
        <p:spPr>
          <a:xfrm>
            <a:off x="305121" y="2002914"/>
            <a:ext cx="1234101" cy="64633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7900"/>
                </a:solidFill>
                <a:effectLst/>
                <a:uLnTx/>
                <a:uFillTx/>
                <a:latin typeface="Helvetica 75 Bold"/>
                <a:ea typeface="+mn-ea"/>
                <a:cs typeface="Helvetica"/>
              </a:rPr>
              <a:t>NextGen</a:t>
            </a:r>
            <a:r>
              <a:rPr kumimoji="0" lang="en-US" sz="1400" b="0" i="0" u="none" strike="noStrike" kern="1200" cap="none" spc="0" normalizeH="0" baseline="0" noProof="0">
                <a:ln>
                  <a:noFill/>
                </a:ln>
                <a:solidFill>
                  <a:srgbClr val="FFFFFF"/>
                </a:solidFill>
                <a:effectLst/>
                <a:uLnTx/>
                <a:uFillTx/>
                <a:latin typeface="Helvetica 75 Bold"/>
                <a:ea typeface="+mn-ea"/>
                <a:cs typeface="Helvetica"/>
              </a:rPr>
              <a:t> Customer Journey</a:t>
            </a:r>
          </a:p>
        </p:txBody>
      </p:sp>
      <p:sp>
        <p:nvSpPr>
          <p:cNvPr id="75" name="TextBox 74">
            <a:extLst>
              <a:ext uri="{FF2B5EF4-FFF2-40B4-BE49-F238E27FC236}">
                <a16:creationId xmlns:a16="http://schemas.microsoft.com/office/drawing/2014/main" id="{56DF7F4D-9671-1953-5121-DEEB9E4A80D7}"/>
              </a:ext>
            </a:extLst>
          </p:cNvPr>
          <p:cNvSpPr txBox="1"/>
          <p:nvPr/>
        </p:nvSpPr>
        <p:spPr>
          <a:xfrm rot="20448831">
            <a:off x="-171823" y="1326988"/>
            <a:ext cx="218799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ctr" defTabSz="2438339" rtl="0" eaLnBrk="1" fontAlgn="auto" latinLnBrk="0" hangingPunct="0">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8F8F8F"/>
                </a:solidFill>
                <a:effectLst/>
                <a:uLnTx/>
                <a:uFillTx/>
                <a:latin typeface="Helvetica 75 Bold"/>
                <a:ea typeface="+mn-ea"/>
                <a:cs typeface="+mn-cs"/>
                <a:sym typeface="Helvetica 75 Bold"/>
              </a:rPr>
              <a:t>Transforming towards</a:t>
            </a:r>
          </a:p>
        </p:txBody>
      </p:sp>
      <p:sp>
        <p:nvSpPr>
          <p:cNvPr id="76" name="TextBox 75">
            <a:extLst>
              <a:ext uri="{FF2B5EF4-FFF2-40B4-BE49-F238E27FC236}">
                <a16:creationId xmlns:a16="http://schemas.microsoft.com/office/drawing/2014/main" id="{42D35D8D-5E78-886D-4CC6-6AD3975F96ED}"/>
              </a:ext>
            </a:extLst>
          </p:cNvPr>
          <p:cNvSpPr txBox="1"/>
          <p:nvPr/>
        </p:nvSpPr>
        <p:spPr>
          <a:xfrm>
            <a:off x="198818" y="3429000"/>
            <a:ext cx="1119546" cy="15388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ctr" defTabSz="2438339" rtl="0" eaLnBrk="1" fontAlgn="auto" latinLnBrk="0" hangingPunct="0">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8F8F8F"/>
                </a:solidFill>
                <a:effectLst/>
                <a:uLnTx/>
                <a:uFillTx/>
                <a:latin typeface="Helvetica 75 Bold"/>
                <a:ea typeface="+mn-ea"/>
                <a:cs typeface="+mn-cs"/>
                <a:sym typeface="Helvetica 75 Bold"/>
              </a:rPr>
              <a:t>Supported by</a:t>
            </a:r>
          </a:p>
        </p:txBody>
      </p:sp>
      <p:sp>
        <p:nvSpPr>
          <p:cNvPr id="23" name="Freeform: Shape 22">
            <a:extLst>
              <a:ext uri="{FF2B5EF4-FFF2-40B4-BE49-F238E27FC236}">
                <a16:creationId xmlns:a16="http://schemas.microsoft.com/office/drawing/2014/main" id="{FF8608B3-FC6D-DCFC-9CB9-2F38076408C7}"/>
              </a:ext>
            </a:extLst>
          </p:cNvPr>
          <p:cNvSpPr/>
          <p:nvPr/>
        </p:nvSpPr>
        <p:spPr>
          <a:xfrm>
            <a:off x="1581343" y="2604274"/>
            <a:ext cx="3218347" cy="1475326"/>
          </a:xfrm>
          <a:custGeom>
            <a:avLst/>
            <a:gdLst>
              <a:gd name="connsiteX0" fmla="*/ 0 w 3238959"/>
              <a:gd name="connsiteY0" fmla="*/ 33050 h 1729648"/>
              <a:gd name="connsiteX1" fmla="*/ 815248 w 3238959"/>
              <a:gd name="connsiteY1" fmla="*/ 1729648 h 1729648"/>
              <a:gd name="connsiteX2" fmla="*/ 3238959 w 3238959"/>
              <a:gd name="connsiteY2" fmla="*/ 1729648 h 1729648"/>
              <a:gd name="connsiteX3" fmla="*/ 1652530 w 3238959"/>
              <a:gd name="connsiteY3" fmla="*/ 0 h 1729648"/>
              <a:gd name="connsiteX4" fmla="*/ 0 w 3238959"/>
              <a:gd name="connsiteY4" fmla="*/ 33050 h 1729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959" h="1729648">
                <a:moveTo>
                  <a:pt x="0" y="33050"/>
                </a:moveTo>
                <a:lnTo>
                  <a:pt x="815248" y="1729648"/>
                </a:lnTo>
                <a:lnTo>
                  <a:pt x="3238959" y="1729648"/>
                </a:lnTo>
                <a:lnTo>
                  <a:pt x="1652530" y="0"/>
                </a:lnTo>
                <a:lnTo>
                  <a:pt x="0" y="33050"/>
                </a:lnTo>
                <a:close/>
              </a:path>
            </a:pathLst>
          </a:custGeom>
          <a:solidFill>
            <a:schemeClr val="accent3">
              <a:alpha val="33000"/>
            </a:schemeClr>
          </a:soli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26" name="Freeform: Shape 25">
            <a:extLst>
              <a:ext uri="{FF2B5EF4-FFF2-40B4-BE49-F238E27FC236}">
                <a16:creationId xmlns:a16="http://schemas.microsoft.com/office/drawing/2014/main" id="{68C5A70D-0941-53B3-40C3-8E6E3FED5CA3}"/>
              </a:ext>
            </a:extLst>
          </p:cNvPr>
          <p:cNvSpPr/>
          <p:nvPr/>
        </p:nvSpPr>
        <p:spPr>
          <a:xfrm>
            <a:off x="3881183" y="2604274"/>
            <a:ext cx="2111056" cy="1475326"/>
          </a:xfrm>
          <a:custGeom>
            <a:avLst/>
            <a:gdLst>
              <a:gd name="connsiteX0" fmla="*/ 66101 w 4792337"/>
              <a:gd name="connsiteY0" fmla="*/ 33050 h 1751682"/>
              <a:gd name="connsiteX1" fmla="*/ 2412694 w 4792337"/>
              <a:gd name="connsiteY1" fmla="*/ 1751682 h 1751682"/>
              <a:gd name="connsiteX2" fmla="*/ 4792337 w 4792337"/>
              <a:gd name="connsiteY2" fmla="*/ 1751682 h 1751682"/>
              <a:gd name="connsiteX3" fmla="*/ 3382178 w 4792337"/>
              <a:gd name="connsiteY3" fmla="*/ 0 h 1751682"/>
              <a:gd name="connsiteX4" fmla="*/ 66101 w 4792337"/>
              <a:gd name="connsiteY4" fmla="*/ 0 h 1751682"/>
              <a:gd name="connsiteX5" fmla="*/ 0 w 4792337"/>
              <a:gd name="connsiteY5" fmla="*/ 22033 h 1751682"/>
              <a:gd name="connsiteX6" fmla="*/ 66101 w 4792337"/>
              <a:gd name="connsiteY6" fmla="*/ 33050 h 1751682"/>
              <a:gd name="connsiteX0" fmla="*/ 66101 w 8552810"/>
              <a:gd name="connsiteY0" fmla="*/ 33050 h 1871842"/>
              <a:gd name="connsiteX1" fmla="*/ 2412694 w 8552810"/>
              <a:gd name="connsiteY1" fmla="*/ 1751682 h 1871842"/>
              <a:gd name="connsiteX2" fmla="*/ 8552810 w 8552810"/>
              <a:gd name="connsiteY2" fmla="*/ 1871842 h 1871842"/>
              <a:gd name="connsiteX3" fmla="*/ 3382178 w 8552810"/>
              <a:gd name="connsiteY3" fmla="*/ 0 h 1871842"/>
              <a:gd name="connsiteX4" fmla="*/ 66101 w 8552810"/>
              <a:gd name="connsiteY4" fmla="*/ 0 h 1871842"/>
              <a:gd name="connsiteX5" fmla="*/ 0 w 8552810"/>
              <a:gd name="connsiteY5" fmla="*/ 22033 h 1871842"/>
              <a:gd name="connsiteX6" fmla="*/ 66101 w 8552810"/>
              <a:gd name="connsiteY6" fmla="*/ 33050 h 1871842"/>
              <a:gd name="connsiteX0" fmla="*/ 66101 w 8552810"/>
              <a:gd name="connsiteY0" fmla="*/ 33050 h 1871842"/>
              <a:gd name="connsiteX1" fmla="*/ 5893135 w 8552810"/>
              <a:gd name="connsiteY1" fmla="*/ 1849995 h 1871842"/>
              <a:gd name="connsiteX2" fmla="*/ 8552810 w 8552810"/>
              <a:gd name="connsiteY2" fmla="*/ 1871842 h 1871842"/>
              <a:gd name="connsiteX3" fmla="*/ 3382178 w 8552810"/>
              <a:gd name="connsiteY3" fmla="*/ 0 h 1871842"/>
              <a:gd name="connsiteX4" fmla="*/ 66101 w 8552810"/>
              <a:gd name="connsiteY4" fmla="*/ 0 h 1871842"/>
              <a:gd name="connsiteX5" fmla="*/ 0 w 8552810"/>
              <a:gd name="connsiteY5" fmla="*/ 22033 h 1871842"/>
              <a:gd name="connsiteX6" fmla="*/ 66101 w 8552810"/>
              <a:gd name="connsiteY6" fmla="*/ 33050 h 1871842"/>
              <a:gd name="connsiteX0" fmla="*/ 66101 w 8632819"/>
              <a:gd name="connsiteY0" fmla="*/ 33050 h 1849995"/>
              <a:gd name="connsiteX1" fmla="*/ 5893135 w 8632819"/>
              <a:gd name="connsiteY1" fmla="*/ 1849995 h 1849995"/>
              <a:gd name="connsiteX2" fmla="*/ 8632819 w 8632819"/>
              <a:gd name="connsiteY2" fmla="*/ 1828148 h 1849995"/>
              <a:gd name="connsiteX3" fmla="*/ 3382178 w 8632819"/>
              <a:gd name="connsiteY3" fmla="*/ 0 h 1849995"/>
              <a:gd name="connsiteX4" fmla="*/ 66101 w 8632819"/>
              <a:gd name="connsiteY4" fmla="*/ 0 h 1849995"/>
              <a:gd name="connsiteX5" fmla="*/ 0 w 8632819"/>
              <a:gd name="connsiteY5" fmla="*/ 22033 h 1849995"/>
              <a:gd name="connsiteX6" fmla="*/ 66101 w 8632819"/>
              <a:gd name="connsiteY6" fmla="*/ 33050 h 1849995"/>
              <a:gd name="connsiteX0" fmla="*/ 66101 w 8632819"/>
              <a:gd name="connsiteY0" fmla="*/ 33050 h 1828148"/>
              <a:gd name="connsiteX1" fmla="*/ 5813126 w 8632819"/>
              <a:gd name="connsiteY1" fmla="*/ 1806301 h 1828148"/>
              <a:gd name="connsiteX2" fmla="*/ 8632819 w 8632819"/>
              <a:gd name="connsiteY2" fmla="*/ 1828148 h 1828148"/>
              <a:gd name="connsiteX3" fmla="*/ 3382178 w 8632819"/>
              <a:gd name="connsiteY3" fmla="*/ 0 h 1828148"/>
              <a:gd name="connsiteX4" fmla="*/ 66101 w 8632819"/>
              <a:gd name="connsiteY4" fmla="*/ 0 h 1828148"/>
              <a:gd name="connsiteX5" fmla="*/ 0 w 8632819"/>
              <a:gd name="connsiteY5" fmla="*/ 22033 h 1828148"/>
              <a:gd name="connsiteX6" fmla="*/ 66101 w 8632819"/>
              <a:gd name="connsiteY6" fmla="*/ 33050 h 1828148"/>
              <a:gd name="connsiteX0" fmla="*/ 66101 w 8632819"/>
              <a:gd name="connsiteY0" fmla="*/ 33050 h 1828148"/>
              <a:gd name="connsiteX1" fmla="*/ 5813126 w 8632819"/>
              <a:gd name="connsiteY1" fmla="*/ 1806301 h 1828148"/>
              <a:gd name="connsiteX2" fmla="*/ 8632819 w 8632819"/>
              <a:gd name="connsiteY2" fmla="*/ 1828148 h 1828148"/>
              <a:gd name="connsiteX3" fmla="*/ 2676419 w 8632819"/>
              <a:gd name="connsiteY3" fmla="*/ 10924 h 1828148"/>
              <a:gd name="connsiteX4" fmla="*/ 66101 w 8632819"/>
              <a:gd name="connsiteY4" fmla="*/ 0 h 1828148"/>
              <a:gd name="connsiteX5" fmla="*/ 0 w 8632819"/>
              <a:gd name="connsiteY5" fmla="*/ 22033 h 1828148"/>
              <a:gd name="connsiteX6" fmla="*/ 66101 w 8632819"/>
              <a:gd name="connsiteY6" fmla="*/ 33050 h 1828148"/>
              <a:gd name="connsiteX0" fmla="*/ 66101 w 11781582"/>
              <a:gd name="connsiteY0" fmla="*/ 33050 h 1806301"/>
              <a:gd name="connsiteX1" fmla="*/ 5813126 w 11781582"/>
              <a:gd name="connsiteY1" fmla="*/ 1806301 h 1806301"/>
              <a:gd name="connsiteX2" fmla="*/ 11781582 w 11781582"/>
              <a:gd name="connsiteY2" fmla="*/ 1784453 h 1806301"/>
              <a:gd name="connsiteX3" fmla="*/ 2676419 w 11781582"/>
              <a:gd name="connsiteY3" fmla="*/ 10924 h 1806301"/>
              <a:gd name="connsiteX4" fmla="*/ 66101 w 11781582"/>
              <a:gd name="connsiteY4" fmla="*/ 0 h 1806301"/>
              <a:gd name="connsiteX5" fmla="*/ 0 w 11781582"/>
              <a:gd name="connsiteY5" fmla="*/ 22033 h 1806301"/>
              <a:gd name="connsiteX6" fmla="*/ 66101 w 11781582"/>
              <a:gd name="connsiteY6" fmla="*/ 33050 h 1806301"/>
              <a:gd name="connsiteX0" fmla="*/ 66101 w 11781582"/>
              <a:gd name="connsiteY0" fmla="*/ 33050 h 1784453"/>
              <a:gd name="connsiteX1" fmla="*/ 6193153 w 11781582"/>
              <a:gd name="connsiteY1" fmla="*/ 1762606 h 1784453"/>
              <a:gd name="connsiteX2" fmla="*/ 11781582 w 11781582"/>
              <a:gd name="connsiteY2" fmla="*/ 1784453 h 1784453"/>
              <a:gd name="connsiteX3" fmla="*/ 2676419 w 11781582"/>
              <a:gd name="connsiteY3" fmla="*/ 10924 h 1784453"/>
              <a:gd name="connsiteX4" fmla="*/ 66101 w 11781582"/>
              <a:gd name="connsiteY4" fmla="*/ 0 h 1784453"/>
              <a:gd name="connsiteX5" fmla="*/ 0 w 11781582"/>
              <a:gd name="connsiteY5" fmla="*/ 22033 h 1784453"/>
              <a:gd name="connsiteX6" fmla="*/ 66101 w 11781582"/>
              <a:gd name="connsiteY6" fmla="*/ 33050 h 178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1582" h="1784453">
                <a:moveTo>
                  <a:pt x="66101" y="33050"/>
                </a:moveTo>
                <a:lnTo>
                  <a:pt x="6193153" y="1762606"/>
                </a:lnTo>
                <a:lnTo>
                  <a:pt x="11781582" y="1784453"/>
                </a:lnTo>
                <a:lnTo>
                  <a:pt x="2676419" y="10924"/>
                </a:lnTo>
                <a:lnTo>
                  <a:pt x="66101" y="0"/>
                </a:lnTo>
                <a:lnTo>
                  <a:pt x="0" y="22033"/>
                </a:lnTo>
                <a:lnTo>
                  <a:pt x="66101" y="33050"/>
                </a:lnTo>
                <a:close/>
              </a:path>
            </a:pathLst>
          </a:custGeom>
          <a:solidFill>
            <a:schemeClr val="accent1">
              <a:alpha val="40000"/>
            </a:schemeClr>
          </a:soli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27" name="Freeform: Shape 26">
            <a:extLst>
              <a:ext uri="{FF2B5EF4-FFF2-40B4-BE49-F238E27FC236}">
                <a16:creationId xmlns:a16="http://schemas.microsoft.com/office/drawing/2014/main" id="{A32BD31F-822D-151B-6254-079DD87E5EF5}"/>
              </a:ext>
            </a:extLst>
          </p:cNvPr>
          <p:cNvSpPr/>
          <p:nvPr/>
        </p:nvSpPr>
        <p:spPr>
          <a:xfrm>
            <a:off x="8657617" y="2604274"/>
            <a:ext cx="3093396" cy="1475326"/>
          </a:xfrm>
          <a:custGeom>
            <a:avLst/>
            <a:gdLst>
              <a:gd name="connsiteX0" fmla="*/ 0 w 4990641"/>
              <a:gd name="connsiteY0" fmla="*/ 0 h 1740665"/>
              <a:gd name="connsiteX1" fmla="*/ 2170323 w 4990641"/>
              <a:gd name="connsiteY1" fmla="*/ 1740665 h 1740665"/>
              <a:gd name="connsiteX2" fmla="*/ 4605051 w 4990641"/>
              <a:gd name="connsiteY2" fmla="*/ 1740665 h 1740665"/>
              <a:gd name="connsiteX3" fmla="*/ 4990641 w 4990641"/>
              <a:gd name="connsiteY3" fmla="*/ 0 h 1740665"/>
              <a:gd name="connsiteX4" fmla="*/ 0 w 4990641"/>
              <a:gd name="connsiteY4" fmla="*/ 0 h 1740665"/>
              <a:gd name="connsiteX0" fmla="*/ 2028041 w 7018682"/>
              <a:gd name="connsiteY0" fmla="*/ 0 h 1770769"/>
              <a:gd name="connsiteX1" fmla="*/ 0 w 7018682"/>
              <a:gd name="connsiteY1" fmla="*/ 1770769 h 1770769"/>
              <a:gd name="connsiteX2" fmla="*/ 6633092 w 7018682"/>
              <a:gd name="connsiteY2" fmla="*/ 1740665 h 1770769"/>
              <a:gd name="connsiteX3" fmla="*/ 7018682 w 7018682"/>
              <a:gd name="connsiteY3" fmla="*/ 0 h 1770769"/>
              <a:gd name="connsiteX4" fmla="*/ 2028041 w 7018682"/>
              <a:gd name="connsiteY4" fmla="*/ 0 h 1770769"/>
              <a:gd name="connsiteX0" fmla="*/ 2028041 w 7018682"/>
              <a:gd name="connsiteY0" fmla="*/ 0 h 1770769"/>
              <a:gd name="connsiteX1" fmla="*/ 0 w 7018682"/>
              <a:gd name="connsiteY1" fmla="*/ 1770769 h 1770769"/>
              <a:gd name="connsiteX2" fmla="*/ 4873483 w 7018682"/>
              <a:gd name="connsiteY2" fmla="*/ 1770769 h 1770769"/>
              <a:gd name="connsiteX3" fmla="*/ 7018682 w 7018682"/>
              <a:gd name="connsiteY3" fmla="*/ 0 h 1770769"/>
              <a:gd name="connsiteX4" fmla="*/ 2028041 w 7018682"/>
              <a:gd name="connsiteY4" fmla="*/ 0 h 1770769"/>
              <a:gd name="connsiteX0" fmla="*/ 4156658 w 9147299"/>
              <a:gd name="connsiteY0" fmla="*/ 0 h 1811411"/>
              <a:gd name="connsiteX1" fmla="*/ 0 w 9147299"/>
              <a:gd name="connsiteY1" fmla="*/ 1811411 h 1811411"/>
              <a:gd name="connsiteX2" fmla="*/ 7002100 w 9147299"/>
              <a:gd name="connsiteY2" fmla="*/ 1770769 h 1811411"/>
              <a:gd name="connsiteX3" fmla="*/ 9147299 w 9147299"/>
              <a:gd name="connsiteY3" fmla="*/ 0 h 1811411"/>
              <a:gd name="connsiteX4" fmla="*/ 4156658 w 9147299"/>
              <a:gd name="connsiteY4" fmla="*/ 0 h 1811411"/>
              <a:gd name="connsiteX0" fmla="*/ 4156658 w 9147299"/>
              <a:gd name="connsiteY0" fmla="*/ 0 h 1811411"/>
              <a:gd name="connsiteX1" fmla="*/ 0 w 9147299"/>
              <a:gd name="connsiteY1" fmla="*/ 1811411 h 1811411"/>
              <a:gd name="connsiteX2" fmla="*/ 5621379 w 9147299"/>
              <a:gd name="connsiteY2" fmla="*/ 1750448 h 1811411"/>
              <a:gd name="connsiteX3" fmla="*/ 9147299 w 9147299"/>
              <a:gd name="connsiteY3" fmla="*/ 0 h 1811411"/>
              <a:gd name="connsiteX4" fmla="*/ 4156658 w 9147299"/>
              <a:gd name="connsiteY4" fmla="*/ 0 h 1811411"/>
              <a:gd name="connsiteX0" fmla="*/ 4156658 w 9147299"/>
              <a:gd name="connsiteY0" fmla="*/ 0 h 1831730"/>
              <a:gd name="connsiteX1" fmla="*/ 0 w 9147299"/>
              <a:gd name="connsiteY1" fmla="*/ 1811411 h 1831730"/>
              <a:gd name="connsiteX2" fmla="*/ 5765207 w 9147299"/>
              <a:gd name="connsiteY2" fmla="*/ 1831730 h 1831730"/>
              <a:gd name="connsiteX3" fmla="*/ 9147299 w 9147299"/>
              <a:gd name="connsiteY3" fmla="*/ 0 h 1831730"/>
              <a:gd name="connsiteX4" fmla="*/ 4156658 w 9147299"/>
              <a:gd name="connsiteY4" fmla="*/ 0 h 1831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7299" h="1831730">
                <a:moveTo>
                  <a:pt x="4156658" y="0"/>
                </a:moveTo>
                <a:lnTo>
                  <a:pt x="0" y="1811411"/>
                </a:lnTo>
                <a:lnTo>
                  <a:pt x="5765207" y="1831730"/>
                </a:lnTo>
                <a:lnTo>
                  <a:pt x="9147299" y="0"/>
                </a:lnTo>
                <a:lnTo>
                  <a:pt x="4156658" y="0"/>
                </a:lnTo>
                <a:close/>
              </a:path>
            </a:pathLst>
          </a:custGeom>
          <a:solidFill>
            <a:schemeClr val="accent5">
              <a:alpha val="53000"/>
            </a:schemeClr>
          </a:soli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6" name="Rectangle : coins arrondis 5">
            <a:extLst>
              <a:ext uri="{FF2B5EF4-FFF2-40B4-BE49-F238E27FC236}">
                <a16:creationId xmlns:a16="http://schemas.microsoft.com/office/drawing/2014/main" id="{008BA1A2-1E94-196F-2DEE-E0104D269478}"/>
              </a:ext>
            </a:extLst>
          </p:cNvPr>
          <p:cNvSpPr/>
          <p:nvPr/>
        </p:nvSpPr>
        <p:spPr>
          <a:xfrm>
            <a:off x="2412459" y="4105068"/>
            <a:ext cx="8200417" cy="959639"/>
          </a:xfrm>
          <a:prstGeom prst="roundRect">
            <a:avLst/>
          </a:prstGeom>
          <a:noFill/>
          <a:ln w="6350" cap="sq">
            <a:solidFill>
              <a:srgbClr val="FF79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7" name="TextBox 42">
            <a:extLst>
              <a:ext uri="{FF2B5EF4-FFF2-40B4-BE49-F238E27FC236}">
                <a16:creationId xmlns:a16="http://schemas.microsoft.com/office/drawing/2014/main" id="{341BA46F-C665-06BF-52D8-E57DE94C9010}"/>
              </a:ext>
            </a:extLst>
          </p:cNvPr>
          <p:cNvSpPr txBox="1"/>
          <p:nvPr/>
        </p:nvSpPr>
        <p:spPr>
          <a:xfrm>
            <a:off x="229092" y="5856100"/>
            <a:ext cx="1234101" cy="430887"/>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7900"/>
                </a:solidFill>
                <a:effectLst/>
                <a:uLnTx/>
                <a:uFillTx/>
                <a:latin typeface="Helvetica 75 Bold"/>
                <a:ea typeface="+mn-ea"/>
                <a:cs typeface="Helvetica"/>
              </a:rPr>
              <a:t>NextGen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Helvetica 75 Bold"/>
                <a:ea typeface="+mn-ea"/>
                <a:cs typeface="Helvetica"/>
              </a:rPr>
              <a:t>IT capabilities</a:t>
            </a:r>
          </a:p>
        </p:txBody>
      </p:sp>
      <p:sp>
        <p:nvSpPr>
          <p:cNvPr id="8" name="TextBox 77">
            <a:extLst>
              <a:ext uri="{FF2B5EF4-FFF2-40B4-BE49-F238E27FC236}">
                <a16:creationId xmlns:a16="http://schemas.microsoft.com/office/drawing/2014/main" id="{F97A515F-2A8A-95C6-FBA7-C40A129E8E3E}"/>
              </a:ext>
            </a:extLst>
          </p:cNvPr>
          <p:cNvSpPr txBox="1"/>
          <p:nvPr/>
        </p:nvSpPr>
        <p:spPr>
          <a:xfrm>
            <a:off x="0" y="5320993"/>
            <a:ext cx="1119546" cy="15388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ctr" defTabSz="2438339" rtl="0" eaLnBrk="1" fontAlgn="auto" latinLnBrk="0" hangingPunct="0">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8F8F8F"/>
                </a:solidFill>
                <a:effectLst/>
                <a:uLnTx/>
                <a:uFillTx/>
                <a:latin typeface="Helvetica 75 Bold"/>
                <a:ea typeface="+mn-ea"/>
                <a:cs typeface="+mn-cs"/>
                <a:sym typeface="Helvetica 75 Bold"/>
              </a:rPr>
              <a:t>Enabled by</a:t>
            </a:r>
          </a:p>
        </p:txBody>
      </p:sp>
      <p:sp>
        <p:nvSpPr>
          <p:cNvPr id="9" name="Organigramme : Terminateur 56">
            <a:extLst>
              <a:ext uri="{FF2B5EF4-FFF2-40B4-BE49-F238E27FC236}">
                <a16:creationId xmlns:a16="http://schemas.microsoft.com/office/drawing/2014/main" id="{A46AB82F-117F-A662-2F77-F28E4A30B313}"/>
              </a:ext>
            </a:extLst>
          </p:cNvPr>
          <p:cNvSpPr/>
          <p:nvPr/>
        </p:nvSpPr>
        <p:spPr>
          <a:xfrm>
            <a:off x="4020685" y="5726795"/>
            <a:ext cx="1361552" cy="430888"/>
          </a:xfrm>
          <a:prstGeom prst="roundRect">
            <a:avLst>
              <a:gd name="adj" fmla="val 38347"/>
            </a:avLst>
          </a:prstGeom>
          <a:gradFill>
            <a:gsLst>
              <a:gs pos="55000">
                <a:schemeClr val="accent3"/>
              </a:gs>
              <a:gs pos="72000">
                <a:schemeClr val="accent1"/>
              </a:gs>
              <a:gs pos="90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E-commerce</a:t>
            </a:r>
          </a:p>
        </p:txBody>
      </p:sp>
      <p:sp>
        <p:nvSpPr>
          <p:cNvPr id="10" name="Organigramme : Terminateur 56">
            <a:extLst>
              <a:ext uri="{FF2B5EF4-FFF2-40B4-BE49-F238E27FC236}">
                <a16:creationId xmlns:a16="http://schemas.microsoft.com/office/drawing/2014/main" id="{D88AD924-6B99-E430-DEBA-A16EAA7AD3B3}"/>
              </a:ext>
            </a:extLst>
          </p:cNvPr>
          <p:cNvSpPr/>
          <p:nvPr/>
        </p:nvSpPr>
        <p:spPr>
          <a:xfrm>
            <a:off x="7099922" y="5726797"/>
            <a:ext cx="948573" cy="430887"/>
          </a:xfrm>
          <a:prstGeom prst="roundRect">
            <a:avLst>
              <a:gd name="adj" fmla="val 38347"/>
            </a:avLst>
          </a:prstGeom>
          <a:gradFill>
            <a:gsLst>
              <a:gs pos="55000">
                <a:schemeClr val="accent3"/>
              </a:gs>
              <a:gs pos="72000">
                <a:schemeClr val="accent1"/>
              </a:gs>
              <a:gs pos="90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CLM</a:t>
            </a:r>
          </a:p>
        </p:txBody>
      </p:sp>
      <p:sp>
        <p:nvSpPr>
          <p:cNvPr id="14" name="Organigramme : Terminateur 56">
            <a:extLst>
              <a:ext uri="{FF2B5EF4-FFF2-40B4-BE49-F238E27FC236}">
                <a16:creationId xmlns:a16="http://schemas.microsoft.com/office/drawing/2014/main" id="{105D2762-B6FA-F073-3FAF-C1BC51D3C842}"/>
              </a:ext>
            </a:extLst>
          </p:cNvPr>
          <p:cNvSpPr/>
          <p:nvPr/>
        </p:nvSpPr>
        <p:spPr>
          <a:xfrm>
            <a:off x="8371716" y="5726798"/>
            <a:ext cx="1832599" cy="430887"/>
          </a:xfrm>
          <a:prstGeom prst="roundRect">
            <a:avLst>
              <a:gd name="adj" fmla="val 38347"/>
            </a:avLst>
          </a:prstGeom>
          <a:gradFill>
            <a:gsLst>
              <a:gs pos="30000">
                <a:schemeClr val="accent3"/>
              </a:gs>
              <a:gs pos="57000">
                <a:schemeClr val="accent1"/>
              </a:gs>
              <a:gs pos="84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COM, SOM, ROM</a:t>
            </a:r>
          </a:p>
        </p:txBody>
      </p:sp>
      <p:sp>
        <p:nvSpPr>
          <p:cNvPr id="15" name="Organigramme : Terminateur 56">
            <a:extLst>
              <a:ext uri="{FF2B5EF4-FFF2-40B4-BE49-F238E27FC236}">
                <a16:creationId xmlns:a16="http://schemas.microsoft.com/office/drawing/2014/main" id="{F9380092-3876-1959-6A4F-3086E77CB343}"/>
              </a:ext>
            </a:extLst>
          </p:cNvPr>
          <p:cNvSpPr/>
          <p:nvPr/>
        </p:nvSpPr>
        <p:spPr>
          <a:xfrm>
            <a:off x="5591831" y="5726796"/>
            <a:ext cx="1270987" cy="430887"/>
          </a:xfrm>
          <a:prstGeom prst="roundRect">
            <a:avLst>
              <a:gd name="adj" fmla="val 38347"/>
            </a:avLst>
          </a:prstGeom>
          <a:gradFill>
            <a:gsLst>
              <a:gs pos="55000">
                <a:schemeClr val="accent3"/>
              </a:gs>
              <a:gs pos="72000">
                <a:schemeClr val="accent1"/>
              </a:gs>
              <a:gs pos="90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EPC, CPQ</a:t>
            </a:r>
          </a:p>
        </p:txBody>
      </p:sp>
      <p:sp>
        <p:nvSpPr>
          <p:cNvPr id="16" name="Organigramme : Terminateur 56">
            <a:extLst>
              <a:ext uri="{FF2B5EF4-FFF2-40B4-BE49-F238E27FC236}">
                <a16:creationId xmlns:a16="http://schemas.microsoft.com/office/drawing/2014/main" id="{59BC9E99-0B1A-623D-4EDC-EA0434BC25C1}"/>
              </a:ext>
            </a:extLst>
          </p:cNvPr>
          <p:cNvSpPr/>
          <p:nvPr/>
        </p:nvSpPr>
        <p:spPr>
          <a:xfrm>
            <a:off x="2483324" y="5726799"/>
            <a:ext cx="1270987" cy="430887"/>
          </a:xfrm>
          <a:prstGeom prst="roundRect">
            <a:avLst>
              <a:gd name="adj" fmla="val 38347"/>
            </a:avLst>
          </a:prstGeom>
          <a:gradFill>
            <a:gsLst>
              <a:gs pos="100000">
                <a:schemeClr val="accent3"/>
              </a:gs>
              <a:gs pos="100000">
                <a:schemeClr val="accent1"/>
              </a:gs>
              <a:gs pos="100000">
                <a:schemeClr val="accent5"/>
              </a:gs>
            </a:gsLst>
            <a:lin ang="0" scaled="0"/>
          </a:gradFill>
          <a:ln w="19050" cap="flat">
            <a:noFill/>
            <a:prstDash val="solid"/>
            <a:miter/>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20" normalizeH="0" baseline="0" noProof="0">
                <a:ln>
                  <a:noFill/>
                </a:ln>
                <a:solidFill>
                  <a:srgbClr val="FFFFFF"/>
                </a:solidFill>
                <a:effectLst/>
                <a:uLnTx/>
                <a:uFillTx/>
                <a:latin typeface="Helvetica 75 Bold" panose="020B0804020202020204" pitchFamily="34" charset="0"/>
                <a:ea typeface="+mn-ea"/>
                <a:cs typeface="+mn-cs"/>
              </a:rPr>
              <a:t>CRM 2.0</a:t>
            </a:r>
          </a:p>
        </p:txBody>
      </p:sp>
      <p:sp>
        <p:nvSpPr>
          <p:cNvPr id="17" name="Rectangle : coins arrondis 16">
            <a:extLst>
              <a:ext uri="{FF2B5EF4-FFF2-40B4-BE49-F238E27FC236}">
                <a16:creationId xmlns:a16="http://schemas.microsoft.com/office/drawing/2014/main" id="{098954D6-FAE4-3490-3326-4E7C9AA7CF67}"/>
              </a:ext>
            </a:extLst>
          </p:cNvPr>
          <p:cNvSpPr/>
          <p:nvPr/>
        </p:nvSpPr>
        <p:spPr>
          <a:xfrm>
            <a:off x="2412459" y="5429324"/>
            <a:ext cx="8200417" cy="959639"/>
          </a:xfrm>
          <a:prstGeom prst="roundRect">
            <a:avLst/>
          </a:prstGeom>
          <a:noFill/>
          <a:ln w="6350" cap="sq">
            <a:solidFill>
              <a:srgbClr val="FF79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06263195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6">
            <a:extLst>
              <a:ext uri="{FF2B5EF4-FFF2-40B4-BE49-F238E27FC236}">
                <a16:creationId xmlns:a16="http://schemas.microsoft.com/office/drawing/2014/main" id="{25238E8B-EE3F-566F-5BF2-FA8DF7A4AB9F}"/>
              </a:ext>
            </a:extLst>
          </p:cNvPr>
          <p:cNvGrpSpPr/>
          <p:nvPr/>
        </p:nvGrpSpPr>
        <p:grpSpPr>
          <a:xfrm>
            <a:off x="1610450" y="1806084"/>
            <a:ext cx="10365045" cy="1264378"/>
            <a:chOff x="112072" y="3749172"/>
            <a:chExt cx="11967855" cy="1017884"/>
          </a:xfrm>
        </p:grpSpPr>
        <p:pic>
          <p:nvPicPr>
            <p:cNvPr id="5" name="Picture 2">
              <a:extLst>
                <a:ext uri="{FF2B5EF4-FFF2-40B4-BE49-F238E27FC236}">
                  <a16:creationId xmlns:a16="http://schemas.microsoft.com/office/drawing/2014/main" id="{93E52CA8-9772-DFB1-F79F-DDF7588CB6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072" y="3749172"/>
              <a:ext cx="11967855" cy="1017884"/>
            </a:xfrm>
            <a:prstGeom prst="rect">
              <a:avLst/>
            </a:prstGeom>
          </p:spPr>
        </p:pic>
        <p:grpSp>
          <p:nvGrpSpPr>
            <p:cNvPr id="6" name="Group 22">
              <a:extLst>
                <a:ext uri="{FF2B5EF4-FFF2-40B4-BE49-F238E27FC236}">
                  <a16:creationId xmlns:a16="http://schemas.microsoft.com/office/drawing/2014/main" id="{DB3DE014-4969-85E3-3776-CF16C4CC9886}"/>
                </a:ext>
              </a:extLst>
            </p:cNvPr>
            <p:cNvGrpSpPr/>
            <p:nvPr/>
          </p:nvGrpSpPr>
          <p:grpSpPr>
            <a:xfrm>
              <a:off x="2157007" y="4272847"/>
              <a:ext cx="2112008" cy="481616"/>
              <a:chOff x="4132121" y="1608491"/>
              <a:chExt cx="3365569" cy="829687"/>
            </a:xfrm>
          </p:grpSpPr>
          <p:sp>
            <p:nvSpPr>
              <p:cNvPr id="7" name="Freeform: Shape 28">
                <a:extLst>
                  <a:ext uri="{FF2B5EF4-FFF2-40B4-BE49-F238E27FC236}">
                    <a16:creationId xmlns:a16="http://schemas.microsoft.com/office/drawing/2014/main" id="{A10C026F-9D5A-25B0-8347-98D0E69CB596}"/>
                  </a:ext>
                </a:extLst>
              </p:cNvPr>
              <p:cNvSpPr/>
              <p:nvPr/>
            </p:nvSpPr>
            <p:spPr>
              <a:xfrm>
                <a:off x="4281895" y="1613133"/>
                <a:ext cx="3195896" cy="661834"/>
              </a:xfrm>
              <a:custGeom>
                <a:avLst/>
                <a:gdLst>
                  <a:gd name="connsiteX0" fmla="*/ 2668048 w 2915697"/>
                  <a:gd name="connsiteY0" fmla="*/ 0 h 762666"/>
                  <a:gd name="connsiteX1" fmla="*/ 0 w 2915697"/>
                  <a:gd name="connsiteY1" fmla="*/ 0 h 762666"/>
                  <a:gd name="connsiteX2" fmla="*/ 247650 w 2915697"/>
                  <a:gd name="connsiteY2" fmla="*/ 391192 h 762666"/>
                  <a:gd name="connsiteX3" fmla="*/ 0 w 2915697"/>
                  <a:gd name="connsiteY3" fmla="*/ 762667 h 762666"/>
                  <a:gd name="connsiteX4" fmla="*/ 2668048 w 2915697"/>
                  <a:gd name="connsiteY4" fmla="*/ 762667 h 762666"/>
                  <a:gd name="connsiteX5" fmla="*/ 2915698 w 2915697"/>
                  <a:gd name="connsiteY5" fmla="*/ 391192 h 762666"/>
                  <a:gd name="connsiteX6" fmla="*/ 2668048 w 2915697"/>
                  <a:gd name="connsiteY6" fmla="*/ 0 h 762666"/>
                  <a:gd name="connsiteX0" fmla="*/ 2915698 w 2915698"/>
                  <a:gd name="connsiteY0" fmla="*/ 391192 h 762667"/>
                  <a:gd name="connsiteX1" fmla="*/ 0 w 2915698"/>
                  <a:gd name="connsiteY1" fmla="*/ 0 h 762667"/>
                  <a:gd name="connsiteX2" fmla="*/ 247650 w 2915698"/>
                  <a:gd name="connsiteY2" fmla="*/ 391192 h 762667"/>
                  <a:gd name="connsiteX3" fmla="*/ 0 w 2915698"/>
                  <a:gd name="connsiteY3" fmla="*/ 762667 h 762667"/>
                  <a:gd name="connsiteX4" fmla="*/ 2668048 w 2915698"/>
                  <a:gd name="connsiteY4" fmla="*/ 762667 h 762667"/>
                  <a:gd name="connsiteX5" fmla="*/ 2915698 w 2915698"/>
                  <a:gd name="connsiteY5" fmla="*/ 391192 h 762667"/>
                  <a:gd name="connsiteX0" fmla="*/ 2915698 w 2915698"/>
                  <a:gd name="connsiteY0" fmla="*/ 0 h 371475"/>
                  <a:gd name="connsiteX1" fmla="*/ 247650 w 2915698"/>
                  <a:gd name="connsiteY1" fmla="*/ 0 h 371475"/>
                  <a:gd name="connsiteX2" fmla="*/ 0 w 2915698"/>
                  <a:gd name="connsiteY2" fmla="*/ 371475 h 371475"/>
                  <a:gd name="connsiteX3" fmla="*/ 2668048 w 2915698"/>
                  <a:gd name="connsiteY3" fmla="*/ 371475 h 371475"/>
                  <a:gd name="connsiteX4" fmla="*/ 2915698 w 2915698"/>
                  <a:gd name="connsiteY4" fmla="*/ 0 h 371475"/>
                  <a:gd name="connsiteX0" fmla="*/ 2915698 w 2915698"/>
                  <a:gd name="connsiteY0" fmla="*/ 0 h 371475"/>
                  <a:gd name="connsiteX1" fmla="*/ 210090 w 2915698"/>
                  <a:gd name="connsiteY1" fmla="*/ 3244 h 371475"/>
                  <a:gd name="connsiteX2" fmla="*/ 0 w 2915698"/>
                  <a:gd name="connsiteY2" fmla="*/ 371475 h 371475"/>
                  <a:gd name="connsiteX3" fmla="*/ 2668048 w 2915698"/>
                  <a:gd name="connsiteY3" fmla="*/ 371475 h 371475"/>
                  <a:gd name="connsiteX4" fmla="*/ 2915698 w 2915698"/>
                  <a:gd name="connsiteY4" fmla="*/ 0 h 371475"/>
                  <a:gd name="connsiteX0" fmla="*/ 2873965 w 2873965"/>
                  <a:gd name="connsiteY0" fmla="*/ 0 h 368231"/>
                  <a:gd name="connsiteX1" fmla="*/ 210090 w 2873965"/>
                  <a:gd name="connsiteY1" fmla="*/ 0 h 368231"/>
                  <a:gd name="connsiteX2" fmla="*/ 0 w 2873965"/>
                  <a:gd name="connsiteY2" fmla="*/ 368231 h 368231"/>
                  <a:gd name="connsiteX3" fmla="*/ 2668048 w 2873965"/>
                  <a:gd name="connsiteY3" fmla="*/ 368231 h 368231"/>
                  <a:gd name="connsiteX4" fmla="*/ 2873965 w 2873965"/>
                  <a:gd name="connsiteY4" fmla="*/ 0 h 368231"/>
                  <a:gd name="connsiteX0" fmla="*/ 2911525 w 2911525"/>
                  <a:gd name="connsiteY0" fmla="*/ 0 h 377401"/>
                  <a:gd name="connsiteX1" fmla="*/ 210090 w 2911525"/>
                  <a:gd name="connsiteY1" fmla="*/ 9170 h 377401"/>
                  <a:gd name="connsiteX2" fmla="*/ 0 w 2911525"/>
                  <a:gd name="connsiteY2" fmla="*/ 377401 h 377401"/>
                  <a:gd name="connsiteX3" fmla="*/ 2668048 w 2911525"/>
                  <a:gd name="connsiteY3" fmla="*/ 377401 h 377401"/>
                  <a:gd name="connsiteX4" fmla="*/ 2911525 w 2911525"/>
                  <a:gd name="connsiteY4" fmla="*/ 0 h 377401"/>
                  <a:gd name="connsiteX0" fmla="*/ 2949085 w 2949085"/>
                  <a:gd name="connsiteY0" fmla="*/ 0 h 386571"/>
                  <a:gd name="connsiteX1" fmla="*/ 247650 w 2949085"/>
                  <a:gd name="connsiteY1" fmla="*/ 9170 h 386571"/>
                  <a:gd name="connsiteX2" fmla="*/ 0 w 2949085"/>
                  <a:gd name="connsiteY2" fmla="*/ 386571 h 386571"/>
                  <a:gd name="connsiteX3" fmla="*/ 2705608 w 2949085"/>
                  <a:gd name="connsiteY3" fmla="*/ 377401 h 386571"/>
                  <a:gd name="connsiteX4" fmla="*/ 2949085 w 2949085"/>
                  <a:gd name="connsiteY4" fmla="*/ 0 h 386571"/>
                  <a:gd name="connsiteX0" fmla="*/ 2940739 w 2940739"/>
                  <a:gd name="connsiteY0" fmla="*/ 0 h 377401"/>
                  <a:gd name="connsiteX1" fmla="*/ 239304 w 2940739"/>
                  <a:gd name="connsiteY1" fmla="*/ 9170 h 377401"/>
                  <a:gd name="connsiteX2" fmla="*/ 0 w 2940739"/>
                  <a:gd name="connsiteY2" fmla="*/ 377401 h 377401"/>
                  <a:gd name="connsiteX3" fmla="*/ 2697262 w 2940739"/>
                  <a:gd name="connsiteY3" fmla="*/ 377401 h 377401"/>
                  <a:gd name="connsiteX4" fmla="*/ 2940739 w 2940739"/>
                  <a:gd name="connsiteY4" fmla="*/ 0 h 377401"/>
                  <a:gd name="connsiteX0" fmla="*/ 2940739 w 2940739"/>
                  <a:gd name="connsiteY0" fmla="*/ 0 h 380458"/>
                  <a:gd name="connsiteX1" fmla="*/ 239304 w 2940739"/>
                  <a:gd name="connsiteY1" fmla="*/ 9170 h 380458"/>
                  <a:gd name="connsiteX2" fmla="*/ 0 w 2940739"/>
                  <a:gd name="connsiteY2" fmla="*/ 377401 h 380458"/>
                  <a:gd name="connsiteX3" fmla="*/ 2718129 w 2940739"/>
                  <a:gd name="connsiteY3" fmla="*/ 380458 h 380458"/>
                  <a:gd name="connsiteX4" fmla="*/ 2940739 w 2940739"/>
                  <a:gd name="connsiteY4" fmla="*/ 0 h 380458"/>
                  <a:gd name="connsiteX0" fmla="*/ 2940739 w 2940739"/>
                  <a:gd name="connsiteY0" fmla="*/ 0 h 380458"/>
                  <a:gd name="connsiteX1" fmla="*/ 226784 w 2940739"/>
                  <a:gd name="connsiteY1" fmla="*/ 12227 h 380458"/>
                  <a:gd name="connsiteX2" fmla="*/ 0 w 2940739"/>
                  <a:gd name="connsiteY2" fmla="*/ 377401 h 380458"/>
                  <a:gd name="connsiteX3" fmla="*/ 2718129 w 2940739"/>
                  <a:gd name="connsiteY3" fmla="*/ 380458 h 380458"/>
                  <a:gd name="connsiteX4" fmla="*/ 2940739 w 2940739"/>
                  <a:gd name="connsiteY4" fmla="*/ 0 h 380458"/>
                  <a:gd name="connsiteX0" fmla="*/ 3060817 w 3060817"/>
                  <a:gd name="connsiteY0" fmla="*/ 0 h 380458"/>
                  <a:gd name="connsiteX1" fmla="*/ 226784 w 3060817"/>
                  <a:gd name="connsiteY1" fmla="*/ 1222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41144 w 3060817"/>
                  <a:gd name="connsiteY1" fmla="*/ 6114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80458"/>
                  <a:gd name="connsiteX1" fmla="*/ 312553 w 3060817"/>
                  <a:gd name="connsiteY1" fmla="*/ 3057 h 380458"/>
                  <a:gd name="connsiteX2" fmla="*/ 0 w 3060817"/>
                  <a:gd name="connsiteY2" fmla="*/ 377401 h 380458"/>
                  <a:gd name="connsiteX3" fmla="*/ 2718129 w 3060817"/>
                  <a:gd name="connsiteY3" fmla="*/ 380458 h 380458"/>
                  <a:gd name="connsiteX4" fmla="*/ 3060817 w 3060817"/>
                  <a:gd name="connsiteY4" fmla="*/ 0 h 380458"/>
                  <a:gd name="connsiteX0" fmla="*/ 3060817 w 3060817"/>
                  <a:gd name="connsiteY0" fmla="*/ 0 h 377402"/>
                  <a:gd name="connsiteX1" fmla="*/ 312553 w 3060817"/>
                  <a:gd name="connsiteY1" fmla="*/ 3057 h 377402"/>
                  <a:gd name="connsiteX2" fmla="*/ 0 w 3060817"/>
                  <a:gd name="connsiteY2" fmla="*/ 377401 h 377402"/>
                  <a:gd name="connsiteX3" fmla="*/ 2741002 w 3060817"/>
                  <a:gd name="connsiteY3" fmla="*/ 377402 h 377402"/>
                  <a:gd name="connsiteX4" fmla="*/ 3060817 w 3060817"/>
                  <a:gd name="connsiteY4" fmla="*/ 0 h 377402"/>
                  <a:gd name="connsiteX0" fmla="*/ 3083689 w 3083689"/>
                  <a:gd name="connsiteY0" fmla="*/ 0 h 377402"/>
                  <a:gd name="connsiteX1" fmla="*/ 312553 w 3083689"/>
                  <a:gd name="connsiteY1" fmla="*/ 3057 h 377402"/>
                  <a:gd name="connsiteX2" fmla="*/ 0 w 3083689"/>
                  <a:gd name="connsiteY2" fmla="*/ 377401 h 377402"/>
                  <a:gd name="connsiteX3" fmla="*/ 2741002 w 3083689"/>
                  <a:gd name="connsiteY3" fmla="*/ 377402 h 377402"/>
                  <a:gd name="connsiteX4" fmla="*/ 3083689 w 3083689"/>
                  <a:gd name="connsiteY4" fmla="*/ 0 h 377402"/>
                  <a:gd name="connsiteX0" fmla="*/ 3125548 w 3125548"/>
                  <a:gd name="connsiteY0" fmla="*/ 0 h 377402"/>
                  <a:gd name="connsiteX1" fmla="*/ 354412 w 3125548"/>
                  <a:gd name="connsiteY1" fmla="*/ 3057 h 377402"/>
                  <a:gd name="connsiteX2" fmla="*/ 0 w 3125548"/>
                  <a:gd name="connsiteY2" fmla="*/ 372321 h 377402"/>
                  <a:gd name="connsiteX3" fmla="*/ 2782861 w 3125548"/>
                  <a:gd name="connsiteY3" fmla="*/ 377402 h 377402"/>
                  <a:gd name="connsiteX4" fmla="*/ 3125548 w 3125548"/>
                  <a:gd name="connsiteY4" fmla="*/ 0 h 377402"/>
                  <a:gd name="connsiteX0" fmla="*/ 3125548 w 3125548"/>
                  <a:gd name="connsiteY0" fmla="*/ 0 h 379095"/>
                  <a:gd name="connsiteX1" fmla="*/ 354412 w 3125548"/>
                  <a:gd name="connsiteY1" fmla="*/ 3057 h 379095"/>
                  <a:gd name="connsiteX2" fmla="*/ 0 w 3125548"/>
                  <a:gd name="connsiteY2" fmla="*/ 372321 h 379095"/>
                  <a:gd name="connsiteX3" fmla="*/ 2758444 w 3125548"/>
                  <a:gd name="connsiteY3" fmla="*/ 379095 h 379095"/>
                  <a:gd name="connsiteX4" fmla="*/ 3125548 w 3125548"/>
                  <a:gd name="connsiteY4" fmla="*/ 0 h 379095"/>
                  <a:gd name="connsiteX0" fmla="*/ 3125548 w 3125548"/>
                  <a:gd name="connsiteY0" fmla="*/ 0 h 375709"/>
                  <a:gd name="connsiteX1" fmla="*/ 354412 w 3125548"/>
                  <a:gd name="connsiteY1" fmla="*/ 3057 h 375709"/>
                  <a:gd name="connsiteX2" fmla="*/ 0 w 3125548"/>
                  <a:gd name="connsiteY2" fmla="*/ 372321 h 375709"/>
                  <a:gd name="connsiteX3" fmla="*/ 2744491 w 3125548"/>
                  <a:gd name="connsiteY3" fmla="*/ 375709 h 375709"/>
                  <a:gd name="connsiteX4" fmla="*/ 3125548 w 3125548"/>
                  <a:gd name="connsiteY4" fmla="*/ 0 h 375709"/>
                  <a:gd name="connsiteX0" fmla="*/ 3125548 w 3125548"/>
                  <a:gd name="connsiteY0" fmla="*/ 0 h 380788"/>
                  <a:gd name="connsiteX1" fmla="*/ 354412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0 h 380788"/>
                  <a:gd name="connsiteX1" fmla="*/ 332700 w 3125548"/>
                  <a:gd name="connsiteY1" fmla="*/ 3057 h 380788"/>
                  <a:gd name="connsiteX2" fmla="*/ 0 w 3125548"/>
                  <a:gd name="connsiteY2" fmla="*/ 372321 h 380788"/>
                  <a:gd name="connsiteX3" fmla="*/ 2723561 w 3125548"/>
                  <a:gd name="connsiteY3" fmla="*/ 380788 h 380788"/>
                  <a:gd name="connsiteX4" fmla="*/ 3125548 w 3125548"/>
                  <a:gd name="connsiteY4" fmla="*/ 0 h 380788"/>
                  <a:gd name="connsiteX0" fmla="*/ 3125548 w 3125548"/>
                  <a:gd name="connsiteY0" fmla="*/ 8195 h 388983"/>
                  <a:gd name="connsiteX1" fmla="*/ 251092 w 3125548"/>
                  <a:gd name="connsiteY1" fmla="*/ 0 h 388983"/>
                  <a:gd name="connsiteX2" fmla="*/ 0 w 3125548"/>
                  <a:gd name="connsiteY2" fmla="*/ 380516 h 388983"/>
                  <a:gd name="connsiteX3" fmla="*/ 2723561 w 3125548"/>
                  <a:gd name="connsiteY3" fmla="*/ 388983 h 388983"/>
                  <a:gd name="connsiteX4" fmla="*/ 3125548 w 3125548"/>
                  <a:gd name="connsiteY4" fmla="*/ 8195 h 388983"/>
                  <a:gd name="connsiteX0" fmla="*/ 2985818 w 2985818"/>
                  <a:gd name="connsiteY0" fmla="*/ 8195 h 388983"/>
                  <a:gd name="connsiteX1" fmla="*/ 251092 w 2985818"/>
                  <a:gd name="connsiteY1" fmla="*/ 0 h 388983"/>
                  <a:gd name="connsiteX2" fmla="*/ 0 w 2985818"/>
                  <a:gd name="connsiteY2" fmla="*/ 380516 h 388983"/>
                  <a:gd name="connsiteX3" fmla="*/ 2723561 w 2985818"/>
                  <a:gd name="connsiteY3" fmla="*/ 388983 h 388983"/>
                  <a:gd name="connsiteX4" fmla="*/ 2985818 w 2985818"/>
                  <a:gd name="connsiteY4" fmla="*/ 8195 h 388983"/>
                  <a:gd name="connsiteX0" fmla="*/ 2985818 w 2985818"/>
                  <a:gd name="connsiteY0" fmla="*/ 0 h 391609"/>
                  <a:gd name="connsiteX1" fmla="*/ 251092 w 2985818"/>
                  <a:gd name="connsiteY1" fmla="*/ 2626 h 391609"/>
                  <a:gd name="connsiteX2" fmla="*/ 0 w 2985818"/>
                  <a:gd name="connsiteY2" fmla="*/ 383142 h 391609"/>
                  <a:gd name="connsiteX3" fmla="*/ 2723561 w 2985818"/>
                  <a:gd name="connsiteY3" fmla="*/ 391609 h 391609"/>
                  <a:gd name="connsiteX4" fmla="*/ 2985818 w 2985818"/>
                  <a:gd name="connsiteY4" fmla="*/ 0 h 391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5818" h="391609">
                    <a:moveTo>
                      <a:pt x="2985818" y="0"/>
                    </a:moveTo>
                    <a:lnTo>
                      <a:pt x="251092" y="2626"/>
                    </a:lnTo>
                    <a:lnTo>
                      <a:pt x="0" y="383142"/>
                    </a:lnTo>
                    <a:lnTo>
                      <a:pt x="2723561" y="391609"/>
                    </a:lnTo>
                    <a:lnTo>
                      <a:pt x="2985818" y="0"/>
                    </a:lnTo>
                    <a:close/>
                  </a:path>
                </a:pathLst>
              </a:custGeom>
              <a:solidFill>
                <a:srgbClr val="FF7900"/>
              </a:solidFill>
              <a:ln w="25400" cap="flat">
                <a:noFill/>
                <a:prstDash val="solid"/>
                <a:miter/>
              </a:ln>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8" name="Title 1">
                <a:extLst>
                  <a:ext uri="{FF2B5EF4-FFF2-40B4-BE49-F238E27FC236}">
                    <a16:creationId xmlns:a16="http://schemas.microsoft.com/office/drawing/2014/main" id="{50261F60-C255-2388-72DF-C08F00B2AF81}"/>
                  </a:ext>
                </a:extLst>
              </p:cNvPr>
              <p:cNvSpPr txBox="1">
                <a:spLocks/>
              </p:cNvSpPr>
              <p:nvPr/>
            </p:nvSpPr>
            <p:spPr>
              <a:xfrm>
                <a:off x="4132121" y="1660118"/>
                <a:ext cx="1342481" cy="778058"/>
              </a:xfrm>
              <a:prstGeom prst="rect">
                <a:avLst/>
              </a:prstGeom>
            </p:spPr>
            <p:txBody>
              <a:bodyPr lIns="0" rIns="0"/>
              <a:lstStyle>
                <a:lvl1pPr marL="0" indent="0" algn="l" defTabSz="914378"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a:lstStyle>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I </a:t>
                </a:r>
              </a:p>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observe</a:t>
                </a:r>
              </a:p>
            </p:txBody>
          </p:sp>
          <p:sp>
            <p:nvSpPr>
              <p:cNvPr id="9" name="Title 1">
                <a:extLst>
                  <a:ext uri="{FF2B5EF4-FFF2-40B4-BE49-F238E27FC236}">
                    <a16:creationId xmlns:a16="http://schemas.microsoft.com/office/drawing/2014/main" id="{BE77D18F-BEF0-545C-26C7-DD88E2F22ED8}"/>
                  </a:ext>
                </a:extLst>
              </p:cNvPr>
              <p:cNvSpPr txBox="1">
                <a:spLocks/>
              </p:cNvSpPr>
              <p:nvPr/>
            </p:nvSpPr>
            <p:spPr>
              <a:xfrm>
                <a:off x="5065471" y="1660117"/>
                <a:ext cx="1342481" cy="778061"/>
              </a:xfrm>
              <a:prstGeom prst="rect">
                <a:avLst/>
              </a:prstGeom>
            </p:spPr>
            <p:txBody>
              <a:bodyPr lIns="0" rIns="0"/>
              <a:lstStyle>
                <a:defPPr>
                  <a:defRPr lang="en-US"/>
                </a:defPPr>
                <a:lvl1pPr marR="0" lvl="0" indent="0" algn="ctr" defTabSz="914378" fontAlgn="auto">
                  <a:lnSpc>
                    <a:spcPct val="90000"/>
                  </a:lnSpc>
                  <a:spcBef>
                    <a:spcPct val="0"/>
                  </a:spcBef>
                  <a:spcAft>
                    <a:spcPts val="0"/>
                  </a:spcAft>
                  <a:buClrTx/>
                  <a:buSzTx/>
                  <a:buFontTx/>
                  <a:buNone/>
                  <a:tabLst/>
                  <a:defRPr sz="900" spc="-20" baseline="0">
                    <a:solidFill>
                      <a:srgbClr val="000000"/>
                    </a:solidFill>
                    <a:latin typeface="Helvetica 75 Bold" panose="020B0804020202020204" pitchFamily="34" charset="0"/>
                    <a:ea typeface="+mj-ea"/>
                    <a:cs typeface="+mj-cs"/>
                  </a:defRPr>
                </a:lvl1pPr>
              </a:lstStyle>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I </a:t>
                </a:r>
              </a:p>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change</a:t>
                </a:r>
              </a:p>
            </p:txBody>
          </p:sp>
          <p:sp>
            <p:nvSpPr>
              <p:cNvPr id="10" name="Title 1">
                <a:extLst>
                  <a:ext uri="{FF2B5EF4-FFF2-40B4-BE49-F238E27FC236}">
                    <a16:creationId xmlns:a16="http://schemas.microsoft.com/office/drawing/2014/main" id="{DFDE32E7-387D-14FC-919C-578E3B4D4E20}"/>
                  </a:ext>
                </a:extLst>
              </p:cNvPr>
              <p:cNvSpPr txBox="1">
                <a:spLocks/>
              </p:cNvSpPr>
              <p:nvPr/>
            </p:nvSpPr>
            <p:spPr>
              <a:xfrm>
                <a:off x="5961306" y="1660117"/>
                <a:ext cx="1536384" cy="751938"/>
              </a:xfrm>
              <a:prstGeom prst="rect">
                <a:avLst/>
              </a:prstGeom>
            </p:spPr>
            <p:txBody>
              <a:bodyPr lIns="0" rIns="0"/>
              <a:lstStyle>
                <a:lvl1pPr marL="0" indent="0" algn="l" defTabSz="914378"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a:lstStyle>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rPr>
                  <a:t>I </a:t>
                </a:r>
              </a:p>
              <a:p>
                <a:pPr marL="0" marR="0" lvl="0" indent="0" algn="ctr" defTabSz="914356" rtl="0" eaLnBrk="1" fontAlgn="auto" latinLnBrk="0" hangingPunct="1">
                  <a:lnSpc>
                    <a:spcPct val="90000"/>
                  </a:lnSpc>
                  <a:spcBef>
                    <a:spcPct val="0"/>
                  </a:spcBef>
                  <a:spcAft>
                    <a:spcPts val="0"/>
                  </a:spcAft>
                  <a:buClrTx/>
                  <a:buSzTx/>
                  <a:buFontTx/>
                  <a:buNone/>
                  <a:tabLst/>
                  <a:defRPr/>
                </a:pPr>
                <a:r>
                  <a:rPr kumimoji="0" lang="en-US" sz="1100" b="1" i="0" u="none" strike="noStrike" kern="1200" cap="none" spc="-20" normalizeH="0" baseline="0" noProof="0" err="1">
                    <a:ln>
                      <a:noFill/>
                    </a:ln>
                    <a:solidFill>
                      <a:srgbClr val="000000"/>
                    </a:solidFill>
                    <a:effectLst/>
                    <a:uLnTx/>
                    <a:uFillTx/>
                    <a:latin typeface="Helvetica 75 Bold" panose="020B0804020202020204" pitchFamily="34" charset="0"/>
                    <a:ea typeface="+mj-ea"/>
                    <a:cs typeface="+mj-cs"/>
                  </a:rPr>
                  <a:t>optimise</a:t>
                </a:r>
                <a:endParaRPr kumimoji="0" lang="en-US" sz="1100" b="1" i="0" u="none" strike="noStrike" kern="1200" cap="none" spc="-20" normalizeH="0" baseline="0" noProof="0">
                  <a:ln>
                    <a:noFill/>
                  </a:ln>
                  <a:solidFill>
                    <a:srgbClr val="000000"/>
                  </a:solidFill>
                  <a:effectLst/>
                  <a:uLnTx/>
                  <a:uFillTx/>
                  <a:latin typeface="Helvetica 75 Bold" panose="020B0804020202020204" pitchFamily="34" charset="0"/>
                  <a:ea typeface="+mj-ea"/>
                  <a:cs typeface="+mj-cs"/>
                </a:endParaRPr>
              </a:p>
            </p:txBody>
          </p:sp>
          <p:cxnSp>
            <p:nvCxnSpPr>
              <p:cNvPr id="11" name="Straight Connector 37">
                <a:extLst>
                  <a:ext uri="{FF2B5EF4-FFF2-40B4-BE49-F238E27FC236}">
                    <a16:creationId xmlns:a16="http://schemas.microsoft.com/office/drawing/2014/main" id="{A0828A9A-0E2E-4F57-1BB8-81EA33B3A9D4}"/>
                  </a:ext>
                </a:extLst>
              </p:cNvPr>
              <p:cNvCxnSpPr>
                <a:cxnSpLocks/>
              </p:cNvCxnSpPr>
              <p:nvPr/>
            </p:nvCxnSpPr>
            <p:spPr>
              <a:xfrm flipH="1">
                <a:off x="5190914" y="1608491"/>
                <a:ext cx="272007" cy="692752"/>
              </a:xfrm>
              <a:prstGeom prst="line">
                <a:avLst/>
              </a:prstGeom>
              <a:noFill/>
              <a:ln w="3175" cap="flat" cmpd="sng" algn="ctr">
                <a:solidFill>
                  <a:srgbClr val="000000"/>
                </a:solidFill>
                <a:prstDash val="sysDot"/>
                <a:miter lim="800000"/>
              </a:ln>
              <a:effectLst/>
            </p:spPr>
          </p:cxnSp>
          <p:cxnSp>
            <p:nvCxnSpPr>
              <p:cNvPr id="12" name="Straight Connector 54">
                <a:extLst>
                  <a:ext uri="{FF2B5EF4-FFF2-40B4-BE49-F238E27FC236}">
                    <a16:creationId xmlns:a16="http://schemas.microsoft.com/office/drawing/2014/main" id="{0070A299-B5CE-E403-80FC-96364F96FB6F}"/>
                  </a:ext>
                </a:extLst>
              </p:cNvPr>
              <p:cNvCxnSpPr>
                <a:cxnSpLocks/>
              </p:cNvCxnSpPr>
              <p:nvPr/>
            </p:nvCxnSpPr>
            <p:spPr>
              <a:xfrm flipH="1">
                <a:off x="6106010" y="1620111"/>
                <a:ext cx="272007" cy="692752"/>
              </a:xfrm>
              <a:prstGeom prst="line">
                <a:avLst/>
              </a:prstGeom>
              <a:noFill/>
              <a:ln w="3175" cap="flat" cmpd="sng" algn="ctr">
                <a:solidFill>
                  <a:srgbClr val="000000"/>
                </a:solidFill>
                <a:prstDash val="sysDot"/>
                <a:miter lim="800000"/>
              </a:ln>
              <a:effectLst/>
            </p:spPr>
          </p:cxnSp>
        </p:grpSp>
      </p:grpSp>
      <p:sp>
        <p:nvSpPr>
          <p:cNvPr id="14" name="ZoneTexte 13">
            <a:extLst>
              <a:ext uri="{FF2B5EF4-FFF2-40B4-BE49-F238E27FC236}">
                <a16:creationId xmlns:a16="http://schemas.microsoft.com/office/drawing/2014/main" id="{4E8F94EB-B460-1483-5CB5-21EFA62CA2A8}"/>
              </a:ext>
            </a:extLst>
          </p:cNvPr>
          <p:cNvSpPr txBox="1"/>
          <p:nvPr/>
        </p:nvSpPr>
        <p:spPr>
          <a:xfrm>
            <a:off x="1894417" y="3621727"/>
            <a:ext cx="1059906"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Xavier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LE DEMEET</a:t>
            </a:r>
          </a:p>
        </p:txBody>
      </p:sp>
      <p:sp>
        <p:nvSpPr>
          <p:cNvPr id="19" name="ZoneTexte 18">
            <a:extLst>
              <a:ext uri="{FF2B5EF4-FFF2-40B4-BE49-F238E27FC236}">
                <a16:creationId xmlns:a16="http://schemas.microsoft.com/office/drawing/2014/main" id="{145B9F47-2CE3-EC03-F6EC-737146A02A78}"/>
              </a:ext>
            </a:extLst>
          </p:cNvPr>
          <p:cNvSpPr txBox="1"/>
          <p:nvPr/>
        </p:nvSpPr>
        <p:spPr>
          <a:xfrm>
            <a:off x="5407599" y="1304754"/>
            <a:ext cx="100065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Sophie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LAMIRAUX</a:t>
            </a:r>
          </a:p>
        </p:txBody>
      </p:sp>
      <p:sp>
        <p:nvSpPr>
          <p:cNvPr id="22" name="ZoneTexte 21">
            <a:extLst>
              <a:ext uri="{FF2B5EF4-FFF2-40B4-BE49-F238E27FC236}">
                <a16:creationId xmlns:a16="http://schemas.microsoft.com/office/drawing/2014/main" id="{BAFAFB0F-52CA-9599-E582-FE69C68D94EE}"/>
              </a:ext>
            </a:extLst>
          </p:cNvPr>
          <p:cNvSpPr txBox="1"/>
          <p:nvPr/>
        </p:nvSpPr>
        <p:spPr>
          <a:xfrm>
            <a:off x="8684186" y="1281551"/>
            <a:ext cx="1000659" cy="523220"/>
          </a:xfrm>
          <a:prstGeom prst="rect">
            <a:avLst/>
          </a:prstGeom>
          <a:noFill/>
          <a:ln>
            <a:solidFill>
              <a:srgbClr val="FCB3E3"/>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Sophie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LAMIRAUX</a:t>
            </a:r>
          </a:p>
        </p:txBody>
      </p:sp>
      <p:sp>
        <p:nvSpPr>
          <p:cNvPr id="25" name="ZoneTexte 24">
            <a:extLst>
              <a:ext uri="{FF2B5EF4-FFF2-40B4-BE49-F238E27FC236}">
                <a16:creationId xmlns:a16="http://schemas.microsoft.com/office/drawing/2014/main" id="{F01EE649-33B7-BA6D-8F4B-BEF2F766EE74}"/>
              </a:ext>
            </a:extLst>
          </p:cNvPr>
          <p:cNvSpPr txBox="1"/>
          <p:nvPr/>
        </p:nvSpPr>
        <p:spPr>
          <a:xfrm>
            <a:off x="1975287" y="4178760"/>
            <a:ext cx="8911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1" u="none" strike="noStrike" kern="1200" cap="none" spc="0" normalizeH="0" baseline="0" noProof="0" dirty="0">
                <a:ln>
                  <a:noFill/>
                </a:ln>
                <a:solidFill>
                  <a:srgbClr val="00B050"/>
                </a:solidFill>
                <a:effectLst/>
                <a:uLnTx/>
                <a:uFillTx/>
                <a:latin typeface="Aptos" panose="02110004020202020204"/>
                <a:ea typeface="+mn-ea"/>
                <a:cs typeface="+mn-cs"/>
              </a:rPr>
              <a:t>Ahmed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1" u="none" strike="noStrike" kern="1200" cap="none" spc="0" normalizeH="0" baseline="0" noProof="0" dirty="0">
                <a:ln>
                  <a:noFill/>
                </a:ln>
                <a:solidFill>
                  <a:srgbClr val="00B050"/>
                </a:solidFill>
                <a:effectLst/>
                <a:uLnTx/>
                <a:uFillTx/>
                <a:latin typeface="Aptos" panose="02110004020202020204"/>
                <a:ea typeface="+mn-ea"/>
                <a:cs typeface="+mn-cs"/>
              </a:rPr>
              <a:t>AIT RAIS*</a:t>
            </a:r>
          </a:p>
        </p:txBody>
      </p:sp>
      <p:sp>
        <p:nvSpPr>
          <p:cNvPr id="2" name="Titre 1">
            <a:extLst>
              <a:ext uri="{FF2B5EF4-FFF2-40B4-BE49-F238E27FC236}">
                <a16:creationId xmlns:a16="http://schemas.microsoft.com/office/drawing/2014/main" id="{A205A5F5-D859-FDC6-E9E5-1A96EECA3D7D}"/>
              </a:ext>
            </a:extLst>
          </p:cNvPr>
          <p:cNvSpPr txBox="1">
            <a:spLocks/>
          </p:cNvSpPr>
          <p:nvPr/>
        </p:nvSpPr>
        <p:spPr>
          <a:xfrm>
            <a:off x="168143" y="86173"/>
            <a:ext cx="8248918" cy="49559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400" b="0" i="0" u="none" strike="noStrike" kern="1200" cap="none" spc="-27" normalizeH="0" baseline="0" noProof="0" dirty="0">
                <a:ln>
                  <a:noFill/>
                </a:ln>
                <a:solidFill>
                  <a:srgbClr val="FF7900"/>
                </a:solidFill>
                <a:effectLst/>
                <a:uLnTx/>
                <a:uFillTx/>
                <a:latin typeface="Helvetica 75 Bold"/>
                <a:ea typeface="+mj-ea"/>
                <a:cs typeface="+mj-cs"/>
              </a:rPr>
              <a:t>Customer Journey Business Owners Orange Newco Program </a:t>
            </a:r>
          </a:p>
        </p:txBody>
      </p:sp>
      <p:sp>
        <p:nvSpPr>
          <p:cNvPr id="29" name="Rectangle 28">
            <a:extLst>
              <a:ext uri="{FF2B5EF4-FFF2-40B4-BE49-F238E27FC236}">
                <a16:creationId xmlns:a16="http://schemas.microsoft.com/office/drawing/2014/main" id="{00D467F4-26D8-B22A-D59A-1E5220113867}"/>
              </a:ext>
            </a:extLst>
          </p:cNvPr>
          <p:cNvSpPr/>
          <p:nvPr/>
        </p:nvSpPr>
        <p:spPr>
          <a:xfrm>
            <a:off x="1849803" y="3613238"/>
            <a:ext cx="1227553" cy="1112509"/>
          </a:xfrm>
          <a:prstGeom prst="rect">
            <a:avLst/>
          </a:prstGeom>
          <a:noFill/>
          <a:ln w="3175">
            <a:solidFill>
              <a:srgbClr val="4FBF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FCC8BC99-7959-6502-CB9E-F8010684E6CD}"/>
              </a:ext>
            </a:extLst>
          </p:cNvPr>
          <p:cNvSpPr/>
          <p:nvPr/>
        </p:nvSpPr>
        <p:spPr>
          <a:xfrm>
            <a:off x="5349346" y="1304754"/>
            <a:ext cx="1114316" cy="584775"/>
          </a:xfrm>
          <a:prstGeom prst="rect">
            <a:avLst/>
          </a:prstGeom>
          <a:noFill/>
          <a:ln w="3175">
            <a:solidFill>
              <a:srgbClr val="4AB4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38" name="Connecteur droit 37">
            <a:extLst>
              <a:ext uri="{FF2B5EF4-FFF2-40B4-BE49-F238E27FC236}">
                <a16:creationId xmlns:a16="http://schemas.microsoft.com/office/drawing/2014/main" id="{7A0937CC-433B-9B12-8372-2E29E93FDB32}"/>
              </a:ext>
            </a:extLst>
          </p:cNvPr>
          <p:cNvCxnSpPr>
            <a:cxnSpLocks/>
            <a:endCxn id="14" idx="0"/>
          </p:cNvCxnSpPr>
          <p:nvPr/>
        </p:nvCxnSpPr>
        <p:spPr>
          <a:xfrm flipH="1">
            <a:off x="2424370" y="2962512"/>
            <a:ext cx="2539" cy="659215"/>
          </a:xfrm>
          <a:prstGeom prst="line">
            <a:avLst/>
          </a:prstGeom>
          <a:ln>
            <a:solidFill>
              <a:srgbClr val="4FBF87"/>
            </a:solidFill>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514F2EE9-FB3F-C98E-419E-FE540FB1D089}"/>
              </a:ext>
            </a:extLst>
          </p:cNvPr>
          <p:cNvSpPr/>
          <p:nvPr/>
        </p:nvSpPr>
        <p:spPr>
          <a:xfrm>
            <a:off x="1849803" y="1297510"/>
            <a:ext cx="1267146" cy="584775"/>
          </a:xfrm>
          <a:prstGeom prst="rect">
            <a:avLst/>
          </a:prstGeom>
          <a:noFill/>
          <a:ln w="3175">
            <a:solidFill>
              <a:srgbClr val="4FBF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Maxime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LE LOUARN</a:t>
            </a:r>
          </a:p>
        </p:txBody>
      </p:sp>
      <p:sp>
        <p:nvSpPr>
          <p:cNvPr id="56" name="Rectangle 55">
            <a:extLst>
              <a:ext uri="{FF2B5EF4-FFF2-40B4-BE49-F238E27FC236}">
                <a16:creationId xmlns:a16="http://schemas.microsoft.com/office/drawing/2014/main" id="{F0B660B6-75E5-F09B-23AC-4DECDBFA4F4C}"/>
              </a:ext>
            </a:extLst>
          </p:cNvPr>
          <p:cNvSpPr/>
          <p:nvPr/>
        </p:nvSpPr>
        <p:spPr>
          <a:xfrm>
            <a:off x="3604274" y="1290801"/>
            <a:ext cx="1267146" cy="584775"/>
          </a:xfrm>
          <a:prstGeom prst="rect">
            <a:avLst/>
          </a:prstGeom>
          <a:noFill/>
          <a:ln w="3175">
            <a:solidFill>
              <a:srgbClr val="FF7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Franck CARMINE</a:t>
            </a:r>
          </a:p>
        </p:txBody>
      </p:sp>
      <p:sp>
        <p:nvSpPr>
          <p:cNvPr id="57" name="Rectangle 56">
            <a:extLst>
              <a:ext uri="{FF2B5EF4-FFF2-40B4-BE49-F238E27FC236}">
                <a16:creationId xmlns:a16="http://schemas.microsoft.com/office/drawing/2014/main" id="{30507E28-B102-F6CC-0C22-0E3982557DAA}"/>
              </a:ext>
            </a:extLst>
          </p:cNvPr>
          <p:cNvSpPr/>
          <p:nvPr/>
        </p:nvSpPr>
        <p:spPr>
          <a:xfrm>
            <a:off x="6787699" y="1276635"/>
            <a:ext cx="1500400" cy="584775"/>
          </a:xfrm>
          <a:prstGeom prst="rect">
            <a:avLst/>
          </a:prstGeom>
          <a:noFill/>
          <a:ln w="3175">
            <a:solidFill>
              <a:srgbClr val="FED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Matthieu GRIMONPONT</a:t>
            </a:r>
          </a:p>
        </p:txBody>
      </p:sp>
      <p:sp>
        <p:nvSpPr>
          <p:cNvPr id="58" name="Rectangle 57">
            <a:extLst>
              <a:ext uri="{FF2B5EF4-FFF2-40B4-BE49-F238E27FC236}">
                <a16:creationId xmlns:a16="http://schemas.microsoft.com/office/drawing/2014/main" id="{2D74871A-48F8-E12F-FD25-3275F146246D}"/>
              </a:ext>
            </a:extLst>
          </p:cNvPr>
          <p:cNvSpPr/>
          <p:nvPr/>
        </p:nvSpPr>
        <p:spPr>
          <a:xfrm>
            <a:off x="10279377" y="1255352"/>
            <a:ext cx="1267146" cy="584775"/>
          </a:xfrm>
          <a:prstGeom prst="rect">
            <a:avLst/>
          </a:prstGeom>
          <a:noFill/>
          <a:ln w="3175">
            <a:solidFill>
              <a:srgbClr val="916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Maxime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white"/>
                </a:solidFill>
                <a:effectLst/>
                <a:uLnTx/>
                <a:uFillTx/>
                <a:latin typeface="Aptos" panose="02110004020202020204"/>
                <a:ea typeface="+mn-ea"/>
                <a:cs typeface="+mn-cs"/>
              </a:rPr>
              <a:t>LE LOUARN</a:t>
            </a:r>
          </a:p>
        </p:txBody>
      </p:sp>
      <p:sp>
        <p:nvSpPr>
          <p:cNvPr id="32" name="ZoneTexte 31">
            <a:extLst>
              <a:ext uri="{FF2B5EF4-FFF2-40B4-BE49-F238E27FC236}">
                <a16:creationId xmlns:a16="http://schemas.microsoft.com/office/drawing/2014/main" id="{ED9D0BB4-24D4-A308-46CC-9D97852ED2A0}"/>
              </a:ext>
            </a:extLst>
          </p:cNvPr>
          <p:cNvSpPr txBox="1"/>
          <p:nvPr/>
        </p:nvSpPr>
        <p:spPr>
          <a:xfrm>
            <a:off x="11182489" y="6375696"/>
            <a:ext cx="77604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a:ln>
                  <a:noFill/>
                </a:ln>
                <a:solidFill>
                  <a:prstClr val="white"/>
                </a:solidFill>
                <a:effectLst/>
                <a:uLnTx/>
                <a:uFillTx/>
                <a:latin typeface="Aptos" panose="02110004020202020204"/>
                <a:ea typeface="+mn-ea"/>
                <a:cs typeface="+mn-cs"/>
              </a:rPr>
              <a:t>*</a:t>
            </a:r>
            <a:r>
              <a:rPr kumimoji="0" lang="fr-FR" sz="1200" b="0" i="1" u="none" strike="noStrike" kern="1200" cap="none" spc="0" normalizeH="0" baseline="0" noProof="0" err="1">
                <a:ln>
                  <a:noFill/>
                </a:ln>
                <a:solidFill>
                  <a:prstClr val="white"/>
                </a:solidFill>
                <a:effectLst/>
                <a:uLnTx/>
                <a:uFillTx/>
                <a:latin typeface="Aptos" panose="02110004020202020204"/>
                <a:ea typeface="+mn-ea"/>
                <a:cs typeface="+mn-cs"/>
              </a:rPr>
              <a:t>external</a:t>
            </a:r>
            <a:endParaRPr kumimoji="0" lang="fr-FR" sz="1200" b="0" i="1"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180CCB26-C5A4-4F31-BAB0-EF366169A363}"/>
              </a:ext>
            </a:extLst>
          </p:cNvPr>
          <p:cNvSpPr/>
          <p:nvPr/>
        </p:nvSpPr>
        <p:spPr>
          <a:xfrm>
            <a:off x="1856512" y="655640"/>
            <a:ext cx="1267146" cy="584775"/>
          </a:xfrm>
          <a:prstGeom prst="rect">
            <a:avLst/>
          </a:prstGeom>
          <a:noFill/>
          <a:ln w="3175">
            <a:solidFill>
              <a:srgbClr val="4FBF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Florence MACRESY</a:t>
            </a:r>
          </a:p>
        </p:txBody>
      </p:sp>
      <p:sp>
        <p:nvSpPr>
          <p:cNvPr id="36" name="Rectangle 35">
            <a:extLst>
              <a:ext uri="{FF2B5EF4-FFF2-40B4-BE49-F238E27FC236}">
                <a16:creationId xmlns:a16="http://schemas.microsoft.com/office/drawing/2014/main" id="{12C31ACF-4F94-AD5C-6D44-D78F4F481C23}"/>
              </a:ext>
            </a:extLst>
          </p:cNvPr>
          <p:cNvSpPr/>
          <p:nvPr/>
        </p:nvSpPr>
        <p:spPr>
          <a:xfrm>
            <a:off x="3598145" y="642707"/>
            <a:ext cx="7948377" cy="584775"/>
          </a:xfrm>
          <a:prstGeom prst="rect">
            <a:avLst/>
          </a:prstGeom>
          <a:noFill/>
          <a:ln w="3175">
            <a:solidFill>
              <a:srgbClr val="FF7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chemeClr val="accent1"/>
                </a:solidFill>
                <a:effectLst/>
                <a:uLnTx/>
                <a:uFillTx/>
                <a:latin typeface="Aptos" panose="02110004020202020204"/>
                <a:ea typeface="+mn-ea"/>
                <a:cs typeface="+mn-cs"/>
              </a:rPr>
              <a:t>Mathilde LEPAGE</a:t>
            </a:r>
          </a:p>
        </p:txBody>
      </p:sp>
      <p:sp>
        <p:nvSpPr>
          <p:cNvPr id="40" name="ZoneTexte 39">
            <a:extLst>
              <a:ext uri="{FF2B5EF4-FFF2-40B4-BE49-F238E27FC236}">
                <a16:creationId xmlns:a16="http://schemas.microsoft.com/office/drawing/2014/main" id="{238B6761-2934-E409-28E0-9E03032E91C6}"/>
              </a:ext>
            </a:extLst>
          </p:cNvPr>
          <p:cNvSpPr txBox="1"/>
          <p:nvPr/>
        </p:nvSpPr>
        <p:spPr>
          <a:xfrm>
            <a:off x="18331" y="689200"/>
            <a:ext cx="116783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Digital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exposure</a:t>
            </a:r>
            <a:endParaRPr kumimoji="0" lang="fr-FR"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ZoneTexte 41">
            <a:extLst>
              <a:ext uri="{FF2B5EF4-FFF2-40B4-BE49-F238E27FC236}">
                <a16:creationId xmlns:a16="http://schemas.microsoft.com/office/drawing/2014/main" id="{A81F10C3-ADA0-A631-E313-C0CE4F25526E}"/>
              </a:ext>
            </a:extLst>
          </p:cNvPr>
          <p:cNvSpPr txBox="1"/>
          <p:nvPr/>
        </p:nvSpPr>
        <p:spPr>
          <a:xfrm>
            <a:off x="40049" y="1286531"/>
            <a:ext cx="1500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Customer Journey Leads</a:t>
            </a:r>
          </a:p>
        </p:txBody>
      </p:sp>
      <p:sp>
        <p:nvSpPr>
          <p:cNvPr id="43" name="ZoneTexte 42">
            <a:extLst>
              <a:ext uri="{FF2B5EF4-FFF2-40B4-BE49-F238E27FC236}">
                <a16:creationId xmlns:a16="http://schemas.microsoft.com/office/drawing/2014/main" id="{699AA5A9-05C5-C7D7-8621-8D48568339FA}"/>
              </a:ext>
            </a:extLst>
          </p:cNvPr>
          <p:cNvSpPr txBox="1"/>
          <p:nvPr/>
        </p:nvSpPr>
        <p:spPr>
          <a:xfrm>
            <a:off x="32540" y="2435747"/>
            <a:ext cx="116783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Customer Journey Managers</a:t>
            </a:r>
          </a:p>
        </p:txBody>
      </p:sp>
      <p:cxnSp>
        <p:nvCxnSpPr>
          <p:cNvPr id="13" name="Connecteur droit 37">
            <a:extLst>
              <a:ext uri="{FF2B5EF4-FFF2-40B4-BE49-F238E27FC236}">
                <a16:creationId xmlns:a16="http://schemas.microsoft.com/office/drawing/2014/main" id="{80EBA872-47C0-93D6-ADC3-F7AB64BFC743}"/>
              </a:ext>
            </a:extLst>
          </p:cNvPr>
          <p:cNvCxnSpPr>
            <a:cxnSpLocks/>
          </p:cNvCxnSpPr>
          <p:nvPr/>
        </p:nvCxnSpPr>
        <p:spPr>
          <a:xfrm>
            <a:off x="2649309" y="2912577"/>
            <a:ext cx="0" cy="375298"/>
          </a:xfrm>
          <a:prstGeom prst="line">
            <a:avLst/>
          </a:prstGeom>
          <a:ln>
            <a:solidFill>
              <a:srgbClr val="4FBF87"/>
            </a:solidFill>
          </a:ln>
        </p:spPr>
        <p:style>
          <a:lnRef idx="2">
            <a:schemeClr val="accent1"/>
          </a:lnRef>
          <a:fillRef idx="0">
            <a:schemeClr val="accent1"/>
          </a:fillRef>
          <a:effectRef idx="1">
            <a:schemeClr val="accent1"/>
          </a:effectRef>
          <a:fontRef idx="minor">
            <a:schemeClr val="tx1"/>
          </a:fontRef>
        </p:style>
      </p:cxnSp>
      <p:cxnSp>
        <p:nvCxnSpPr>
          <p:cNvPr id="30" name="Connecteur droit 37">
            <a:extLst>
              <a:ext uri="{FF2B5EF4-FFF2-40B4-BE49-F238E27FC236}">
                <a16:creationId xmlns:a16="http://schemas.microsoft.com/office/drawing/2014/main" id="{55764FE4-AA61-4F43-CA51-1FDB49C0CA0E}"/>
              </a:ext>
            </a:extLst>
          </p:cNvPr>
          <p:cNvCxnSpPr>
            <a:cxnSpLocks/>
          </p:cNvCxnSpPr>
          <p:nvPr/>
        </p:nvCxnSpPr>
        <p:spPr>
          <a:xfrm>
            <a:off x="2652138" y="3282390"/>
            <a:ext cx="1492430" cy="22876"/>
          </a:xfrm>
          <a:prstGeom prst="line">
            <a:avLst/>
          </a:prstGeom>
          <a:ln>
            <a:solidFill>
              <a:srgbClr val="4FBF87"/>
            </a:solidFill>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DCC7AD24-8E94-9C90-F949-241C083AF67D}"/>
              </a:ext>
            </a:extLst>
          </p:cNvPr>
          <p:cNvSpPr txBox="1"/>
          <p:nvPr/>
        </p:nvSpPr>
        <p:spPr>
          <a:xfrm>
            <a:off x="2093978" y="4754820"/>
            <a:ext cx="653758" cy="215444"/>
          </a:xfrm>
          <a:prstGeom prst="rect">
            <a:avLst/>
          </a:prstGeom>
        </p:spPr>
        <p:txBody>
          <a:bodyPr wrap="square" lIns="0" tIns="0" rIns="0" bIns="0" rtlCol="0">
            <a:spAutoFit/>
          </a:bodyPr>
          <a:lstStyle/>
          <a:p>
            <a:r>
              <a:rPr lang="en-US" sz="1400" dirty="0"/>
              <a:t>CJ-BO</a:t>
            </a:r>
            <a:endParaRPr lang="en-IN" sz="1400" dirty="0" err="1"/>
          </a:p>
        </p:txBody>
      </p:sp>
      <p:sp>
        <p:nvSpPr>
          <p:cNvPr id="48" name="ZoneTexte 13">
            <a:extLst>
              <a:ext uri="{FF2B5EF4-FFF2-40B4-BE49-F238E27FC236}">
                <a16:creationId xmlns:a16="http://schemas.microsoft.com/office/drawing/2014/main" id="{4DA6D1F9-B381-9432-CFCB-E04213D2ADEF}"/>
              </a:ext>
            </a:extLst>
          </p:cNvPr>
          <p:cNvSpPr txBox="1"/>
          <p:nvPr/>
        </p:nvSpPr>
        <p:spPr>
          <a:xfrm>
            <a:off x="3656427" y="3621727"/>
            <a:ext cx="1011302"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00B050"/>
                </a:solidFill>
                <a:effectLst/>
                <a:uLnTx/>
                <a:uFillTx/>
                <a:latin typeface="Aptos" panose="02110004020202020204"/>
                <a:ea typeface="+mn-ea"/>
                <a:cs typeface="+mn-cs"/>
              </a:rPr>
              <a:t>Saurabh M</a:t>
            </a:r>
          </a:p>
        </p:txBody>
      </p:sp>
      <p:sp>
        <p:nvSpPr>
          <p:cNvPr id="49" name="ZoneTexte 24">
            <a:extLst>
              <a:ext uri="{FF2B5EF4-FFF2-40B4-BE49-F238E27FC236}">
                <a16:creationId xmlns:a16="http://schemas.microsoft.com/office/drawing/2014/main" id="{B35F2F3F-C7DE-C267-9CBF-7DB5416AAB84}"/>
              </a:ext>
            </a:extLst>
          </p:cNvPr>
          <p:cNvSpPr txBox="1"/>
          <p:nvPr/>
        </p:nvSpPr>
        <p:spPr>
          <a:xfrm>
            <a:off x="3721380" y="3946895"/>
            <a:ext cx="94634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Praveen S</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DEB8864E-73B3-D02A-B83B-BA5D171E0C11}"/>
              </a:ext>
            </a:extLst>
          </p:cNvPr>
          <p:cNvSpPr/>
          <p:nvPr/>
        </p:nvSpPr>
        <p:spPr>
          <a:xfrm>
            <a:off x="3621395" y="3585745"/>
            <a:ext cx="1227553" cy="1262901"/>
          </a:xfrm>
          <a:prstGeom prst="rect">
            <a:avLst/>
          </a:prstGeom>
          <a:noFill/>
          <a:ln w="3175">
            <a:solidFill>
              <a:srgbClr val="4FBF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1" name="ZoneTexte 24">
            <a:extLst>
              <a:ext uri="{FF2B5EF4-FFF2-40B4-BE49-F238E27FC236}">
                <a16:creationId xmlns:a16="http://schemas.microsoft.com/office/drawing/2014/main" id="{E886473A-4BD0-9C7B-A07E-E3DEE74CCC94}"/>
              </a:ext>
            </a:extLst>
          </p:cNvPr>
          <p:cNvSpPr txBox="1"/>
          <p:nvPr/>
        </p:nvSpPr>
        <p:spPr>
          <a:xfrm>
            <a:off x="1377188" y="5413310"/>
            <a:ext cx="291541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schemeClr val="accent1"/>
                </a:solidFill>
                <a:latin typeface="Aptos" panose="02110004020202020204"/>
              </a:rPr>
              <a:t>Chaya, Preetinder, Jahnavi, Emilien</a:t>
            </a:r>
            <a:r>
              <a:rPr lang="fr-FR" sz="1400" i="1" dirty="0">
                <a:solidFill>
                  <a:prstClr val="white"/>
                </a:solidFill>
                <a:latin typeface="Aptos" panose="02110004020202020204"/>
              </a:rPr>
              <a:t> </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2" name="ZoneTexte 24">
            <a:extLst>
              <a:ext uri="{FF2B5EF4-FFF2-40B4-BE49-F238E27FC236}">
                <a16:creationId xmlns:a16="http://schemas.microsoft.com/office/drawing/2014/main" id="{1EABCAD8-48AD-DBDB-AAC5-74EF2DD2E554}"/>
              </a:ext>
            </a:extLst>
          </p:cNvPr>
          <p:cNvSpPr txBox="1"/>
          <p:nvPr/>
        </p:nvSpPr>
        <p:spPr>
          <a:xfrm>
            <a:off x="3817481" y="4245615"/>
            <a:ext cx="70404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Snehil </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3" name="ZoneTexte 24">
            <a:extLst>
              <a:ext uri="{FF2B5EF4-FFF2-40B4-BE49-F238E27FC236}">
                <a16:creationId xmlns:a16="http://schemas.microsoft.com/office/drawing/2014/main" id="{3C89E97E-8731-5010-4905-B2E896DD5C25}"/>
              </a:ext>
            </a:extLst>
          </p:cNvPr>
          <p:cNvSpPr txBox="1"/>
          <p:nvPr/>
        </p:nvSpPr>
        <p:spPr>
          <a:xfrm>
            <a:off x="3801975" y="4540869"/>
            <a:ext cx="83189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Niharika</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cxnSp>
        <p:nvCxnSpPr>
          <p:cNvPr id="54" name="Connecteur droit 36">
            <a:extLst>
              <a:ext uri="{FF2B5EF4-FFF2-40B4-BE49-F238E27FC236}">
                <a16:creationId xmlns:a16="http://schemas.microsoft.com/office/drawing/2014/main" id="{BE01E983-50D3-8362-3F89-F7AAC4204421}"/>
              </a:ext>
            </a:extLst>
          </p:cNvPr>
          <p:cNvCxnSpPr>
            <a:cxnSpLocks/>
          </p:cNvCxnSpPr>
          <p:nvPr/>
        </p:nvCxnSpPr>
        <p:spPr>
          <a:xfrm>
            <a:off x="4127615" y="3313891"/>
            <a:ext cx="14087" cy="277083"/>
          </a:xfrm>
          <a:prstGeom prst="line">
            <a:avLst/>
          </a:prstGeom>
          <a:ln>
            <a:solidFill>
              <a:srgbClr val="4FBF87"/>
            </a:solidFill>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B2B3F50C-74B5-7426-9C6C-22277116A626}"/>
              </a:ext>
            </a:extLst>
          </p:cNvPr>
          <p:cNvSpPr/>
          <p:nvPr/>
        </p:nvSpPr>
        <p:spPr>
          <a:xfrm>
            <a:off x="1357746" y="3424669"/>
            <a:ext cx="10162399" cy="2836647"/>
          </a:xfrm>
          <a:prstGeom prst="rect">
            <a:avLst/>
          </a:prstGeom>
          <a:noFill/>
          <a:ln w="12700">
            <a:solidFill>
              <a:schemeClr val="tx2"/>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ZoneTexte 24">
            <a:extLst>
              <a:ext uri="{FF2B5EF4-FFF2-40B4-BE49-F238E27FC236}">
                <a16:creationId xmlns:a16="http://schemas.microsoft.com/office/drawing/2014/main" id="{73E44B9E-67FC-1DFA-F0F0-E5EAB69535B6}"/>
              </a:ext>
            </a:extLst>
          </p:cNvPr>
          <p:cNvSpPr txBox="1"/>
          <p:nvPr/>
        </p:nvSpPr>
        <p:spPr>
          <a:xfrm>
            <a:off x="8417061" y="3587555"/>
            <a:ext cx="76745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Infosys </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6" name="Left Brace 65">
            <a:extLst>
              <a:ext uri="{FF2B5EF4-FFF2-40B4-BE49-F238E27FC236}">
                <a16:creationId xmlns:a16="http://schemas.microsoft.com/office/drawing/2014/main" id="{E2F9CFA3-3685-652A-8EFB-2C861D3C17DE}"/>
              </a:ext>
            </a:extLst>
          </p:cNvPr>
          <p:cNvSpPr/>
          <p:nvPr/>
        </p:nvSpPr>
        <p:spPr>
          <a:xfrm rot="16200000">
            <a:off x="7007688" y="-1279563"/>
            <a:ext cx="402517" cy="8948258"/>
          </a:xfrm>
          <a:prstGeom prst="leftBrace">
            <a:avLst>
              <a:gd name="adj1" fmla="val 8333"/>
              <a:gd name="adj2" fmla="val 67341"/>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7" name="ZoneTexte 24">
            <a:extLst>
              <a:ext uri="{FF2B5EF4-FFF2-40B4-BE49-F238E27FC236}">
                <a16:creationId xmlns:a16="http://schemas.microsoft.com/office/drawing/2014/main" id="{8F6FB821-BC88-A351-371F-35C66E4D9F35}"/>
              </a:ext>
            </a:extLst>
          </p:cNvPr>
          <p:cNvSpPr txBox="1"/>
          <p:nvPr/>
        </p:nvSpPr>
        <p:spPr>
          <a:xfrm>
            <a:off x="7521821" y="3951834"/>
            <a:ext cx="562976"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Lot 2</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8" name="ZoneTexte 24">
            <a:extLst>
              <a:ext uri="{FF2B5EF4-FFF2-40B4-BE49-F238E27FC236}">
                <a16:creationId xmlns:a16="http://schemas.microsoft.com/office/drawing/2014/main" id="{DD4368B5-310E-14E5-2117-095991F95161}"/>
              </a:ext>
            </a:extLst>
          </p:cNvPr>
          <p:cNvSpPr txBox="1"/>
          <p:nvPr/>
        </p:nvSpPr>
        <p:spPr>
          <a:xfrm>
            <a:off x="8866866" y="3924176"/>
            <a:ext cx="562976"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Lot 3</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9" name="ZoneTexte 24">
            <a:extLst>
              <a:ext uri="{FF2B5EF4-FFF2-40B4-BE49-F238E27FC236}">
                <a16:creationId xmlns:a16="http://schemas.microsoft.com/office/drawing/2014/main" id="{8DFFE7C9-6404-7015-DB4D-6C0C4EFD490B}"/>
              </a:ext>
            </a:extLst>
          </p:cNvPr>
          <p:cNvSpPr txBox="1"/>
          <p:nvPr/>
        </p:nvSpPr>
        <p:spPr>
          <a:xfrm>
            <a:off x="10089726" y="3924175"/>
            <a:ext cx="562976"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prstClr val="white"/>
                </a:solidFill>
                <a:latin typeface="Aptos" panose="02110004020202020204"/>
              </a:rPr>
              <a:t>Lot 4</a:t>
            </a:r>
            <a:endParaRPr kumimoji="0" lang="fr-FR" sz="14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0" name="ZoneTexte 13">
            <a:extLst>
              <a:ext uri="{FF2B5EF4-FFF2-40B4-BE49-F238E27FC236}">
                <a16:creationId xmlns:a16="http://schemas.microsoft.com/office/drawing/2014/main" id="{A3BA4415-F63C-FF10-4BE3-5F5E7D05C45A}"/>
              </a:ext>
            </a:extLst>
          </p:cNvPr>
          <p:cNvSpPr txBox="1"/>
          <p:nvPr/>
        </p:nvSpPr>
        <p:spPr>
          <a:xfrm>
            <a:off x="5677557" y="3606038"/>
            <a:ext cx="102649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00B050"/>
                </a:solidFill>
                <a:effectLst/>
                <a:uLnTx/>
                <a:uFillTx/>
                <a:latin typeface="Aptos" panose="02110004020202020204"/>
                <a:ea typeface="+mn-ea"/>
                <a:cs typeface="+mn-cs"/>
              </a:rPr>
              <a:t>Capgemini</a:t>
            </a:r>
          </a:p>
        </p:txBody>
      </p:sp>
      <p:sp>
        <p:nvSpPr>
          <p:cNvPr id="71" name="TextBox 70">
            <a:extLst>
              <a:ext uri="{FF2B5EF4-FFF2-40B4-BE49-F238E27FC236}">
                <a16:creationId xmlns:a16="http://schemas.microsoft.com/office/drawing/2014/main" id="{D7BB5F50-0AAA-141E-9DDB-82FD3EA82432}"/>
              </a:ext>
            </a:extLst>
          </p:cNvPr>
          <p:cNvSpPr txBox="1"/>
          <p:nvPr/>
        </p:nvSpPr>
        <p:spPr>
          <a:xfrm>
            <a:off x="3888782" y="4912787"/>
            <a:ext cx="653758" cy="215444"/>
          </a:xfrm>
          <a:prstGeom prst="rect">
            <a:avLst/>
          </a:prstGeom>
        </p:spPr>
        <p:txBody>
          <a:bodyPr wrap="square" lIns="0" tIns="0" rIns="0" bIns="0" rtlCol="0">
            <a:spAutoFit/>
          </a:bodyPr>
          <a:lstStyle/>
          <a:p>
            <a:r>
              <a:rPr lang="en-US" sz="1400" dirty="0"/>
              <a:t>CJ-EO</a:t>
            </a:r>
            <a:endParaRPr lang="en-IN" sz="1400" dirty="0" err="1"/>
          </a:p>
        </p:txBody>
      </p:sp>
      <p:sp>
        <p:nvSpPr>
          <p:cNvPr id="72" name="ZoneTexte 24">
            <a:extLst>
              <a:ext uri="{FF2B5EF4-FFF2-40B4-BE49-F238E27FC236}">
                <a16:creationId xmlns:a16="http://schemas.microsoft.com/office/drawing/2014/main" id="{74526ECB-B3DF-382D-52ED-F1F6B54999D6}"/>
              </a:ext>
            </a:extLst>
          </p:cNvPr>
          <p:cNvSpPr txBox="1"/>
          <p:nvPr/>
        </p:nvSpPr>
        <p:spPr>
          <a:xfrm>
            <a:off x="5884379" y="3962054"/>
            <a:ext cx="562976"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i="1" dirty="0">
                <a:solidFill>
                  <a:srgbClr val="00B050"/>
                </a:solidFill>
                <a:latin typeface="Aptos" panose="02110004020202020204"/>
              </a:rPr>
              <a:t>Lot 1</a:t>
            </a:r>
            <a:endParaRPr kumimoji="0" lang="fr-FR" sz="1400" b="0" i="1" u="none" strike="noStrike" kern="1200" cap="none" spc="0" normalizeH="0" baseline="0" noProof="0" dirty="0">
              <a:ln>
                <a:noFill/>
              </a:ln>
              <a:solidFill>
                <a:srgbClr val="00B050"/>
              </a:solidFill>
              <a:effectLst/>
              <a:uLnTx/>
              <a:uFillTx/>
              <a:latin typeface="Aptos" panose="02110004020202020204"/>
              <a:ea typeface="+mn-ea"/>
              <a:cs typeface="+mn-cs"/>
            </a:endParaRPr>
          </a:p>
        </p:txBody>
      </p:sp>
      <p:sp>
        <p:nvSpPr>
          <p:cNvPr id="73" name="Rectangle 72">
            <a:extLst>
              <a:ext uri="{FF2B5EF4-FFF2-40B4-BE49-F238E27FC236}">
                <a16:creationId xmlns:a16="http://schemas.microsoft.com/office/drawing/2014/main" id="{B29C4DF8-3A36-6219-BCBC-386CFCAD6688}"/>
              </a:ext>
            </a:extLst>
          </p:cNvPr>
          <p:cNvSpPr/>
          <p:nvPr/>
        </p:nvSpPr>
        <p:spPr>
          <a:xfrm>
            <a:off x="5556883" y="3599911"/>
            <a:ext cx="1227553" cy="2267606"/>
          </a:xfrm>
          <a:prstGeom prst="rect">
            <a:avLst/>
          </a:prstGeom>
          <a:noFill/>
          <a:ln w="3175">
            <a:solidFill>
              <a:srgbClr val="4FBF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4" name="Rectangle 73">
            <a:extLst>
              <a:ext uri="{FF2B5EF4-FFF2-40B4-BE49-F238E27FC236}">
                <a16:creationId xmlns:a16="http://schemas.microsoft.com/office/drawing/2014/main" id="{8B6A3F35-C655-E149-D56F-05B8EB932087}"/>
              </a:ext>
            </a:extLst>
          </p:cNvPr>
          <p:cNvSpPr/>
          <p:nvPr/>
        </p:nvSpPr>
        <p:spPr>
          <a:xfrm>
            <a:off x="7342719" y="3599911"/>
            <a:ext cx="3640854" cy="2533034"/>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solidFill>
                  <a:schemeClr val="tx1"/>
                </a:solidFill>
              </a:ln>
              <a:solidFill>
                <a:schemeClr val="tx1"/>
              </a:solidFill>
              <a:effectLst/>
              <a:uLnTx/>
              <a:uFillTx/>
              <a:latin typeface="Aptos" panose="02110004020202020204"/>
              <a:ea typeface="+mn-ea"/>
              <a:cs typeface="+mn-cs"/>
            </a:endParaRPr>
          </a:p>
        </p:txBody>
      </p:sp>
      <p:sp>
        <p:nvSpPr>
          <p:cNvPr id="76" name="TextBox 75">
            <a:extLst>
              <a:ext uri="{FF2B5EF4-FFF2-40B4-BE49-F238E27FC236}">
                <a16:creationId xmlns:a16="http://schemas.microsoft.com/office/drawing/2014/main" id="{0FD8FBED-D295-9E31-4672-795D5D5C31A9}"/>
              </a:ext>
            </a:extLst>
          </p:cNvPr>
          <p:cNvSpPr txBox="1"/>
          <p:nvPr/>
        </p:nvSpPr>
        <p:spPr>
          <a:xfrm>
            <a:off x="7342719" y="4267079"/>
            <a:ext cx="1153701" cy="1600438"/>
          </a:xfrm>
          <a:prstGeom prst="rect">
            <a:avLst/>
          </a:prstGeom>
          <a:noFill/>
        </p:spPr>
        <p:txBody>
          <a:bodyPr wrap="square">
            <a:spAutoFit/>
          </a:bodyPr>
          <a:lstStyle/>
          <a:p>
            <a:r>
              <a:rPr lang="en-US" sz="1400" dirty="0">
                <a:latin typeface="Aptos" panose="020B0004020202020204" pitchFamily="34" charset="0"/>
              </a:rPr>
              <a:t>The design, build, test and run of the BSS and </a:t>
            </a:r>
            <a:r>
              <a:rPr lang="en-US" sz="1400" i="1" dirty="0">
                <a:solidFill>
                  <a:prstClr val="white"/>
                </a:solidFill>
                <a:latin typeface="Aptos" panose="020B0004020202020204" pitchFamily="34" charset="0"/>
              </a:rPr>
              <a:t>Fulfillment</a:t>
            </a:r>
            <a:r>
              <a:rPr lang="en-US" sz="1400" dirty="0">
                <a:latin typeface="Aptos" panose="020B0004020202020204" pitchFamily="34" charset="0"/>
              </a:rPr>
              <a:t> OSS capabilities</a:t>
            </a:r>
            <a:endParaRPr lang="en-IN" sz="1400" dirty="0">
              <a:latin typeface="Aptos" panose="020B0004020202020204" pitchFamily="34" charset="0"/>
            </a:endParaRPr>
          </a:p>
        </p:txBody>
      </p:sp>
      <p:cxnSp>
        <p:nvCxnSpPr>
          <p:cNvPr id="78" name="Straight Connector 77">
            <a:extLst>
              <a:ext uri="{FF2B5EF4-FFF2-40B4-BE49-F238E27FC236}">
                <a16:creationId xmlns:a16="http://schemas.microsoft.com/office/drawing/2014/main" id="{9DBC659C-2090-461D-B0AD-90FE14FC0F08}"/>
              </a:ext>
            </a:extLst>
          </p:cNvPr>
          <p:cNvCxnSpPr>
            <a:cxnSpLocks/>
          </p:cNvCxnSpPr>
          <p:nvPr/>
        </p:nvCxnSpPr>
        <p:spPr>
          <a:xfrm>
            <a:off x="8496420" y="3944452"/>
            <a:ext cx="0" cy="2099213"/>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54312F-CFFA-EA09-56E3-8CFFD531DDA6}"/>
              </a:ext>
            </a:extLst>
          </p:cNvPr>
          <p:cNvCxnSpPr>
            <a:cxnSpLocks/>
          </p:cNvCxnSpPr>
          <p:nvPr/>
        </p:nvCxnSpPr>
        <p:spPr>
          <a:xfrm>
            <a:off x="9762438" y="3968396"/>
            <a:ext cx="0" cy="2075269"/>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8DDC8AA-7A6F-913D-A045-08601E6AAD0B}"/>
              </a:ext>
            </a:extLst>
          </p:cNvPr>
          <p:cNvSpPr txBox="1"/>
          <p:nvPr/>
        </p:nvSpPr>
        <p:spPr>
          <a:xfrm>
            <a:off x="5660098" y="4254672"/>
            <a:ext cx="1153701" cy="1600438"/>
          </a:xfrm>
          <a:prstGeom prst="rect">
            <a:avLst/>
          </a:prstGeom>
          <a:noFill/>
        </p:spPr>
        <p:txBody>
          <a:bodyPr wrap="square">
            <a:spAutoFit/>
          </a:bodyPr>
          <a:lstStyle>
            <a:defPPr>
              <a:defRPr lang="en-US"/>
            </a:defPPr>
            <a:lvl1pPr>
              <a:defRPr sz="1400">
                <a:latin typeface="Aptos" panose="020B0004020202020204" pitchFamily="34" charset="0"/>
              </a:defRPr>
            </a:lvl1pPr>
          </a:lstStyle>
          <a:p>
            <a:r>
              <a:rPr lang="en-US" dirty="0">
                <a:solidFill>
                  <a:srgbClr val="00B050"/>
                </a:solidFill>
              </a:rPr>
              <a:t>The design, build, test and run of the Digital Portal and API Layer capabilities</a:t>
            </a:r>
            <a:endParaRPr lang="en-IN" dirty="0">
              <a:solidFill>
                <a:srgbClr val="00B050"/>
              </a:solidFill>
            </a:endParaRPr>
          </a:p>
        </p:txBody>
      </p:sp>
      <p:sp>
        <p:nvSpPr>
          <p:cNvPr id="81" name="TextBox 80">
            <a:extLst>
              <a:ext uri="{FF2B5EF4-FFF2-40B4-BE49-F238E27FC236}">
                <a16:creationId xmlns:a16="http://schemas.microsoft.com/office/drawing/2014/main" id="{07B24531-6B82-63D1-3E38-E3427B691A14}"/>
              </a:ext>
            </a:extLst>
          </p:cNvPr>
          <p:cNvSpPr txBox="1"/>
          <p:nvPr/>
        </p:nvSpPr>
        <p:spPr>
          <a:xfrm>
            <a:off x="8643080" y="4227783"/>
            <a:ext cx="1119358" cy="1815882"/>
          </a:xfrm>
          <a:prstGeom prst="rect">
            <a:avLst/>
          </a:prstGeom>
          <a:noFill/>
        </p:spPr>
        <p:txBody>
          <a:bodyPr wrap="square">
            <a:spAutoFit/>
          </a:bodyPr>
          <a:lstStyle>
            <a:defPPr>
              <a:defRPr lang="en-US"/>
            </a:defPPr>
            <a:lvl1pPr>
              <a:defRPr sz="1400">
                <a:latin typeface="Aptos" panose="020B0004020202020204" pitchFamily="34" charset="0"/>
              </a:defRPr>
            </a:lvl1pPr>
          </a:lstStyle>
          <a:p>
            <a:r>
              <a:rPr lang="en-US" dirty="0"/>
              <a:t>The design, build, test and run of the Service Management and OSS Assurance capabilities</a:t>
            </a:r>
            <a:endParaRPr lang="en-IN" dirty="0"/>
          </a:p>
        </p:txBody>
      </p:sp>
      <p:sp>
        <p:nvSpPr>
          <p:cNvPr id="82" name="TextBox 81">
            <a:extLst>
              <a:ext uri="{FF2B5EF4-FFF2-40B4-BE49-F238E27FC236}">
                <a16:creationId xmlns:a16="http://schemas.microsoft.com/office/drawing/2014/main" id="{E0526E97-B509-514F-6F36-B8EBEC9FF22D}"/>
              </a:ext>
            </a:extLst>
          </p:cNvPr>
          <p:cNvSpPr txBox="1"/>
          <p:nvPr/>
        </p:nvSpPr>
        <p:spPr>
          <a:xfrm>
            <a:off x="9833217" y="4254672"/>
            <a:ext cx="1119358" cy="1815882"/>
          </a:xfrm>
          <a:prstGeom prst="rect">
            <a:avLst/>
          </a:prstGeom>
          <a:noFill/>
        </p:spPr>
        <p:txBody>
          <a:bodyPr wrap="square">
            <a:spAutoFit/>
          </a:bodyPr>
          <a:lstStyle>
            <a:defPPr>
              <a:defRPr lang="en-US"/>
            </a:defPPr>
            <a:lvl1pPr>
              <a:defRPr sz="1400">
                <a:latin typeface="Aptos" panose="020B0004020202020204" pitchFamily="34" charset="0"/>
              </a:defRPr>
            </a:lvl1pPr>
          </a:lstStyle>
          <a:p>
            <a:r>
              <a:rPr lang="en-US" dirty="0"/>
              <a:t>The end-to-end test and site reliability engineering for the Newco program</a:t>
            </a:r>
            <a:endParaRPr lang="en-IN" dirty="0"/>
          </a:p>
        </p:txBody>
      </p:sp>
      <p:sp>
        <p:nvSpPr>
          <p:cNvPr id="3" name="TextBox 2">
            <a:extLst>
              <a:ext uri="{FF2B5EF4-FFF2-40B4-BE49-F238E27FC236}">
                <a16:creationId xmlns:a16="http://schemas.microsoft.com/office/drawing/2014/main" id="{7F717A4C-1DD1-E669-F8A7-67E3746CFD4E}"/>
              </a:ext>
            </a:extLst>
          </p:cNvPr>
          <p:cNvSpPr txBox="1"/>
          <p:nvPr/>
        </p:nvSpPr>
        <p:spPr>
          <a:xfrm>
            <a:off x="1856512" y="5167769"/>
            <a:ext cx="1694578" cy="215444"/>
          </a:xfrm>
          <a:prstGeom prst="rect">
            <a:avLst/>
          </a:prstGeom>
        </p:spPr>
        <p:txBody>
          <a:bodyPr wrap="square" lIns="0" tIns="0" rIns="0" bIns="0" rtlCol="0">
            <a:spAutoFit/>
          </a:bodyPr>
          <a:lstStyle/>
          <a:p>
            <a:r>
              <a:rPr lang="en-US" sz="1400" dirty="0">
                <a:solidFill>
                  <a:schemeClr val="bg2"/>
                </a:solidFill>
              </a:rPr>
              <a:t>New Orange CJ-EO</a:t>
            </a:r>
            <a:endParaRPr lang="en-IN" sz="1400" dirty="0" err="1">
              <a:solidFill>
                <a:schemeClr val="bg2"/>
              </a:solidFill>
            </a:endParaRPr>
          </a:p>
        </p:txBody>
      </p:sp>
      <p:cxnSp>
        <p:nvCxnSpPr>
          <p:cNvPr id="16" name="Connector: Curved 15">
            <a:extLst>
              <a:ext uri="{FF2B5EF4-FFF2-40B4-BE49-F238E27FC236}">
                <a16:creationId xmlns:a16="http://schemas.microsoft.com/office/drawing/2014/main" id="{90727CFB-83C9-E4D3-F9BD-F3D7B50840BA}"/>
              </a:ext>
            </a:extLst>
          </p:cNvPr>
          <p:cNvCxnSpPr>
            <a:cxnSpLocks/>
            <a:stCxn id="50" idx="3"/>
            <a:endCxn id="51" idx="3"/>
          </p:cNvCxnSpPr>
          <p:nvPr/>
        </p:nvCxnSpPr>
        <p:spPr>
          <a:xfrm flipH="1">
            <a:off x="4292602" y="4217196"/>
            <a:ext cx="556346" cy="1350003"/>
          </a:xfrm>
          <a:prstGeom prst="curvedConnector3">
            <a:avLst>
              <a:gd name="adj1" fmla="val -41090"/>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Freeform: Shape 36">
            <a:extLst>
              <a:ext uri="{FF2B5EF4-FFF2-40B4-BE49-F238E27FC236}">
                <a16:creationId xmlns:a16="http://schemas.microsoft.com/office/drawing/2014/main" id="{C829BE24-D9D5-F889-8557-2AF87210573F}"/>
              </a:ext>
            </a:extLst>
          </p:cNvPr>
          <p:cNvSpPr/>
          <p:nvPr/>
        </p:nvSpPr>
        <p:spPr>
          <a:xfrm>
            <a:off x="3057236" y="3352721"/>
            <a:ext cx="4479637" cy="738988"/>
          </a:xfrm>
          <a:custGeom>
            <a:avLst/>
            <a:gdLst>
              <a:gd name="connsiteX0" fmla="*/ 0 w 4479637"/>
              <a:gd name="connsiteY0" fmla="*/ 702043 h 738988"/>
              <a:gd name="connsiteX1" fmla="*/ 1293091 w 4479637"/>
              <a:gd name="connsiteY1" fmla="*/ 79 h 738988"/>
              <a:gd name="connsiteX2" fmla="*/ 4479637 w 4479637"/>
              <a:gd name="connsiteY2" fmla="*/ 738988 h 738988"/>
            </a:gdLst>
            <a:ahLst/>
            <a:cxnLst>
              <a:cxn ang="0">
                <a:pos x="connsiteX0" y="connsiteY0"/>
              </a:cxn>
              <a:cxn ang="0">
                <a:pos x="connsiteX1" y="connsiteY1"/>
              </a:cxn>
              <a:cxn ang="0">
                <a:pos x="connsiteX2" y="connsiteY2"/>
              </a:cxn>
            </a:cxnLst>
            <a:rect l="l" t="t" r="r" b="b"/>
            <a:pathLst>
              <a:path w="4479637" h="738988">
                <a:moveTo>
                  <a:pt x="0" y="702043"/>
                </a:moveTo>
                <a:cubicBezTo>
                  <a:pt x="273242" y="347982"/>
                  <a:pt x="546485" y="-6078"/>
                  <a:pt x="1293091" y="79"/>
                </a:cubicBezTo>
                <a:cubicBezTo>
                  <a:pt x="2039697" y="6236"/>
                  <a:pt x="3259667" y="372612"/>
                  <a:pt x="4479637" y="738988"/>
                </a:cubicBezTo>
              </a:path>
            </a:pathLst>
          </a:cu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Freeform: Shape 38">
            <a:extLst>
              <a:ext uri="{FF2B5EF4-FFF2-40B4-BE49-F238E27FC236}">
                <a16:creationId xmlns:a16="http://schemas.microsoft.com/office/drawing/2014/main" id="{D2EE0FAF-F361-46A1-B784-7377E62A461C}"/>
              </a:ext>
            </a:extLst>
          </p:cNvPr>
          <p:cNvSpPr/>
          <p:nvPr/>
        </p:nvSpPr>
        <p:spPr>
          <a:xfrm>
            <a:off x="3094182" y="3496754"/>
            <a:ext cx="4507345" cy="622664"/>
          </a:xfrm>
          <a:custGeom>
            <a:avLst/>
            <a:gdLst>
              <a:gd name="connsiteX0" fmla="*/ 0 w 4507345"/>
              <a:gd name="connsiteY0" fmla="*/ 400991 h 622664"/>
              <a:gd name="connsiteX1" fmla="*/ 1302327 w 4507345"/>
              <a:gd name="connsiteY1" fmla="*/ 3828 h 622664"/>
              <a:gd name="connsiteX2" fmla="*/ 4507345 w 4507345"/>
              <a:gd name="connsiteY2" fmla="*/ 613428 h 622664"/>
              <a:gd name="connsiteX3" fmla="*/ 4507345 w 4507345"/>
              <a:gd name="connsiteY3" fmla="*/ 613428 h 622664"/>
              <a:gd name="connsiteX4" fmla="*/ 4507345 w 4507345"/>
              <a:gd name="connsiteY4" fmla="*/ 622664 h 622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45" h="622664">
                <a:moveTo>
                  <a:pt x="0" y="400991"/>
                </a:moveTo>
                <a:cubicBezTo>
                  <a:pt x="275551" y="184706"/>
                  <a:pt x="551103" y="-31578"/>
                  <a:pt x="1302327" y="3828"/>
                </a:cubicBezTo>
                <a:cubicBezTo>
                  <a:pt x="2053551" y="39234"/>
                  <a:pt x="4507345" y="613428"/>
                  <a:pt x="4507345" y="613428"/>
                </a:cubicBezTo>
                <a:lnTo>
                  <a:pt x="4507345" y="613428"/>
                </a:lnTo>
                <a:lnTo>
                  <a:pt x="4507345" y="622664"/>
                </a:lnTo>
              </a:path>
            </a:pathLst>
          </a:cu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sp>
        <p:nvSpPr>
          <p:cNvPr id="41" name="Freeform: Shape 40">
            <a:extLst>
              <a:ext uri="{FF2B5EF4-FFF2-40B4-BE49-F238E27FC236}">
                <a16:creationId xmlns:a16="http://schemas.microsoft.com/office/drawing/2014/main" id="{A8222250-E759-07DF-4B7B-00C0DDF99704}"/>
              </a:ext>
            </a:extLst>
          </p:cNvPr>
          <p:cNvSpPr/>
          <p:nvPr/>
        </p:nvSpPr>
        <p:spPr>
          <a:xfrm>
            <a:off x="4865084" y="3282390"/>
            <a:ext cx="2651444" cy="856318"/>
          </a:xfrm>
          <a:custGeom>
            <a:avLst/>
            <a:gdLst>
              <a:gd name="connsiteX0" fmla="*/ 0 w 4507345"/>
              <a:gd name="connsiteY0" fmla="*/ 400991 h 622664"/>
              <a:gd name="connsiteX1" fmla="*/ 1302327 w 4507345"/>
              <a:gd name="connsiteY1" fmla="*/ 3828 h 622664"/>
              <a:gd name="connsiteX2" fmla="*/ 4507345 w 4507345"/>
              <a:gd name="connsiteY2" fmla="*/ 613428 h 622664"/>
              <a:gd name="connsiteX3" fmla="*/ 4507345 w 4507345"/>
              <a:gd name="connsiteY3" fmla="*/ 613428 h 622664"/>
              <a:gd name="connsiteX4" fmla="*/ 4507345 w 4507345"/>
              <a:gd name="connsiteY4" fmla="*/ 622664 h 622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45" h="622664">
                <a:moveTo>
                  <a:pt x="0" y="400991"/>
                </a:moveTo>
                <a:cubicBezTo>
                  <a:pt x="275551" y="184706"/>
                  <a:pt x="551103" y="-31578"/>
                  <a:pt x="1302327" y="3828"/>
                </a:cubicBezTo>
                <a:cubicBezTo>
                  <a:pt x="2053551" y="39234"/>
                  <a:pt x="4507345" y="613428"/>
                  <a:pt x="4507345" y="613428"/>
                </a:cubicBezTo>
                <a:lnTo>
                  <a:pt x="4507345" y="613428"/>
                </a:lnTo>
                <a:lnTo>
                  <a:pt x="4507345" y="622664"/>
                </a:lnTo>
              </a:path>
            </a:pathLst>
          </a:cu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450305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EE9FFDD2-1F78-3BAC-B7C0-FCC706A44A8D}"/>
              </a:ext>
            </a:extLst>
          </p:cNvPr>
          <p:cNvSpPr/>
          <p:nvPr/>
        </p:nvSpPr>
        <p:spPr>
          <a:xfrm>
            <a:off x="6921914" y="842471"/>
            <a:ext cx="4759484" cy="4900381"/>
          </a:xfrm>
          <a:prstGeom prst="roundRect">
            <a:avLst/>
          </a:prstGeom>
          <a:solidFill>
            <a:schemeClr val="tx2">
              <a:lumMod val="5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re 1"/>
          <p:cNvSpPr>
            <a:spLocks noGrp="1"/>
          </p:cNvSpPr>
          <p:nvPr>
            <p:ph type="title"/>
          </p:nvPr>
        </p:nvSpPr>
        <p:spPr>
          <a:xfrm>
            <a:off x="197313" y="145912"/>
            <a:ext cx="11281325" cy="828439"/>
          </a:xfrm>
        </p:spPr>
        <p:txBody>
          <a:bodyPr/>
          <a:lstStyle/>
          <a:p>
            <a:r>
              <a:rPr lang="fr-FR" sz="2650" dirty="0">
                <a:solidFill>
                  <a:schemeClr val="bg1"/>
                </a:solidFill>
                <a:latin typeface="Helvetica 55 Roman"/>
                <a:ea typeface="ＭＳ Ｐゴシック"/>
              </a:rPr>
              <a:t>How </a:t>
            </a:r>
            <a:r>
              <a:rPr lang="fr-FR" sz="2650" dirty="0" err="1">
                <a:solidFill>
                  <a:schemeClr val="bg1"/>
                </a:solidFill>
                <a:latin typeface="Helvetica 55 Roman"/>
                <a:ea typeface="ＭＳ Ｐゴシック"/>
              </a:rPr>
              <a:t>we</a:t>
            </a:r>
            <a:r>
              <a:rPr lang="fr-FR" sz="2650" dirty="0">
                <a:solidFill>
                  <a:schemeClr val="bg1"/>
                </a:solidFill>
                <a:latin typeface="Helvetica 55 Roman"/>
                <a:ea typeface="ＭＳ Ｐゴシック"/>
              </a:rPr>
              <a:t> structure the </a:t>
            </a:r>
            <a:r>
              <a:rPr lang="fr-FR" sz="2650" dirty="0" err="1">
                <a:solidFill>
                  <a:schemeClr val="bg1"/>
                </a:solidFill>
                <a:latin typeface="Helvetica 55 Roman"/>
                <a:ea typeface="ＭＳ Ｐゴシック"/>
              </a:rPr>
              <a:t>backlog</a:t>
            </a:r>
            <a:r>
              <a:rPr lang="fr-FR" sz="2650" dirty="0">
                <a:solidFill>
                  <a:schemeClr val="bg1"/>
                </a:solidFill>
                <a:latin typeface="Helvetica 55 Roman"/>
                <a:ea typeface="ＭＳ Ｐゴシック"/>
              </a:rPr>
              <a:t> for IT assets </a:t>
            </a:r>
            <a:r>
              <a:rPr lang="fr-FR" sz="2650" dirty="0" err="1">
                <a:solidFill>
                  <a:schemeClr val="bg1"/>
                </a:solidFill>
                <a:latin typeface="Helvetica 55 Roman"/>
                <a:ea typeface="ＭＳ Ｐゴシック"/>
              </a:rPr>
              <a:t>using</a:t>
            </a:r>
            <a:r>
              <a:rPr lang="fr-FR" sz="2650" dirty="0">
                <a:solidFill>
                  <a:schemeClr val="bg1"/>
                </a:solidFill>
                <a:latin typeface="Helvetica 55 Roman"/>
                <a:ea typeface="ＭＳ Ｐゴシック"/>
              </a:rPr>
              <a:t> the artefacts </a:t>
            </a:r>
            <a:r>
              <a:rPr lang="fr-FR" sz="2650" dirty="0" err="1">
                <a:solidFill>
                  <a:schemeClr val="bg1"/>
                </a:solidFill>
                <a:latin typeface="Helvetica 55 Roman"/>
                <a:ea typeface="ＭＳ Ｐゴシック"/>
              </a:rPr>
              <a:t>we</a:t>
            </a:r>
            <a:r>
              <a:rPr lang="fr-FR" sz="2650" dirty="0">
                <a:solidFill>
                  <a:schemeClr val="bg1"/>
                </a:solidFill>
                <a:latin typeface="Helvetica 55 Roman"/>
                <a:ea typeface="ＭＳ Ｐゴシック"/>
              </a:rPr>
              <a:t> have been </a:t>
            </a:r>
            <a:r>
              <a:rPr lang="fr-FR" sz="2650" dirty="0" err="1">
                <a:solidFill>
                  <a:schemeClr val="bg1"/>
                </a:solidFill>
                <a:latin typeface="Helvetica 55 Roman"/>
                <a:ea typeface="ＭＳ Ｐゴシック"/>
              </a:rPr>
              <a:t>developing</a:t>
            </a:r>
            <a:r>
              <a:rPr lang="fr-FR" sz="2650" dirty="0">
                <a:solidFill>
                  <a:schemeClr val="bg1"/>
                </a:solidFill>
                <a:latin typeface="Helvetica 55 Roman"/>
                <a:ea typeface="ＭＳ Ｐゴシック"/>
              </a:rPr>
              <a:t> and </a:t>
            </a:r>
            <a:r>
              <a:rPr lang="fr-FR" sz="2650" dirty="0" err="1">
                <a:solidFill>
                  <a:schemeClr val="bg1"/>
                </a:solidFill>
                <a:latin typeface="Helvetica 55 Roman"/>
                <a:ea typeface="ＭＳ Ｐゴシック"/>
              </a:rPr>
              <a:t>refining</a:t>
            </a:r>
            <a:r>
              <a:rPr lang="fr-FR" sz="2650" dirty="0">
                <a:solidFill>
                  <a:schemeClr val="bg1"/>
                </a:solidFill>
                <a:latin typeface="Helvetica 55 Roman"/>
                <a:ea typeface="ＭＳ Ｐゴシック"/>
              </a:rPr>
              <a:t> </a:t>
            </a:r>
            <a:r>
              <a:rPr lang="fr-FR" sz="2650" dirty="0" err="1">
                <a:solidFill>
                  <a:schemeClr val="bg1"/>
                </a:solidFill>
                <a:latin typeface="Helvetica 55 Roman"/>
                <a:ea typeface="ＭＳ Ｐゴシック"/>
              </a:rPr>
              <a:t>within</a:t>
            </a:r>
            <a:r>
              <a:rPr lang="fr-FR" sz="2650" dirty="0">
                <a:solidFill>
                  <a:schemeClr val="bg1"/>
                </a:solidFill>
                <a:latin typeface="Helvetica 55 Roman"/>
                <a:ea typeface="ＭＳ Ｐゴシック"/>
              </a:rPr>
              <a:t> </a:t>
            </a:r>
            <a:r>
              <a:rPr lang="fr-FR" sz="2650" dirty="0" err="1">
                <a:solidFill>
                  <a:schemeClr val="bg1"/>
                </a:solidFill>
                <a:latin typeface="Helvetica 55 Roman"/>
                <a:ea typeface="ＭＳ Ｐゴシック"/>
              </a:rPr>
              <a:t>NewCo</a:t>
            </a:r>
            <a:r>
              <a:rPr lang="fr-FR" sz="2650" dirty="0">
                <a:solidFill>
                  <a:schemeClr val="bg1"/>
                </a:solidFill>
                <a:latin typeface="Helvetica 55 Roman"/>
                <a:ea typeface="ＭＳ Ｐゴシック"/>
              </a:rPr>
              <a:t> Customer Journey</a:t>
            </a:r>
          </a:p>
        </p:txBody>
      </p:sp>
      <p:sp>
        <p:nvSpPr>
          <p:cNvPr id="3" name="Espace réservé du contenu 3"/>
          <p:cNvSpPr txBox="1">
            <a:spLocks/>
          </p:cNvSpPr>
          <p:nvPr/>
        </p:nvSpPr>
        <p:spPr bwMode="auto">
          <a:xfrm>
            <a:off x="9334291" y="1382380"/>
            <a:ext cx="1991586" cy="874914"/>
          </a:xfrm>
          <a:prstGeom prst="rect">
            <a:avLst/>
          </a:prstGeom>
          <a:noFill/>
          <a:ln w="9525">
            <a:solidFill>
              <a:schemeClr val="accent3">
                <a:lumMod val="50000"/>
              </a:schemeClr>
            </a:solidFill>
            <a:miter lim="800000"/>
            <a:headEnd/>
            <a:tailEnd/>
          </a:ln>
        </p:spPr>
        <p:txBody>
          <a:bodyPr vert="horz" wrap="square" lIns="192000" tIns="96000" rIns="192000" bIns="96000" numCol="1" anchor="ctr" anchorCtr="0" compatLnSpc="1">
            <a:prstTxWarp prst="textNoShape">
              <a:avLst/>
            </a:prstTxWarp>
          </a:bodyPr>
          <a:lstStyle>
            <a:defPPr>
              <a:defRPr lang="fr-FR"/>
            </a:defPPr>
            <a:lvl1pPr marR="0" lvl="0" indent="0" defTabSz="950360" fontAlgn="base">
              <a:lnSpc>
                <a:spcPct val="100000"/>
              </a:lnSpc>
              <a:spcBef>
                <a:spcPct val="0"/>
              </a:spcBef>
              <a:spcAft>
                <a:spcPct val="0"/>
              </a:spcAft>
              <a:buClrTx/>
              <a:buSzTx/>
              <a:buFontTx/>
              <a:buNone/>
              <a:tabLst/>
              <a:defRPr kumimoji="0" sz="1600" b="1" i="0" u="none" strike="noStrike" cap="none" spc="0" normalizeH="0" baseline="0">
                <a:ln>
                  <a:noFill/>
                </a:ln>
                <a:solidFill>
                  <a:schemeClr val="accent2"/>
                </a:solidFill>
                <a:effectLst/>
                <a:uLnTx/>
                <a:uFillTx/>
                <a:latin typeface="Helvetica 55 Roman" panose="020B0604020202020204" pitchFamily="34" charset="0"/>
                <a:ea typeface="Verdana" pitchFamily="34" charset="0"/>
                <a:cs typeface="Arial" panose="020B0604020202020204" pitchFamily="34" charset="0"/>
              </a:defRPr>
            </a:lvl1pPr>
          </a:lstStyle>
          <a:p>
            <a:pPr marL="0" marR="0" lvl="0" indent="0" algn="ctr" defTabSz="95036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0BE87"/>
                </a:solidFill>
                <a:effectLst/>
                <a:uLnTx/>
                <a:uFillTx/>
                <a:latin typeface="Helvetica 55 Roman" panose="020B0604020202020204" pitchFamily="34" charset="0"/>
                <a:ea typeface="Verdana" pitchFamily="34" charset="0"/>
                <a:cs typeface="Arial" panose="020B0604020202020204" pitchFamily="34" charset="0"/>
              </a:rPr>
              <a:t>Transformation program or Greenfield product</a:t>
            </a:r>
          </a:p>
        </p:txBody>
      </p:sp>
      <p:sp>
        <p:nvSpPr>
          <p:cNvPr id="4" name="Espace réservé du contenu 3"/>
          <p:cNvSpPr txBox="1">
            <a:spLocks/>
          </p:cNvSpPr>
          <p:nvPr/>
        </p:nvSpPr>
        <p:spPr bwMode="auto">
          <a:xfrm>
            <a:off x="9334291" y="2342042"/>
            <a:ext cx="1991586" cy="960902"/>
          </a:xfrm>
          <a:prstGeom prst="rect">
            <a:avLst/>
          </a:prstGeom>
          <a:noFill/>
          <a:ln w="9525">
            <a:solidFill>
              <a:schemeClr val="accent3">
                <a:lumMod val="50000"/>
              </a:schemeClr>
            </a:solidFill>
            <a:miter lim="800000"/>
            <a:headEnd/>
            <a:tailEnd/>
          </a:ln>
        </p:spPr>
        <p:txBody>
          <a:bodyPr vert="horz" wrap="square" lIns="192000" tIns="96000" rIns="192000" bIns="96000" numCol="1" anchor="ctr" anchorCtr="0" compatLnSpc="1">
            <a:prstTxWarp prst="textNoShape">
              <a:avLst/>
            </a:prstTxWarp>
          </a:bodyPr>
          <a:lstStyle>
            <a:defPPr>
              <a:defRPr lang="fr-FR"/>
            </a:defPPr>
            <a:lvl1pPr marR="0" lvl="0" indent="0" defTabSz="950360" fontAlgn="base">
              <a:lnSpc>
                <a:spcPct val="100000"/>
              </a:lnSpc>
              <a:spcBef>
                <a:spcPct val="0"/>
              </a:spcBef>
              <a:spcAft>
                <a:spcPct val="0"/>
              </a:spcAft>
              <a:buClrTx/>
              <a:buSzTx/>
              <a:buFontTx/>
              <a:buNone/>
              <a:tabLst/>
              <a:defRPr kumimoji="0" sz="1600" b="1" i="0" u="none" strike="noStrike" cap="none" spc="0" normalizeH="0" baseline="0">
                <a:ln>
                  <a:noFill/>
                </a:ln>
                <a:solidFill>
                  <a:schemeClr val="accent1"/>
                </a:solidFill>
                <a:effectLst/>
                <a:uLnTx/>
                <a:uFillTx/>
                <a:latin typeface="Helvetica 55 Roman" panose="020B0604020202020204" pitchFamily="34" charset="0"/>
                <a:ea typeface="Verdana" pitchFamily="34" charset="0"/>
                <a:cs typeface="Arial" panose="020B0604020202020204" pitchFamily="34" charset="0"/>
              </a:defRPr>
            </a:lvl1pPr>
          </a:lstStyle>
          <a:p>
            <a:pPr marL="0" marR="0" lvl="0" indent="0" algn="ctr" defTabSz="95036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4BB4E6"/>
                </a:solidFill>
                <a:effectLst/>
                <a:uLnTx/>
                <a:uFillTx/>
                <a:latin typeface="Helvetica 55 Roman" panose="020B0604020202020204" pitchFamily="34" charset="0"/>
                <a:ea typeface="Verdana" pitchFamily="34" charset="0"/>
                <a:cs typeface="Arial" panose="020B0604020202020204" pitchFamily="34" charset="0"/>
              </a:rPr>
              <a:t>Modules : Customer use case &amp; Business Processes L2</a:t>
            </a:r>
          </a:p>
        </p:txBody>
      </p:sp>
      <p:sp>
        <p:nvSpPr>
          <p:cNvPr id="5" name="Espace réservé du contenu 3"/>
          <p:cNvSpPr txBox="1">
            <a:spLocks/>
          </p:cNvSpPr>
          <p:nvPr/>
        </p:nvSpPr>
        <p:spPr bwMode="auto">
          <a:xfrm>
            <a:off x="9334291" y="3387437"/>
            <a:ext cx="1991586" cy="1023325"/>
          </a:xfrm>
          <a:prstGeom prst="rect">
            <a:avLst/>
          </a:prstGeom>
          <a:noFill/>
          <a:ln w="9525">
            <a:solidFill>
              <a:schemeClr val="accent3">
                <a:lumMod val="50000"/>
              </a:schemeClr>
            </a:solidFill>
            <a:miter lim="800000"/>
            <a:headEnd/>
            <a:tailEnd/>
          </a:ln>
        </p:spPr>
        <p:txBody>
          <a:bodyPr vert="horz" wrap="square" lIns="192000" tIns="96000" rIns="192000" bIns="96000" numCol="1" anchor="ctr" anchorCtr="0" compatLnSpc="1">
            <a:prstTxWarp prst="textNoShape">
              <a:avLst/>
            </a:prstTxWarp>
          </a:bodyPr>
          <a:lstStyle/>
          <a:p>
            <a:pPr marL="0" marR="0" lvl="0" indent="0" algn="ctr" defTabSz="95036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FF6600"/>
                </a:solidFill>
                <a:effectLst/>
                <a:uLnTx/>
                <a:uFillTx/>
                <a:latin typeface="Helvetica 55 Roman" panose="020B0604020202020204" pitchFamily="34" charset="0"/>
                <a:ea typeface="Verdana" pitchFamily="34" charset="0"/>
                <a:cs typeface="Arial" panose="020B0604020202020204" pitchFamily="34" charset="0"/>
              </a:rPr>
              <a:t>Use cases L3 (Customer &amp; OB)</a:t>
            </a:r>
          </a:p>
        </p:txBody>
      </p:sp>
      <p:sp>
        <p:nvSpPr>
          <p:cNvPr id="6" name="ZoneTexte 5"/>
          <p:cNvSpPr txBox="1"/>
          <p:nvPr/>
        </p:nvSpPr>
        <p:spPr bwMode="gray">
          <a:xfrm>
            <a:off x="7282263" y="1382379"/>
            <a:ext cx="1972126" cy="874915"/>
          </a:xfrm>
          <a:prstGeom prst="rect">
            <a:avLst/>
          </a:prstGeom>
          <a:solidFill>
            <a:schemeClr val="accent4"/>
          </a:solidFill>
          <a:ln w="25400" cap="flat" cmpd="sng" algn="ctr">
            <a:solidFill>
              <a:schemeClr val="accent4"/>
            </a:solidFill>
            <a:prstDash val="solid"/>
          </a:ln>
          <a:effectLst/>
        </p:spPr>
        <p:txBody>
          <a:bodyPr lIns="960000" rtlCol="0" anchor="ctr"/>
          <a:lstStyle>
            <a:defPPr>
              <a:defRPr lang="en-GB"/>
            </a:defPPr>
            <a:lvl1pPr lvl="0" fontAlgn="auto">
              <a:spcBef>
                <a:spcPts val="0"/>
              </a:spcBef>
              <a:spcAft>
                <a:spcPts val="0"/>
              </a:spcAft>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5036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00000"/>
                </a:solidFill>
                <a:effectLst/>
                <a:uLnTx/>
                <a:uFillTx/>
                <a:latin typeface="Helvetica 75" pitchFamily="34" charset="0"/>
                <a:ea typeface="ＭＳ Ｐゴシック" pitchFamily="34" charset="-128"/>
                <a:cs typeface="+mn-cs"/>
              </a:rPr>
              <a:t>Enterprise Epics</a:t>
            </a:r>
          </a:p>
        </p:txBody>
      </p:sp>
      <p:sp>
        <p:nvSpPr>
          <p:cNvPr id="7" name="ZoneTexte 6"/>
          <p:cNvSpPr txBox="1"/>
          <p:nvPr/>
        </p:nvSpPr>
        <p:spPr bwMode="gray">
          <a:xfrm>
            <a:off x="7282262" y="2341356"/>
            <a:ext cx="1972127" cy="961463"/>
          </a:xfrm>
          <a:prstGeom prst="rect">
            <a:avLst/>
          </a:prstGeom>
          <a:solidFill>
            <a:schemeClr val="accent2"/>
          </a:solidFill>
          <a:ln w="25400" cap="flat" cmpd="sng" algn="ctr">
            <a:solidFill>
              <a:schemeClr val="accent2"/>
            </a:solidFill>
            <a:prstDash val="solid"/>
          </a:ln>
          <a:effectLst/>
        </p:spPr>
        <p:txBody>
          <a:bodyPr lIns="960000" rtlCol="0" anchor="ctr"/>
          <a:lstStyle>
            <a:defPPr>
              <a:defRPr lang="fr-FR"/>
            </a:defPPr>
            <a:lvl1pPr algn="ctr">
              <a:defRPr sz="2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5036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00000"/>
                </a:solidFill>
                <a:effectLst/>
                <a:uLnTx/>
                <a:uFillTx/>
                <a:latin typeface="Helvetica 75" pitchFamily="34" charset="0"/>
                <a:ea typeface="ＭＳ Ｐゴシック" pitchFamily="34" charset="-128"/>
                <a:cs typeface="+mn-cs"/>
              </a:rPr>
              <a:t>Epics</a:t>
            </a:r>
          </a:p>
        </p:txBody>
      </p:sp>
      <p:sp>
        <p:nvSpPr>
          <p:cNvPr id="8" name="ZoneTexte 7"/>
          <p:cNvSpPr txBox="1"/>
          <p:nvPr/>
        </p:nvSpPr>
        <p:spPr bwMode="gray">
          <a:xfrm>
            <a:off x="7282262" y="3386679"/>
            <a:ext cx="1972127" cy="1024083"/>
          </a:xfrm>
          <a:prstGeom prst="rect">
            <a:avLst/>
          </a:prstGeom>
          <a:solidFill>
            <a:srgbClr val="FF7900"/>
          </a:solidFill>
          <a:ln w="25400" cap="flat" cmpd="sng" algn="ctr">
            <a:solidFill>
              <a:schemeClr val="accent1"/>
            </a:solidFill>
            <a:prstDash val="solid"/>
          </a:ln>
          <a:effectLst/>
        </p:spPr>
        <p:txBody>
          <a:bodyPr lIns="960000" rtlCol="0" anchor="ctr"/>
          <a:lstStyle>
            <a:defPPr>
              <a:defRPr lang="en-GB"/>
            </a:defPPr>
            <a:lvl1pPr lvl="0" fontAlgn="auto">
              <a:spcBef>
                <a:spcPts val="0"/>
              </a:spcBef>
              <a:spcAft>
                <a:spcPts val="0"/>
              </a:spcAft>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5036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00000"/>
                </a:solidFill>
                <a:effectLst/>
                <a:uLnTx/>
                <a:uFillTx/>
                <a:latin typeface="Helvetica 75" pitchFamily="34" charset="0"/>
                <a:ea typeface="ＭＳ Ｐゴシック" pitchFamily="34" charset="-128"/>
                <a:cs typeface="+mn-cs"/>
              </a:rPr>
              <a:t>Features</a:t>
            </a:r>
          </a:p>
        </p:txBody>
      </p:sp>
      <p:sp>
        <p:nvSpPr>
          <p:cNvPr id="9" name="Espace réservé du contenu 3"/>
          <p:cNvSpPr txBox="1">
            <a:spLocks/>
          </p:cNvSpPr>
          <p:nvPr/>
        </p:nvSpPr>
        <p:spPr bwMode="auto">
          <a:xfrm>
            <a:off x="9334291" y="4463567"/>
            <a:ext cx="1991586" cy="1050347"/>
          </a:xfrm>
          <a:prstGeom prst="rect">
            <a:avLst/>
          </a:prstGeom>
          <a:noFill/>
          <a:ln w="9525">
            <a:solidFill>
              <a:schemeClr val="accent3">
                <a:lumMod val="50000"/>
              </a:schemeClr>
            </a:solidFill>
            <a:miter lim="800000"/>
            <a:headEnd/>
            <a:tailEnd/>
          </a:ln>
        </p:spPr>
        <p:txBody>
          <a:bodyPr vert="horz" wrap="square" lIns="192000" tIns="96000" rIns="192000" bIns="96000" numCol="1" anchor="ctr" anchorCtr="0" compatLnSpc="1">
            <a:prstTxWarp prst="textNoShape">
              <a:avLst/>
            </a:prstTxWarp>
          </a:bodyPr>
          <a:lstStyle>
            <a:defPPr>
              <a:defRPr lang="fr-FR"/>
            </a:defPPr>
            <a:lvl1pPr marR="0" lvl="0" indent="0" defTabSz="950360" fontAlgn="base">
              <a:lnSpc>
                <a:spcPct val="100000"/>
              </a:lnSpc>
              <a:spcBef>
                <a:spcPct val="0"/>
              </a:spcBef>
              <a:spcAft>
                <a:spcPct val="0"/>
              </a:spcAft>
              <a:buClrTx/>
              <a:buSzTx/>
              <a:buFontTx/>
              <a:buNone/>
              <a:tabLst/>
              <a:defRPr kumimoji="0" sz="1600" b="1" i="0" u="none" strike="noStrike" cap="none" spc="0" normalizeH="0" baseline="0">
                <a:ln>
                  <a:noFill/>
                </a:ln>
                <a:solidFill>
                  <a:schemeClr val="accent4"/>
                </a:solidFill>
                <a:effectLst/>
                <a:uLnTx/>
                <a:uFillTx/>
                <a:latin typeface="Helvetica 55 Roman" panose="020B0604020202020204" pitchFamily="34" charset="0"/>
                <a:ea typeface="Verdana" pitchFamily="34" charset="0"/>
                <a:cs typeface="Arial" panose="020B0604020202020204" pitchFamily="34" charset="0"/>
              </a:defRPr>
            </a:lvl1pPr>
          </a:lstStyle>
          <a:p>
            <a:pPr marL="0" marR="0" lvl="0" indent="0" algn="ctr" defTabSz="95036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dirty="0" err="1">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Detailed</a:t>
            </a:r>
            <a:r>
              <a:rPr kumimoji="0" lang="fr-FR" sz="1200" b="1" i="0" u="none" strike="noStrike" kern="1200" cap="none" spc="0" normalizeH="0" baseline="0" noProof="0" dirty="0">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 </a:t>
            </a:r>
            <a:r>
              <a:rPr kumimoji="0" lang="fr-FR" sz="1200" b="1" i="0" u="none" strike="noStrike" kern="1200" cap="none" spc="0" normalizeH="0" baseline="0" noProof="0" dirty="0" err="1">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functionnalities</a:t>
            </a:r>
            <a:r>
              <a:rPr kumimoji="0" lang="fr-FR" sz="1200" b="1" i="0" u="none" strike="noStrike" kern="1200" cap="none" spc="0" normalizeH="0" baseline="0" noProof="0" dirty="0">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 </a:t>
            </a:r>
            <a:r>
              <a:rPr kumimoji="0" lang="fr-FR" sz="1200" b="1" i="0" u="none" strike="noStrike" kern="1200" cap="none" spc="0" normalizeH="0" baseline="0" noProof="0" dirty="0" err="1">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linked</a:t>
            </a:r>
            <a:r>
              <a:rPr kumimoji="0" lang="fr-FR" sz="1200" b="1" i="0" u="none" strike="noStrike" kern="1200" cap="none" spc="0" normalizeH="0" baseline="0" noProof="0" dirty="0">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 to L4 </a:t>
            </a:r>
            <a:r>
              <a:rPr kumimoji="0" lang="fr-FR" sz="1200" b="1" i="0" u="none" strike="noStrike" kern="1200" cap="none" spc="0" normalizeH="0" baseline="0" noProof="0" dirty="0" err="1">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rPr>
              <a:t>processes</a:t>
            </a:r>
            <a:endParaRPr kumimoji="0" lang="fr-FR" sz="1200" b="1" i="0" u="none" strike="noStrike" kern="1200" cap="none" spc="0" normalizeH="0" baseline="0" noProof="0" dirty="0">
              <a:ln>
                <a:noFill/>
              </a:ln>
              <a:solidFill>
                <a:schemeClr val="bg1"/>
              </a:solidFill>
              <a:effectLst/>
              <a:uLnTx/>
              <a:uFillTx/>
              <a:latin typeface="Helvetica 55 Roman" panose="020B0604020202020204" pitchFamily="34" charset="0"/>
              <a:ea typeface="Verdana" pitchFamily="34" charset="0"/>
              <a:cs typeface="Arial" panose="020B0604020202020204" pitchFamily="34" charset="0"/>
            </a:endParaRPr>
          </a:p>
        </p:txBody>
      </p:sp>
      <p:sp>
        <p:nvSpPr>
          <p:cNvPr id="10" name="ZoneTexte 9"/>
          <p:cNvSpPr txBox="1"/>
          <p:nvPr/>
        </p:nvSpPr>
        <p:spPr bwMode="gray">
          <a:xfrm>
            <a:off x="7282262" y="4489831"/>
            <a:ext cx="1972126" cy="1024083"/>
          </a:xfrm>
          <a:prstGeom prst="rect">
            <a:avLst/>
          </a:prstGeom>
          <a:solidFill>
            <a:schemeClr val="accent6"/>
          </a:solidFill>
          <a:ln w="25400" cap="flat" cmpd="sng" algn="ctr">
            <a:solidFill>
              <a:schemeClr val="accent6"/>
            </a:solidFill>
            <a:prstDash val="solid"/>
          </a:ln>
          <a:effectLst/>
        </p:spPr>
        <p:txBody>
          <a:bodyPr lIns="960000" rtlCol="0" anchor="ctr"/>
          <a:lstStyle>
            <a:defPPr>
              <a:defRPr lang="en-GB"/>
            </a:defPPr>
            <a:lvl1pPr lvl="0" fontAlgn="auto">
              <a:spcBef>
                <a:spcPts val="0"/>
              </a:spcBef>
              <a:spcAft>
                <a:spcPts val="0"/>
              </a:spcAft>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5036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00000"/>
                </a:solidFill>
                <a:effectLst/>
                <a:uLnTx/>
                <a:uFillTx/>
                <a:latin typeface="Helvetica 75" pitchFamily="34" charset="0"/>
                <a:ea typeface="ＭＳ Ｐゴシック" pitchFamily="34" charset="-128"/>
                <a:cs typeface="+mn-cs"/>
              </a:rPr>
              <a:t>User stories</a:t>
            </a:r>
          </a:p>
        </p:txBody>
      </p:sp>
      <p:pic>
        <p:nvPicPr>
          <p:cNvPr id="17" name="Image 16">
            <a:extLst>
              <a:ext uri="{FF2B5EF4-FFF2-40B4-BE49-F238E27FC236}">
                <a16:creationId xmlns:a16="http://schemas.microsoft.com/office/drawing/2014/main" id="{AB3AD075-17E4-2E93-B843-EE44CF7414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2266" y="3580913"/>
            <a:ext cx="639710" cy="639710"/>
          </a:xfrm>
          <a:prstGeom prst="rect">
            <a:avLst/>
          </a:prstGeom>
        </p:spPr>
      </p:pic>
      <p:pic>
        <p:nvPicPr>
          <p:cNvPr id="20" name="Image 19">
            <a:extLst>
              <a:ext uri="{FF2B5EF4-FFF2-40B4-BE49-F238E27FC236}">
                <a16:creationId xmlns:a16="http://schemas.microsoft.com/office/drawing/2014/main" id="{AFA1CAFC-3914-EDF8-501E-EB755B17AD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8286" y="4682017"/>
            <a:ext cx="639710" cy="639710"/>
          </a:xfrm>
          <a:prstGeom prst="rect">
            <a:avLst/>
          </a:prstGeom>
        </p:spPr>
      </p:pic>
      <p:pic>
        <p:nvPicPr>
          <p:cNvPr id="22" name="Image 21">
            <a:extLst>
              <a:ext uri="{FF2B5EF4-FFF2-40B4-BE49-F238E27FC236}">
                <a16:creationId xmlns:a16="http://schemas.microsoft.com/office/drawing/2014/main" id="{FC2CFEF6-D99E-0831-5486-FCE8611A71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52266" y="2517306"/>
            <a:ext cx="639710" cy="639710"/>
          </a:xfrm>
          <a:prstGeom prst="rect">
            <a:avLst/>
          </a:prstGeom>
        </p:spPr>
      </p:pic>
      <p:pic>
        <p:nvPicPr>
          <p:cNvPr id="24" name="Image 23">
            <a:extLst>
              <a:ext uri="{FF2B5EF4-FFF2-40B4-BE49-F238E27FC236}">
                <a16:creationId xmlns:a16="http://schemas.microsoft.com/office/drawing/2014/main" id="{D1AE3E47-3B0D-A3B8-9086-052F3B8CEB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2266" y="1511432"/>
            <a:ext cx="639710" cy="639710"/>
          </a:xfrm>
          <a:prstGeom prst="rect">
            <a:avLst/>
          </a:prstGeom>
        </p:spPr>
      </p:pic>
      <p:sp>
        <p:nvSpPr>
          <p:cNvPr id="23" name="TextBox 22">
            <a:extLst>
              <a:ext uri="{FF2B5EF4-FFF2-40B4-BE49-F238E27FC236}">
                <a16:creationId xmlns:a16="http://schemas.microsoft.com/office/drawing/2014/main" id="{E60F8FF0-D8AD-44D4-AD57-B7380DE35010}"/>
              </a:ext>
            </a:extLst>
          </p:cNvPr>
          <p:cNvSpPr txBox="1"/>
          <p:nvPr/>
        </p:nvSpPr>
        <p:spPr>
          <a:xfrm>
            <a:off x="7233622" y="947460"/>
            <a:ext cx="4130154" cy="369332"/>
          </a:xfrm>
          <a:prstGeom prst="rect">
            <a:avLst/>
          </a:prstGeom>
          <a:noFill/>
        </p:spPr>
        <p:txBody>
          <a:bodyPr wrap="square">
            <a:spAutoFit/>
          </a:bodyPr>
          <a:lstStyle/>
          <a:p>
            <a:pPr algn="ctr"/>
            <a:r>
              <a:rPr lang="en-GB" sz="1800" b="1">
                <a:solidFill>
                  <a:sysClr val="windowText" lastClr="000000"/>
                </a:solidFill>
              </a:rPr>
              <a:t>NewCo Backlog</a:t>
            </a:r>
            <a:endParaRPr lang="en-GB" b="1"/>
          </a:p>
        </p:txBody>
      </p:sp>
      <p:sp>
        <p:nvSpPr>
          <p:cNvPr id="44" name="Rectangle 43">
            <a:extLst>
              <a:ext uri="{FF2B5EF4-FFF2-40B4-BE49-F238E27FC236}">
                <a16:creationId xmlns:a16="http://schemas.microsoft.com/office/drawing/2014/main" id="{B5208AAB-3A4B-74B5-C088-1DE194561D3B}"/>
              </a:ext>
            </a:extLst>
          </p:cNvPr>
          <p:cNvSpPr/>
          <p:nvPr/>
        </p:nvSpPr>
        <p:spPr>
          <a:xfrm>
            <a:off x="3975338" y="2788912"/>
            <a:ext cx="2499979" cy="228899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Diagonal Stripe 44">
            <a:extLst>
              <a:ext uri="{FF2B5EF4-FFF2-40B4-BE49-F238E27FC236}">
                <a16:creationId xmlns:a16="http://schemas.microsoft.com/office/drawing/2014/main" id="{CCE8467F-7038-35DF-2DBB-6FAD7B3FCF82}"/>
              </a:ext>
            </a:extLst>
          </p:cNvPr>
          <p:cNvSpPr/>
          <p:nvPr/>
        </p:nvSpPr>
        <p:spPr>
          <a:xfrm rot="18585188">
            <a:off x="3105420" y="3193339"/>
            <a:ext cx="1755334" cy="1491925"/>
          </a:xfrm>
          <a:prstGeom prst="diagStripe">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6" name="Rectangle 45">
            <a:extLst>
              <a:ext uri="{FF2B5EF4-FFF2-40B4-BE49-F238E27FC236}">
                <a16:creationId xmlns:a16="http://schemas.microsoft.com/office/drawing/2014/main" id="{3841B2A2-60E9-62AF-7768-C665ACB9A769}"/>
              </a:ext>
            </a:extLst>
          </p:cNvPr>
          <p:cNvSpPr/>
          <p:nvPr/>
        </p:nvSpPr>
        <p:spPr>
          <a:xfrm>
            <a:off x="1293261" y="3214602"/>
            <a:ext cx="2111260" cy="1580247"/>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6519D0D5-F7F5-A1AA-36C0-38F77793CC17}"/>
              </a:ext>
            </a:extLst>
          </p:cNvPr>
          <p:cNvSpPr/>
          <p:nvPr/>
        </p:nvSpPr>
        <p:spPr>
          <a:xfrm>
            <a:off x="1942827" y="3436012"/>
            <a:ext cx="803367" cy="17411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B4539142-7D18-3933-A094-2E6F9C819EC9}"/>
              </a:ext>
            </a:extLst>
          </p:cNvPr>
          <p:cNvSpPr/>
          <p:nvPr/>
        </p:nvSpPr>
        <p:spPr>
          <a:xfrm>
            <a:off x="1766758" y="3681314"/>
            <a:ext cx="1173068" cy="17411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45495329-43CD-8BC9-BA44-275950EE905C}"/>
              </a:ext>
            </a:extLst>
          </p:cNvPr>
          <p:cNvSpPr/>
          <p:nvPr/>
        </p:nvSpPr>
        <p:spPr>
          <a:xfrm>
            <a:off x="1627130" y="3926616"/>
            <a:ext cx="1452324" cy="17411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15A4CC7B-0D9A-D1DE-CC80-21A81484A558}"/>
              </a:ext>
            </a:extLst>
          </p:cNvPr>
          <p:cNvSpPr/>
          <p:nvPr/>
        </p:nvSpPr>
        <p:spPr>
          <a:xfrm>
            <a:off x="1482057" y="4182996"/>
            <a:ext cx="1742471" cy="17411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9326592B-73D3-129B-037D-BA19FCF657BC}"/>
              </a:ext>
            </a:extLst>
          </p:cNvPr>
          <p:cNvSpPr/>
          <p:nvPr/>
        </p:nvSpPr>
        <p:spPr>
          <a:xfrm>
            <a:off x="4075704" y="3993563"/>
            <a:ext cx="2248329" cy="39558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L3 Processes</a:t>
            </a:r>
          </a:p>
        </p:txBody>
      </p:sp>
      <p:sp>
        <p:nvSpPr>
          <p:cNvPr id="59" name="Rectangle 58">
            <a:extLst>
              <a:ext uri="{FF2B5EF4-FFF2-40B4-BE49-F238E27FC236}">
                <a16:creationId xmlns:a16="http://schemas.microsoft.com/office/drawing/2014/main" id="{81B728B4-4EA3-66D2-A1F4-4B73BBC0DFE1}"/>
              </a:ext>
            </a:extLst>
          </p:cNvPr>
          <p:cNvSpPr/>
          <p:nvPr/>
        </p:nvSpPr>
        <p:spPr>
          <a:xfrm>
            <a:off x="4075700" y="3450184"/>
            <a:ext cx="2242249" cy="39558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L2 Processes</a:t>
            </a:r>
          </a:p>
        </p:txBody>
      </p:sp>
      <p:sp>
        <p:nvSpPr>
          <p:cNvPr id="60" name="Rectangle 59">
            <a:extLst>
              <a:ext uri="{FF2B5EF4-FFF2-40B4-BE49-F238E27FC236}">
                <a16:creationId xmlns:a16="http://schemas.microsoft.com/office/drawing/2014/main" id="{04A62509-FB61-613C-F137-57BF3CDA6E33}"/>
              </a:ext>
            </a:extLst>
          </p:cNvPr>
          <p:cNvSpPr/>
          <p:nvPr/>
        </p:nvSpPr>
        <p:spPr>
          <a:xfrm>
            <a:off x="4065089" y="2904698"/>
            <a:ext cx="2258940" cy="39558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L1 Process</a:t>
            </a:r>
          </a:p>
        </p:txBody>
      </p:sp>
      <p:sp>
        <p:nvSpPr>
          <p:cNvPr id="61" name="TextBox 60">
            <a:extLst>
              <a:ext uri="{FF2B5EF4-FFF2-40B4-BE49-F238E27FC236}">
                <a16:creationId xmlns:a16="http://schemas.microsoft.com/office/drawing/2014/main" id="{C8AA04F0-1537-65CD-DE97-23C54A44AB0D}"/>
              </a:ext>
            </a:extLst>
          </p:cNvPr>
          <p:cNvSpPr txBox="1"/>
          <p:nvPr/>
        </p:nvSpPr>
        <p:spPr>
          <a:xfrm>
            <a:off x="1312788" y="4429278"/>
            <a:ext cx="21112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dirty="0">
                <a:solidFill>
                  <a:schemeClr val="bg1"/>
                </a:solidFill>
              </a:rPr>
              <a:t>Process Library</a:t>
            </a:r>
          </a:p>
        </p:txBody>
      </p:sp>
      <p:sp>
        <p:nvSpPr>
          <p:cNvPr id="62" name="Rectangle 61">
            <a:extLst>
              <a:ext uri="{FF2B5EF4-FFF2-40B4-BE49-F238E27FC236}">
                <a16:creationId xmlns:a16="http://schemas.microsoft.com/office/drawing/2014/main" id="{0EC7923A-4163-2126-93BF-ABE550B97FC2}"/>
              </a:ext>
            </a:extLst>
          </p:cNvPr>
          <p:cNvSpPr/>
          <p:nvPr/>
        </p:nvSpPr>
        <p:spPr>
          <a:xfrm>
            <a:off x="4069620" y="4524012"/>
            <a:ext cx="2248329" cy="39558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L4 Processes</a:t>
            </a:r>
          </a:p>
        </p:txBody>
      </p:sp>
      <p:cxnSp>
        <p:nvCxnSpPr>
          <p:cNvPr id="64" name="Connector: Elbow 63">
            <a:extLst>
              <a:ext uri="{FF2B5EF4-FFF2-40B4-BE49-F238E27FC236}">
                <a16:creationId xmlns:a16="http://schemas.microsoft.com/office/drawing/2014/main" id="{A98D5056-C1B8-84B9-C289-1DED07DB177D}"/>
              </a:ext>
            </a:extLst>
          </p:cNvPr>
          <p:cNvCxnSpPr>
            <a:cxnSpLocks/>
            <a:stCxn id="59" idx="3"/>
            <a:endCxn id="7" idx="1"/>
          </p:cNvCxnSpPr>
          <p:nvPr/>
        </p:nvCxnSpPr>
        <p:spPr>
          <a:xfrm flipV="1">
            <a:off x="6317949" y="2822088"/>
            <a:ext cx="964313" cy="825886"/>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F0AF06F9-D082-7328-A432-E79FBEC245D1}"/>
              </a:ext>
            </a:extLst>
          </p:cNvPr>
          <p:cNvCxnSpPr>
            <a:cxnSpLocks/>
            <a:stCxn id="62" idx="3"/>
            <a:endCxn id="10" idx="1"/>
          </p:cNvCxnSpPr>
          <p:nvPr/>
        </p:nvCxnSpPr>
        <p:spPr>
          <a:xfrm>
            <a:off x="6317949" y="4721802"/>
            <a:ext cx="964313" cy="280071"/>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B5D0DE7F-1F33-F982-0B1C-314112A83DCF}"/>
              </a:ext>
            </a:extLst>
          </p:cNvPr>
          <p:cNvSpPr/>
          <p:nvPr/>
        </p:nvSpPr>
        <p:spPr>
          <a:xfrm>
            <a:off x="328418" y="1195392"/>
            <a:ext cx="1522227" cy="1694455"/>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a:extLst>
              <a:ext uri="{FF2B5EF4-FFF2-40B4-BE49-F238E27FC236}">
                <a16:creationId xmlns:a16="http://schemas.microsoft.com/office/drawing/2014/main" id="{73F98CCE-E2E4-3CB2-C042-355DC4CF2A82}"/>
              </a:ext>
            </a:extLst>
          </p:cNvPr>
          <p:cNvSpPr txBox="1"/>
          <p:nvPr/>
        </p:nvSpPr>
        <p:spPr>
          <a:xfrm>
            <a:off x="181188" y="2572255"/>
            <a:ext cx="17421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i="1">
                <a:solidFill>
                  <a:schemeClr val="bg1"/>
                </a:solidFill>
              </a:rPr>
              <a:t>Use Case Library</a:t>
            </a:r>
          </a:p>
        </p:txBody>
      </p:sp>
      <p:cxnSp>
        <p:nvCxnSpPr>
          <p:cNvPr id="84" name="Connector: Elbow 83">
            <a:extLst>
              <a:ext uri="{FF2B5EF4-FFF2-40B4-BE49-F238E27FC236}">
                <a16:creationId xmlns:a16="http://schemas.microsoft.com/office/drawing/2014/main" id="{8813CCA2-5D61-9124-2742-98535C00A002}"/>
              </a:ext>
            </a:extLst>
          </p:cNvPr>
          <p:cNvCxnSpPr>
            <a:cxnSpLocks/>
            <a:stCxn id="56" idx="3"/>
            <a:endCxn id="8" idx="1"/>
          </p:cNvCxnSpPr>
          <p:nvPr/>
        </p:nvCxnSpPr>
        <p:spPr>
          <a:xfrm flipV="1">
            <a:off x="6324033" y="3898721"/>
            <a:ext cx="958229" cy="292632"/>
          </a:xfrm>
          <a:prstGeom prst="bentConnector3">
            <a:avLst>
              <a:gd name="adj1" fmla="val 5000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1C9AF358-0BE0-0FF9-1E02-89047EFB8182}"/>
              </a:ext>
            </a:extLst>
          </p:cNvPr>
          <p:cNvSpPr/>
          <p:nvPr/>
        </p:nvSpPr>
        <p:spPr>
          <a:xfrm>
            <a:off x="2281546" y="1044456"/>
            <a:ext cx="4250584" cy="1630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b="0" i="1" dirty="0">
                <a:solidFill>
                  <a:schemeClr val="bg1"/>
                </a:solidFill>
                <a:effectLst/>
              </a:rPr>
              <a:t>Create a detailed and </a:t>
            </a:r>
            <a:r>
              <a:rPr lang="en-GB" sz="1400" b="1" i="1" dirty="0">
                <a:solidFill>
                  <a:schemeClr val="bg1"/>
                </a:solidFill>
                <a:effectLst/>
              </a:rPr>
              <a:t>modular</a:t>
            </a:r>
            <a:r>
              <a:rPr lang="en-GB" sz="1400" b="0" i="1" dirty="0">
                <a:solidFill>
                  <a:schemeClr val="bg1"/>
                </a:solidFill>
                <a:effectLst/>
              </a:rPr>
              <a:t> </a:t>
            </a:r>
            <a:r>
              <a:rPr lang="en-GB" sz="1400" b="1" i="1" dirty="0">
                <a:solidFill>
                  <a:schemeClr val="bg1"/>
                </a:solidFill>
                <a:effectLst/>
              </a:rPr>
              <a:t>use case library</a:t>
            </a:r>
            <a:r>
              <a:rPr lang="en-GB" sz="1400" b="0" i="1" dirty="0">
                <a:solidFill>
                  <a:schemeClr val="bg1"/>
                </a:solidFill>
                <a:effectLst/>
              </a:rPr>
              <a:t> encompassing both customer and OB use cases to ensure complete scope coverage and allow us to identify the processes we need to conside</a:t>
            </a:r>
            <a:r>
              <a:rPr lang="en-GB" sz="1400" i="1" dirty="0">
                <a:solidFill>
                  <a:schemeClr val="bg1"/>
                </a:solidFill>
              </a:rPr>
              <a:t>r.</a:t>
            </a:r>
          </a:p>
        </p:txBody>
      </p:sp>
      <p:cxnSp>
        <p:nvCxnSpPr>
          <p:cNvPr id="90" name="Connector: Elbow 89">
            <a:extLst>
              <a:ext uri="{FF2B5EF4-FFF2-40B4-BE49-F238E27FC236}">
                <a16:creationId xmlns:a16="http://schemas.microsoft.com/office/drawing/2014/main" id="{B23A46FE-12A3-24AF-3ECF-1E178CADE587}"/>
              </a:ext>
            </a:extLst>
          </p:cNvPr>
          <p:cNvCxnSpPr>
            <a:cxnSpLocks/>
            <a:stCxn id="73" idx="2"/>
            <a:endCxn id="46" idx="1"/>
          </p:cNvCxnSpPr>
          <p:nvPr/>
        </p:nvCxnSpPr>
        <p:spPr>
          <a:xfrm rot="16200000" flipH="1">
            <a:off x="633957" y="3345421"/>
            <a:ext cx="1114879" cy="203729"/>
          </a:xfrm>
          <a:prstGeom prst="bentConnector2">
            <a:avLst/>
          </a:prstGeom>
          <a:ln w="9525">
            <a:headEnd type="oval"/>
            <a:tailEnd type="oval"/>
          </a:ln>
        </p:spPr>
        <p:style>
          <a:lnRef idx="1">
            <a:schemeClr val="dk1"/>
          </a:lnRef>
          <a:fillRef idx="0">
            <a:schemeClr val="dk1"/>
          </a:fillRef>
          <a:effectRef idx="0">
            <a:schemeClr val="dk1"/>
          </a:effectRef>
          <a:fontRef idx="minor">
            <a:schemeClr val="tx1"/>
          </a:fontRef>
        </p:style>
      </p:cxnSp>
      <p:sp>
        <p:nvSpPr>
          <p:cNvPr id="91" name="Rectangle 90">
            <a:extLst>
              <a:ext uri="{FF2B5EF4-FFF2-40B4-BE49-F238E27FC236}">
                <a16:creationId xmlns:a16="http://schemas.microsoft.com/office/drawing/2014/main" id="{398C9F12-C19A-0208-5194-85A85B4F531D}"/>
              </a:ext>
            </a:extLst>
          </p:cNvPr>
          <p:cNvSpPr/>
          <p:nvPr/>
        </p:nvSpPr>
        <p:spPr>
          <a:xfrm>
            <a:off x="4280798" y="5819118"/>
            <a:ext cx="5658031" cy="784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i="1" dirty="0">
                <a:solidFill>
                  <a:schemeClr val="bg1"/>
                </a:solidFill>
              </a:rPr>
              <a:t>Use the </a:t>
            </a:r>
            <a:r>
              <a:rPr lang="en-GB" sz="1400" b="1" i="1" dirty="0">
                <a:solidFill>
                  <a:srgbClr val="FF0000"/>
                </a:solidFill>
              </a:rPr>
              <a:t>L2-L4 processes</a:t>
            </a:r>
            <a:r>
              <a:rPr lang="en-GB" sz="1400" i="1" dirty="0">
                <a:solidFill>
                  <a:srgbClr val="FF0000"/>
                </a:solidFill>
              </a:rPr>
              <a:t> </a:t>
            </a:r>
            <a:r>
              <a:rPr lang="en-GB" sz="1400" i="1" dirty="0">
                <a:solidFill>
                  <a:schemeClr val="bg1"/>
                </a:solidFill>
              </a:rPr>
              <a:t>as documented in the </a:t>
            </a:r>
            <a:r>
              <a:rPr lang="en-GB" sz="1400" b="1" i="1" dirty="0">
                <a:solidFill>
                  <a:srgbClr val="FF0000"/>
                </a:solidFill>
              </a:rPr>
              <a:t>Process Library</a:t>
            </a:r>
            <a:r>
              <a:rPr lang="en-GB" sz="1400" i="1" dirty="0">
                <a:solidFill>
                  <a:srgbClr val="FF0000"/>
                </a:solidFill>
              </a:rPr>
              <a:t> </a:t>
            </a:r>
            <a:r>
              <a:rPr lang="en-GB" sz="1400" i="1" dirty="0">
                <a:solidFill>
                  <a:schemeClr val="bg1"/>
                </a:solidFill>
              </a:rPr>
              <a:t>to build out the </a:t>
            </a:r>
            <a:r>
              <a:rPr lang="en-GB" sz="1400" i="1" dirty="0" err="1">
                <a:solidFill>
                  <a:schemeClr val="bg1"/>
                </a:solidFill>
              </a:rPr>
              <a:t>NewCo</a:t>
            </a:r>
            <a:r>
              <a:rPr lang="en-GB" sz="1400" i="1" dirty="0">
                <a:solidFill>
                  <a:schemeClr val="bg1"/>
                </a:solidFill>
              </a:rPr>
              <a:t> backlog from </a:t>
            </a:r>
            <a:r>
              <a:rPr lang="en-GB" sz="1400" b="1" i="1" dirty="0">
                <a:solidFill>
                  <a:schemeClr val="bg1"/>
                </a:solidFill>
              </a:rPr>
              <a:t>Epic to User story level.  </a:t>
            </a:r>
          </a:p>
        </p:txBody>
      </p:sp>
      <p:sp>
        <p:nvSpPr>
          <p:cNvPr id="94" name="Oval 93">
            <a:extLst>
              <a:ext uri="{FF2B5EF4-FFF2-40B4-BE49-F238E27FC236}">
                <a16:creationId xmlns:a16="http://schemas.microsoft.com/office/drawing/2014/main" id="{3AB95BFB-E3F7-C726-1834-C06A2B1A288A}"/>
              </a:ext>
            </a:extLst>
          </p:cNvPr>
          <p:cNvSpPr/>
          <p:nvPr/>
        </p:nvSpPr>
        <p:spPr>
          <a:xfrm>
            <a:off x="2086294" y="1439070"/>
            <a:ext cx="268515" cy="25324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1"/>
                </a:solidFill>
              </a:rPr>
              <a:t>1</a:t>
            </a:r>
          </a:p>
        </p:txBody>
      </p:sp>
      <p:sp>
        <p:nvSpPr>
          <p:cNvPr id="98" name="Rectangle 97">
            <a:extLst>
              <a:ext uri="{FF2B5EF4-FFF2-40B4-BE49-F238E27FC236}">
                <a16:creationId xmlns:a16="http://schemas.microsoft.com/office/drawing/2014/main" id="{82704526-3424-3A6F-64AD-E714048182AC}"/>
              </a:ext>
            </a:extLst>
          </p:cNvPr>
          <p:cNvSpPr/>
          <p:nvPr/>
        </p:nvSpPr>
        <p:spPr>
          <a:xfrm>
            <a:off x="328418" y="5112732"/>
            <a:ext cx="3704009" cy="784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400" i="1" dirty="0">
                <a:solidFill>
                  <a:schemeClr val="bg1"/>
                </a:solidFill>
              </a:rPr>
              <a:t>Develop a comprehensive </a:t>
            </a:r>
            <a:r>
              <a:rPr lang="en-GB" sz="1400" b="1" i="1" dirty="0">
                <a:solidFill>
                  <a:srgbClr val="FF0000"/>
                </a:solidFill>
              </a:rPr>
              <a:t>Process Library </a:t>
            </a:r>
            <a:r>
              <a:rPr lang="en-GB" sz="1400" i="1" dirty="0">
                <a:solidFill>
                  <a:schemeClr val="bg1"/>
                </a:solidFill>
              </a:rPr>
              <a:t>and map the use cases from the Use Case Library to the  L1-L3 processes. 1 use case must be covered by at least 1 process. </a:t>
            </a:r>
          </a:p>
        </p:txBody>
      </p:sp>
      <p:sp>
        <p:nvSpPr>
          <p:cNvPr id="105" name="Oval 104">
            <a:extLst>
              <a:ext uri="{FF2B5EF4-FFF2-40B4-BE49-F238E27FC236}">
                <a16:creationId xmlns:a16="http://schemas.microsoft.com/office/drawing/2014/main" id="{2E1C8009-5709-F3EF-7D07-060CAF8C8E40}"/>
              </a:ext>
            </a:extLst>
          </p:cNvPr>
          <p:cNvSpPr/>
          <p:nvPr/>
        </p:nvSpPr>
        <p:spPr>
          <a:xfrm>
            <a:off x="114257" y="5089678"/>
            <a:ext cx="268515" cy="25324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1"/>
                </a:solidFill>
              </a:rPr>
              <a:t>2</a:t>
            </a:r>
          </a:p>
        </p:txBody>
      </p:sp>
      <p:sp>
        <p:nvSpPr>
          <p:cNvPr id="31" name="Rectangle 30">
            <a:extLst>
              <a:ext uri="{FF2B5EF4-FFF2-40B4-BE49-F238E27FC236}">
                <a16:creationId xmlns:a16="http://schemas.microsoft.com/office/drawing/2014/main" id="{D7F8AE82-2947-792D-203D-8A8DFFFBF24F}"/>
              </a:ext>
            </a:extLst>
          </p:cNvPr>
          <p:cNvSpPr/>
          <p:nvPr/>
        </p:nvSpPr>
        <p:spPr>
          <a:xfrm>
            <a:off x="415713" y="1274267"/>
            <a:ext cx="1299264" cy="43702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E33F0C11-B87F-6418-C20E-EA5AB3C223B4}"/>
              </a:ext>
            </a:extLst>
          </p:cNvPr>
          <p:cNvSpPr/>
          <p:nvPr/>
        </p:nvSpPr>
        <p:spPr>
          <a:xfrm>
            <a:off x="4062238" y="5980585"/>
            <a:ext cx="301507" cy="25324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1"/>
                </a:solidFill>
              </a:rPr>
              <a:t>3</a:t>
            </a:r>
          </a:p>
        </p:txBody>
      </p:sp>
      <p:sp>
        <p:nvSpPr>
          <p:cNvPr id="74" name="Rectangle 73">
            <a:extLst>
              <a:ext uri="{FF2B5EF4-FFF2-40B4-BE49-F238E27FC236}">
                <a16:creationId xmlns:a16="http://schemas.microsoft.com/office/drawing/2014/main" id="{85648141-9ECF-A1D5-BE36-D481C0EEEBF9}"/>
              </a:ext>
            </a:extLst>
          </p:cNvPr>
          <p:cNvSpPr/>
          <p:nvPr/>
        </p:nvSpPr>
        <p:spPr>
          <a:xfrm>
            <a:off x="440066" y="1337861"/>
            <a:ext cx="1256328" cy="13668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Rectangle 74">
            <a:extLst>
              <a:ext uri="{FF2B5EF4-FFF2-40B4-BE49-F238E27FC236}">
                <a16:creationId xmlns:a16="http://schemas.microsoft.com/office/drawing/2014/main" id="{437FD594-C867-E663-226C-25E01C4EF640}"/>
              </a:ext>
            </a:extLst>
          </p:cNvPr>
          <p:cNvSpPr/>
          <p:nvPr/>
        </p:nvSpPr>
        <p:spPr>
          <a:xfrm>
            <a:off x="440066" y="1529900"/>
            <a:ext cx="1256328" cy="12553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703A25AD-43BB-9287-BBDE-928F8FC8184B}"/>
              </a:ext>
            </a:extLst>
          </p:cNvPr>
          <p:cNvSpPr/>
          <p:nvPr/>
        </p:nvSpPr>
        <p:spPr>
          <a:xfrm>
            <a:off x="415713" y="1749258"/>
            <a:ext cx="1299264" cy="1984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9DA143B9-7ED1-6DB7-1A29-0A8662F8B081}"/>
              </a:ext>
            </a:extLst>
          </p:cNvPr>
          <p:cNvSpPr/>
          <p:nvPr/>
        </p:nvSpPr>
        <p:spPr>
          <a:xfrm>
            <a:off x="439760" y="1773648"/>
            <a:ext cx="1256328" cy="13668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A219FADC-0B13-5D2B-77EE-465D34D2D69F}"/>
              </a:ext>
            </a:extLst>
          </p:cNvPr>
          <p:cNvSpPr/>
          <p:nvPr/>
        </p:nvSpPr>
        <p:spPr>
          <a:xfrm>
            <a:off x="415713" y="1994537"/>
            <a:ext cx="1299264" cy="56375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a:extLst>
              <a:ext uri="{FF2B5EF4-FFF2-40B4-BE49-F238E27FC236}">
                <a16:creationId xmlns:a16="http://schemas.microsoft.com/office/drawing/2014/main" id="{9743D91C-87F2-7F18-59C6-E8402A572AFF}"/>
              </a:ext>
            </a:extLst>
          </p:cNvPr>
          <p:cNvSpPr/>
          <p:nvPr/>
        </p:nvSpPr>
        <p:spPr>
          <a:xfrm>
            <a:off x="440066" y="2025525"/>
            <a:ext cx="1256328" cy="12553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a:extLst>
              <a:ext uri="{FF2B5EF4-FFF2-40B4-BE49-F238E27FC236}">
                <a16:creationId xmlns:a16="http://schemas.microsoft.com/office/drawing/2014/main" id="{2231DFB5-2A82-7CAD-7EDD-626BCD8918D2}"/>
              </a:ext>
            </a:extLst>
          </p:cNvPr>
          <p:cNvSpPr/>
          <p:nvPr/>
        </p:nvSpPr>
        <p:spPr>
          <a:xfrm>
            <a:off x="440066" y="2204794"/>
            <a:ext cx="1256328" cy="12553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a:extLst>
              <a:ext uri="{FF2B5EF4-FFF2-40B4-BE49-F238E27FC236}">
                <a16:creationId xmlns:a16="http://schemas.microsoft.com/office/drawing/2014/main" id="{BC305D39-0B6D-58D7-6669-333EF15C4C16}"/>
              </a:ext>
            </a:extLst>
          </p:cNvPr>
          <p:cNvSpPr/>
          <p:nvPr/>
        </p:nvSpPr>
        <p:spPr>
          <a:xfrm>
            <a:off x="440066" y="2398399"/>
            <a:ext cx="1256328" cy="12553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5" name="Straight Arrow Connector 64">
            <a:extLst>
              <a:ext uri="{FF2B5EF4-FFF2-40B4-BE49-F238E27FC236}">
                <a16:creationId xmlns:a16="http://schemas.microsoft.com/office/drawing/2014/main" id="{9C5DCA86-80B0-7E3E-90D3-6AB8AFEB3AB4}"/>
              </a:ext>
            </a:extLst>
          </p:cNvPr>
          <p:cNvCxnSpPr>
            <a:cxnSpLocks/>
            <a:stCxn id="60" idx="2"/>
            <a:endCxn id="59" idx="0"/>
          </p:cNvCxnSpPr>
          <p:nvPr/>
        </p:nvCxnSpPr>
        <p:spPr>
          <a:xfrm>
            <a:off x="5194559" y="3300278"/>
            <a:ext cx="2266" cy="149906"/>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CCBAB45-8D65-008A-368C-6353E988860E}"/>
              </a:ext>
            </a:extLst>
          </p:cNvPr>
          <p:cNvCxnSpPr>
            <a:cxnSpLocks/>
            <a:stCxn id="59" idx="2"/>
            <a:endCxn id="56" idx="0"/>
          </p:cNvCxnSpPr>
          <p:nvPr/>
        </p:nvCxnSpPr>
        <p:spPr>
          <a:xfrm>
            <a:off x="5196825" y="3845764"/>
            <a:ext cx="3044" cy="147799"/>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779E7A6-C86E-8397-C84E-CF65B4D4C899}"/>
              </a:ext>
            </a:extLst>
          </p:cNvPr>
          <p:cNvCxnSpPr>
            <a:cxnSpLocks/>
          </p:cNvCxnSpPr>
          <p:nvPr/>
        </p:nvCxnSpPr>
        <p:spPr>
          <a:xfrm>
            <a:off x="5196825" y="4391250"/>
            <a:ext cx="3044" cy="147799"/>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515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59D9-C065-2DB4-2911-F3682948E916}"/>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1CA92B0E-23D2-5267-FC0F-4F2DDD7B0A1E}"/>
              </a:ext>
            </a:extLst>
          </p:cNvPr>
          <p:cNvGraphicFramePr>
            <a:graphicFrameLocks noChangeAspect="1"/>
          </p:cNvGraphicFramePr>
          <p:nvPr>
            <p:custDataLst>
              <p:tags r:id="rId1"/>
            </p:custDataLst>
          </p:nvPr>
        </p:nvGraphicFramePr>
        <p:xfrm>
          <a:off x="1061" y="1061"/>
          <a:ext cx="1059" cy="1059"/>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11" name="think-cell data - do not delete" hidden="1">
                        <a:extLst>
                          <a:ext uri="{FF2B5EF4-FFF2-40B4-BE49-F238E27FC236}">
                            <a16:creationId xmlns:a16="http://schemas.microsoft.com/office/drawing/2014/main" id="{1CA92B0E-23D2-5267-FC0F-4F2DDD7B0A1E}"/>
                          </a:ext>
                        </a:extLst>
                      </p:cNvPr>
                      <p:cNvPicPr/>
                      <p:nvPr/>
                    </p:nvPicPr>
                    <p:blipFill>
                      <a:blip r:embed="rId5"/>
                      <a:stretch>
                        <a:fillRect/>
                      </a:stretch>
                    </p:blipFill>
                    <p:spPr>
                      <a:xfrm>
                        <a:off x="1061" y="1061"/>
                        <a:ext cx="1059" cy="1059"/>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9F9D27-2074-F75D-D842-A3190EAF3504}"/>
              </a:ext>
            </a:extLst>
          </p:cNvPr>
          <p:cNvSpPr>
            <a:spLocks noGrp="1"/>
          </p:cNvSpPr>
          <p:nvPr>
            <p:ph type="title"/>
          </p:nvPr>
        </p:nvSpPr>
        <p:spPr>
          <a:xfrm>
            <a:off x="412339" y="455547"/>
            <a:ext cx="11353800" cy="991659"/>
          </a:xfrm>
        </p:spPr>
        <p:txBody>
          <a:bodyPr vert="horz"/>
          <a:lstStyle/>
          <a:p>
            <a:r>
              <a:rPr lang="en-US" dirty="0">
                <a:solidFill>
                  <a:srgbClr val="FF6B00"/>
                </a:solidFill>
              </a:rPr>
              <a:t>The foundations upon which </a:t>
            </a:r>
            <a:r>
              <a:rPr lang="en-US" dirty="0" err="1">
                <a:solidFill>
                  <a:srgbClr val="FF6B00"/>
                </a:solidFill>
              </a:rPr>
              <a:t>NewCo</a:t>
            </a:r>
            <a:r>
              <a:rPr lang="en-US" dirty="0">
                <a:solidFill>
                  <a:srgbClr val="FF6B00"/>
                </a:solidFill>
              </a:rPr>
              <a:t> is built</a:t>
            </a:r>
          </a:p>
        </p:txBody>
      </p:sp>
      <p:sp>
        <p:nvSpPr>
          <p:cNvPr id="8" name="Isosceles Triangle 7">
            <a:extLst>
              <a:ext uri="{FF2B5EF4-FFF2-40B4-BE49-F238E27FC236}">
                <a16:creationId xmlns:a16="http://schemas.microsoft.com/office/drawing/2014/main" id="{67988CE5-E70A-286D-C199-D53BDE50AC83}"/>
              </a:ext>
            </a:extLst>
          </p:cNvPr>
          <p:cNvSpPr/>
          <p:nvPr/>
        </p:nvSpPr>
        <p:spPr>
          <a:xfrm rot="10800000">
            <a:off x="8739555" y="1133539"/>
            <a:ext cx="3060000" cy="816504"/>
          </a:xfrm>
          <a:prstGeom prst="triangl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endParaRPr lang="en-GB" sz="1000">
              <a:solidFill>
                <a:schemeClr val="tx1"/>
              </a:solidFill>
              <a:latin typeface="Helvetica 75 Bold" panose="020B0804020202020204" pitchFamily="34" charset="0"/>
            </a:endParaRPr>
          </a:p>
        </p:txBody>
      </p:sp>
      <p:sp>
        <p:nvSpPr>
          <p:cNvPr id="6" name="Isosceles Triangle 5">
            <a:extLst>
              <a:ext uri="{FF2B5EF4-FFF2-40B4-BE49-F238E27FC236}">
                <a16:creationId xmlns:a16="http://schemas.microsoft.com/office/drawing/2014/main" id="{A5FB43CA-AA95-ED73-756D-4FBC66CC7E51}"/>
              </a:ext>
            </a:extLst>
          </p:cNvPr>
          <p:cNvSpPr/>
          <p:nvPr/>
        </p:nvSpPr>
        <p:spPr>
          <a:xfrm rot="10800000">
            <a:off x="5486680" y="1133539"/>
            <a:ext cx="3060000" cy="816504"/>
          </a:xfrm>
          <a:prstGeom prst="triangl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endParaRPr lang="en-GB" sz="1000">
              <a:solidFill>
                <a:schemeClr val="tx1"/>
              </a:solidFill>
              <a:latin typeface="Helvetica 75 Bold" panose="020B0804020202020204" pitchFamily="34" charset="0"/>
            </a:endParaRPr>
          </a:p>
        </p:txBody>
      </p:sp>
      <p:sp>
        <p:nvSpPr>
          <p:cNvPr id="9" name="Rectangle 8">
            <a:extLst>
              <a:ext uri="{FF2B5EF4-FFF2-40B4-BE49-F238E27FC236}">
                <a16:creationId xmlns:a16="http://schemas.microsoft.com/office/drawing/2014/main" id="{D0FEF98C-35B5-C9A6-D1CB-D01201E2D2A1}"/>
              </a:ext>
            </a:extLst>
          </p:cNvPr>
          <p:cNvSpPr/>
          <p:nvPr/>
        </p:nvSpPr>
        <p:spPr>
          <a:xfrm>
            <a:off x="6236797" y="1130756"/>
            <a:ext cx="1559768" cy="504684"/>
          </a:xfrm>
          <a:prstGeom prst="rect">
            <a:avLst/>
          </a:prstGeom>
          <a:noFill/>
          <a:ln w="6350" cap="sq">
            <a:noFill/>
            <a:miter lim="800000"/>
          </a:ln>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200" b="1">
                <a:solidFill>
                  <a:schemeClr val="tx1"/>
                </a:solidFill>
                <a:latin typeface="Helvetica 75 Bold" panose="020B0804020202020204" pitchFamily="34" charset="0"/>
              </a:rPr>
              <a:t>Next Gen</a:t>
            </a:r>
          </a:p>
          <a:p>
            <a:pPr algn="ctr"/>
            <a:r>
              <a:rPr lang="en-GB" sz="1200" b="1">
                <a:solidFill>
                  <a:schemeClr val="tx1"/>
                </a:solidFill>
                <a:latin typeface="Helvetica 75 Bold" panose="020B0804020202020204" pitchFamily="34" charset="0"/>
              </a:rPr>
              <a:t>Products</a:t>
            </a:r>
          </a:p>
        </p:txBody>
      </p:sp>
      <p:sp>
        <p:nvSpPr>
          <p:cNvPr id="12" name="Rectangle 11">
            <a:extLst>
              <a:ext uri="{FF2B5EF4-FFF2-40B4-BE49-F238E27FC236}">
                <a16:creationId xmlns:a16="http://schemas.microsoft.com/office/drawing/2014/main" id="{B5113708-8DDB-0A5E-169E-6322A2F315A5}"/>
              </a:ext>
            </a:extLst>
          </p:cNvPr>
          <p:cNvSpPr/>
          <p:nvPr/>
        </p:nvSpPr>
        <p:spPr>
          <a:xfrm>
            <a:off x="9553604" y="1130756"/>
            <a:ext cx="1468017" cy="504684"/>
          </a:xfrm>
          <a:prstGeom prst="rect">
            <a:avLst/>
          </a:prstGeom>
          <a:noFill/>
          <a:ln w="6350" cap="sq">
            <a:noFill/>
            <a:miter lim="800000"/>
          </a:ln>
          <a:extLst>
            <a:ext uri="{909E8E84-426E-40DD-AFC4-6F175D3DCCD1}">
              <a14:hiddenFill xmlns:a14="http://schemas.microsoft.com/office/drawing/2010/main">
                <a:solidFill>
                  <a:srgbClr val="FF66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200" b="1">
                <a:solidFill>
                  <a:schemeClr val="tx1"/>
                </a:solidFill>
                <a:latin typeface="Helvetica 75 Bold" panose="020B0804020202020204" pitchFamily="34" charset="0"/>
              </a:rPr>
              <a:t>Next Gen IT</a:t>
            </a:r>
          </a:p>
        </p:txBody>
      </p:sp>
      <p:sp>
        <p:nvSpPr>
          <p:cNvPr id="7" name="Isosceles Triangle 6">
            <a:extLst>
              <a:ext uri="{FF2B5EF4-FFF2-40B4-BE49-F238E27FC236}">
                <a16:creationId xmlns:a16="http://schemas.microsoft.com/office/drawing/2014/main" id="{B59AF966-9D93-A5EC-94F6-FE8013553438}"/>
              </a:ext>
            </a:extLst>
          </p:cNvPr>
          <p:cNvSpPr/>
          <p:nvPr/>
        </p:nvSpPr>
        <p:spPr>
          <a:xfrm rot="10800000">
            <a:off x="2233805" y="1133539"/>
            <a:ext cx="3060000" cy="816504"/>
          </a:xfrm>
          <a:prstGeom prst="triangl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endParaRPr lang="en-GB" sz="1000">
              <a:solidFill>
                <a:schemeClr val="tx1"/>
              </a:solidFill>
              <a:latin typeface="Helvetica 75 Bold" panose="020B0804020202020204" pitchFamily="34" charset="0"/>
            </a:endParaRPr>
          </a:p>
        </p:txBody>
      </p:sp>
      <p:sp>
        <p:nvSpPr>
          <p:cNvPr id="10" name="Rectangle 9">
            <a:extLst>
              <a:ext uri="{FF2B5EF4-FFF2-40B4-BE49-F238E27FC236}">
                <a16:creationId xmlns:a16="http://schemas.microsoft.com/office/drawing/2014/main" id="{C274FCDD-4FAB-F9CC-FA5B-AF19F16A1F95}"/>
              </a:ext>
            </a:extLst>
          </p:cNvPr>
          <p:cNvSpPr/>
          <p:nvPr/>
        </p:nvSpPr>
        <p:spPr>
          <a:xfrm>
            <a:off x="2983922" y="1214766"/>
            <a:ext cx="1559768" cy="336664"/>
          </a:xfrm>
          <a:prstGeom prst="rect">
            <a:avLst/>
          </a:prstGeom>
          <a:noFill/>
          <a:ln w="6350" cap="sq">
            <a:noFill/>
            <a:miter lim="800000"/>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200" b="1">
                <a:solidFill>
                  <a:schemeClr val="tx1"/>
                </a:solidFill>
                <a:latin typeface="Helvetica 75 Bold" panose="020B0804020202020204" pitchFamily="34" charset="0"/>
              </a:rPr>
              <a:t>Next Gen Customer Journey</a:t>
            </a:r>
          </a:p>
        </p:txBody>
      </p:sp>
      <p:sp>
        <p:nvSpPr>
          <p:cNvPr id="18" name="Rectangle: Rounded Corners 17">
            <a:extLst>
              <a:ext uri="{FF2B5EF4-FFF2-40B4-BE49-F238E27FC236}">
                <a16:creationId xmlns:a16="http://schemas.microsoft.com/office/drawing/2014/main" id="{D3E16EAF-EE43-56FA-E792-10B8CCD36738}"/>
              </a:ext>
            </a:extLst>
          </p:cNvPr>
          <p:cNvSpPr/>
          <p:nvPr/>
        </p:nvSpPr>
        <p:spPr>
          <a:xfrm>
            <a:off x="2233806" y="2103150"/>
            <a:ext cx="9565749" cy="510778"/>
          </a:xfrm>
          <a:prstGeom prst="roundRect">
            <a:avLst/>
          </a:prstGeom>
          <a:solidFill>
            <a:schemeClr val="bg1">
              <a:lumMod val="85000"/>
              <a:lumOff val="15000"/>
            </a:schemeClr>
          </a:solidFill>
          <a:ln>
            <a:gradFill flip="none" rotWithShape="1">
              <a:gsLst>
                <a:gs pos="8000">
                  <a:schemeClr val="accent2"/>
                </a:gs>
                <a:gs pos="51000">
                  <a:schemeClr val="accent3"/>
                </a:gs>
                <a:gs pos="92000">
                  <a:schemeClr val="accent5">
                    <a:lumMod val="75000"/>
                  </a:schemeClr>
                </a:gs>
              </a:gsLst>
              <a:lin ang="0" scaled="1"/>
              <a:tileRect/>
            </a:gradFill>
          </a:ln>
        </p:spPr>
        <p:txBody>
          <a:bodyPr wrap="square">
            <a:spAutoFit/>
          </a:bodyPr>
          <a:lstStyle/>
          <a:p>
            <a:pPr algn="ctr"/>
            <a:r>
              <a:rPr lang="en-US" sz="1200" dirty="0">
                <a:latin typeface="Helvetica 75 Bold"/>
              </a:rPr>
              <a:t>Reusable modules to re-create custom product solutions in a unified customer journey and merging Customer, Site, Contact, Supplier refs. for a single source of truth</a:t>
            </a:r>
          </a:p>
        </p:txBody>
      </p:sp>
      <p:sp>
        <p:nvSpPr>
          <p:cNvPr id="27" name="Rectangle: Rounded Corners 26">
            <a:extLst>
              <a:ext uri="{FF2B5EF4-FFF2-40B4-BE49-F238E27FC236}">
                <a16:creationId xmlns:a16="http://schemas.microsoft.com/office/drawing/2014/main" id="{77762335-16F6-1F91-C7FD-082E35C0BCF6}"/>
              </a:ext>
            </a:extLst>
          </p:cNvPr>
          <p:cNvSpPr/>
          <p:nvPr/>
        </p:nvSpPr>
        <p:spPr>
          <a:xfrm>
            <a:off x="340199" y="2102299"/>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a:solidFill>
                  <a:schemeClr val="tx1"/>
                </a:solidFill>
                <a:latin typeface="Helvetica 75 Bold" panose="020B0804020202020204" pitchFamily="34" charset="0"/>
              </a:rPr>
              <a:t>Modularity</a:t>
            </a:r>
          </a:p>
        </p:txBody>
      </p:sp>
      <p:sp>
        <p:nvSpPr>
          <p:cNvPr id="13" name="Rectangle: Rounded Corners 12">
            <a:extLst>
              <a:ext uri="{FF2B5EF4-FFF2-40B4-BE49-F238E27FC236}">
                <a16:creationId xmlns:a16="http://schemas.microsoft.com/office/drawing/2014/main" id="{02DBBD7B-5096-D999-91FF-F5A371D0C6A0}"/>
              </a:ext>
            </a:extLst>
          </p:cNvPr>
          <p:cNvSpPr/>
          <p:nvPr/>
        </p:nvSpPr>
        <p:spPr>
          <a:xfrm>
            <a:off x="2233805" y="2699836"/>
            <a:ext cx="6367873" cy="511629"/>
          </a:xfrm>
          <a:prstGeom prst="roundRect">
            <a:avLst/>
          </a:prstGeom>
          <a:solidFill>
            <a:schemeClr val="bg1">
              <a:lumMod val="85000"/>
              <a:lumOff val="15000"/>
            </a:schemeClr>
          </a:solidFill>
          <a:ln w="6350" cap="sq" cmpd="sng" algn="ctr">
            <a:gradFill flip="none" rotWithShape="1">
              <a:gsLst>
                <a:gs pos="28000">
                  <a:schemeClr val="accent2"/>
                </a:gs>
                <a:gs pos="76000">
                  <a:schemeClr val="accent3"/>
                </a:gs>
              </a:gsLst>
              <a:lin ang="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US" sz="1200">
                <a:solidFill>
                  <a:schemeClr val="tx1"/>
                </a:solidFill>
                <a:latin typeface="Helvetica 75 Bold" panose="020B0804020202020204" pitchFamily="34" charset="0"/>
              </a:rPr>
              <a:t>Autonomous online end-to-end management of services through improved digital interfaces</a:t>
            </a:r>
          </a:p>
        </p:txBody>
      </p:sp>
      <p:sp>
        <p:nvSpPr>
          <p:cNvPr id="28" name="Rectangle: Rounded Corners 27">
            <a:extLst>
              <a:ext uri="{FF2B5EF4-FFF2-40B4-BE49-F238E27FC236}">
                <a16:creationId xmlns:a16="http://schemas.microsoft.com/office/drawing/2014/main" id="{5ED103EE-6333-A9D2-B5B6-483C77329005}"/>
              </a:ext>
            </a:extLst>
          </p:cNvPr>
          <p:cNvSpPr/>
          <p:nvPr/>
        </p:nvSpPr>
        <p:spPr>
          <a:xfrm>
            <a:off x="345576" y="2699836"/>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a:solidFill>
                  <a:schemeClr val="tx1"/>
                </a:solidFill>
                <a:latin typeface="Helvetica 75 Bold" panose="020B0804020202020204" pitchFamily="34" charset="0"/>
              </a:rPr>
              <a:t>Digital 1st</a:t>
            </a:r>
          </a:p>
        </p:txBody>
      </p:sp>
      <p:sp>
        <p:nvSpPr>
          <p:cNvPr id="14" name="Rectangle: Rounded Corners 13">
            <a:extLst>
              <a:ext uri="{FF2B5EF4-FFF2-40B4-BE49-F238E27FC236}">
                <a16:creationId xmlns:a16="http://schemas.microsoft.com/office/drawing/2014/main" id="{D05ECA8A-5A2E-4DBE-D117-733B98B3E1A8}"/>
              </a:ext>
            </a:extLst>
          </p:cNvPr>
          <p:cNvSpPr/>
          <p:nvPr/>
        </p:nvSpPr>
        <p:spPr>
          <a:xfrm>
            <a:off x="2233805" y="3297373"/>
            <a:ext cx="6367873" cy="511629"/>
          </a:xfrm>
          <a:prstGeom prst="roundRect">
            <a:avLst/>
          </a:prstGeom>
          <a:solidFill>
            <a:schemeClr val="bg1">
              <a:lumMod val="85000"/>
              <a:lumOff val="15000"/>
            </a:schemeClr>
          </a:solidFill>
          <a:ln w="6350" cap="sq" cmpd="sng" algn="ctr">
            <a:gradFill flip="none" rotWithShape="1">
              <a:gsLst>
                <a:gs pos="28000">
                  <a:schemeClr val="accent2"/>
                </a:gs>
                <a:gs pos="76000">
                  <a:schemeClr val="accent3"/>
                </a:gs>
              </a:gsLst>
              <a:lin ang="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US" sz="1200" dirty="0">
                <a:solidFill>
                  <a:schemeClr val="tx1"/>
                </a:solidFill>
                <a:latin typeface="Helvetica 75 Bold" panose="020B0804020202020204" pitchFamily="34" charset="0"/>
              </a:rPr>
              <a:t>Seamless single funnel and pricing scheme to manage services regardless of business lines, regions, etc.</a:t>
            </a:r>
          </a:p>
        </p:txBody>
      </p:sp>
      <p:sp>
        <p:nvSpPr>
          <p:cNvPr id="29" name="Rectangle: Rounded Corners 28">
            <a:extLst>
              <a:ext uri="{FF2B5EF4-FFF2-40B4-BE49-F238E27FC236}">
                <a16:creationId xmlns:a16="http://schemas.microsoft.com/office/drawing/2014/main" id="{EE3844E6-C356-0D42-4488-045620202B09}"/>
              </a:ext>
            </a:extLst>
          </p:cNvPr>
          <p:cNvSpPr/>
          <p:nvPr/>
        </p:nvSpPr>
        <p:spPr>
          <a:xfrm>
            <a:off x="345576" y="3297373"/>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a:solidFill>
                  <a:schemeClr val="tx1"/>
                </a:solidFill>
                <a:latin typeface="Helvetica 75 Bold" panose="020B0804020202020204" pitchFamily="34" charset="0"/>
              </a:rPr>
              <a:t>Scopeless</a:t>
            </a:r>
          </a:p>
        </p:txBody>
      </p:sp>
      <p:sp>
        <p:nvSpPr>
          <p:cNvPr id="15" name="Rectangle: Rounded Corners 14">
            <a:extLst>
              <a:ext uri="{FF2B5EF4-FFF2-40B4-BE49-F238E27FC236}">
                <a16:creationId xmlns:a16="http://schemas.microsoft.com/office/drawing/2014/main" id="{4A03E9BD-6303-8184-3FAD-FEA690917292}"/>
              </a:ext>
            </a:extLst>
          </p:cNvPr>
          <p:cNvSpPr/>
          <p:nvPr/>
        </p:nvSpPr>
        <p:spPr>
          <a:xfrm>
            <a:off x="5541678" y="4527203"/>
            <a:ext cx="6304745" cy="476873"/>
          </a:xfrm>
          <a:prstGeom prst="roundRect">
            <a:avLst/>
          </a:prstGeom>
          <a:solidFill>
            <a:schemeClr val="bg1">
              <a:lumMod val="85000"/>
              <a:lumOff val="15000"/>
            </a:schemeClr>
          </a:solidFill>
          <a:ln>
            <a:gradFill flip="none" rotWithShape="1">
              <a:gsLst>
                <a:gs pos="29000">
                  <a:schemeClr val="accent3"/>
                </a:gs>
                <a:gs pos="48000">
                  <a:schemeClr val="tx2"/>
                </a:gs>
                <a:gs pos="66000">
                  <a:schemeClr val="accent5">
                    <a:lumMod val="75000"/>
                  </a:schemeClr>
                </a:gs>
              </a:gsLst>
              <a:lin ang="0" scaled="1"/>
              <a:tileRect/>
            </a:gradFill>
          </a:ln>
        </p:spPr>
        <p:txBody>
          <a:bodyPr wrap="square">
            <a:noAutofit/>
          </a:bodyPr>
          <a:lstStyle/>
          <a:p>
            <a:pPr algn="ctr"/>
            <a:r>
              <a:rPr lang="en-US" sz="1200">
                <a:latin typeface="Helvetica 75 Bold"/>
              </a:rPr>
              <a:t>Designing and operating products as standard services (</a:t>
            </a:r>
            <a:r>
              <a:rPr lang="en-US" sz="1200" err="1">
                <a:latin typeface="Helvetica 75 Bold"/>
              </a:rPr>
              <a:t>hyperscaler</a:t>
            </a:r>
            <a:r>
              <a:rPr lang="en-US" sz="1200">
                <a:latin typeface="Helvetica 75 Bold"/>
              </a:rPr>
              <a:t> model)</a:t>
            </a:r>
          </a:p>
        </p:txBody>
      </p:sp>
      <p:sp>
        <p:nvSpPr>
          <p:cNvPr id="30" name="Rectangle: Rounded Corners 29">
            <a:extLst>
              <a:ext uri="{FF2B5EF4-FFF2-40B4-BE49-F238E27FC236}">
                <a16:creationId xmlns:a16="http://schemas.microsoft.com/office/drawing/2014/main" id="{734E74BA-5FA4-2701-FDA5-18871E974DD0}"/>
              </a:ext>
            </a:extLst>
          </p:cNvPr>
          <p:cNvSpPr/>
          <p:nvPr/>
        </p:nvSpPr>
        <p:spPr>
          <a:xfrm>
            <a:off x="345576" y="4492447"/>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dirty="0" err="1">
                <a:solidFill>
                  <a:schemeClr val="tx1"/>
                </a:solidFill>
                <a:latin typeface="Helvetica 75 Bold" panose="020B0804020202020204" pitchFamily="34" charset="0"/>
              </a:rPr>
              <a:t>Platformation</a:t>
            </a:r>
            <a:endParaRPr lang="en-GB" sz="1400" dirty="0">
              <a:solidFill>
                <a:schemeClr val="tx1"/>
              </a:solidFill>
              <a:latin typeface="Helvetica 75 Bold" panose="020B0804020202020204" pitchFamily="34" charset="0"/>
            </a:endParaRPr>
          </a:p>
        </p:txBody>
      </p:sp>
      <p:sp>
        <p:nvSpPr>
          <p:cNvPr id="19" name="Rectangle: Rounded Corners 18">
            <a:extLst>
              <a:ext uri="{FF2B5EF4-FFF2-40B4-BE49-F238E27FC236}">
                <a16:creationId xmlns:a16="http://schemas.microsoft.com/office/drawing/2014/main" id="{4EB51C76-2015-D69A-A1F8-E6E5C4DC2AD7}"/>
              </a:ext>
            </a:extLst>
          </p:cNvPr>
          <p:cNvSpPr/>
          <p:nvPr/>
        </p:nvSpPr>
        <p:spPr>
          <a:xfrm>
            <a:off x="2296933" y="5089984"/>
            <a:ext cx="6304745" cy="511629"/>
          </a:xfrm>
          <a:prstGeom prst="roundRect">
            <a:avLst/>
          </a:prstGeom>
          <a:solidFill>
            <a:schemeClr val="bg1">
              <a:lumMod val="85000"/>
              <a:lumOff val="15000"/>
            </a:schemeClr>
          </a:solidFill>
          <a:ln w="6350" cap="sq" cmpd="sng" algn="ctr">
            <a:gradFill flip="none" rotWithShape="1">
              <a:gsLst>
                <a:gs pos="28000">
                  <a:schemeClr val="accent2"/>
                </a:gs>
                <a:gs pos="76000">
                  <a:schemeClr val="accent3"/>
                </a:gs>
              </a:gsLst>
              <a:lin ang="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US" sz="1200">
                <a:solidFill>
                  <a:schemeClr val="tx1"/>
                </a:solidFill>
                <a:latin typeface="Helvetica 75 Bold"/>
              </a:rPr>
              <a:t>Client facing and operational processes optimized through automation and integrated with AI</a:t>
            </a:r>
            <a:endParaRPr lang="en-GB" sz="1200">
              <a:solidFill>
                <a:schemeClr val="tx1"/>
              </a:solidFill>
            </a:endParaRPr>
          </a:p>
        </p:txBody>
      </p:sp>
      <p:sp>
        <p:nvSpPr>
          <p:cNvPr id="31" name="Rectangle: Rounded Corners 30">
            <a:extLst>
              <a:ext uri="{FF2B5EF4-FFF2-40B4-BE49-F238E27FC236}">
                <a16:creationId xmlns:a16="http://schemas.microsoft.com/office/drawing/2014/main" id="{AA932FB4-1960-4E17-7DBD-8481F51F292F}"/>
              </a:ext>
            </a:extLst>
          </p:cNvPr>
          <p:cNvSpPr/>
          <p:nvPr/>
        </p:nvSpPr>
        <p:spPr>
          <a:xfrm>
            <a:off x="345576" y="5089984"/>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dirty="0">
                <a:solidFill>
                  <a:schemeClr val="tx1"/>
                </a:solidFill>
                <a:latin typeface="Helvetica 75 Bold" panose="020B0804020202020204" pitchFamily="34" charset="0"/>
              </a:rPr>
              <a:t>AI &amp; Automation</a:t>
            </a:r>
          </a:p>
        </p:txBody>
      </p:sp>
      <p:sp>
        <p:nvSpPr>
          <p:cNvPr id="23" name="Rectangle: Rounded Corners 22">
            <a:extLst>
              <a:ext uri="{FF2B5EF4-FFF2-40B4-BE49-F238E27FC236}">
                <a16:creationId xmlns:a16="http://schemas.microsoft.com/office/drawing/2014/main" id="{B639197B-1393-B6F4-3910-E4A59DFF1818}"/>
              </a:ext>
            </a:extLst>
          </p:cNvPr>
          <p:cNvSpPr/>
          <p:nvPr/>
        </p:nvSpPr>
        <p:spPr>
          <a:xfrm>
            <a:off x="8734178" y="5672748"/>
            <a:ext cx="3106870" cy="511629"/>
          </a:xfrm>
          <a:prstGeom prst="roundRect">
            <a:avLst/>
          </a:prstGeom>
          <a:solidFill>
            <a:schemeClr val="bg1">
              <a:lumMod val="85000"/>
              <a:lumOff val="15000"/>
            </a:schemeClr>
          </a:solidFill>
          <a:ln w="6350" cap="sq" cmpd="sng" algn="ctr">
            <a:solidFill>
              <a:schemeClr val="accent5"/>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US" sz="1200">
                <a:solidFill>
                  <a:schemeClr val="tx1"/>
                </a:solidFill>
                <a:latin typeface="Helvetica 75 Bold" panose="020B0804020202020204" pitchFamily="34" charset="0"/>
              </a:rPr>
              <a:t>Leveraging existing best-in-class market solutions for systems</a:t>
            </a:r>
          </a:p>
        </p:txBody>
      </p:sp>
      <p:sp>
        <p:nvSpPr>
          <p:cNvPr id="32" name="Rectangle: Rounded Corners 31">
            <a:extLst>
              <a:ext uri="{FF2B5EF4-FFF2-40B4-BE49-F238E27FC236}">
                <a16:creationId xmlns:a16="http://schemas.microsoft.com/office/drawing/2014/main" id="{E847EFF6-56E9-8EE7-D363-CF16EB07C066}"/>
              </a:ext>
            </a:extLst>
          </p:cNvPr>
          <p:cNvSpPr/>
          <p:nvPr/>
        </p:nvSpPr>
        <p:spPr>
          <a:xfrm>
            <a:off x="340199" y="5687521"/>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a:solidFill>
                  <a:schemeClr val="tx1"/>
                </a:solidFill>
                <a:latin typeface="Helvetica 75 Bold" panose="020B0804020202020204" pitchFamily="34" charset="0"/>
              </a:rPr>
              <a:t>COTS</a:t>
            </a:r>
          </a:p>
        </p:txBody>
      </p:sp>
      <p:sp>
        <p:nvSpPr>
          <p:cNvPr id="24" name="Rectangle: Rounded Corners 23">
            <a:extLst>
              <a:ext uri="{FF2B5EF4-FFF2-40B4-BE49-F238E27FC236}">
                <a16:creationId xmlns:a16="http://schemas.microsoft.com/office/drawing/2014/main" id="{3AB5330A-299D-22C5-BDA0-42CCBDD3A25E}"/>
              </a:ext>
            </a:extLst>
          </p:cNvPr>
          <p:cNvSpPr/>
          <p:nvPr/>
        </p:nvSpPr>
        <p:spPr>
          <a:xfrm>
            <a:off x="8739555" y="6285061"/>
            <a:ext cx="3106870" cy="511629"/>
          </a:xfrm>
          <a:prstGeom prst="roundRect">
            <a:avLst/>
          </a:prstGeom>
          <a:solidFill>
            <a:schemeClr val="bg1">
              <a:lumMod val="85000"/>
              <a:lumOff val="15000"/>
            </a:schemeClr>
          </a:solidFill>
          <a:ln w="6350" cap="sq" cmpd="sng" algn="ctr">
            <a:solidFill>
              <a:schemeClr val="accent5"/>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1440" rIns="0" bIns="45720" numCol="1" spcCol="0" rtlCol="0" fromWordArt="0" anchor="ctr" anchorCtr="0" forceAA="0" compatLnSpc="1">
            <a:prstTxWarp prst="textNoShape">
              <a:avLst/>
            </a:prstTxWarp>
            <a:noAutofit/>
          </a:bodyPr>
          <a:lstStyle/>
          <a:p>
            <a:pPr algn="ctr"/>
            <a:r>
              <a:rPr lang="en-US" sz="1200" dirty="0">
                <a:solidFill>
                  <a:schemeClr val="tx1"/>
                </a:solidFill>
                <a:latin typeface="Helvetica 75 Bold" panose="020B0804020202020204" pitchFamily="34" charset="0"/>
              </a:rPr>
              <a:t>Rationalization to form an enterprise-wide systems architecture</a:t>
            </a:r>
          </a:p>
        </p:txBody>
      </p:sp>
      <p:sp>
        <p:nvSpPr>
          <p:cNvPr id="33" name="Rectangle: Rounded Corners 32">
            <a:extLst>
              <a:ext uri="{FF2B5EF4-FFF2-40B4-BE49-F238E27FC236}">
                <a16:creationId xmlns:a16="http://schemas.microsoft.com/office/drawing/2014/main" id="{479DBF88-9B1B-E373-DD82-943122DE2AE6}"/>
              </a:ext>
            </a:extLst>
          </p:cNvPr>
          <p:cNvSpPr/>
          <p:nvPr/>
        </p:nvSpPr>
        <p:spPr>
          <a:xfrm>
            <a:off x="345576" y="6285061"/>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a:solidFill>
                  <a:schemeClr val="tx1"/>
                </a:solidFill>
                <a:latin typeface="Helvetica 75 Bold" panose="020B0804020202020204" pitchFamily="34" charset="0"/>
              </a:rPr>
              <a:t>Unified Architecture</a:t>
            </a:r>
          </a:p>
        </p:txBody>
      </p:sp>
      <p:sp>
        <p:nvSpPr>
          <p:cNvPr id="3" name="Rectangle: Rounded Corners 28">
            <a:extLst>
              <a:ext uri="{FF2B5EF4-FFF2-40B4-BE49-F238E27FC236}">
                <a16:creationId xmlns:a16="http://schemas.microsoft.com/office/drawing/2014/main" id="{CA35F803-DF07-8CF9-F201-490302AF9454}"/>
              </a:ext>
            </a:extLst>
          </p:cNvPr>
          <p:cNvSpPr/>
          <p:nvPr/>
        </p:nvSpPr>
        <p:spPr>
          <a:xfrm>
            <a:off x="340199" y="3894910"/>
            <a:ext cx="1821466" cy="511629"/>
          </a:xfrm>
          <a:prstGeom prst="roundRect">
            <a:avLst/>
          </a:prstGeom>
          <a:solidFill>
            <a:schemeClr val="bg2"/>
          </a:solidFill>
          <a:ln w="6350" cap="sq" cmpd="sng" algn="ctr">
            <a:solidFill>
              <a:schemeClr val="bg2"/>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GB" sz="1400" dirty="0">
                <a:solidFill>
                  <a:schemeClr val="tx1"/>
                </a:solidFill>
                <a:latin typeface="Helvetica 75 Bold" panose="020B0804020202020204" pitchFamily="34" charset="0"/>
              </a:rPr>
              <a:t>Product-agnostic </a:t>
            </a:r>
          </a:p>
        </p:txBody>
      </p:sp>
      <p:sp>
        <p:nvSpPr>
          <p:cNvPr id="4" name="Rectangle: Rounded Corners 13">
            <a:extLst>
              <a:ext uri="{FF2B5EF4-FFF2-40B4-BE49-F238E27FC236}">
                <a16:creationId xmlns:a16="http://schemas.microsoft.com/office/drawing/2014/main" id="{2885B398-C7CE-66FA-C024-4494E6625626}"/>
              </a:ext>
            </a:extLst>
          </p:cNvPr>
          <p:cNvSpPr/>
          <p:nvPr/>
        </p:nvSpPr>
        <p:spPr>
          <a:xfrm>
            <a:off x="2233805" y="3920511"/>
            <a:ext cx="6367873" cy="511629"/>
          </a:xfrm>
          <a:prstGeom prst="roundRect">
            <a:avLst/>
          </a:prstGeom>
          <a:solidFill>
            <a:schemeClr val="bg1">
              <a:lumMod val="85000"/>
              <a:lumOff val="15000"/>
            </a:schemeClr>
          </a:solidFill>
          <a:ln w="6350" cap="sq" cmpd="sng" algn="ctr">
            <a:gradFill flip="none" rotWithShape="1">
              <a:gsLst>
                <a:gs pos="28000">
                  <a:schemeClr val="accent2"/>
                </a:gs>
                <a:gs pos="76000">
                  <a:schemeClr val="accent3"/>
                </a:gs>
              </a:gsLst>
              <a:lin ang="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p>
            <a:pPr algn="ctr"/>
            <a:r>
              <a:rPr lang="en-US" sz="1200" dirty="0">
                <a:solidFill>
                  <a:schemeClr val="tx1"/>
                </a:solidFill>
                <a:latin typeface="Helvetica 75 Bold" panose="020B0804020202020204" pitchFamily="34" charset="0"/>
              </a:rPr>
              <a:t>Seamless single funnel and pricing scheme to manage services regardless of products.</a:t>
            </a:r>
          </a:p>
        </p:txBody>
      </p:sp>
    </p:spTree>
    <p:extLst>
      <p:ext uri="{BB962C8B-B14F-4D97-AF65-F5344CB8AC3E}">
        <p14:creationId xmlns:p14="http://schemas.microsoft.com/office/powerpoint/2010/main" val="225357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1" nodeType="clickEffect">
                                  <p:stCondLst>
                                    <p:cond delay="0"/>
                                  </p:stCondLst>
                                  <p:childTnLst>
                                    <p:animEffect transition="out" filter="fade">
                                      <p:cBhvr>
                                        <p:cTn id="50" dur="500"/>
                                        <p:tgtEl>
                                          <p:spTgt spid="15"/>
                                        </p:tgtEl>
                                      </p:cBhvr>
                                    </p:animEffect>
                                    <p:set>
                                      <p:cBhvr>
                                        <p:cTn id="51" dur="1" fill="hold">
                                          <p:stCondLst>
                                            <p:cond delay="499"/>
                                          </p:stCondLst>
                                        </p:cTn>
                                        <p:tgtEl>
                                          <p:spTgt spid="15"/>
                                        </p:tgtEl>
                                        <p:attrNameLst>
                                          <p:attrName>style.visibility</p:attrName>
                                        </p:attrNameLst>
                                      </p:cBhvr>
                                      <p:to>
                                        <p:strVal val="hidden"/>
                                      </p:to>
                                    </p:se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19"/>
                                        </p:tgtEl>
                                      </p:cBhvr>
                                    </p:animEffect>
                                    <p:set>
                                      <p:cBhvr>
                                        <p:cTn id="63" dur="1" fill="hold">
                                          <p:stCondLst>
                                            <p:cond delay="499"/>
                                          </p:stCondLst>
                                        </p:cTn>
                                        <p:tgtEl>
                                          <p:spTgt spid="19"/>
                                        </p:tgtEl>
                                        <p:attrNameLst>
                                          <p:attrName>style.visibility</p:attrName>
                                        </p:attrNameLst>
                                      </p:cBhvr>
                                      <p:to>
                                        <p:strVal val="hidden"/>
                                      </p:to>
                                    </p:set>
                                  </p:childTnLst>
                                </p:cTn>
                              </p:par>
                            </p:childTnLst>
                          </p:cTn>
                        </p:par>
                        <p:par>
                          <p:cTn id="64" fill="hold">
                            <p:stCondLst>
                              <p:cond delay="50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500"/>
                                        <p:tgtEl>
                                          <p:spTgt spid="23"/>
                                        </p:tgtEl>
                                      </p:cBhvr>
                                    </p:animEffect>
                                    <p:set>
                                      <p:cBhvr>
                                        <p:cTn id="75" dur="1" fill="hold">
                                          <p:stCondLst>
                                            <p:cond delay="499"/>
                                          </p:stCondLst>
                                        </p:cTn>
                                        <p:tgtEl>
                                          <p:spTgt spid="23"/>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1" nodeType="clickEffect">
                                  <p:stCondLst>
                                    <p:cond delay="0"/>
                                  </p:stCondLst>
                                  <p:childTnLst>
                                    <p:animEffect transition="out" filter="fade">
                                      <p:cBhvr>
                                        <p:cTn id="86" dur="500"/>
                                        <p:tgtEl>
                                          <p:spTgt spid="24"/>
                                        </p:tgtEl>
                                      </p:cBhvr>
                                    </p:animEffect>
                                    <p:set>
                                      <p:cBhvr>
                                        <p:cTn id="87" dur="1" fill="hold">
                                          <p:stCondLst>
                                            <p:cond delay="499"/>
                                          </p:stCondLst>
                                        </p:cTn>
                                        <p:tgtEl>
                                          <p:spTgt spid="24"/>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2" nodeType="clickEffect">
                                  <p:stCondLst>
                                    <p:cond delay="0"/>
                                  </p:stCondLst>
                                  <p:childTnLst>
                                    <p:set>
                                      <p:cBhvr>
                                        <p:cTn id="91" dur="1" fill="hold">
                                          <p:stCondLst>
                                            <p:cond delay="0"/>
                                          </p:stCondLst>
                                        </p:cTn>
                                        <p:tgtEl>
                                          <p:spTgt spid="18"/>
                                        </p:tgtEl>
                                        <p:attrNameLst>
                                          <p:attrName>style.visibility</p:attrName>
                                        </p:attrNameLst>
                                      </p:cBhvr>
                                      <p:to>
                                        <p:strVal val="visible"/>
                                      </p:to>
                                    </p:set>
                                  </p:childTnLst>
                                </p:cTn>
                              </p:par>
                              <p:par>
                                <p:cTn id="92" presetID="1" presetClass="entr" presetSubtype="0" fill="hold" grpId="2" nodeType="withEffect">
                                  <p:stCondLst>
                                    <p:cond delay="0"/>
                                  </p:stCondLst>
                                  <p:childTnLst>
                                    <p:set>
                                      <p:cBhvr>
                                        <p:cTn id="93" dur="1" fill="hold">
                                          <p:stCondLst>
                                            <p:cond delay="0"/>
                                          </p:stCondLst>
                                        </p:cTn>
                                        <p:tgtEl>
                                          <p:spTgt spid="13"/>
                                        </p:tgtEl>
                                        <p:attrNameLst>
                                          <p:attrName>style.visibility</p:attrName>
                                        </p:attrNameLst>
                                      </p:cBhvr>
                                      <p:to>
                                        <p:strVal val="visible"/>
                                      </p:to>
                                    </p:set>
                                  </p:childTnLst>
                                </p:cTn>
                              </p:par>
                              <p:par>
                                <p:cTn id="94" presetID="1" presetClass="entr" presetSubtype="0" fill="hold" grpId="2" nodeType="withEffect">
                                  <p:stCondLst>
                                    <p:cond delay="0"/>
                                  </p:stCondLst>
                                  <p:childTnLst>
                                    <p:set>
                                      <p:cBhvr>
                                        <p:cTn id="95" dur="1" fill="hold">
                                          <p:stCondLst>
                                            <p:cond delay="0"/>
                                          </p:stCondLst>
                                        </p:cTn>
                                        <p:tgtEl>
                                          <p:spTgt spid="14"/>
                                        </p:tgtEl>
                                        <p:attrNameLst>
                                          <p:attrName>style.visibility</p:attrName>
                                        </p:attrNameLst>
                                      </p:cBhvr>
                                      <p:to>
                                        <p:strVal val="visible"/>
                                      </p:to>
                                    </p:set>
                                  </p:childTnLst>
                                </p:cTn>
                              </p:par>
                              <p:par>
                                <p:cTn id="96" presetID="1" presetClass="entr" presetSubtype="0" fill="hold" grpId="2" nodeType="withEffect">
                                  <p:stCondLst>
                                    <p:cond delay="0"/>
                                  </p:stCondLst>
                                  <p:childTnLst>
                                    <p:set>
                                      <p:cBhvr>
                                        <p:cTn id="97" dur="1" fill="hold">
                                          <p:stCondLst>
                                            <p:cond delay="0"/>
                                          </p:stCondLst>
                                        </p:cTn>
                                        <p:tgtEl>
                                          <p:spTgt spid="15"/>
                                        </p:tgtEl>
                                        <p:attrNameLst>
                                          <p:attrName>style.visibility</p:attrName>
                                        </p:attrNameLst>
                                      </p:cBhvr>
                                      <p:to>
                                        <p:strVal val="visible"/>
                                      </p:to>
                                    </p:set>
                                  </p:childTnLst>
                                </p:cTn>
                              </p:par>
                              <p:par>
                                <p:cTn id="98" presetID="1" presetClass="entr" presetSubtype="0" fill="hold" grpId="2" nodeType="withEffect">
                                  <p:stCondLst>
                                    <p:cond delay="0"/>
                                  </p:stCondLst>
                                  <p:childTnLst>
                                    <p:set>
                                      <p:cBhvr>
                                        <p:cTn id="99" dur="1" fill="hold">
                                          <p:stCondLst>
                                            <p:cond delay="0"/>
                                          </p:stCondLst>
                                        </p:cTn>
                                        <p:tgtEl>
                                          <p:spTgt spid="19"/>
                                        </p:tgtEl>
                                        <p:attrNameLst>
                                          <p:attrName>style.visibility</p:attrName>
                                        </p:attrNameLst>
                                      </p:cBhvr>
                                      <p:to>
                                        <p:strVal val="visible"/>
                                      </p:to>
                                    </p:set>
                                  </p:childTnLst>
                                </p:cTn>
                              </p:par>
                              <p:par>
                                <p:cTn id="100" presetID="1" presetClass="entr" presetSubtype="0" fill="hold" grpId="2" nodeType="withEffect">
                                  <p:stCondLst>
                                    <p:cond delay="0"/>
                                  </p:stCondLst>
                                  <p:childTnLst>
                                    <p:set>
                                      <p:cBhvr>
                                        <p:cTn id="101" dur="1" fill="hold">
                                          <p:stCondLst>
                                            <p:cond delay="0"/>
                                          </p:stCondLst>
                                        </p:cTn>
                                        <p:tgtEl>
                                          <p:spTgt spid="23"/>
                                        </p:tgtEl>
                                        <p:attrNameLst>
                                          <p:attrName>style.visibility</p:attrName>
                                        </p:attrNameLst>
                                      </p:cBhvr>
                                      <p:to>
                                        <p:strVal val="visible"/>
                                      </p:to>
                                    </p:set>
                                  </p:childTnLst>
                                </p:cTn>
                              </p:par>
                              <p:par>
                                <p:cTn id="102" presetID="1" presetClass="entr" presetSubtype="0" fill="hold" grpId="2" nodeType="withEffect">
                                  <p:stCondLst>
                                    <p:cond delay="0"/>
                                  </p:stCondLst>
                                  <p:childTnLst>
                                    <p:set>
                                      <p:cBhvr>
                                        <p:cTn id="103" dur="1" fill="hold">
                                          <p:stCondLst>
                                            <p:cond delay="0"/>
                                          </p:stCondLst>
                                        </p:cTn>
                                        <p:tgtEl>
                                          <p:spTgt spid="24"/>
                                        </p:tgtEl>
                                        <p:attrNameLst>
                                          <p:attrName>style.visibility</p:attrName>
                                        </p:attrNameLst>
                                      </p:cBhvr>
                                      <p:to>
                                        <p:strVal val="visible"/>
                                      </p:to>
                                    </p:set>
                                  </p:childTnLst>
                                </p:cTn>
                              </p:par>
                              <p:par>
                                <p:cTn id="104" presetID="10" presetClass="entr" presetSubtype="0" fill="hold" grpId="0" nodeType="with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fade">
                                      <p:cBhvr>
                                        <p:cTn id="110" dur="500"/>
                                        <p:tgtEl>
                                          <p:spTgt spid="4"/>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xit" presetSubtype="0" fill="hold" grpId="1" nodeType="clickEffect">
                                  <p:stCondLst>
                                    <p:cond delay="0"/>
                                  </p:stCondLst>
                                  <p:childTnLst>
                                    <p:animEffect transition="out" filter="fade">
                                      <p:cBhvr>
                                        <p:cTn id="114" dur="500"/>
                                        <p:tgtEl>
                                          <p:spTgt spid="4"/>
                                        </p:tgtEl>
                                      </p:cBhvr>
                                    </p:animEffect>
                                    <p:set>
                                      <p:cBhvr>
                                        <p:cTn id="115" dur="1" fill="hold">
                                          <p:stCondLst>
                                            <p:cond delay="499"/>
                                          </p:stCondLst>
                                        </p:cTn>
                                        <p:tgtEl>
                                          <p:spTgt spid="4"/>
                                        </p:tgtEl>
                                        <p:attrNameLst>
                                          <p:attrName>style.visibility</p:attrName>
                                        </p:attrNameLst>
                                      </p:cBhvr>
                                      <p:to>
                                        <p:strVal val="hidden"/>
                                      </p:to>
                                    </p:set>
                                  </p:childTnLst>
                                </p:cTn>
                              </p:par>
                              <p:par>
                                <p:cTn id="116" presetID="1" presetClass="entr" presetSubtype="0" fill="hold" grpId="2" nodeType="withEffect">
                                  <p:stCondLst>
                                    <p:cond delay="0"/>
                                  </p:stCondLst>
                                  <p:childTnLst>
                                    <p:set>
                                      <p:cBhvr>
                                        <p:cTn id="1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8" grpId="2" animBg="1"/>
      <p:bldP spid="27" grpId="0" animBg="1"/>
      <p:bldP spid="13" grpId="0" animBg="1"/>
      <p:bldP spid="13" grpId="1" animBg="1"/>
      <p:bldP spid="13" grpId="2" animBg="1"/>
      <p:bldP spid="28" grpId="0" animBg="1"/>
      <p:bldP spid="14" grpId="0" animBg="1"/>
      <p:bldP spid="14" grpId="1" animBg="1"/>
      <p:bldP spid="14" grpId="2" animBg="1"/>
      <p:bldP spid="29" grpId="0" animBg="1"/>
      <p:bldP spid="15" grpId="0" animBg="1"/>
      <p:bldP spid="15" grpId="1" animBg="1"/>
      <p:bldP spid="15" grpId="2" animBg="1"/>
      <p:bldP spid="30" grpId="0" animBg="1"/>
      <p:bldP spid="19" grpId="0" animBg="1"/>
      <p:bldP spid="19" grpId="1" animBg="1"/>
      <p:bldP spid="19" grpId="2" animBg="1"/>
      <p:bldP spid="31" grpId="0" animBg="1"/>
      <p:bldP spid="23" grpId="0" animBg="1"/>
      <p:bldP spid="23" grpId="1" animBg="1"/>
      <p:bldP spid="23" grpId="2" animBg="1"/>
      <p:bldP spid="32" grpId="0" animBg="1"/>
      <p:bldP spid="24" grpId="0" animBg="1"/>
      <p:bldP spid="24" grpId="1" animBg="1"/>
      <p:bldP spid="24" grpId="2" animBg="1"/>
      <p:bldP spid="33" grpId="0" animBg="1"/>
      <p:bldP spid="3" grpId="0" animBg="1"/>
      <p:bldP spid="4" grpId="0" animBg="1"/>
      <p:bldP spid="4" grpId="1" animBg="1"/>
      <p:bldP spid="4"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0F89-66F4-914E-82B9-5D2293BC6A72}"/>
            </a:ext>
          </a:extLst>
        </p:cNvPr>
        <p:cNvGrpSpPr/>
        <p:nvPr/>
      </p:nvGrpSpPr>
      <p:grpSpPr>
        <a:xfrm>
          <a:off x="0" y="0"/>
          <a:ext cx="0" cy="0"/>
          <a:chOff x="0" y="0"/>
          <a:chExt cx="0" cy="0"/>
        </a:xfrm>
      </p:grpSpPr>
      <p:sp>
        <p:nvSpPr>
          <p:cNvPr id="110" name="Rectangle 109">
            <a:extLst>
              <a:ext uri="{FF2B5EF4-FFF2-40B4-BE49-F238E27FC236}">
                <a16:creationId xmlns:a16="http://schemas.microsoft.com/office/drawing/2014/main" id="{3E68BFDA-20D9-E031-7078-FAE8B88B1853}"/>
              </a:ext>
            </a:extLst>
          </p:cNvPr>
          <p:cNvSpPr/>
          <p:nvPr/>
        </p:nvSpPr>
        <p:spPr>
          <a:xfrm>
            <a:off x="7407023" y="2695861"/>
            <a:ext cx="4413503" cy="2426627"/>
          </a:xfrm>
          <a:prstGeom prst="rect">
            <a:avLst/>
          </a:prstGeom>
          <a:solidFill>
            <a:schemeClr val="bg1"/>
          </a:solidFill>
          <a:ln w="3175"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8" name="Rectangle 107">
            <a:extLst>
              <a:ext uri="{FF2B5EF4-FFF2-40B4-BE49-F238E27FC236}">
                <a16:creationId xmlns:a16="http://schemas.microsoft.com/office/drawing/2014/main" id="{6C14B78F-7A90-F324-EC06-D0B68E523B31}"/>
              </a:ext>
            </a:extLst>
          </p:cNvPr>
          <p:cNvSpPr/>
          <p:nvPr/>
        </p:nvSpPr>
        <p:spPr>
          <a:xfrm>
            <a:off x="503690" y="761077"/>
            <a:ext cx="11316836" cy="1827815"/>
          </a:xfrm>
          <a:prstGeom prst="rect">
            <a:avLst/>
          </a:prstGeom>
          <a:solidFill>
            <a:schemeClr val="bg1"/>
          </a:solidFill>
          <a:ln w="3175"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11" name="Rectangle 110">
            <a:extLst>
              <a:ext uri="{FF2B5EF4-FFF2-40B4-BE49-F238E27FC236}">
                <a16:creationId xmlns:a16="http://schemas.microsoft.com/office/drawing/2014/main" id="{1229CD65-1280-A2A7-3E17-0A25E06AA25B}"/>
              </a:ext>
            </a:extLst>
          </p:cNvPr>
          <p:cNvSpPr/>
          <p:nvPr/>
        </p:nvSpPr>
        <p:spPr>
          <a:xfrm>
            <a:off x="5091053" y="3907043"/>
            <a:ext cx="2169051" cy="1569080"/>
          </a:xfrm>
          <a:prstGeom prst="rect">
            <a:avLst/>
          </a:prstGeom>
          <a:solidFill>
            <a:schemeClr val="bg1"/>
          </a:solidFill>
          <a:ln w="3175"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9" name="Rectangle 108">
            <a:extLst>
              <a:ext uri="{FF2B5EF4-FFF2-40B4-BE49-F238E27FC236}">
                <a16:creationId xmlns:a16="http://schemas.microsoft.com/office/drawing/2014/main" id="{C31CA568-4125-F545-051C-B087B528D857}"/>
              </a:ext>
            </a:extLst>
          </p:cNvPr>
          <p:cNvSpPr/>
          <p:nvPr/>
        </p:nvSpPr>
        <p:spPr>
          <a:xfrm>
            <a:off x="514777" y="2714800"/>
            <a:ext cx="4448297" cy="2754611"/>
          </a:xfrm>
          <a:prstGeom prst="rect">
            <a:avLst/>
          </a:prstGeom>
          <a:solidFill>
            <a:schemeClr val="bg1"/>
          </a:solidFill>
          <a:ln w="3175"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
            <a:extLst>
              <a:ext uri="{FF2B5EF4-FFF2-40B4-BE49-F238E27FC236}">
                <a16:creationId xmlns:a16="http://schemas.microsoft.com/office/drawing/2014/main" id="{BA6D8327-4BCA-E0B0-759A-0789073B0951}"/>
              </a:ext>
            </a:extLst>
          </p:cNvPr>
          <p:cNvSpPr/>
          <p:nvPr/>
        </p:nvSpPr>
        <p:spPr>
          <a:xfrm>
            <a:off x="7077077" y="5894637"/>
            <a:ext cx="4725289" cy="851953"/>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rtlCol="0" anchor="t"/>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Enterprise IT</a:t>
            </a:r>
          </a:p>
        </p:txBody>
      </p:sp>
      <p:sp>
        <p:nvSpPr>
          <p:cNvPr id="7" name="Rectangle 6">
            <a:extLst>
              <a:ext uri="{FF2B5EF4-FFF2-40B4-BE49-F238E27FC236}">
                <a16:creationId xmlns:a16="http://schemas.microsoft.com/office/drawing/2014/main" id="{FA45ED67-735E-09E8-970B-DFCE1FC11BD7}"/>
              </a:ext>
            </a:extLst>
          </p:cNvPr>
          <p:cNvSpPr/>
          <p:nvPr/>
        </p:nvSpPr>
        <p:spPr>
          <a:xfrm>
            <a:off x="531163" y="5898441"/>
            <a:ext cx="2839716" cy="851953"/>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rtlCol="0" anchor="t"/>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Data layer</a:t>
            </a:r>
          </a:p>
        </p:txBody>
      </p:sp>
      <p:sp>
        <p:nvSpPr>
          <p:cNvPr id="8" name="Rectangle 7">
            <a:extLst>
              <a:ext uri="{FF2B5EF4-FFF2-40B4-BE49-F238E27FC236}">
                <a16:creationId xmlns:a16="http://schemas.microsoft.com/office/drawing/2014/main" id="{B3B9EC74-1216-6376-3646-0EC14F430473}"/>
              </a:ext>
            </a:extLst>
          </p:cNvPr>
          <p:cNvSpPr/>
          <p:nvPr/>
        </p:nvSpPr>
        <p:spPr>
          <a:xfrm>
            <a:off x="3543301" y="5895173"/>
            <a:ext cx="3333751" cy="85195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bg1">
                    <a:lumMod val="85000"/>
                    <a:lumOff val="15000"/>
                  </a:schemeClr>
                </a:solidFill>
              </a14:hiddenFill>
            </a:ext>
          </a:extLst>
        </p:spPr>
        <p:txBody>
          <a:bodyPr rtlCol="0" anchor="t"/>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Transversal Referential</a:t>
            </a:r>
          </a:p>
        </p:txBody>
      </p:sp>
      <p:sp>
        <p:nvSpPr>
          <p:cNvPr id="11" name="Rectangle 10">
            <a:extLst>
              <a:ext uri="{FF2B5EF4-FFF2-40B4-BE49-F238E27FC236}">
                <a16:creationId xmlns:a16="http://schemas.microsoft.com/office/drawing/2014/main" id="{14D48656-1833-ED97-BFB1-5E4941E9E4B5}"/>
              </a:ext>
            </a:extLst>
          </p:cNvPr>
          <p:cNvSpPr/>
          <p:nvPr/>
        </p:nvSpPr>
        <p:spPr>
          <a:xfrm>
            <a:off x="514775" y="2712183"/>
            <a:ext cx="4446375" cy="343877"/>
          </a:xfrm>
          <a:prstGeom prst="rect">
            <a:avLst/>
          </a:prstGeom>
          <a:noFill/>
          <a:ln w="9525" cap="flat" cmpd="sng" algn="ctr">
            <a:no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3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Sales Oriented</a:t>
            </a:r>
          </a:p>
        </p:txBody>
      </p:sp>
      <p:sp>
        <p:nvSpPr>
          <p:cNvPr id="12" name="Rectangle 11">
            <a:extLst>
              <a:ext uri="{FF2B5EF4-FFF2-40B4-BE49-F238E27FC236}">
                <a16:creationId xmlns:a16="http://schemas.microsoft.com/office/drawing/2014/main" id="{7F66F46C-4AF5-A887-1C53-9D5DD765C443}"/>
              </a:ext>
            </a:extLst>
          </p:cNvPr>
          <p:cNvSpPr/>
          <p:nvPr/>
        </p:nvSpPr>
        <p:spPr>
          <a:xfrm>
            <a:off x="7418498" y="2695336"/>
            <a:ext cx="4402028" cy="343877"/>
          </a:xfrm>
          <a:prstGeom prst="rect">
            <a:avLst/>
          </a:prstGeom>
          <a:noFill/>
          <a:ln w="9525" cap="flat" cmpd="sng" algn="ctr">
            <a:no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3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Billing Oriented</a:t>
            </a:r>
          </a:p>
        </p:txBody>
      </p:sp>
      <p:sp>
        <p:nvSpPr>
          <p:cNvPr id="16" name="Forme libre : forme 36">
            <a:extLst>
              <a:ext uri="{FF2B5EF4-FFF2-40B4-BE49-F238E27FC236}">
                <a16:creationId xmlns:a16="http://schemas.microsoft.com/office/drawing/2014/main" id="{CE578161-1E56-A62C-FFCB-4A7DC84BA307}"/>
              </a:ext>
            </a:extLst>
          </p:cNvPr>
          <p:cNvSpPr/>
          <p:nvPr/>
        </p:nvSpPr>
        <p:spPr>
          <a:xfrm>
            <a:off x="614650" y="3388169"/>
            <a:ext cx="1947095" cy="43621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2"/>
          </a:solidFill>
          <a:ln w="38100" cap="flat" cmpd="sng" algn="ctr">
            <a:noFill/>
            <a:prstDash val="solid"/>
            <a:miter lim="800000"/>
            <a:headEnd type="none" w="med" len="med"/>
            <a:tailEnd type="none" w="med" len="med"/>
          </a:ln>
          <a:effectLst/>
          <a:extLst>
            <a:ext uri="{91240B29-F687-4F45-9708-019B960494DF}">
              <a14:hiddenLine xmlns:a14="http://schemas.microsoft.com/office/drawing/2010/main" w="38100" cap="flat" cmpd="sng" algn="ctr">
                <a:solidFill>
                  <a:schemeClr val="bg2"/>
                </a:solidFill>
                <a:prstDash val="solid"/>
                <a:miter lim="800000"/>
                <a:headEnd type="none" w="med" len="med"/>
                <a:tailEnd type="none" w="med" len="med"/>
              </a14:hiddenLine>
            </a:ext>
          </a:ex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EPC </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(catalogue)</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17" name="Forme libre : forme 37">
            <a:extLst>
              <a:ext uri="{FF2B5EF4-FFF2-40B4-BE49-F238E27FC236}">
                <a16:creationId xmlns:a16="http://schemas.microsoft.com/office/drawing/2014/main" id="{E418F980-D9F9-C1CA-9810-C2A789D2C826}"/>
              </a:ext>
            </a:extLst>
          </p:cNvPr>
          <p:cNvSpPr/>
          <p:nvPr/>
        </p:nvSpPr>
        <p:spPr>
          <a:xfrm>
            <a:off x="614650" y="3941973"/>
            <a:ext cx="1947095" cy="43621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2"/>
          </a:solidFill>
          <a:ln w="38100" cap="flat" cmpd="sng" algn="ctr">
            <a:noFill/>
            <a:prstDash val="solid"/>
            <a:miter lim="800000"/>
            <a:headEnd type="none" w="med" len="med"/>
            <a:tailEnd type="none" w="med" len="med"/>
          </a:ln>
          <a:effectLst/>
          <a:extLst>
            <a:ext uri="{91240B29-F687-4F45-9708-019B960494DF}">
              <a14:hiddenLine xmlns:a14="http://schemas.microsoft.com/office/drawing/2010/main" w="38100" cap="flat" cmpd="sng" algn="ctr">
                <a:solidFill>
                  <a:schemeClr val="bg2"/>
                </a:solidFill>
                <a:prstDash val="solid"/>
                <a:miter lim="800000"/>
                <a:headEnd type="none" w="med" len="med"/>
                <a:tailEnd type="none" w="med" len="med"/>
              </a14:hiddenLine>
            </a:ext>
          </a:extLst>
        </p:spPr>
        <p:txBody>
          <a:bodyPr spcFirstLastPara="0" vert="horz" wrap="square" lIns="7620" tIns="7620" rIns="7620" bIns="7620" numCol="1" spcCol="1270" anchor="ctr" anchorCtr="0">
            <a:noAutofit/>
          </a:bodyPr>
          <a:lstStyle/>
          <a:p>
            <a:pPr marL="0" marR="0" lvl="0" indent="0" algn="ctr" defTabSz="592504"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CPQ </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(config, pricing, quoting)</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18" name="Forme libre : forme 38">
            <a:extLst>
              <a:ext uri="{FF2B5EF4-FFF2-40B4-BE49-F238E27FC236}">
                <a16:creationId xmlns:a16="http://schemas.microsoft.com/office/drawing/2014/main" id="{DE50D7BC-8778-3F55-1342-923E1AF69CD3}"/>
              </a:ext>
            </a:extLst>
          </p:cNvPr>
          <p:cNvSpPr/>
          <p:nvPr/>
        </p:nvSpPr>
        <p:spPr>
          <a:xfrm>
            <a:off x="614650" y="4495777"/>
            <a:ext cx="1947095" cy="43621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2"/>
          </a:solidFill>
          <a:ln w="38100" cap="flat" cmpd="sng" algn="ctr">
            <a:noFill/>
            <a:prstDash val="solid"/>
            <a:miter lim="800000"/>
            <a:headEnd type="none" w="med" len="med"/>
            <a:tailEnd type="none" w="med" len="med"/>
          </a:ln>
          <a:effectLst/>
          <a:extLst>
            <a:ext uri="{91240B29-F687-4F45-9708-019B960494DF}">
              <a14:hiddenLine xmlns:a14="http://schemas.microsoft.com/office/drawing/2010/main" w="38100" cap="flat" cmpd="sng" algn="ctr">
                <a:solidFill>
                  <a:schemeClr val="bg2"/>
                </a:solidFill>
                <a:prstDash val="solid"/>
                <a:miter lim="800000"/>
                <a:headEnd type="none" w="med" len="med"/>
                <a:tailEnd type="none" w="med" len="med"/>
              </a14:hiddenLine>
            </a:ext>
          </a:ex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COM + Assets </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(order, installed base)</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19" name="Forme libre : forme 28">
            <a:extLst>
              <a:ext uri="{FF2B5EF4-FFF2-40B4-BE49-F238E27FC236}">
                <a16:creationId xmlns:a16="http://schemas.microsoft.com/office/drawing/2014/main" id="{646C2239-95D0-D43B-9EAD-1CEEC362F405}"/>
              </a:ext>
            </a:extLst>
          </p:cNvPr>
          <p:cNvSpPr/>
          <p:nvPr/>
        </p:nvSpPr>
        <p:spPr>
          <a:xfrm>
            <a:off x="2761683" y="3406671"/>
            <a:ext cx="2121868" cy="430983"/>
          </a:xfrm>
          <a:custGeom>
            <a:avLst/>
            <a:gdLst>
              <a:gd name="connsiteX0" fmla="*/ 0 w 2110272"/>
              <a:gd name="connsiteY0" fmla="*/ 0 h 471163"/>
              <a:gd name="connsiteX1" fmla="*/ 2110272 w 2110272"/>
              <a:gd name="connsiteY1" fmla="*/ 0 h 471163"/>
              <a:gd name="connsiteX2" fmla="*/ 2110272 w 2110272"/>
              <a:gd name="connsiteY2" fmla="*/ 471163 h 471163"/>
              <a:gd name="connsiteX3" fmla="*/ 0 w 2110272"/>
              <a:gd name="connsiteY3" fmla="*/ 471163 h 471163"/>
              <a:gd name="connsiteX4" fmla="*/ 0 w 2110272"/>
              <a:gd name="connsiteY4" fmla="*/ 0 h 471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272" h="471163">
                <a:moveTo>
                  <a:pt x="0" y="0"/>
                </a:moveTo>
                <a:lnTo>
                  <a:pt x="2110272" y="0"/>
                </a:lnTo>
                <a:lnTo>
                  <a:pt x="2110272" y="471163"/>
                </a:lnTo>
                <a:lnTo>
                  <a:pt x="0" y="471163"/>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EPC</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(Castor E, Inca, GRP, Fed Cat)</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20" name="Forme libre : forme 29">
            <a:extLst>
              <a:ext uri="{FF2B5EF4-FFF2-40B4-BE49-F238E27FC236}">
                <a16:creationId xmlns:a16="http://schemas.microsoft.com/office/drawing/2014/main" id="{73334D3C-A72E-BC61-C028-F838CEB48142}"/>
              </a:ext>
            </a:extLst>
          </p:cNvPr>
          <p:cNvSpPr/>
          <p:nvPr/>
        </p:nvSpPr>
        <p:spPr>
          <a:xfrm>
            <a:off x="2761683" y="3953839"/>
            <a:ext cx="2121868" cy="430983"/>
          </a:xfrm>
          <a:custGeom>
            <a:avLst/>
            <a:gdLst>
              <a:gd name="connsiteX0" fmla="*/ 0 w 2110272"/>
              <a:gd name="connsiteY0" fmla="*/ 0 h 471163"/>
              <a:gd name="connsiteX1" fmla="*/ 2110272 w 2110272"/>
              <a:gd name="connsiteY1" fmla="*/ 0 h 471163"/>
              <a:gd name="connsiteX2" fmla="*/ 2110272 w 2110272"/>
              <a:gd name="connsiteY2" fmla="*/ 471163 h 471163"/>
              <a:gd name="connsiteX3" fmla="*/ 0 w 2110272"/>
              <a:gd name="connsiteY3" fmla="*/ 471163 h 471163"/>
              <a:gd name="connsiteX4" fmla="*/ 0 w 2110272"/>
              <a:gd name="connsiteY4" fmla="*/ 0 h 471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272" h="471163">
                <a:moveTo>
                  <a:pt x="0" y="0"/>
                </a:moveTo>
                <a:lnTo>
                  <a:pt x="2110272" y="0"/>
                </a:lnTo>
                <a:lnTo>
                  <a:pt x="2110272" y="471163"/>
                </a:lnTo>
                <a:lnTo>
                  <a:pt x="0" y="471163"/>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CPQ</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(Abacus, </a:t>
            </a:r>
            <a:r>
              <a:rPr kumimoji="0" lang="en-GB" sz="10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Enov</a:t>
            </a: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IS Quote, </a:t>
            </a:r>
            <a:r>
              <a:rPr kumimoji="0" lang="en-GB" sz="10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Quoto</a:t>
            </a: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21" name="Forme libre : forme 30">
            <a:extLst>
              <a:ext uri="{FF2B5EF4-FFF2-40B4-BE49-F238E27FC236}">
                <a16:creationId xmlns:a16="http://schemas.microsoft.com/office/drawing/2014/main" id="{FC5D161C-1171-546F-5D2E-E20E69B94FDA}"/>
              </a:ext>
            </a:extLst>
          </p:cNvPr>
          <p:cNvSpPr/>
          <p:nvPr/>
        </p:nvSpPr>
        <p:spPr>
          <a:xfrm>
            <a:off x="2761683" y="4501006"/>
            <a:ext cx="2121868" cy="430983"/>
          </a:xfrm>
          <a:custGeom>
            <a:avLst/>
            <a:gdLst>
              <a:gd name="connsiteX0" fmla="*/ 0 w 2110272"/>
              <a:gd name="connsiteY0" fmla="*/ 0 h 471163"/>
              <a:gd name="connsiteX1" fmla="*/ 2110272 w 2110272"/>
              <a:gd name="connsiteY1" fmla="*/ 0 h 471163"/>
              <a:gd name="connsiteX2" fmla="*/ 2110272 w 2110272"/>
              <a:gd name="connsiteY2" fmla="*/ 471163 h 471163"/>
              <a:gd name="connsiteX3" fmla="*/ 0 w 2110272"/>
              <a:gd name="connsiteY3" fmla="*/ 471163 h 471163"/>
              <a:gd name="connsiteX4" fmla="*/ 0 w 2110272"/>
              <a:gd name="connsiteY4" fmla="*/ 0 h 471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272" h="471163">
                <a:moveTo>
                  <a:pt x="0" y="0"/>
                </a:moveTo>
                <a:lnTo>
                  <a:pt x="2110272" y="0"/>
                </a:lnTo>
                <a:lnTo>
                  <a:pt x="2110272" y="471163"/>
                </a:lnTo>
                <a:lnTo>
                  <a:pt x="0" y="471163"/>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COM + Assets</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(Indigo, Satin, Gold, </a:t>
            </a:r>
            <a:r>
              <a:rPr kumimoji="0" lang="en-GB" sz="10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CIBase</a:t>
            </a: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22" name="Rectangle 21">
            <a:extLst>
              <a:ext uri="{FF2B5EF4-FFF2-40B4-BE49-F238E27FC236}">
                <a16:creationId xmlns:a16="http://schemas.microsoft.com/office/drawing/2014/main" id="{3EE27CD2-44CE-17E4-FC7D-25CAAF7F8316}"/>
              </a:ext>
            </a:extLst>
          </p:cNvPr>
          <p:cNvSpPr/>
          <p:nvPr/>
        </p:nvSpPr>
        <p:spPr>
          <a:xfrm>
            <a:off x="503690" y="752475"/>
            <a:ext cx="11316836" cy="343877"/>
          </a:xfrm>
          <a:prstGeom prst="rect">
            <a:avLst/>
          </a:prstGeom>
          <a:noFill/>
          <a:ln w="9525" cap="flat" cmpd="sng" algn="ctr">
            <a:no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3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Customer Oriented</a:t>
            </a:r>
          </a:p>
        </p:txBody>
      </p:sp>
      <p:sp>
        <p:nvSpPr>
          <p:cNvPr id="47" name="Forme libre : forme 49">
            <a:extLst>
              <a:ext uri="{FF2B5EF4-FFF2-40B4-BE49-F238E27FC236}">
                <a16:creationId xmlns:a16="http://schemas.microsoft.com/office/drawing/2014/main" id="{24843BAA-DCF1-8292-CCB1-D2F761103E1E}"/>
              </a:ext>
            </a:extLst>
          </p:cNvPr>
          <p:cNvSpPr/>
          <p:nvPr/>
        </p:nvSpPr>
        <p:spPr>
          <a:xfrm>
            <a:off x="7523966" y="3031833"/>
            <a:ext cx="2032517" cy="343876"/>
          </a:xfrm>
          <a:custGeom>
            <a:avLst/>
            <a:gdLst>
              <a:gd name="connsiteX0" fmla="*/ 0 w 1708408"/>
              <a:gd name="connsiteY0" fmla="*/ 0 h 509052"/>
              <a:gd name="connsiteX1" fmla="*/ 1708408 w 1708408"/>
              <a:gd name="connsiteY1" fmla="*/ 0 h 509052"/>
              <a:gd name="connsiteX2" fmla="*/ 1708408 w 1708408"/>
              <a:gd name="connsiteY2" fmla="*/ 509052 h 509052"/>
              <a:gd name="connsiteX3" fmla="*/ 0 w 1708408"/>
              <a:gd name="connsiteY3" fmla="*/ 509052 h 509052"/>
              <a:gd name="connsiteX4" fmla="*/ 0 w 1708408"/>
              <a:gd name="connsiteY4" fmla="*/ 0 h 50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408" h="509052">
                <a:moveTo>
                  <a:pt x="0" y="0"/>
                </a:moveTo>
                <a:lnTo>
                  <a:pt x="1708408" y="0"/>
                </a:lnTo>
                <a:lnTo>
                  <a:pt x="1708408" y="509052"/>
                </a:lnTo>
                <a:lnTo>
                  <a:pt x="0" y="509052"/>
                </a:lnTo>
                <a:lnTo>
                  <a:pt x="0" y="0"/>
                </a:lnTo>
                <a:close/>
              </a:path>
            </a:pathLst>
          </a:custGeom>
          <a:noFill/>
          <a:ln w="381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New Offers</a:t>
            </a:r>
          </a:p>
        </p:txBody>
      </p:sp>
      <p:sp>
        <p:nvSpPr>
          <p:cNvPr id="48" name="Forme libre : forme 50">
            <a:extLst>
              <a:ext uri="{FF2B5EF4-FFF2-40B4-BE49-F238E27FC236}">
                <a16:creationId xmlns:a16="http://schemas.microsoft.com/office/drawing/2014/main" id="{37BC4CCC-C922-B8BD-E9F3-E498FFF5EC28}"/>
              </a:ext>
            </a:extLst>
          </p:cNvPr>
          <p:cNvSpPr/>
          <p:nvPr/>
        </p:nvSpPr>
        <p:spPr>
          <a:xfrm>
            <a:off x="7620001" y="3456199"/>
            <a:ext cx="1928523" cy="443059"/>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Invoicing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(IMS)</a:t>
            </a:r>
          </a:p>
        </p:txBody>
      </p:sp>
      <p:sp>
        <p:nvSpPr>
          <p:cNvPr id="49" name="Forme libre : forme 51">
            <a:extLst>
              <a:ext uri="{FF2B5EF4-FFF2-40B4-BE49-F238E27FC236}">
                <a16:creationId xmlns:a16="http://schemas.microsoft.com/office/drawing/2014/main" id="{E6233C1F-D2F2-7510-9E46-66FDDE985F72}"/>
              </a:ext>
            </a:extLst>
          </p:cNvPr>
          <p:cNvSpPr/>
          <p:nvPr/>
        </p:nvSpPr>
        <p:spPr>
          <a:xfrm>
            <a:off x="7620001" y="3996621"/>
            <a:ext cx="1928523" cy="41073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Billing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(IMS, Safir)</a:t>
            </a:r>
          </a:p>
        </p:txBody>
      </p:sp>
      <p:sp>
        <p:nvSpPr>
          <p:cNvPr id="50" name="Forme libre : forme 52">
            <a:extLst>
              <a:ext uri="{FF2B5EF4-FFF2-40B4-BE49-F238E27FC236}">
                <a16:creationId xmlns:a16="http://schemas.microsoft.com/office/drawing/2014/main" id="{5E9965BD-5D2A-B680-69E2-5BCB3A81D96E}"/>
              </a:ext>
            </a:extLst>
          </p:cNvPr>
          <p:cNvSpPr/>
          <p:nvPr/>
        </p:nvSpPr>
        <p:spPr>
          <a:xfrm>
            <a:off x="7620001" y="4538820"/>
            <a:ext cx="1928523" cy="41073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Rating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(Safran)</a:t>
            </a:r>
          </a:p>
        </p:txBody>
      </p:sp>
      <p:sp>
        <p:nvSpPr>
          <p:cNvPr id="52" name="Forme libre : forme 54">
            <a:extLst>
              <a:ext uri="{FF2B5EF4-FFF2-40B4-BE49-F238E27FC236}">
                <a16:creationId xmlns:a16="http://schemas.microsoft.com/office/drawing/2014/main" id="{428F53CF-E9CC-AC04-1D3C-1C5AC982B5AD}"/>
              </a:ext>
            </a:extLst>
          </p:cNvPr>
          <p:cNvSpPr/>
          <p:nvPr/>
        </p:nvSpPr>
        <p:spPr>
          <a:xfrm>
            <a:off x="9715037" y="3040432"/>
            <a:ext cx="2032515" cy="307777"/>
          </a:xfrm>
          <a:custGeom>
            <a:avLst/>
            <a:gdLst>
              <a:gd name="connsiteX0" fmla="*/ 0 w 1708408"/>
              <a:gd name="connsiteY0" fmla="*/ 0 h 509052"/>
              <a:gd name="connsiteX1" fmla="*/ 1708408 w 1708408"/>
              <a:gd name="connsiteY1" fmla="*/ 0 h 509052"/>
              <a:gd name="connsiteX2" fmla="*/ 1708408 w 1708408"/>
              <a:gd name="connsiteY2" fmla="*/ 509052 h 509052"/>
              <a:gd name="connsiteX3" fmla="*/ 0 w 1708408"/>
              <a:gd name="connsiteY3" fmla="*/ 509052 h 509052"/>
              <a:gd name="connsiteX4" fmla="*/ 0 w 1708408"/>
              <a:gd name="connsiteY4" fmla="*/ 0 h 50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408" h="509052">
                <a:moveTo>
                  <a:pt x="0" y="0"/>
                </a:moveTo>
                <a:lnTo>
                  <a:pt x="1708408" y="0"/>
                </a:lnTo>
                <a:lnTo>
                  <a:pt x="1708408" y="509052"/>
                </a:lnTo>
                <a:lnTo>
                  <a:pt x="0" y="509052"/>
                </a:lnTo>
                <a:lnTo>
                  <a:pt x="0" y="0"/>
                </a:lnTo>
                <a:close/>
              </a:path>
            </a:pathLst>
          </a:custGeom>
          <a:noFill/>
          <a:ln w="381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Current Offers</a:t>
            </a:r>
            <a:endParaRPr kumimoji="0" lang="fr-FR"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53" name="Forme libre : forme 55">
            <a:extLst>
              <a:ext uri="{FF2B5EF4-FFF2-40B4-BE49-F238E27FC236}">
                <a16:creationId xmlns:a16="http://schemas.microsoft.com/office/drawing/2014/main" id="{400C19AB-1555-699B-448E-3246A6AE7788}"/>
              </a:ext>
            </a:extLst>
          </p:cNvPr>
          <p:cNvSpPr/>
          <p:nvPr/>
        </p:nvSpPr>
        <p:spPr>
          <a:xfrm>
            <a:off x="9760457" y="3444125"/>
            <a:ext cx="1928521" cy="41073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Invoicing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(IMS, Fusion OBS)</a:t>
            </a:r>
          </a:p>
        </p:txBody>
      </p:sp>
      <p:sp>
        <p:nvSpPr>
          <p:cNvPr id="54" name="Forme libre : forme 56">
            <a:extLst>
              <a:ext uri="{FF2B5EF4-FFF2-40B4-BE49-F238E27FC236}">
                <a16:creationId xmlns:a16="http://schemas.microsoft.com/office/drawing/2014/main" id="{7CF9824D-CFE9-E67C-3038-5B983ABEB568}"/>
              </a:ext>
            </a:extLst>
          </p:cNvPr>
          <p:cNvSpPr/>
          <p:nvPr/>
        </p:nvSpPr>
        <p:spPr>
          <a:xfrm>
            <a:off x="9760457" y="3986324"/>
            <a:ext cx="1928521" cy="41073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Billing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(IMS, Safir, Fusion OBS)</a:t>
            </a:r>
          </a:p>
        </p:txBody>
      </p:sp>
      <p:sp>
        <p:nvSpPr>
          <p:cNvPr id="55" name="Forme libre : forme 57">
            <a:extLst>
              <a:ext uri="{FF2B5EF4-FFF2-40B4-BE49-F238E27FC236}">
                <a16:creationId xmlns:a16="http://schemas.microsoft.com/office/drawing/2014/main" id="{6A3A2025-56AD-04BA-DCD9-2BC2BB705884}"/>
              </a:ext>
            </a:extLst>
          </p:cNvPr>
          <p:cNvSpPr/>
          <p:nvPr/>
        </p:nvSpPr>
        <p:spPr>
          <a:xfrm>
            <a:off x="9760457" y="4528521"/>
            <a:ext cx="1928521" cy="410731"/>
          </a:xfrm>
          <a:custGeom>
            <a:avLst/>
            <a:gdLst>
              <a:gd name="connsiteX0" fmla="*/ 0 w 1890109"/>
              <a:gd name="connsiteY0" fmla="*/ 0 h 472085"/>
              <a:gd name="connsiteX1" fmla="*/ 1890109 w 1890109"/>
              <a:gd name="connsiteY1" fmla="*/ 0 h 472085"/>
              <a:gd name="connsiteX2" fmla="*/ 1890109 w 1890109"/>
              <a:gd name="connsiteY2" fmla="*/ 472085 h 472085"/>
              <a:gd name="connsiteX3" fmla="*/ 0 w 1890109"/>
              <a:gd name="connsiteY3" fmla="*/ 472085 h 472085"/>
              <a:gd name="connsiteX4" fmla="*/ 0 w 1890109"/>
              <a:gd name="connsiteY4" fmla="*/ 0 h 47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109" h="472085">
                <a:moveTo>
                  <a:pt x="0" y="0"/>
                </a:moveTo>
                <a:lnTo>
                  <a:pt x="1890109" y="0"/>
                </a:lnTo>
                <a:lnTo>
                  <a:pt x="1890109" y="472085"/>
                </a:lnTo>
                <a:lnTo>
                  <a:pt x="0" y="472085"/>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Rating</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(Safran, Fusion OBS)</a:t>
            </a:r>
          </a:p>
        </p:txBody>
      </p:sp>
      <p:sp>
        <p:nvSpPr>
          <p:cNvPr id="56" name="Rectangle 55">
            <a:extLst>
              <a:ext uri="{FF2B5EF4-FFF2-40B4-BE49-F238E27FC236}">
                <a16:creationId xmlns:a16="http://schemas.microsoft.com/office/drawing/2014/main" id="{B872AFA4-5316-F641-888E-3BA757327BC8}"/>
              </a:ext>
            </a:extLst>
          </p:cNvPr>
          <p:cNvSpPr/>
          <p:nvPr/>
        </p:nvSpPr>
        <p:spPr>
          <a:xfrm>
            <a:off x="7418496" y="5203918"/>
            <a:ext cx="4402029" cy="265493"/>
          </a:xfrm>
          <a:prstGeom prst="rect">
            <a:avLst/>
          </a:prstGeom>
          <a:noFill/>
          <a:ln w="9525" cap="flat" cmpd="sng" algn="ctr">
            <a:solidFill>
              <a:schemeClr val="bg1">
                <a:lumMod val="75000"/>
                <a:lumOff val="25000"/>
              </a:schemeClr>
            </a:solidFill>
            <a:prstDash val="solid"/>
            <a:miter lim="800000"/>
            <a:headEnd type="none" w="med" len="med"/>
            <a:tailEnd type="none" w="med" len="med"/>
          </a:ln>
          <a:effectLst/>
          <a:extLst>
            <a:ext uri="{909E8E84-426E-40DD-AFC4-6F175D3DCCD1}">
              <a14:hiddenFill xmlns:a14="http://schemas.microsoft.com/office/drawing/2010/main">
                <a:solidFill>
                  <a:schemeClr val="bg1">
                    <a:lumMod val="65000"/>
                    <a:lumOff val="35000"/>
                  </a:schemeClr>
                </a:solidFill>
              </a14:hiddenFill>
            </a:ext>
          </a:ex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360 Inventory  (WIP)</a:t>
            </a:r>
          </a:p>
        </p:txBody>
      </p:sp>
      <p:sp>
        <p:nvSpPr>
          <p:cNvPr id="57" name="Rectangle 56">
            <a:extLst>
              <a:ext uri="{FF2B5EF4-FFF2-40B4-BE49-F238E27FC236}">
                <a16:creationId xmlns:a16="http://schemas.microsoft.com/office/drawing/2014/main" id="{3D4DEEAB-6DEE-7926-EFA3-CEA2819CC283}"/>
              </a:ext>
            </a:extLst>
          </p:cNvPr>
          <p:cNvSpPr/>
          <p:nvPr/>
        </p:nvSpPr>
        <p:spPr>
          <a:xfrm rot="5400000">
            <a:off x="6037850" y="47380"/>
            <a:ext cx="259599" cy="11305752"/>
          </a:xfrm>
          <a:prstGeom prst="rect">
            <a:avLst/>
          </a:prstGeom>
          <a:noFill/>
          <a:ln w="9525" cap="flat" cmpd="sng" algn="ctr">
            <a:solidFill>
              <a:schemeClr val="bg1">
                <a:lumMod val="75000"/>
                <a:lumOff val="25000"/>
              </a:schemeClr>
            </a:solidFill>
            <a:prstDash val="solid"/>
            <a:miter lim="800000"/>
            <a:headEnd type="none" w="med" len="med"/>
            <a:tailEnd type="none" w="med" len="med"/>
          </a:ln>
          <a:effectLst/>
          <a:extLst>
            <a:ext uri="{909E8E84-426E-40DD-AFC4-6F175D3DCCD1}">
              <a14:hiddenFill xmlns:a14="http://schemas.microsoft.com/office/drawing/2010/main">
                <a:solidFill>
                  <a:schemeClr val="bg1">
                    <a:lumMod val="65000"/>
                    <a:lumOff val="35000"/>
                  </a:schemeClr>
                </a:solidFill>
              </a14:hiddenFill>
            </a:ext>
          </a:extLst>
        </p:spPr>
        <p:txBody>
          <a:bodyPr vert="vert270"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Integration layer - IPaaS (RFP)</a:t>
            </a:r>
          </a:p>
        </p:txBody>
      </p:sp>
      <p:sp>
        <p:nvSpPr>
          <p:cNvPr id="59" name="Rectangle 58">
            <a:extLst>
              <a:ext uri="{FF2B5EF4-FFF2-40B4-BE49-F238E27FC236}">
                <a16:creationId xmlns:a16="http://schemas.microsoft.com/office/drawing/2014/main" id="{7D61A9F6-0C97-BE19-29E2-42D33DBAE89D}"/>
              </a:ext>
            </a:extLst>
          </p:cNvPr>
          <p:cNvSpPr/>
          <p:nvPr/>
        </p:nvSpPr>
        <p:spPr>
          <a:xfrm>
            <a:off x="5092561" y="2700547"/>
            <a:ext cx="2178527" cy="1069184"/>
          </a:xfrm>
          <a:prstGeom prst="rect">
            <a:avLst/>
          </a:prstGeom>
          <a:solidFill>
            <a:schemeClr val="bg1">
              <a:lumMod val="85000"/>
              <a:lumOff val="15000"/>
            </a:schemeClr>
          </a:solidFill>
          <a:ln w="2857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rPr>
              <a:t>Observability and </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rPr>
              <a:t>Monitoring (RFP)</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rPr>
              <a:t>(of solutions deployed for customers)</a:t>
            </a:r>
          </a:p>
        </p:txBody>
      </p:sp>
      <p:sp>
        <p:nvSpPr>
          <p:cNvPr id="60" name="Rectangle 59">
            <a:extLst>
              <a:ext uri="{FF2B5EF4-FFF2-40B4-BE49-F238E27FC236}">
                <a16:creationId xmlns:a16="http://schemas.microsoft.com/office/drawing/2014/main" id="{DE7E7CF3-4A29-FADA-DE8C-C9E141C0F667}"/>
              </a:ext>
            </a:extLst>
          </p:cNvPr>
          <p:cNvSpPr/>
          <p:nvPr/>
        </p:nvSpPr>
        <p:spPr>
          <a:xfrm>
            <a:off x="614650" y="1113099"/>
            <a:ext cx="8589489" cy="330367"/>
          </a:xfrm>
          <a:prstGeom prst="rect">
            <a:avLst/>
          </a:prstGeom>
          <a:solidFill>
            <a:schemeClr val="bg1">
              <a:lumMod val="85000"/>
              <a:lumOff val="15000"/>
            </a:schemeClr>
          </a:solidFill>
          <a:ln w="12700" cap="flat" cmpd="sng" algn="ctr">
            <a:solidFill>
              <a:schemeClr val="bg2"/>
            </a:solid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Orange Business marketing sites: </a:t>
            </a:r>
            <a:r>
              <a:rPr kumimoji="0" lang="en-GB" sz="12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eCare</a:t>
            </a: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(Vibe), </a:t>
            </a:r>
            <a:r>
              <a:rPr kumimoji="0" lang="en-GB" sz="12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eShop</a:t>
            </a: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(WIP) … etc</a:t>
            </a:r>
          </a:p>
        </p:txBody>
      </p:sp>
      <p:sp>
        <p:nvSpPr>
          <p:cNvPr id="62" name="Rectangle 61">
            <a:extLst>
              <a:ext uri="{FF2B5EF4-FFF2-40B4-BE49-F238E27FC236}">
                <a16:creationId xmlns:a16="http://schemas.microsoft.com/office/drawing/2014/main" id="{D50920ED-A36F-F3D3-BCF2-22BF262B5ED4}"/>
              </a:ext>
            </a:extLst>
          </p:cNvPr>
          <p:cNvSpPr/>
          <p:nvPr/>
        </p:nvSpPr>
        <p:spPr>
          <a:xfrm>
            <a:off x="598052" y="1523710"/>
            <a:ext cx="1151993" cy="940855"/>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Identity and Access Management</a:t>
            </a:r>
          </a:p>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r>
              <a:rPr kumimoji="0" lang="en-GB" sz="10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OneAdmin</a:t>
            </a: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p>
        </p:txBody>
      </p:sp>
      <p:sp>
        <p:nvSpPr>
          <p:cNvPr id="63" name="Rectangle 62">
            <a:extLst>
              <a:ext uri="{FF2B5EF4-FFF2-40B4-BE49-F238E27FC236}">
                <a16:creationId xmlns:a16="http://schemas.microsoft.com/office/drawing/2014/main" id="{BA03D3C5-DCF2-A35D-3B81-C7726CE62FF9}"/>
              </a:ext>
            </a:extLst>
          </p:cNvPr>
          <p:cNvSpPr/>
          <p:nvPr/>
        </p:nvSpPr>
        <p:spPr>
          <a:xfrm>
            <a:off x="8670080" y="1540737"/>
            <a:ext cx="534059" cy="910032"/>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vert="vert270"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API GW - IPaaS (RFP)</a:t>
            </a:r>
          </a:p>
        </p:txBody>
      </p:sp>
      <p:sp>
        <p:nvSpPr>
          <p:cNvPr id="65" name="Rectangle 64">
            <a:extLst>
              <a:ext uri="{FF2B5EF4-FFF2-40B4-BE49-F238E27FC236}">
                <a16:creationId xmlns:a16="http://schemas.microsoft.com/office/drawing/2014/main" id="{99AC216D-A1FC-4CC7-69F9-5058FE13021D}"/>
              </a:ext>
            </a:extLst>
          </p:cNvPr>
          <p:cNvSpPr/>
          <p:nvPr/>
        </p:nvSpPr>
        <p:spPr>
          <a:xfrm>
            <a:off x="1835255" y="1540738"/>
            <a:ext cx="6735112" cy="221349"/>
          </a:xfrm>
          <a:prstGeom prst="rect">
            <a:avLst/>
          </a:prstGeom>
          <a:solidFill>
            <a:schemeClr val="bg2"/>
          </a:solidFill>
          <a:ln w="28575" cap="flat" cmpd="sng" algn="ctr">
            <a:noFill/>
            <a:prstDash val="solid"/>
            <a:miter lim="800000"/>
            <a:headEnd type="none" w="med" len="med"/>
            <a:tailEnd type="none" w="med" len="med"/>
          </a:ln>
          <a:effectLst/>
          <a:extLst>
            <a:ext uri="{91240B29-F687-4F45-9708-019B960494DF}">
              <a14:hiddenLine xmlns:a14="http://schemas.microsoft.com/office/drawing/2010/main" w="28575" cap="flat" cmpd="sng" algn="ctr">
                <a:solidFill>
                  <a:schemeClr val="bg2"/>
                </a:solidFill>
                <a:prstDash val="solid"/>
                <a:miter lim="800000"/>
                <a:headEnd type="none" w="med" len="med"/>
                <a:tailEnd type="none" w="med" len="med"/>
              </a14:hiddenLine>
            </a:ext>
          </a:ex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CRM (Salesforce 2.0) (presales, sales)</a:t>
            </a:r>
          </a:p>
        </p:txBody>
      </p:sp>
      <p:sp>
        <p:nvSpPr>
          <p:cNvPr id="66" name="Rectangle 65">
            <a:extLst>
              <a:ext uri="{FF2B5EF4-FFF2-40B4-BE49-F238E27FC236}">
                <a16:creationId xmlns:a16="http://schemas.microsoft.com/office/drawing/2014/main" id="{39641B08-B566-03AD-5E70-A9B2C7F3D467}"/>
              </a:ext>
            </a:extLst>
          </p:cNvPr>
          <p:cNvSpPr/>
          <p:nvPr/>
        </p:nvSpPr>
        <p:spPr>
          <a:xfrm>
            <a:off x="1835255" y="1868572"/>
            <a:ext cx="6735112" cy="231173"/>
          </a:xfrm>
          <a:prstGeom prst="rect">
            <a:avLst/>
          </a:prstGeom>
          <a:solidFill>
            <a:schemeClr val="bg2"/>
          </a:solidFill>
          <a:ln w="28575" cap="flat" cmpd="sng" algn="ctr">
            <a:noFill/>
            <a:prstDash val="solid"/>
            <a:miter lim="800000"/>
            <a:headEnd type="none" w="med" len="med"/>
            <a:tailEnd type="none" w="med" len="med"/>
          </a:ln>
          <a:effectLst/>
          <a:extLst>
            <a:ext uri="{91240B29-F687-4F45-9708-019B960494DF}">
              <a14:hiddenLine xmlns:a14="http://schemas.microsoft.com/office/drawing/2010/main" w="28575" cap="flat" cmpd="sng" algn="ctr">
                <a:solidFill>
                  <a:schemeClr val="bg2"/>
                </a:solidFill>
                <a:prstDash val="solid"/>
                <a:miter lim="800000"/>
                <a:headEnd type="none" w="med" len="med"/>
                <a:tailEnd type="none" w="med" len="med"/>
              </a14:hiddenLine>
            </a:ext>
          </a:ex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CLM (contract management)</a:t>
            </a:r>
          </a:p>
        </p:txBody>
      </p:sp>
      <p:sp>
        <p:nvSpPr>
          <p:cNvPr id="67" name="Rectangle 66">
            <a:extLst>
              <a:ext uri="{FF2B5EF4-FFF2-40B4-BE49-F238E27FC236}">
                <a16:creationId xmlns:a16="http://schemas.microsoft.com/office/drawing/2014/main" id="{B011C7D1-9D7B-2527-55CD-972C2EB921A5}"/>
              </a:ext>
            </a:extLst>
          </p:cNvPr>
          <p:cNvSpPr/>
          <p:nvPr/>
        </p:nvSpPr>
        <p:spPr>
          <a:xfrm>
            <a:off x="1835255" y="2207347"/>
            <a:ext cx="6735112" cy="231173"/>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rtlCol="0" anchor="ct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Service Management (ServiceNow 2.0) (incidents and changes)</a:t>
            </a:r>
          </a:p>
        </p:txBody>
      </p:sp>
      <p:sp>
        <p:nvSpPr>
          <p:cNvPr id="83" name="Rectangle 82">
            <a:extLst>
              <a:ext uri="{FF2B5EF4-FFF2-40B4-BE49-F238E27FC236}">
                <a16:creationId xmlns:a16="http://schemas.microsoft.com/office/drawing/2014/main" id="{6B55B978-4F83-7AD7-10CC-A4962C19959E}"/>
              </a:ext>
            </a:extLst>
          </p:cNvPr>
          <p:cNvSpPr/>
          <p:nvPr/>
        </p:nvSpPr>
        <p:spPr>
          <a:xfrm>
            <a:off x="5098584" y="3885207"/>
            <a:ext cx="2170973" cy="429479"/>
          </a:xfrm>
          <a:prstGeom prst="rect">
            <a:avLst/>
          </a:prstGeom>
          <a:noFill/>
          <a:ln w="9525" cap="flat" cmpd="sng" algn="ctr">
            <a:noFill/>
            <a:prstDash val="solid"/>
            <a:miter lim="800000"/>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Tech Oriented</a:t>
            </a:r>
          </a:p>
        </p:txBody>
      </p:sp>
      <p:sp>
        <p:nvSpPr>
          <p:cNvPr id="85" name="Forme libre : forme 43">
            <a:extLst>
              <a:ext uri="{FF2B5EF4-FFF2-40B4-BE49-F238E27FC236}">
                <a16:creationId xmlns:a16="http://schemas.microsoft.com/office/drawing/2014/main" id="{6AB8D8AD-C15E-6903-D07E-7879155F2F52}"/>
              </a:ext>
            </a:extLst>
          </p:cNvPr>
          <p:cNvSpPr/>
          <p:nvPr/>
        </p:nvSpPr>
        <p:spPr>
          <a:xfrm>
            <a:off x="5233856" y="4380492"/>
            <a:ext cx="1896601" cy="429480"/>
          </a:xfrm>
          <a:custGeom>
            <a:avLst/>
            <a:gdLst>
              <a:gd name="connsiteX0" fmla="*/ 0 w 2729832"/>
              <a:gd name="connsiteY0" fmla="*/ 0 h 482088"/>
              <a:gd name="connsiteX1" fmla="*/ 2729832 w 2729832"/>
              <a:gd name="connsiteY1" fmla="*/ 0 h 482088"/>
              <a:gd name="connsiteX2" fmla="*/ 2729832 w 2729832"/>
              <a:gd name="connsiteY2" fmla="*/ 482088 h 482088"/>
              <a:gd name="connsiteX3" fmla="*/ 0 w 2729832"/>
              <a:gd name="connsiteY3" fmla="*/ 482088 h 482088"/>
              <a:gd name="connsiteX4" fmla="*/ 0 w 2729832"/>
              <a:gd name="connsiteY4" fmla="*/ 0 h 48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9832" h="482088">
                <a:moveTo>
                  <a:pt x="0" y="0"/>
                </a:moveTo>
                <a:lnTo>
                  <a:pt x="2729832" y="0"/>
                </a:lnTo>
                <a:lnTo>
                  <a:pt x="2729832" y="482088"/>
                </a:lnTo>
                <a:lnTo>
                  <a:pt x="0" y="482088"/>
                </a:lnTo>
                <a:lnTo>
                  <a:pt x="0" y="0"/>
                </a:lnTo>
                <a:close/>
              </a:path>
            </a:pathLst>
          </a:custGeom>
          <a:solidFill>
            <a:schemeClr val="bg2"/>
          </a:solidFill>
          <a:ln w="38100" cap="flat" cmpd="sng" algn="ctr">
            <a:noFill/>
            <a:prstDash val="solid"/>
            <a:miter lim="800000"/>
            <a:headEnd type="none" w="med" len="med"/>
            <a:tailEnd type="none" w="med" len="med"/>
          </a:ln>
          <a:effectLst/>
          <a:extLst>
            <a:ext uri="{91240B29-F687-4F45-9708-019B960494DF}">
              <a14:hiddenLine xmlns:a14="http://schemas.microsoft.com/office/drawing/2010/main" w="38100" cap="flat" cmpd="sng" algn="ctr">
                <a:solidFill>
                  <a:schemeClr val="bg2"/>
                </a:solidFill>
                <a:prstDash val="solid"/>
                <a:miter lim="800000"/>
                <a:headEnd type="none" w="med" len="med"/>
                <a:tailEnd type="none" w="med" len="med"/>
              </a14:hiddenLine>
            </a:ext>
          </a:ex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SOM &amp; ROM (RFP)</a:t>
            </a:r>
            <a:br>
              <a:rPr kumimoji="0" lang="en-GB" sz="12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(delivery management)</a:t>
            </a:r>
            <a:endParaRPr kumimoji="0" lang="fr-FR"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87" name="Forme libre : forme 47">
            <a:extLst>
              <a:ext uri="{FF2B5EF4-FFF2-40B4-BE49-F238E27FC236}">
                <a16:creationId xmlns:a16="http://schemas.microsoft.com/office/drawing/2014/main" id="{58198CDE-C8B1-EA7D-6A8D-B69C0982B8A3}"/>
              </a:ext>
            </a:extLst>
          </p:cNvPr>
          <p:cNvSpPr/>
          <p:nvPr/>
        </p:nvSpPr>
        <p:spPr>
          <a:xfrm>
            <a:off x="5242565" y="4854624"/>
            <a:ext cx="1887892" cy="499352"/>
          </a:xfrm>
          <a:custGeom>
            <a:avLst/>
            <a:gdLst>
              <a:gd name="connsiteX0" fmla="*/ 0 w 2938315"/>
              <a:gd name="connsiteY0" fmla="*/ 0 h 518906"/>
              <a:gd name="connsiteX1" fmla="*/ 2938315 w 2938315"/>
              <a:gd name="connsiteY1" fmla="*/ 0 h 518906"/>
              <a:gd name="connsiteX2" fmla="*/ 2938315 w 2938315"/>
              <a:gd name="connsiteY2" fmla="*/ 518906 h 518906"/>
              <a:gd name="connsiteX3" fmla="*/ 0 w 2938315"/>
              <a:gd name="connsiteY3" fmla="*/ 518906 h 518906"/>
              <a:gd name="connsiteX4" fmla="*/ 0 w 2938315"/>
              <a:gd name="connsiteY4" fmla="*/ 0 h 518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315" h="518906">
                <a:moveTo>
                  <a:pt x="0" y="0"/>
                </a:moveTo>
                <a:lnTo>
                  <a:pt x="2938315" y="0"/>
                </a:lnTo>
                <a:lnTo>
                  <a:pt x="2938315" y="518906"/>
                </a:lnTo>
                <a:lnTo>
                  <a:pt x="0" y="518906"/>
                </a:lnTo>
                <a:lnTo>
                  <a:pt x="0" y="0"/>
                </a:lnTo>
                <a:close/>
              </a:path>
            </a:pathLst>
          </a:cu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SOM</a:t>
            </a:r>
            <a:br>
              <a:rPr kumimoji="0" lang="en-GB" sz="14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r>
              <a:rPr kumimoji="0" lang="en-GB" sz="9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Oper@, Salto FR &amp; Int)</a:t>
            </a:r>
            <a:endParaRPr kumimoji="0" lang="fr-FR"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88" name="Rectangle 87">
            <a:extLst>
              <a:ext uri="{FF2B5EF4-FFF2-40B4-BE49-F238E27FC236}">
                <a16:creationId xmlns:a16="http://schemas.microsoft.com/office/drawing/2014/main" id="{A9E22AF0-D38A-7D77-DEE6-5FEC7534011F}"/>
              </a:ext>
            </a:extLst>
          </p:cNvPr>
          <p:cNvSpPr/>
          <p:nvPr/>
        </p:nvSpPr>
        <p:spPr>
          <a:xfrm>
            <a:off x="659191" y="6307781"/>
            <a:ext cx="769688" cy="306043"/>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EDH</a:t>
            </a:r>
          </a:p>
        </p:txBody>
      </p:sp>
      <p:sp>
        <p:nvSpPr>
          <p:cNvPr id="89" name="Rectangle 88">
            <a:extLst>
              <a:ext uri="{FF2B5EF4-FFF2-40B4-BE49-F238E27FC236}">
                <a16:creationId xmlns:a16="http://schemas.microsoft.com/office/drawing/2014/main" id="{16C43B64-EA3C-3536-76EB-1EC0E6F26D8D}"/>
              </a:ext>
            </a:extLst>
          </p:cNvPr>
          <p:cNvSpPr/>
          <p:nvPr/>
        </p:nvSpPr>
        <p:spPr>
          <a:xfrm>
            <a:off x="1544151" y="6307781"/>
            <a:ext cx="769688" cy="306043"/>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Bleu</a:t>
            </a:r>
          </a:p>
        </p:txBody>
      </p:sp>
      <p:sp>
        <p:nvSpPr>
          <p:cNvPr id="90" name="Rectangle 89">
            <a:extLst>
              <a:ext uri="{FF2B5EF4-FFF2-40B4-BE49-F238E27FC236}">
                <a16:creationId xmlns:a16="http://schemas.microsoft.com/office/drawing/2014/main" id="{F50B321F-A61C-5FA9-8294-14A5FB8F52AF}"/>
              </a:ext>
            </a:extLst>
          </p:cNvPr>
          <p:cNvSpPr/>
          <p:nvPr/>
        </p:nvSpPr>
        <p:spPr>
          <a:xfrm>
            <a:off x="2439395" y="6307781"/>
            <a:ext cx="860267" cy="306043"/>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Data Mesh</a:t>
            </a:r>
          </a:p>
        </p:txBody>
      </p:sp>
      <p:sp>
        <p:nvSpPr>
          <p:cNvPr id="92" name="Rectangle 91">
            <a:extLst>
              <a:ext uri="{FF2B5EF4-FFF2-40B4-BE49-F238E27FC236}">
                <a16:creationId xmlns:a16="http://schemas.microsoft.com/office/drawing/2014/main" id="{D83468B5-98C3-54F7-94CB-8EAC962C1E76}"/>
              </a:ext>
            </a:extLst>
          </p:cNvPr>
          <p:cNvSpPr/>
          <p:nvPr/>
        </p:nvSpPr>
        <p:spPr>
          <a:xfrm>
            <a:off x="3814827" y="6307780"/>
            <a:ext cx="1283476" cy="414517"/>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Customer &amp; Billing Account</a:t>
            </a:r>
            <a:b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r>
              <a:rPr kumimoji="0" lang="en-GB" sz="933"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CompanyRef</a:t>
            </a: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p>
        </p:txBody>
      </p:sp>
      <p:sp>
        <p:nvSpPr>
          <p:cNvPr id="93" name="Rectangle 92">
            <a:extLst>
              <a:ext uri="{FF2B5EF4-FFF2-40B4-BE49-F238E27FC236}">
                <a16:creationId xmlns:a16="http://schemas.microsoft.com/office/drawing/2014/main" id="{AE024CAD-FD20-64B5-AA9F-CF8E4E656F23}"/>
              </a:ext>
            </a:extLst>
          </p:cNvPr>
          <p:cNvSpPr/>
          <p:nvPr/>
        </p:nvSpPr>
        <p:spPr>
          <a:xfrm>
            <a:off x="3814827" y="6133079"/>
            <a:ext cx="1270000" cy="160803"/>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Site (</a:t>
            </a:r>
            <a:r>
              <a:rPr kumimoji="0" lang="en-GB" sz="933"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SiteRef</a:t>
            </a: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p>
        </p:txBody>
      </p:sp>
      <p:sp>
        <p:nvSpPr>
          <p:cNvPr id="94" name="Rectangle 93">
            <a:extLst>
              <a:ext uri="{FF2B5EF4-FFF2-40B4-BE49-F238E27FC236}">
                <a16:creationId xmlns:a16="http://schemas.microsoft.com/office/drawing/2014/main" id="{FF656178-B5F9-7E56-1511-6136E0DE4F14}"/>
              </a:ext>
            </a:extLst>
          </p:cNvPr>
          <p:cNvSpPr/>
          <p:nvPr/>
        </p:nvSpPr>
        <p:spPr>
          <a:xfrm>
            <a:off x="9281894" y="6280859"/>
            <a:ext cx="1422663" cy="395227"/>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Finance</a:t>
            </a:r>
            <a:b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b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(Fusion OBS, Alcyone)</a:t>
            </a:r>
          </a:p>
        </p:txBody>
      </p:sp>
      <p:sp>
        <p:nvSpPr>
          <p:cNvPr id="95" name="Rectangle 94">
            <a:extLst>
              <a:ext uri="{FF2B5EF4-FFF2-40B4-BE49-F238E27FC236}">
                <a16:creationId xmlns:a16="http://schemas.microsoft.com/office/drawing/2014/main" id="{3664F495-4F1A-06C7-E7A1-8280ED742C37}"/>
              </a:ext>
            </a:extLst>
          </p:cNvPr>
          <p:cNvSpPr/>
          <p:nvPr/>
        </p:nvSpPr>
        <p:spPr>
          <a:xfrm>
            <a:off x="10766469" y="6280861"/>
            <a:ext cx="845560" cy="395225"/>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HR</a:t>
            </a:r>
          </a:p>
        </p:txBody>
      </p:sp>
      <p:sp>
        <p:nvSpPr>
          <p:cNvPr id="96" name="Rectangle 95">
            <a:extLst>
              <a:ext uri="{FF2B5EF4-FFF2-40B4-BE49-F238E27FC236}">
                <a16:creationId xmlns:a16="http://schemas.microsoft.com/office/drawing/2014/main" id="{781DF921-AAE2-7E24-9B9F-FA930D63C0F0}"/>
              </a:ext>
            </a:extLst>
          </p:cNvPr>
          <p:cNvSpPr/>
          <p:nvPr/>
        </p:nvSpPr>
        <p:spPr>
          <a:xfrm>
            <a:off x="8247345" y="6280859"/>
            <a:ext cx="967819" cy="395224"/>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Procurement</a:t>
            </a:r>
          </a:p>
        </p:txBody>
      </p:sp>
      <p:sp>
        <p:nvSpPr>
          <p:cNvPr id="97" name="Rectangle 96">
            <a:extLst>
              <a:ext uri="{FF2B5EF4-FFF2-40B4-BE49-F238E27FC236}">
                <a16:creationId xmlns:a16="http://schemas.microsoft.com/office/drawing/2014/main" id="{44D3885A-4199-D81D-AF61-EBAC4E8FAA98}"/>
              </a:ext>
            </a:extLst>
          </p:cNvPr>
          <p:cNvSpPr/>
          <p:nvPr/>
        </p:nvSpPr>
        <p:spPr>
          <a:xfrm>
            <a:off x="7263111" y="6280859"/>
            <a:ext cx="917504" cy="395224"/>
          </a:xfrm>
          <a:prstGeom prst="rect">
            <a:avLst/>
          </a:prstGeom>
          <a:solidFill>
            <a:schemeClr val="bg1">
              <a:lumMod val="85000"/>
              <a:lumOff val="15000"/>
            </a:schemeClr>
          </a:solidFill>
          <a:ln w="38100" cap="flat" cmpd="sng" algn="ctr">
            <a:noFill/>
            <a:prstDash val="solid"/>
            <a:miter lim="800000"/>
            <a:headEnd type="none" w="med" len="med"/>
            <a:tailEnd type="none" w="med" len="med"/>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IT core and connectivity</a:t>
            </a:r>
          </a:p>
        </p:txBody>
      </p:sp>
      <p:sp>
        <p:nvSpPr>
          <p:cNvPr id="13" name="Rectangle 12">
            <a:extLst>
              <a:ext uri="{FF2B5EF4-FFF2-40B4-BE49-F238E27FC236}">
                <a16:creationId xmlns:a16="http://schemas.microsoft.com/office/drawing/2014/main" id="{40DB5A01-20EC-27E5-1855-12B20C92D545}"/>
              </a:ext>
            </a:extLst>
          </p:cNvPr>
          <p:cNvSpPr/>
          <p:nvPr/>
        </p:nvSpPr>
        <p:spPr>
          <a:xfrm>
            <a:off x="9398258" y="1585659"/>
            <a:ext cx="2349294" cy="343876"/>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CRM (</a:t>
            </a:r>
            <a:r>
              <a:rPr kumimoji="0" lang="en-GB" sz="11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Safary</a:t>
            </a:r>
            <a:r>
              <a:rPr kumimoji="0" lang="en-GB" sz="11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a:t>
            </a:r>
          </a:p>
        </p:txBody>
      </p:sp>
      <p:sp>
        <p:nvSpPr>
          <p:cNvPr id="14" name="Rectangle 13">
            <a:extLst>
              <a:ext uri="{FF2B5EF4-FFF2-40B4-BE49-F238E27FC236}">
                <a16:creationId xmlns:a16="http://schemas.microsoft.com/office/drawing/2014/main" id="{EE4FE2A9-4DBA-F4B5-004B-2E23377F58A4}"/>
              </a:ext>
            </a:extLst>
          </p:cNvPr>
          <p:cNvSpPr/>
          <p:nvPr/>
        </p:nvSpPr>
        <p:spPr>
          <a:xfrm>
            <a:off x="9397728" y="2057221"/>
            <a:ext cx="2336098" cy="364985"/>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Request/Service </a:t>
            </a:r>
            <a:r>
              <a:rPr kumimoji="0" lang="en-GB" sz="1100"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mgt</a:t>
            </a:r>
            <a:r>
              <a:rPr kumimoji="0" lang="en-GB" sz="11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(Nacre)</a:t>
            </a:r>
          </a:p>
        </p:txBody>
      </p:sp>
      <p:sp>
        <p:nvSpPr>
          <p:cNvPr id="15" name="Rectangle 14">
            <a:extLst>
              <a:ext uri="{FF2B5EF4-FFF2-40B4-BE49-F238E27FC236}">
                <a16:creationId xmlns:a16="http://schemas.microsoft.com/office/drawing/2014/main" id="{1C76F203-2BA2-95B7-AF19-62D1A7AD8FCA}"/>
              </a:ext>
            </a:extLst>
          </p:cNvPr>
          <p:cNvSpPr/>
          <p:nvPr/>
        </p:nvSpPr>
        <p:spPr>
          <a:xfrm>
            <a:off x="9397728" y="1113098"/>
            <a:ext cx="2336098" cy="334895"/>
          </a:xfrm>
          <a:prstGeom prst="rect">
            <a:avLst/>
          </a:prstGeom>
          <a:solidFill>
            <a:schemeClr val="bg1">
              <a:lumMod val="85000"/>
              <a:lumOff val="15000"/>
            </a:schemeClr>
          </a:solidFill>
          <a:ln w="9525" cap="flat" cmpd="sng" algn="ctr">
            <a:solidFill>
              <a:schemeClr val="bg1">
                <a:lumMod val="75000"/>
                <a:lumOff val="25000"/>
              </a:schemeClr>
            </a:solidFill>
            <a:prstDash val="solid"/>
            <a:miter lim="800000"/>
            <a:headEnd type="none" w="med" len="med"/>
            <a:tailEnd type="none" w="med" len="med"/>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SoHo-SME Web space &amp; shop</a:t>
            </a:r>
          </a:p>
        </p:txBody>
      </p:sp>
      <p:sp>
        <p:nvSpPr>
          <p:cNvPr id="26" name="Rectangle 25">
            <a:extLst>
              <a:ext uri="{FF2B5EF4-FFF2-40B4-BE49-F238E27FC236}">
                <a16:creationId xmlns:a16="http://schemas.microsoft.com/office/drawing/2014/main" id="{D937C1EC-4C6C-E7E0-D8B4-25C9359F6EA3}"/>
              </a:ext>
            </a:extLst>
          </p:cNvPr>
          <p:cNvSpPr/>
          <p:nvPr/>
        </p:nvSpPr>
        <p:spPr>
          <a:xfrm>
            <a:off x="5160217" y="6188027"/>
            <a:ext cx="1674793" cy="525035"/>
          </a:xfrm>
          <a:prstGeom prst="rect">
            <a:avLst/>
          </a:prstGeom>
          <a:solidFill>
            <a:schemeClr val="bg1">
              <a:lumMod val="85000"/>
              <a:lumOff val="15000"/>
            </a:schemeClr>
          </a:solidFill>
          <a:ln w="28575" cap="flat" cmpd="sng" algn="ctr">
            <a:solidFill>
              <a:schemeClr val="bg1">
                <a:lumMod val="75000"/>
                <a:lumOff val="25000"/>
              </a:schemeClr>
            </a:solidFill>
            <a:prstDash val="solid"/>
            <a:miter lim="800000"/>
          </a:ln>
          <a:effectLst/>
        </p:spPr>
        <p:txBody>
          <a:bodyPr lIns="0" rIns="0"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Organization (new RCE)</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933" b="0" i="0" u="none" strike="noStrike" kern="0" cap="none" spc="0" normalizeH="0" baseline="0" noProof="0" err="1">
                <a:ln>
                  <a:noFill/>
                </a:ln>
                <a:solidFill>
                  <a:srgbClr val="FFFFFF"/>
                </a:solidFill>
                <a:effectLst/>
                <a:uLnTx/>
                <a:uFillTx/>
                <a:latin typeface="Helvetica 75 Bold" panose="020B0804020202020204" pitchFamily="34" charset="0"/>
                <a:ea typeface="+mn-ea"/>
                <a:cs typeface="+mn-cs"/>
              </a:rPr>
              <a:t>OrangeFacingRoles</a:t>
            </a: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 (FARO)</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933"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Contacts (RICE)</a:t>
            </a:r>
          </a:p>
        </p:txBody>
      </p:sp>
      <p:pic>
        <p:nvPicPr>
          <p:cNvPr id="33" name="Picture 2" descr="A black and white logo&#10;&#10;Description automatically generated">
            <a:extLst>
              <a:ext uri="{FF2B5EF4-FFF2-40B4-BE49-F238E27FC236}">
                <a16:creationId xmlns:a16="http://schemas.microsoft.com/office/drawing/2014/main" id="{AF97887C-CCC4-91E8-D175-6CF4227FFCC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8005" y="3079638"/>
            <a:ext cx="276964" cy="20772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E2F65D2B-2B6C-1993-63BA-4BCBA0642BC0}"/>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6738" y="4193328"/>
            <a:ext cx="514045" cy="30244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a:extLst>
              <a:ext uri="{FF2B5EF4-FFF2-40B4-BE49-F238E27FC236}">
                <a16:creationId xmlns:a16="http://schemas.microsoft.com/office/drawing/2014/main" id="{AE7DC781-CA1C-BC1C-B59E-E1F576B4D2F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86530" y="3511153"/>
            <a:ext cx="514045" cy="30244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descr="A black and white logo&#10;&#10;Description automatically generated">
            <a:extLst>
              <a:ext uri="{FF2B5EF4-FFF2-40B4-BE49-F238E27FC236}">
                <a16:creationId xmlns:a16="http://schemas.microsoft.com/office/drawing/2014/main" id="{67A2541B-B886-8892-4FEF-280E28532366}"/>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50276" y="3580090"/>
            <a:ext cx="584200" cy="241300"/>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Groupe 37">
            <a:extLst>
              <a:ext uri="{FF2B5EF4-FFF2-40B4-BE49-F238E27FC236}">
                <a16:creationId xmlns:a16="http://schemas.microsoft.com/office/drawing/2014/main" id="{8D7D143B-A9FD-147B-B751-F62685BFCFD0}"/>
              </a:ext>
            </a:extLst>
          </p:cNvPr>
          <p:cNvGrpSpPr/>
          <p:nvPr/>
        </p:nvGrpSpPr>
        <p:grpSpPr>
          <a:xfrm>
            <a:off x="3048733" y="1875729"/>
            <a:ext cx="534060" cy="207723"/>
            <a:chOff x="-314243" y="2712182"/>
            <a:chExt cx="544507" cy="217672"/>
          </a:xfrm>
        </p:grpSpPr>
        <p:sp>
          <p:nvSpPr>
            <p:cNvPr id="39" name="Rectangle 38">
              <a:extLst>
                <a:ext uri="{FF2B5EF4-FFF2-40B4-BE49-F238E27FC236}">
                  <a16:creationId xmlns:a16="http://schemas.microsoft.com/office/drawing/2014/main" id="{41CB87B2-8628-80AE-0842-BCAD26622A6A}"/>
                </a:ext>
              </a:extLst>
            </p:cNvPr>
            <p:cNvSpPr/>
            <p:nvPr/>
          </p:nvSpPr>
          <p:spPr>
            <a:xfrm>
              <a:off x="-313916" y="2712182"/>
              <a:ext cx="544180" cy="217672"/>
            </a:xfrm>
            <a:prstGeom prst="rect">
              <a:avLst/>
            </a:prstGeom>
            <a:solidFill>
              <a:schemeClr val="tx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40" name="Picture 8" descr="Customizing Your Logo">
              <a:extLst>
                <a:ext uri="{FF2B5EF4-FFF2-40B4-BE49-F238E27FC236}">
                  <a16:creationId xmlns:a16="http://schemas.microsoft.com/office/drawing/2014/main" id="{7117C7E0-B921-FA39-2CB1-2BED7C34288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14243" y="2712182"/>
              <a:ext cx="544180" cy="217672"/>
            </a:xfrm>
            <a:prstGeom prst="rect">
              <a:avLst/>
            </a:prstGeom>
            <a:noFill/>
            <a:extLst>
              <a:ext uri="{909E8E84-426E-40DD-AFC4-6F175D3DCCD1}">
                <a14:hiddenFill xmlns:a14="http://schemas.microsoft.com/office/drawing/2010/main">
                  <a:solidFill>
                    <a:srgbClr val="FFFFFF"/>
                  </a:solidFill>
                </a14:hiddenFill>
              </a:ext>
            </a:extLst>
          </p:spPr>
        </p:pic>
      </p:grpSp>
      <p:pic>
        <p:nvPicPr>
          <p:cNvPr id="41" name="Image 40">
            <a:extLst>
              <a:ext uri="{FF2B5EF4-FFF2-40B4-BE49-F238E27FC236}">
                <a16:creationId xmlns:a16="http://schemas.microsoft.com/office/drawing/2014/main" id="{D00CF38F-53CB-0661-518E-86656F1CF84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113429" y="1500096"/>
            <a:ext cx="404664" cy="283265"/>
          </a:xfrm>
          <a:prstGeom prst="rect">
            <a:avLst/>
          </a:prstGeom>
        </p:spPr>
      </p:pic>
      <p:pic>
        <p:nvPicPr>
          <p:cNvPr id="42" name="Picture 4" descr="Experts for ServiceNow - ServiceNow Premier Partner Switzerland">
            <a:extLst>
              <a:ext uri="{FF2B5EF4-FFF2-40B4-BE49-F238E27FC236}">
                <a16:creationId xmlns:a16="http://schemas.microsoft.com/office/drawing/2014/main" id="{507C1C58-6756-6DA1-C27F-F0440192B39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2780718" y="2043186"/>
            <a:ext cx="1070089" cy="535045"/>
          </a:xfrm>
          <a:prstGeom prst="rect">
            <a:avLst/>
          </a:prstGeom>
          <a:noFill/>
          <a:extLst>
            <a:ext uri="{909E8E84-426E-40DD-AFC4-6F175D3DCCD1}">
              <a14:hiddenFill xmlns:a14="http://schemas.microsoft.com/office/drawing/2010/main">
                <a:solidFill>
                  <a:srgbClr val="FFFFFF"/>
                </a:solidFill>
              </a14:hiddenFill>
            </a:ext>
          </a:extLst>
        </p:spPr>
      </p:pic>
      <p:sp>
        <p:nvSpPr>
          <p:cNvPr id="58" name="Forme libre : forme 49">
            <a:extLst>
              <a:ext uri="{FF2B5EF4-FFF2-40B4-BE49-F238E27FC236}">
                <a16:creationId xmlns:a16="http://schemas.microsoft.com/office/drawing/2014/main" id="{63EA7110-2563-1557-90CD-CE317A457BE3}"/>
              </a:ext>
            </a:extLst>
          </p:cNvPr>
          <p:cNvSpPr/>
          <p:nvPr/>
        </p:nvSpPr>
        <p:spPr>
          <a:xfrm>
            <a:off x="571105" y="3039681"/>
            <a:ext cx="2032517" cy="343876"/>
          </a:xfrm>
          <a:custGeom>
            <a:avLst/>
            <a:gdLst>
              <a:gd name="connsiteX0" fmla="*/ 0 w 1708408"/>
              <a:gd name="connsiteY0" fmla="*/ 0 h 509052"/>
              <a:gd name="connsiteX1" fmla="*/ 1708408 w 1708408"/>
              <a:gd name="connsiteY1" fmla="*/ 0 h 509052"/>
              <a:gd name="connsiteX2" fmla="*/ 1708408 w 1708408"/>
              <a:gd name="connsiteY2" fmla="*/ 509052 h 509052"/>
              <a:gd name="connsiteX3" fmla="*/ 0 w 1708408"/>
              <a:gd name="connsiteY3" fmla="*/ 509052 h 509052"/>
              <a:gd name="connsiteX4" fmla="*/ 0 w 1708408"/>
              <a:gd name="connsiteY4" fmla="*/ 0 h 50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408" h="509052">
                <a:moveTo>
                  <a:pt x="0" y="0"/>
                </a:moveTo>
                <a:lnTo>
                  <a:pt x="1708408" y="0"/>
                </a:lnTo>
                <a:lnTo>
                  <a:pt x="1708408" y="509052"/>
                </a:lnTo>
                <a:lnTo>
                  <a:pt x="0" y="509052"/>
                </a:lnTo>
                <a:lnTo>
                  <a:pt x="0" y="0"/>
                </a:lnTo>
                <a:close/>
              </a:path>
            </a:pathLst>
          </a:custGeom>
          <a:noFill/>
          <a:ln w="381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New Offers</a:t>
            </a:r>
          </a:p>
        </p:txBody>
      </p:sp>
      <p:sp>
        <p:nvSpPr>
          <p:cNvPr id="61" name="Forme libre : forme 54">
            <a:extLst>
              <a:ext uri="{FF2B5EF4-FFF2-40B4-BE49-F238E27FC236}">
                <a16:creationId xmlns:a16="http://schemas.microsoft.com/office/drawing/2014/main" id="{E6D482C2-1308-51E5-26F2-7ACFA389F02B}"/>
              </a:ext>
            </a:extLst>
          </p:cNvPr>
          <p:cNvSpPr/>
          <p:nvPr/>
        </p:nvSpPr>
        <p:spPr>
          <a:xfrm>
            <a:off x="2762176" y="3048280"/>
            <a:ext cx="2032515" cy="307777"/>
          </a:xfrm>
          <a:custGeom>
            <a:avLst/>
            <a:gdLst>
              <a:gd name="connsiteX0" fmla="*/ 0 w 1708408"/>
              <a:gd name="connsiteY0" fmla="*/ 0 h 509052"/>
              <a:gd name="connsiteX1" fmla="*/ 1708408 w 1708408"/>
              <a:gd name="connsiteY1" fmla="*/ 0 h 509052"/>
              <a:gd name="connsiteX2" fmla="*/ 1708408 w 1708408"/>
              <a:gd name="connsiteY2" fmla="*/ 509052 h 509052"/>
              <a:gd name="connsiteX3" fmla="*/ 0 w 1708408"/>
              <a:gd name="connsiteY3" fmla="*/ 509052 h 509052"/>
              <a:gd name="connsiteX4" fmla="*/ 0 w 1708408"/>
              <a:gd name="connsiteY4" fmla="*/ 0 h 50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408" h="509052">
                <a:moveTo>
                  <a:pt x="0" y="0"/>
                </a:moveTo>
                <a:lnTo>
                  <a:pt x="1708408" y="0"/>
                </a:lnTo>
                <a:lnTo>
                  <a:pt x="1708408" y="509052"/>
                </a:lnTo>
                <a:lnTo>
                  <a:pt x="0" y="509052"/>
                </a:lnTo>
                <a:lnTo>
                  <a:pt x="0" y="0"/>
                </a:lnTo>
                <a:close/>
              </a:path>
            </a:pathLst>
          </a:custGeom>
          <a:noFill/>
          <a:ln w="38100" cap="flat" cmpd="sng" algn="ctr">
            <a:noFill/>
            <a:prstDash val="solid"/>
            <a:miter lim="800000"/>
          </a:ln>
          <a:effectLst/>
        </p:spPr>
        <p:txBody>
          <a:bodyPr spcFirstLastPara="0" vert="horz" wrap="square" lIns="7620" tIns="7620" rIns="7620" bIns="7620" numCol="1" spcCol="1270" anchor="ctr" anchorCtr="0">
            <a:noAutofit/>
          </a:bodyPr>
          <a:lstStyle/>
          <a:p>
            <a:pPr marL="0" marR="0" lvl="0" indent="0" algn="ctr" defTabSz="533387" rtl="0" eaLnBrk="1" fontAlgn="auto" latinLnBrk="0" hangingPunct="1">
              <a:lnSpc>
                <a:spcPct val="90000"/>
              </a:lnSpc>
              <a:spcBef>
                <a:spcPct val="0"/>
              </a:spcBef>
              <a:spcAft>
                <a:spcPct val="35000"/>
              </a:spcAft>
              <a:buClrTx/>
              <a:buSzTx/>
              <a:buFontTx/>
              <a:buNone/>
              <a:tabLst/>
              <a:defRPr/>
            </a:pPr>
            <a:r>
              <a:rPr kumimoji="0" lang="en-GB"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rPr>
              <a:t>Current Offers</a:t>
            </a:r>
            <a:endParaRPr kumimoji="0" lang="fr-FR" sz="1051" b="0" i="0" u="none" strike="noStrike" kern="0" cap="none" spc="0" normalizeH="0" baseline="0" noProof="0">
              <a:ln>
                <a:noFill/>
              </a:ln>
              <a:solidFill>
                <a:srgbClr val="FFFFFF"/>
              </a:solidFill>
              <a:effectLst/>
              <a:uLnTx/>
              <a:uFillTx/>
              <a:latin typeface="Helvetica 75 Bold" panose="020B0804020202020204" pitchFamily="34" charset="0"/>
              <a:ea typeface="+mn-ea"/>
              <a:cs typeface="+mn-cs"/>
            </a:endParaRPr>
          </a:p>
        </p:txBody>
      </p:sp>
      <p:sp>
        <p:nvSpPr>
          <p:cNvPr id="32" name="Title 2">
            <a:extLst>
              <a:ext uri="{FF2B5EF4-FFF2-40B4-BE49-F238E27FC236}">
                <a16:creationId xmlns:a16="http://schemas.microsoft.com/office/drawing/2014/main" id="{88334E76-A115-A689-CF9B-EC0D3C948B86}"/>
              </a:ext>
            </a:extLst>
          </p:cNvPr>
          <p:cNvSpPr txBox="1">
            <a:spLocks/>
          </p:cNvSpPr>
          <p:nvPr/>
        </p:nvSpPr>
        <p:spPr>
          <a:xfrm>
            <a:off x="166687" y="206962"/>
            <a:ext cx="11990842" cy="927484"/>
          </a:xfrm>
          <a:prstGeom prst="rect">
            <a:avLst/>
          </a:prstGeom>
        </p:spPr>
        <p:txBody>
          <a:bodyPr vert="horz"/>
          <a:lstStyle>
            <a:lvl1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1pPr>
            <a:lvl2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2pPr>
            <a:lvl3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3pPr>
            <a:lvl4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4pPr>
            <a:lvl5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5pPr>
            <a:lvl6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6pPr>
            <a:lvl7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7pPr>
            <a:lvl8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8pPr>
            <a:lvl9pPr marL="0" marR="0" indent="0" algn="l" defTabSz="1219170" rtl="0" latinLnBrk="0">
              <a:lnSpc>
                <a:spcPct val="90000"/>
              </a:lnSpc>
              <a:spcBef>
                <a:spcPts val="0"/>
              </a:spcBef>
              <a:spcAft>
                <a:spcPts val="0"/>
              </a:spcAft>
              <a:buClrTx/>
              <a:buSzTx/>
              <a:buFontTx/>
              <a:buNone/>
              <a:tabLst/>
              <a:defRPr sz="2600" b="0" i="0" u="none" strike="noStrike" cap="none" spc="-27" baseline="0">
                <a:solidFill>
                  <a:schemeClr val="accent1"/>
                </a:solidFill>
                <a:uFillTx/>
                <a:latin typeface="+mj-lt"/>
                <a:ea typeface="+mj-ea"/>
                <a:cs typeface="+mj-cs"/>
                <a:sym typeface="Helvetica 75 Bold"/>
              </a:defRPr>
            </a:lvl9pPr>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2600" b="0" i="0" u="none" strike="noStrike" kern="0" cap="none" spc="-27" normalizeH="0" baseline="0" noProof="0" dirty="0" err="1">
                <a:ln>
                  <a:noFill/>
                </a:ln>
                <a:solidFill>
                  <a:srgbClr val="FF7900"/>
                </a:solidFill>
                <a:effectLst/>
                <a:uLnTx/>
                <a:uFillTx/>
                <a:latin typeface="Helvetica 75 Bold"/>
                <a:ea typeface="+mj-ea"/>
                <a:cs typeface="+mj-cs"/>
                <a:sym typeface="Helvetica 75 Bold"/>
              </a:rPr>
              <a:t>NewCo’s</a:t>
            </a:r>
            <a:r>
              <a:rPr kumimoji="0" lang="en-US" sz="2600" b="0" i="0" u="none" strike="noStrike" kern="0" cap="none" spc="-27" normalizeH="0" baseline="0" noProof="0" dirty="0">
                <a:ln>
                  <a:noFill/>
                </a:ln>
                <a:solidFill>
                  <a:srgbClr val="FF7900"/>
                </a:solidFill>
                <a:effectLst/>
                <a:uLnTx/>
                <a:uFillTx/>
                <a:latin typeface="Helvetica 75 Bold"/>
                <a:ea typeface="+mj-ea"/>
                <a:cs typeface="+mj-cs"/>
                <a:sym typeface="Helvetica 75 Bold"/>
              </a:rPr>
              <a:t> part in the IT architecture transformation</a:t>
            </a:r>
          </a:p>
        </p:txBody>
      </p:sp>
      <p:pic>
        <p:nvPicPr>
          <p:cNvPr id="69" name="Graphic 68" descr="New with solid fill">
            <a:extLst>
              <a:ext uri="{FF2B5EF4-FFF2-40B4-BE49-F238E27FC236}">
                <a16:creationId xmlns:a16="http://schemas.microsoft.com/office/drawing/2014/main" id="{8AC821BD-9DD5-7F1E-F60B-7C3250A5A8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35848" y="3238598"/>
            <a:ext cx="421189" cy="421189"/>
          </a:xfrm>
          <a:prstGeom prst="rect">
            <a:avLst/>
          </a:prstGeom>
        </p:spPr>
      </p:pic>
      <p:pic>
        <p:nvPicPr>
          <p:cNvPr id="70" name="Graphic 69" descr="New with solid fill">
            <a:extLst>
              <a:ext uri="{FF2B5EF4-FFF2-40B4-BE49-F238E27FC236}">
                <a16:creationId xmlns:a16="http://schemas.microsoft.com/office/drawing/2014/main" id="{77B08330-52C0-D526-C986-0D570BB990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35848" y="3847598"/>
            <a:ext cx="421189" cy="421189"/>
          </a:xfrm>
          <a:prstGeom prst="rect">
            <a:avLst/>
          </a:prstGeom>
        </p:spPr>
      </p:pic>
      <p:pic>
        <p:nvPicPr>
          <p:cNvPr id="71" name="Graphic 70" descr="New with solid fill">
            <a:extLst>
              <a:ext uri="{FF2B5EF4-FFF2-40B4-BE49-F238E27FC236}">
                <a16:creationId xmlns:a16="http://schemas.microsoft.com/office/drawing/2014/main" id="{44572663-8FDD-F100-5A82-0CB42E4225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35848" y="4391646"/>
            <a:ext cx="421189" cy="421189"/>
          </a:xfrm>
          <a:prstGeom prst="rect">
            <a:avLst/>
          </a:prstGeom>
        </p:spPr>
      </p:pic>
      <p:pic>
        <p:nvPicPr>
          <p:cNvPr id="76" name="Graphic 75" descr="New with solid fill">
            <a:extLst>
              <a:ext uri="{FF2B5EF4-FFF2-40B4-BE49-F238E27FC236}">
                <a16:creationId xmlns:a16="http://schemas.microsoft.com/office/drawing/2014/main" id="{B9C60223-7142-CE8E-5295-90F15C9A13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0846" y="5441673"/>
            <a:ext cx="421189" cy="421189"/>
          </a:xfrm>
          <a:prstGeom prst="rect">
            <a:avLst/>
          </a:prstGeom>
        </p:spPr>
      </p:pic>
      <p:pic>
        <p:nvPicPr>
          <p:cNvPr id="77" name="Graphic 76" descr="New with solid fill">
            <a:extLst>
              <a:ext uri="{FF2B5EF4-FFF2-40B4-BE49-F238E27FC236}">
                <a16:creationId xmlns:a16="http://schemas.microsoft.com/office/drawing/2014/main" id="{FA3C398D-8065-47A3-C286-80B987A5C0B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07081" y="6161951"/>
            <a:ext cx="421189" cy="421189"/>
          </a:xfrm>
          <a:prstGeom prst="rect">
            <a:avLst/>
          </a:prstGeom>
        </p:spPr>
      </p:pic>
      <p:pic>
        <p:nvPicPr>
          <p:cNvPr id="78" name="Graphic 77" descr="New with solid fill">
            <a:extLst>
              <a:ext uri="{FF2B5EF4-FFF2-40B4-BE49-F238E27FC236}">
                <a16:creationId xmlns:a16="http://schemas.microsoft.com/office/drawing/2014/main" id="{F9E05668-076F-D229-6FED-4314B1AB64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01609" y="6095365"/>
            <a:ext cx="421189" cy="421189"/>
          </a:xfrm>
          <a:prstGeom prst="rect">
            <a:avLst/>
          </a:prstGeom>
        </p:spPr>
      </p:pic>
      <p:pic>
        <p:nvPicPr>
          <p:cNvPr id="79" name="Graphic 78" descr="New with solid fill">
            <a:extLst>
              <a:ext uri="{FF2B5EF4-FFF2-40B4-BE49-F238E27FC236}">
                <a16:creationId xmlns:a16="http://schemas.microsoft.com/office/drawing/2014/main" id="{E22E1806-BBD7-90ED-A536-6532D8633F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21257" y="6301108"/>
            <a:ext cx="421189" cy="421189"/>
          </a:xfrm>
          <a:prstGeom prst="rect">
            <a:avLst/>
          </a:prstGeom>
        </p:spPr>
      </p:pic>
      <p:pic>
        <p:nvPicPr>
          <p:cNvPr id="80" name="Graphic 79" descr="New with solid fill">
            <a:extLst>
              <a:ext uri="{FF2B5EF4-FFF2-40B4-BE49-F238E27FC236}">
                <a16:creationId xmlns:a16="http://schemas.microsoft.com/office/drawing/2014/main" id="{1CAF383B-E778-E7C5-003F-4E3C902962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70020" y="5098744"/>
            <a:ext cx="421189" cy="421189"/>
          </a:xfrm>
          <a:prstGeom prst="rect">
            <a:avLst/>
          </a:prstGeom>
        </p:spPr>
      </p:pic>
      <p:pic>
        <p:nvPicPr>
          <p:cNvPr id="81" name="Graphic 80" descr="New with solid fill">
            <a:extLst>
              <a:ext uri="{FF2B5EF4-FFF2-40B4-BE49-F238E27FC236}">
                <a16:creationId xmlns:a16="http://schemas.microsoft.com/office/drawing/2014/main" id="{AFCCA034-86FB-9B62-B1FF-0F2B6D27E34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27996" y="1567456"/>
            <a:ext cx="421189" cy="421189"/>
          </a:xfrm>
          <a:prstGeom prst="rect">
            <a:avLst/>
          </a:prstGeom>
        </p:spPr>
      </p:pic>
      <p:pic>
        <p:nvPicPr>
          <p:cNvPr id="82" name="Graphic 81" descr="New with solid fill">
            <a:extLst>
              <a:ext uri="{FF2B5EF4-FFF2-40B4-BE49-F238E27FC236}">
                <a16:creationId xmlns:a16="http://schemas.microsoft.com/office/drawing/2014/main" id="{C202B7FF-571E-50EE-CAA7-47791C7AC8D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72527" y="1428183"/>
            <a:ext cx="421189" cy="421189"/>
          </a:xfrm>
          <a:prstGeom prst="rect">
            <a:avLst/>
          </a:prstGeom>
        </p:spPr>
      </p:pic>
      <p:pic>
        <p:nvPicPr>
          <p:cNvPr id="84" name="Graphic 83" descr="New with solid fill">
            <a:extLst>
              <a:ext uri="{FF2B5EF4-FFF2-40B4-BE49-F238E27FC236}">
                <a16:creationId xmlns:a16="http://schemas.microsoft.com/office/drawing/2014/main" id="{5DD658F0-3334-B489-6716-4CD65B1BE0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84987" y="1761040"/>
            <a:ext cx="421189" cy="421189"/>
          </a:xfrm>
          <a:prstGeom prst="rect">
            <a:avLst/>
          </a:prstGeom>
        </p:spPr>
      </p:pic>
      <p:pic>
        <p:nvPicPr>
          <p:cNvPr id="86" name="Graphic 85" descr="New with solid fill">
            <a:extLst>
              <a:ext uri="{FF2B5EF4-FFF2-40B4-BE49-F238E27FC236}">
                <a16:creationId xmlns:a16="http://schemas.microsoft.com/office/drawing/2014/main" id="{29599DF8-39E2-C1F3-2D0A-C375273A16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57733" y="2106774"/>
            <a:ext cx="421189" cy="421189"/>
          </a:xfrm>
          <a:prstGeom prst="rect">
            <a:avLst/>
          </a:prstGeom>
        </p:spPr>
      </p:pic>
      <p:pic>
        <p:nvPicPr>
          <p:cNvPr id="91" name="Graphic 90" descr="New with solid fill">
            <a:extLst>
              <a:ext uri="{FF2B5EF4-FFF2-40B4-BE49-F238E27FC236}">
                <a16:creationId xmlns:a16="http://schemas.microsoft.com/office/drawing/2014/main" id="{85A91641-68D5-13DA-F83F-EFF6BA0C5B4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79386" y="2585491"/>
            <a:ext cx="421189" cy="421189"/>
          </a:xfrm>
          <a:prstGeom prst="rect">
            <a:avLst/>
          </a:prstGeom>
        </p:spPr>
      </p:pic>
      <p:pic>
        <p:nvPicPr>
          <p:cNvPr id="98" name="Graphic 97" descr="New with solid fill">
            <a:extLst>
              <a:ext uri="{FF2B5EF4-FFF2-40B4-BE49-F238E27FC236}">
                <a16:creationId xmlns:a16="http://schemas.microsoft.com/office/drawing/2014/main" id="{3381DB85-CDA0-BB01-3554-328E4A9D3A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78579" y="4181512"/>
            <a:ext cx="421189" cy="421189"/>
          </a:xfrm>
          <a:prstGeom prst="rect">
            <a:avLst/>
          </a:prstGeom>
        </p:spPr>
      </p:pic>
      <p:sp>
        <p:nvSpPr>
          <p:cNvPr id="2" name="Rectangle 1">
            <a:extLst>
              <a:ext uri="{FF2B5EF4-FFF2-40B4-BE49-F238E27FC236}">
                <a16:creationId xmlns:a16="http://schemas.microsoft.com/office/drawing/2014/main" id="{CA61429E-D5B5-6469-911C-A26A8D5C189D}"/>
              </a:ext>
            </a:extLst>
          </p:cNvPr>
          <p:cNvSpPr/>
          <p:nvPr/>
        </p:nvSpPr>
        <p:spPr>
          <a:xfrm>
            <a:off x="470846" y="3909817"/>
            <a:ext cx="4485780" cy="51785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Tree>
    <p:extLst>
      <p:ext uri="{BB962C8B-B14F-4D97-AF65-F5344CB8AC3E}">
        <p14:creationId xmlns:p14="http://schemas.microsoft.com/office/powerpoint/2010/main" val="159870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2BEBE-AF28-356E-E04D-023C0161E1D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EFF1DA8-397C-4154-7BF1-8F17F1F7CC23}"/>
              </a:ext>
            </a:extLst>
          </p:cNvPr>
          <p:cNvSpPr/>
          <p:nvPr/>
        </p:nvSpPr>
        <p:spPr>
          <a:xfrm>
            <a:off x="6570663" y="1986202"/>
            <a:ext cx="5520615" cy="3768199"/>
          </a:xfrm>
          <a:prstGeom prst="rect">
            <a:avLst/>
          </a:prstGeom>
          <a:noFill/>
          <a:ln w="38100">
            <a:solidFill>
              <a:srgbClr val="BF9D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632" name="ZoneTexte 631">
            <a:extLst>
              <a:ext uri="{FF2B5EF4-FFF2-40B4-BE49-F238E27FC236}">
                <a16:creationId xmlns:a16="http://schemas.microsoft.com/office/drawing/2014/main" id="{66D13B6C-F35E-A6A7-DAA3-D24BAFB4CD71}"/>
              </a:ext>
            </a:extLst>
          </p:cNvPr>
          <p:cNvSpPr txBox="1"/>
          <p:nvPr/>
        </p:nvSpPr>
        <p:spPr>
          <a:xfrm>
            <a:off x="5858135" y="2688037"/>
            <a:ext cx="946983" cy="553998"/>
          </a:xfrm>
          <a:prstGeom prst="rect">
            <a:avLst/>
          </a:prstGeom>
          <a:solidFill>
            <a:srgbClr val="000000"/>
          </a:solid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Communicate update processes</a:t>
            </a:r>
            <a:endParaRPr kumimoji="0" lang="fr-FR" sz="10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362" name="ZoneTexte 361">
            <a:extLst>
              <a:ext uri="{FF2B5EF4-FFF2-40B4-BE49-F238E27FC236}">
                <a16:creationId xmlns:a16="http://schemas.microsoft.com/office/drawing/2014/main" id="{AFDBD87D-8F34-9738-0962-4D25CD7EA676}"/>
              </a:ext>
            </a:extLst>
          </p:cNvPr>
          <p:cNvSpPr txBox="1"/>
          <p:nvPr/>
        </p:nvSpPr>
        <p:spPr>
          <a:xfrm>
            <a:off x="1762589" y="845850"/>
            <a:ext cx="8818347" cy="246221"/>
          </a:xfrm>
          <a:prstGeom prst="rect">
            <a:avLst/>
          </a:prstGeom>
          <a:solidFill>
            <a:schemeClr val="accent4">
              <a:lumMod val="90000"/>
            </a:schemeClr>
          </a:solidFill>
          <a:ln w="28575">
            <a:solidFill>
              <a:schemeClr val="accent4">
                <a:lumMod val="90000"/>
              </a:schemeClr>
            </a:solidFill>
          </a:ln>
        </p:spPr>
        <p:txBody>
          <a:bodyPr wrap="square" lIns="0" tIns="0" rIns="0" bIns="0" rtlCol="0" anchor="t">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Helvetica 75 Bold"/>
                <a:ea typeface="+mn-ea"/>
                <a:cs typeface="+mn-cs"/>
              </a:rPr>
              <a:t>Foundation Customer Journey</a:t>
            </a:r>
          </a:p>
        </p:txBody>
      </p:sp>
      <p:grpSp>
        <p:nvGrpSpPr>
          <p:cNvPr id="15" name="Groupe 14">
            <a:extLst>
              <a:ext uri="{FF2B5EF4-FFF2-40B4-BE49-F238E27FC236}">
                <a16:creationId xmlns:a16="http://schemas.microsoft.com/office/drawing/2014/main" id="{DFCFEC7A-3671-4325-497E-A427C5238C74}"/>
              </a:ext>
            </a:extLst>
          </p:cNvPr>
          <p:cNvGrpSpPr/>
          <p:nvPr/>
        </p:nvGrpSpPr>
        <p:grpSpPr>
          <a:xfrm>
            <a:off x="4270075" y="2914887"/>
            <a:ext cx="1617020" cy="1862278"/>
            <a:chOff x="223426" y="2776550"/>
            <a:chExt cx="1617020" cy="1862279"/>
          </a:xfrm>
        </p:grpSpPr>
        <p:sp>
          <p:nvSpPr>
            <p:cNvPr id="218" name="ZoneTexte 217">
              <a:extLst>
                <a:ext uri="{FF2B5EF4-FFF2-40B4-BE49-F238E27FC236}">
                  <a16:creationId xmlns:a16="http://schemas.microsoft.com/office/drawing/2014/main" id="{B2245FC7-32EE-28DC-BFF5-74AE58985C03}"/>
                </a:ext>
              </a:extLst>
            </p:cNvPr>
            <p:cNvSpPr txBox="1"/>
            <p:nvPr/>
          </p:nvSpPr>
          <p:spPr>
            <a:xfrm>
              <a:off x="223426" y="2776550"/>
              <a:ext cx="1617020" cy="430887"/>
            </a:xfrm>
            <a:prstGeom prst="rect">
              <a:avLst/>
            </a:prstGeom>
            <a:solidFill>
              <a:srgbClr val="7030A0"/>
            </a:solidFill>
            <a:ln w="28575">
              <a:solidFill>
                <a:srgbClr val="7030A0"/>
              </a:solidFill>
              <a:prstDash val="solid"/>
            </a:ln>
          </p:spPr>
          <p:txBody>
            <a:bodyPr wrap="square" lIns="0" tIns="0" rIns="0" bIns="0" rtlCol="0" anchor="ctr">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Module Governance</a:t>
              </a:r>
            </a:p>
          </p:txBody>
        </p:sp>
        <p:sp>
          <p:nvSpPr>
            <p:cNvPr id="241" name="ZoneTexte 240">
              <a:extLst>
                <a:ext uri="{FF2B5EF4-FFF2-40B4-BE49-F238E27FC236}">
                  <a16:creationId xmlns:a16="http://schemas.microsoft.com/office/drawing/2014/main" id="{F78AAC4F-25DA-8ACA-0B36-7EDB2C06A689}"/>
                </a:ext>
              </a:extLst>
            </p:cNvPr>
            <p:cNvSpPr txBox="1"/>
            <p:nvPr/>
          </p:nvSpPr>
          <p:spPr>
            <a:xfrm>
              <a:off x="227017" y="3207668"/>
              <a:ext cx="1613429" cy="1431161"/>
            </a:xfrm>
            <a:prstGeom prst="rect">
              <a:avLst/>
            </a:prstGeom>
            <a:noFill/>
            <a:ln w="28575">
              <a:solidFill>
                <a:srgbClr val="7030A0"/>
              </a:solidFill>
              <a:prstDash val="solid"/>
            </a:ln>
          </p:spPr>
          <p:txBody>
            <a:bodyPr wrap="square">
              <a:spAutoFit/>
            </a:bodyPr>
            <a:lstStyle/>
            <a:p>
              <a:pPr marL="285744" marR="0" lvl="0" indent="-285744"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Receive the list of modules</a:t>
              </a:r>
            </a:p>
            <a:p>
              <a:pPr marL="285744" marR="0" lvl="0" indent="-285744"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Create a Library aggregating all Modules/OPC</a:t>
              </a:r>
            </a:p>
            <a:p>
              <a:pPr marL="285744" marR="0" lvl="0" indent="-285744"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Monitor the quality of the list</a:t>
              </a:r>
            </a:p>
          </p:txBody>
        </p:sp>
      </p:grpSp>
      <p:pic>
        <p:nvPicPr>
          <p:cNvPr id="6" name="Image 5">
            <a:extLst>
              <a:ext uri="{FF2B5EF4-FFF2-40B4-BE49-F238E27FC236}">
                <a16:creationId xmlns:a16="http://schemas.microsoft.com/office/drawing/2014/main" id="{8DBA3D9C-160A-9091-3DA9-718FEC4CD980}"/>
              </a:ext>
            </a:extLst>
          </p:cNvPr>
          <p:cNvPicPr>
            <a:picLocks noChangeAspect="1"/>
          </p:cNvPicPr>
          <p:nvPr/>
        </p:nvPicPr>
        <p:blipFill>
          <a:blip r:embed="rId4"/>
          <a:stretch>
            <a:fillRect/>
          </a:stretch>
        </p:blipFill>
        <p:spPr>
          <a:xfrm>
            <a:off x="1726260" y="1098223"/>
            <a:ext cx="9073285" cy="815672"/>
          </a:xfrm>
          <a:prstGeom prst="rect">
            <a:avLst/>
          </a:prstGeom>
        </p:spPr>
      </p:pic>
      <p:grpSp>
        <p:nvGrpSpPr>
          <p:cNvPr id="53" name="Groupe 52">
            <a:extLst>
              <a:ext uri="{FF2B5EF4-FFF2-40B4-BE49-F238E27FC236}">
                <a16:creationId xmlns:a16="http://schemas.microsoft.com/office/drawing/2014/main" id="{A4A08990-230A-0455-1026-645471601280}"/>
              </a:ext>
            </a:extLst>
          </p:cNvPr>
          <p:cNvGrpSpPr/>
          <p:nvPr/>
        </p:nvGrpSpPr>
        <p:grpSpPr>
          <a:xfrm>
            <a:off x="10231841" y="3065506"/>
            <a:ext cx="1766167" cy="1069949"/>
            <a:chOff x="10042715" y="2536788"/>
            <a:chExt cx="1766167" cy="1069949"/>
          </a:xfrm>
        </p:grpSpPr>
        <p:sp>
          <p:nvSpPr>
            <p:cNvPr id="216" name="Rectangle 215">
              <a:extLst>
                <a:ext uri="{FF2B5EF4-FFF2-40B4-BE49-F238E27FC236}">
                  <a16:creationId xmlns:a16="http://schemas.microsoft.com/office/drawing/2014/main" id="{4205E735-1A36-45B6-E5E1-FFF0C738CDB2}"/>
                </a:ext>
              </a:extLst>
            </p:cNvPr>
            <p:cNvSpPr/>
            <p:nvPr/>
          </p:nvSpPr>
          <p:spPr>
            <a:xfrm>
              <a:off x="10046813" y="2536788"/>
              <a:ext cx="1762069" cy="420423"/>
            </a:xfrm>
            <a:prstGeom prst="rect">
              <a:avLst/>
            </a:prstGeom>
            <a:solidFill>
              <a:srgbClr val="EC2222"/>
            </a:solidFill>
            <a:ln>
              <a:solidFill>
                <a:srgbClr val="EC222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Product Modelling</a:t>
              </a:r>
            </a:p>
          </p:txBody>
        </p:sp>
        <p:sp>
          <p:nvSpPr>
            <p:cNvPr id="217" name="Rectangle 216">
              <a:extLst>
                <a:ext uri="{FF2B5EF4-FFF2-40B4-BE49-F238E27FC236}">
                  <a16:creationId xmlns:a16="http://schemas.microsoft.com/office/drawing/2014/main" id="{601765EA-D3CE-68C0-7B1C-A86C027DF3F9}"/>
                </a:ext>
              </a:extLst>
            </p:cNvPr>
            <p:cNvSpPr/>
            <p:nvPr/>
          </p:nvSpPr>
          <p:spPr>
            <a:xfrm>
              <a:off x="10042715" y="2942592"/>
              <a:ext cx="1762065" cy="664145"/>
            </a:xfrm>
            <a:prstGeom prst="rect">
              <a:avLst/>
            </a:prstGeom>
            <a:noFill/>
            <a:ln>
              <a:solidFill>
                <a:srgbClr val="EC222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327" name="ZoneTexte 326">
              <a:extLst>
                <a:ext uri="{FF2B5EF4-FFF2-40B4-BE49-F238E27FC236}">
                  <a16:creationId xmlns:a16="http://schemas.microsoft.com/office/drawing/2014/main" id="{6E1E1918-32CA-8937-18EC-720D01638B7B}"/>
                </a:ext>
              </a:extLst>
            </p:cNvPr>
            <p:cNvSpPr txBox="1"/>
            <p:nvPr/>
          </p:nvSpPr>
          <p:spPr>
            <a:xfrm>
              <a:off x="10066015" y="3067645"/>
              <a:ext cx="1734624" cy="430887"/>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Product Design requirements</a:t>
              </a:r>
            </a:p>
          </p:txBody>
        </p:sp>
      </p:grpSp>
      <p:sp>
        <p:nvSpPr>
          <p:cNvPr id="539" name="Title 1">
            <a:extLst>
              <a:ext uri="{FF2B5EF4-FFF2-40B4-BE49-F238E27FC236}">
                <a16:creationId xmlns:a16="http://schemas.microsoft.com/office/drawing/2014/main" id="{4A08D738-3ABF-5B40-24DE-C3DD7DD2DBBD}"/>
              </a:ext>
            </a:extLst>
          </p:cNvPr>
          <p:cNvSpPr txBox="1">
            <a:spLocks/>
          </p:cNvSpPr>
          <p:nvPr/>
        </p:nvSpPr>
        <p:spPr>
          <a:xfrm>
            <a:off x="427479" y="372157"/>
            <a:ext cx="11355300" cy="988483"/>
          </a:xfrm>
          <a:prstGeom prst="rect">
            <a:avLst/>
          </a:prstGeom>
        </p:spPr>
        <p:txBody>
          <a:bodyPr lIns="91440" tIns="45720" rIns="91440" bIns="45720" anchor="t"/>
          <a:lstStyle>
            <a:lvl1pPr marL="0" indent="0" algn="l" defTabSz="121917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625519" rtl="0" eaLnBrk="1" fontAlgn="auto" latinLnBrk="0" hangingPunct="1">
              <a:lnSpc>
                <a:spcPct val="90000"/>
              </a:lnSpc>
              <a:spcBef>
                <a:spcPct val="0"/>
              </a:spcBef>
              <a:spcAft>
                <a:spcPts val="0"/>
              </a:spcAft>
              <a:buClrTx/>
              <a:buSzTx/>
              <a:buFontTx/>
              <a:buNone/>
              <a:tabLst/>
              <a:defRPr/>
            </a:pPr>
            <a:r>
              <a:rPr kumimoji="0" lang="fr-FR" sz="2651" b="0" i="0" u="none" strike="noStrike" kern="1200" cap="none" spc="-36" normalizeH="0" baseline="0" noProof="0" err="1">
                <a:ln>
                  <a:noFill/>
                </a:ln>
                <a:solidFill>
                  <a:srgbClr val="8F8F8F"/>
                </a:solidFill>
                <a:effectLst/>
                <a:uLnTx/>
                <a:uFillTx/>
                <a:latin typeface="Helvetica 75 Bold"/>
                <a:ea typeface="+mj-ea"/>
                <a:cs typeface="+mj-cs"/>
              </a:rPr>
              <a:t>NewCo</a:t>
            </a:r>
            <a:r>
              <a:rPr kumimoji="0" lang="fr-FR" sz="2651" b="0" i="0" u="none" strike="noStrike" kern="1200" cap="none" spc="-36" normalizeH="0" baseline="0" noProof="0">
                <a:ln>
                  <a:noFill/>
                </a:ln>
                <a:solidFill>
                  <a:srgbClr val="8F8F8F"/>
                </a:solidFill>
                <a:effectLst/>
                <a:uLnTx/>
                <a:uFillTx/>
                <a:latin typeface="Helvetica 75 Bold"/>
                <a:ea typeface="+mj-ea"/>
                <a:cs typeface="+mj-cs"/>
              </a:rPr>
              <a:t> </a:t>
            </a:r>
            <a:r>
              <a:rPr kumimoji="0" lang="fr-FR" sz="2651" b="0" i="0" u="none" strike="noStrike" kern="1200" cap="none" spc="-36" normalizeH="0" baseline="0" noProof="0" err="1">
                <a:ln>
                  <a:noFill/>
                </a:ln>
                <a:solidFill>
                  <a:srgbClr val="8F8F8F"/>
                </a:solidFill>
                <a:effectLst/>
                <a:uLnTx/>
                <a:uFillTx/>
                <a:latin typeface="Helvetica 75 Bold"/>
                <a:ea typeface="+mj-ea"/>
                <a:cs typeface="+mj-cs"/>
              </a:rPr>
              <a:t>ecosystem</a:t>
            </a:r>
            <a:r>
              <a:rPr kumimoji="0" lang="fr-FR" sz="2651" b="0" i="0" u="none" strike="noStrike" kern="1200" cap="none" spc="-36" normalizeH="0" baseline="0" noProof="0">
                <a:ln>
                  <a:noFill/>
                </a:ln>
                <a:solidFill>
                  <a:srgbClr val="8F8F8F"/>
                </a:solidFill>
                <a:effectLst/>
                <a:uLnTx/>
                <a:uFillTx/>
                <a:latin typeface="Helvetica 75 Bold"/>
                <a:ea typeface="+mj-ea"/>
                <a:cs typeface="+mj-cs"/>
              </a:rPr>
              <a:t> – High-</a:t>
            </a:r>
            <a:r>
              <a:rPr kumimoji="0" lang="fr-FR" sz="2651" b="0" i="0" u="none" strike="noStrike" kern="1200" cap="none" spc="-36" normalizeH="0" baseline="0" noProof="0" err="1">
                <a:ln>
                  <a:noFill/>
                </a:ln>
                <a:solidFill>
                  <a:srgbClr val="8F8F8F"/>
                </a:solidFill>
                <a:effectLst/>
                <a:uLnTx/>
                <a:uFillTx/>
                <a:latin typeface="Helvetica 75 Bold"/>
                <a:ea typeface="+mj-ea"/>
                <a:cs typeface="+mj-cs"/>
              </a:rPr>
              <a:t>level</a:t>
            </a:r>
            <a:r>
              <a:rPr kumimoji="0" lang="fr-FR" sz="2651" b="0" i="0" u="none" strike="noStrike" kern="1200" cap="none" spc="-36" normalizeH="0" baseline="0" noProof="0">
                <a:ln>
                  <a:noFill/>
                </a:ln>
                <a:solidFill>
                  <a:srgbClr val="8F8F8F"/>
                </a:solidFill>
                <a:effectLst/>
                <a:uLnTx/>
                <a:uFillTx/>
                <a:latin typeface="Helvetica 75 Bold"/>
                <a:ea typeface="+mj-ea"/>
                <a:cs typeface="+mj-cs"/>
              </a:rPr>
              <a:t> interactions</a:t>
            </a:r>
          </a:p>
        </p:txBody>
      </p:sp>
      <p:sp>
        <p:nvSpPr>
          <p:cNvPr id="23" name="Rectangle: Rounded Corners 1">
            <a:extLst>
              <a:ext uri="{FF2B5EF4-FFF2-40B4-BE49-F238E27FC236}">
                <a16:creationId xmlns:a16="http://schemas.microsoft.com/office/drawing/2014/main" id="{E82B7658-5EB4-6A8C-A886-47C4DCED0442}"/>
              </a:ext>
            </a:extLst>
          </p:cNvPr>
          <p:cNvSpPr/>
          <p:nvPr/>
        </p:nvSpPr>
        <p:spPr>
          <a:xfrm>
            <a:off x="6700085" y="2059881"/>
            <a:ext cx="2775483" cy="3673511"/>
          </a:xfrm>
          <a:prstGeom prst="roundRect">
            <a:avLst>
              <a:gd name="adj" fmla="val 6995"/>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4" name="ZoneTexte 23">
            <a:extLst>
              <a:ext uri="{FF2B5EF4-FFF2-40B4-BE49-F238E27FC236}">
                <a16:creationId xmlns:a16="http://schemas.microsoft.com/office/drawing/2014/main" id="{5C9AB80A-4EB2-782E-6342-92A2B3F7CADA}"/>
              </a:ext>
            </a:extLst>
          </p:cNvPr>
          <p:cNvSpPr txBox="1"/>
          <p:nvPr/>
        </p:nvSpPr>
        <p:spPr>
          <a:xfrm>
            <a:off x="7104998" y="2184943"/>
            <a:ext cx="1858972" cy="3693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1" u="none" strike="noStrike" kern="1200" cap="none" spc="0" normalizeH="0" baseline="0" noProof="0">
                <a:ln>
                  <a:noFill/>
                </a:ln>
                <a:solidFill>
                  <a:srgbClr val="FFFFFF"/>
                </a:solidFill>
                <a:effectLst/>
                <a:uLnTx/>
                <a:uFillTx/>
                <a:latin typeface="Helvetica 75 Bold"/>
                <a:ea typeface="+mn-ea"/>
                <a:cs typeface="+mn-cs"/>
              </a:rPr>
              <a:t>Product EPICS</a:t>
            </a:r>
            <a:endParaRPr kumimoji="0" lang="fr-FR" sz="1800" b="0" i="1" u="none" strike="noStrike" kern="1200" cap="none" spc="0" normalizeH="0" baseline="0" noProof="0">
              <a:ln>
                <a:noFill/>
              </a:ln>
              <a:solidFill>
                <a:srgbClr val="FFFFFF"/>
              </a:solidFill>
              <a:effectLst/>
              <a:uLnTx/>
              <a:uFillTx/>
              <a:latin typeface="Helvetica 75 Bold"/>
              <a:ea typeface="+mn-ea"/>
              <a:cs typeface="+mn-cs"/>
            </a:endParaRPr>
          </a:p>
        </p:txBody>
      </p:sp>
      <p:grpSp>
        <p:nvGrpSpPr>
          <p:cNvPr id="591" name="Groupe 590">
            <a:extLst>
              <a:ext uri="{FF2B5EF4-FFF2-40B4-BE49-F238E27FC236}">
                <a16:creationId xmlns:a16="http://schemas.microsoft.com/office/drawing/2014/main" id="{9629DD0F-8479-15F2-E11D-C0379DB66FEF}"/>
              </a:ext>
            </a:extLst>
          </p:cNvPr>
          <p:cNvGrpSpPr/>
          <p:nvPr/>
        </p:nvGrpSpPr>
        <p:grpSpPr>
          <a:xfrm>
            <a:off x="6956753" y="3974869"/>
            <a:ext cx="2351273" cy="1401486"/>
            <a:chOff x="7205199" y="5011362"/>
            <a:chExt cx="2351273" cy="1401486"/>
          </a:xfrm>
        </p:grpSpPr>
        <p:sp>
          <p:nvSpPr>
            <p:cNvPr id="353" name="Rectangle 352">
              <a:extLst>
                <a:ext uri="{FF2B5EF4-FFF2-40B4-BE49-F238E27FC236}">
                  <a16:creationId xmlns:a16="http://schemas.microsoft.com/office/drawing/2014/main" id="{262EF61B-7E1C-9EFB-5B2B-AD2084A3514C}"/>
                </a:ext>
              </a:extLst>
            </p:cNvPr>
            <p:cNvSpPr/>
            <p:nvPr/>
          </p:nvSpPr>
          <p:spPr>
            <a:xfrm>
              <a:off x="7205199" y="5011362"/>
              <a:ext cx="2350800" cy="345600"/>
            </a:xfrm>
            <a:prstGeom prst="rect">
              <a:avLst/>
            </a:prstGeom>
            <a:solidFill>
              <a:schemeClr val="accent6">
                <a:lumMod val="75000"/>
              </a:schemeClr>
            </a:solidFill>
            <a:ln w="28575">
              <a:solidFill>
                <a:srgbClr val="BF9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Helvetica 75 Bold"/>
                  <a:ea typeface="+mn-ea"/>
                  <a:cs typeface="+mn-cs"/>
                </a:rPr>
                <a:t>SIE(s)</a:t>
              </a:r>
            </a:p>
          </p:txBody>
        </p:sp>
        <p:sp>
          <p:nvSpPr>
            <p:cNvPr id="388" name="ZoneTexte 387">
              <a:extLst>
                <a:ext uri="{FF2B5EF4-FFF2-40B4-BE49-F238E27FC236}">
                  <a16:creationId xmlns:a16="http://schemas.microsoft.com/office/drawing/2014/main" id="{EE756DFE-CA9C-AC0D-EC78-52D0047F80AB}"/>
                </a:ext>
              </a:extLst>
            </p:cNvPr>
            <p:cNvSpPr txBox="1"/>
            <p:nvPr/>
          </p:nvSpPr>
          <p:spPr>
            <a:xfrm>
              <a:off x="7205672" y="5350506"/>
              <a:ext cx="2350800" cy="1062342"/>
            </a:xfrm>
            <a:prstGeom prst="rect">
              <a:avLst/>
            </a:prstGeom>
            <a:noFill/>
            <a:ln w="28575">
              <a:solidFill>
                <a:srgbClr val="BF9D00"/>
              </a:solidFill>
            </a:ln>
          </p:spPr>
          <p:txBody>
            <a:bodyPr wrap="square">
              <a:spAutoFit/>
            </a:bodyPr>
            <a:lstStyle/>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1" b="0" i="0" u="none" strike="noStrike" kern="1200" cap="none" spc="-20" normalizeH="0" baseline="0" noProof="0">
                  <a:ln>
                    <a:noFill/>
                  </a:ln>
                  <a:solidFill>
                    <a:srgbClr val="FFFFFF"/>
                  </a:solidFill>
                  <a:effectLst/>
                  <a:uLnTx/>
                  <a:uFillTx/>
                  <a:latin typeface="Helvetica 75 Bold"/>
                  <a:ea typeface="+mn-ea"/>
                  <a:cs typeface="+mn-cs"/>
                </a:rPr>
                <a:t>Description of the E2E process of a product</a:t>
              </a:r>
            </a:p>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1" b="0" i="0" u="none" strike="noStrike" kern="1200" cap="none" spc="-20" normalizeH="0" baseline="0" noProof="0">
                  <a:ln>
                    <a:noFill/>
                  </a:ln>
                  <a:solidFill>
                    <a:srgbClr val="FFFFFF"/>
                  </a:solidFill>
                  <a:effectLst/>
                  <a:uLnTx/>
                  <a:uFillTx/>
                  <a:latin typeface="Helvetica 75 Bold"/>
                  <a:ea typeface="+mn-ea"/>
                  <a:cs typeface="+mn-cs"/>
                </a:rPr>
                <a:t>Assembles standard modules</a:t>
              </a:r>
            </a:p>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1" b="0" i="0" u="none" strike="noStrike" kern="1200" cap="none" spc="-20" normalizeH="0" baseline="0" noProof="0">
                  <a:ln>
                    <a:noFill/>
                  </a:ln>
                  <a:solidFill>
                    <a:srgbClr val="FFFFFF"/>
                  </a:solidFill>
                  <a:effectLst/>
                  <a:uLnTx/>
                  <a:uFillTx/>
                  <a:latin typeface="Helvetica 75 Bold"/>
                  <a:ea typeface="+mn-ea"/>
                  <a:cs typeface="+mn-cs"/>
                </a:rPr>
                <a:t>Identifies and describes product specificities </a:t>
              </a:r>
              <a:r>
                <a:rPr kumimoji="0" lang="en-US" sz="1100" b="0" i="0" u="none" strike="noStrike" kern="1200" cap="none" spc="-20" normalizeH="0" baseline="0" noProof="0">
                  <a:ln>
                    <a:noFill/>
                  </a:ln>
                  <a:solidFill>
                    <a:srgbClr val="FFFFFF"/>
                  </a:solidFill>
                  <a:effectLst/>
                  <a:uLnTx/>
                  <a:uFillTx/>
                  <a:latin typeface="Helvetica 75 Bold"/>
                  <a:ea typeface="+mn-ea"/>
                  <a:cs typeface="+mn-cs"/>
                </a:rPr>
                <a:t>(catalog driven)</a:t>
              </a:r>
            </a:p>
          </p:txBody>
        </p:sp>
      </p:grpSp>
      <p:sp>
        <p:nvSpPr>
          <p:cNvPr id="395" name="ZoneTexte 394">
            <a:extLst>
              <a:ext uri="{FF2B5EF4-FFF2-40B4-BE49-F238E27FC236}">
                <a16:creationId xmlns:a16="http://schemas.microsoft.com/office/drawing/2014/main" id="{DA88C2B1-5A8B-3BFF-2DF7-658C6A940221}"/>
              </a:ext>
            </a:extLst>
          </p:cNvPr>
          <p:cNvSpPr txBox="1"/>
          <p:nvPr/>
        </p:nvSpPr>
        <p:spPr>
          <a:xfrm>
            <a:off x="10148213" y="5118977"/>
            <a:ext cx="1527835" cy="55399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Provide product development standards</a:t>
            </a:r>
          </a:p>
        </p:txBody>
      </p:sp>
      <p:sp>
        <p:nvSpPr>
          <p:cNvPr id="335" name="ZoneTexte 334">
            <a:extLst>
              <a:ext uri="{FF2B5EF4-FFF2-40B4-BE49-F238E27FC236}">
                <a16:creationId xmlns:a16="http://schemas.microsoft.com/office/drawing/2014/main" id="{749744E8-DBF1-176F-273D-AA6EB872ED2F}"/>
              </a:ext>
            </a:extLst>
          </p:cNvPr>
          <p:cNvSpPr txBox="1"/>
          <p:nvPr/>
        </p:nvSpPr>
        <p:spPr>
          <a:xfrm>
            <a:off x="8347709" y="3434968"/>
            <a:ext cx="912651" cy="55399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Provide product definition</a:t>
            </a:r>
          </a:p>
        </p:txBody>
      </p:sp>
      <p:sp>
        <p:nvSpPr>
          <p:cNvPr id="634" name="ZoneTexte 633">
            <a:extLst>
              <a:ext uri="{FF2B5EF4-FFF2-40B4-BE49-F238E27FC236}">
                <a16:creationId xmlns:a16="http://schemas.microsoft.com/office/drawing/2014/main" id="{F804D285-6315-B4C4-DD4B-CD9B789658C7}"/>
              </a:ext>
            </a:extLst>
          </p:cNvPr>
          <p:cNvSpPr txBox="1"/>
          <p:nvPr/>
        </p:nvSpPr>
        <p:spPr>
          <a:xfrm>
            <a:off x="8131810" y="5423270"/>
            <a:ext cx="1884943" cy="24622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Report their work to</a:t>
            </a:r>
            <a:endParaRPr kumimoji="0" lang="fr-FR" sz="10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378" name="ZoneTexte 377">
            <a:extLst>
              <a:ext uri="{FF2B5EF4-FFF2-40B4-BE49-F238E27FC236}">
                <a16:creationId xmlns:a16="http://schemas.microsoft.com/office/drawing/2014/main" id="{241405E2-B8EF-66CE-977B-983F731D515C}"/>
              </a:ext>
            </a:extLst>
          </p:cNvPr>
          <p:cNvSpPr txBox="1"/>
          <p:nvPr/>
        </p:nvSpPr>
        <p:spPr>
          <a:xfrm>
            <a:off x="4997083" y="1922789"/>
            <a:ext cx="1471888" cy="553998"/>
          </a:xfrm>
          <a:prstGeom prst="rect">
            <a:avLst/>
          </a:prstGeom>
          <a:noFill/>
        </p:spPr>
        <p:txBody>
          <a:bodyPr vert="horz" wrap="square">
            <a:spAutoFit/>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Provide inputs to describe the product process</a:t>
            </a:r>
          </a:p>
        </p:txBody>
      </p:sp>
      <p:sp>
        <p:nvSpPr>
          <p:cNvPr id="384" name="ZoneTexte 383">
            <a:extLst>
              <a:ext uri="{FF2B5EF4-FFF2-40B4-BE49-F238E27FC236}">
                <a16:creationId xmlns:a16="http://schemas.microsoft.com/office/drawing/2014/main" id="{4BC8FF64-006E-47A8-2893-742365EE0873}"/>
              </a:ext>
            </a:extLst>
          </p:cNvPr>
          <p:cNvSpPr txBox="1"/>
          <p:nvPr/>
        </p:nvSpPr>
        <p:spPr>
          <a:xfrm>
            <a:off x="207667" y="991426"/>
            <a:ext cx="1403399" cy="707886"/>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CJF define quality standards/basic requirements for module lists</a:t>
            </a:r>
          </a:p>
        </p:txBody>
      </p:sp>
      <p:sp>
        <p:nvSpPr>
          <p:cNvPr id="262" name="ZoneTexte 261">
            <a:extLst>
              <a:ext uri="{FF2B5EF4-FFF2-40B4-BE49-F238E27FC236}">
                <a16:creationId xmlns:a16="http://schemas.microsoft.com/office/drawing/2014/main" id="{4A0DF794-8AB0-4530-F451-87C9B5677EC7}"/>
              </a:ext>
            </a:extLst>
          </p:cNvPr>
          <p:cNvSpPr txBox="1"/>
          <p:nvPr/>
        </p:nvSpPr>
        <p:spPr>
          <a:xfrm>
            <a:off x="2770278" y="5991003"/>
            <a:ext cx="3572108" cy="24622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Provide CJ Modules amended with product specificities</a:t>
            </a:r>
            <a:endParaRPr kumimoji="0" lang="fr-FR" sz="10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350" name="ZoneTexte 349">
            <a:extLst>
              <a:ext uri="{FF2B5EF4-FFF2-40B4-BE49-F238E27FC236}">
                <a16:creationId xmlns:a16="http://schemas.microsoft.com/office/drawing/2014/main" id="{6C264A2A-76B6-A3C7-6B78-218DCF05CFA5}"/>
              </a:ext>
            </a:extLst>
          </p:cNvPr>
          <p:cNvSpPr txBox="1"/>
          <p:nvPr/>
        </p:nvSpPr>
        <p:spPr>
          <a:xfrm>
            <a:off x="3547299" y="5139691"/>
            <a:ext cx="2816463" cy="4001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Check the consistency of processes across all products (to avoid redundancy)</a:t>
            </a:r>
          </a:p>
        </p:txBody>
      </p:sp>
      <p:sp>
        <p:nvSpPr>
          <p:cNvPr id="364" name="ZoneTexte 363">
            <a:extLst>
              <a:ext uri="{FF2B5EF4-FFF2-40B4-BE49-F238E27FC236}">
                <a16:creationId xmlns:a16="http://schemas.microsoft.com/office/drawing/2014/main" id="{4A20BB18-65FD-EF60-9C95-68419D068A29}"/>
              </a:ext>
            </a:extLst>
          </p:cNvPr>
          <p:cNvSpPr txBox="1"/>
          <p:nvPr/>
        </p:nvSpPr>
        <p:spPr>
          <a:xfrm>
            <a:off x="6561670" y="5905598"/>
            <a:ext cx="5546273" cy="246221"/>
          </a:xfrm>
          <a:prstGeom prst="rect">
            <a:avLst/>
          </a:prstGeom>
          <a:solidFill>
            <a:srgbClr val="1C91C9"/>
          </a:solidFill>
          <a:ln>
            <a:solidFill>
              <a:srgbClr val="1C91C9"/>
            </a:solidFill>
          </a:ln>
        </p:spPr>
        <p:txBody>
          <a:bodyPr wrap="square" lIns="0" tIns="0" rIns="0" bIns="0" rtlCol="0" anchor="ctr">
            <a:spAutoFit/>
          </a:bodyPr>
          <a:lstStyle/>
          <a:p>
            <a:pPr marL="0" marR="0" lvl="1" indent="0" algn="ctr" defTabSz="914332" rtl="0" eaLnBrk="1" fontAlgn="auto" latinLnBrk="0" hangingPunct="1">
              <a:lnSpc>
                <a:spcPct val="100000"/>
              </a:lnSpc>
              <a:spcBef>
                <a:spcPts val="0"/>
              </a:spcBef>
              <a:spcAft>
                <a:spcPts val="0"/>
              </a:spcAft>
              <a:buClrTx/>
              <a:buSzTx/>
              <a:buFontTx/>
              <a:buNone/>
              <a:tabLst>
                <a:tab pos="539737" algn="l"/>
              </a:tabLst>
              <a:defRPr/>
            </a:pPr>
            <a:r>
              <a:rPr kumimoji="0" lang="en-GB" sz="1600" b="1" i="0" u="none" strike="noStrike" kern="1200" cap="none" spc="0" normalizeH="0" baseline="0" noProof="0">
                <a:ln>
                  <a:noFill/>
                </a:ln>
                <a:solidFill>
                  <a:srgbClr val="FFFFFF"/>
                </a:solidFill>
                <a:effectLst/>
                <a:uLnTx/>
                <a:uFillTx/>
                <a:latin typeface="Helvetica 75 Bold"/>
                <a:ea typeface="+mn-ea"/>
                <a:cs typeface="+mn-cs"/>
              </a:rPr>
              <a:t>C2R</a:t>
            </a:r>
          </a:p>
        </p:txBody>
      </p:sp>
      <p:sp>
        <p:nvSpPr>
          <p:cNvPr id="365" name="ZoneTexte 364">
            <a:extLst>
              <a:ext uri="{FF2B5EF4-FFF2-40B4-BE49-F238E27FC236}">
                <a16:creationId xmlns:a16="http://schemas.microsoft.com/office/drawing/2014/main" id="{17FC290C-9627-8509-FDFE-6C5CEE7CBC38}"/>
              </a:ext>
            </a:extLst>
          </p:cNvPr>
          <p:cNvSpPr txBox="1"/>
          <p:nvPr/>
        </p:nvSpPr>
        <p:spPr>
          <a:xfrm>
            <a:off x="6570663" y="6128829"/>
            <a:ext cx="5520615" cy="507831"/>
          </a:xfrm>
          <a:prstGeom prst="rect">
            <a:avLst/>
          </a:prstGeom>
          <a:noFill/>
          <a:ln w="28575">
            <a:solidFill>
              <a:srgbClr val="1C91C9"/>
            </a:solidFill>
          </a:ln>
        </p:spPr>
        <p:txBody>
          <a:bodyPr wrap="square" lIns="91440" tIns="45720" rIns="91440" bIns="45720" anchor="t">
            <a:spAutoFit/>
          </a:bodyPr>
          <a:lstStyle/>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Promote modularity / standardization, support SIE</a:t>
            </a:r>
          </a:p>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20" normalizeH="0" baseline="0" noProof="0">
                <a:ln>
                  <a:noFill/>
                </a:ln>
                <a:solidFill>
                  <a:srgbClr val="FFFFFF"/>
                </a:solidFill>
                <a:effectLst/>
                <a:uLnTx/>
                <a:uFillTx/>
                <a:latin typeface="Helvetica 75 Bold"/>
                <a:ea typeface="+mn-ea"/>
                <a:cs typeface="+mn-cs"/>
              </a:rPr>
              <a:t>Ensure consistency into Product Lifecyle Management</a:t>
            </a:r>
          </a:p>
        </p:txBody>
      </p:sp>
      <p:cxnSp>
        <p:nvCxnSpPr>
          <p:cNvPr id="635" name="Connecteur : en angle 634">
            <a:extLst>
              <a:ext uri="{FF2B5EF4-FFF2-40B4-BE49-F238E27FC236}">
                <a16:creationId xmlns:a16="http://schemas.microsoft.com/office/drawing/2014/main" id="{9F3C9F3F-CB56-A8DE-B7FB-18A2E1138077}"/>
              </a:ext>
            </a:extLst>
          </p:cNvPr>
          <p:cNvCxnSpPr>
            <a:cxnSpLocks/>
          </p:cNvCxnSpPr>
          <p:nvPr/>
        </p:nvCxnSpPr>
        <p:spPr>
          <a:xfrm rot="10800000">
            <a:off x="9324909" y="4801062"/>
            <a:ext cx="1646611" cy="1227647"/>
          </a:xfrm>
          <a:prstGeom prst="bentConnector3">
            <a:avLst>
              <a:gd name="adj1" fmla="val 50000"/>
            </a:avLst>
          </a:prstGeom>
          <a:ln w="28575">
            <a:solidFill>
              <a:srgbClr val="1C91C9"/>
            </a:solidFill>
            <a:tailEnd type="triangle" w="lg" len="lg"/>
          </a:ln>
        </p:spPr>
        <p:style>
          <a:lnRef idx="1">
            <a:schemeClr val="accent2"/>
          </a:lnRef>
          <a:fillRef idx="0">
            <a:schemeClr val="accent2"/>
          </a:fillRef>
          <a:effectRef idx="0">
            <a:schemeClr val="accent2"/>
          </a:effectRef>
          <a:fontRef idx="minor">
            <a:schemeClr val="tx1"/>
          </a:fontRef>
        </p:style>
      </p:cxnSp>
      <p:cxnSp>
        <p:nvCxnSpPr>
          <p:cNvPr id="574" name="Connecteur : en angle 573">
            <a:extLst>
              <a:ext uri="{FF2B5EF4-FFF2-40B4-BE49-F238E27FC236}">
                <a16:creationId xmlns:a16="http://schemas.microsoft.com/office/drawing/2014/main" id="{5088E26E-8F1A-04E3-F733-757F181420C7}"/>
              </a:ext>
            </a:extLst>
          </p:cNvPr>
          <p:cNvCxnSpPr>
            <a:cxnSpLocks/>
            <a:stCxn id="216" idx="1"/>
          </p:cNvCxnSpPr>
          <p:nvPr/>
        </p:nvCxnSpPr>
        <p:spPr>
          <a:xfrm rot="10800000" flipV="1">
            <a:off x="9459811" y="3275718"/>
            <a:ext cx="776127" cy="475071"/>
          </a:xfrm>
          <a:prstGeom prst="bentConnector3">
            <a:avLst>
              <a:gd name="adj1" fmla="val 50000"/>
            </a:avLst>
          </a:prstGeom>
          <a:ln w="28575">
            <a:solidFill>
              <a:srgbClr val="EC2222"/>
            </a:solidFill>
            <a:tailEnd type="triangle" w="lg" len="lg"/>
          </a:ln>
        </p:spPr>
        <p:style>
          <a:lnRef idx="1">
            <a:schemeClr val="accent1"/>
          </a:lnRef>
          <a:fillRef idx="0">
            <a:schemeClr val="accent1"/>
          </a:fillRef>
          <a:effectRef idx="0">
            <a:schemeClr val="accent1"/>
          </a:effectRef>
          <a:fontRef idx="minor">
            <a:schemeClr val="tx1"/>
          </a:fontRef>
        </p:style>
      </p:cxnSp>
      <p:sp>
        <p:nvSpPr>
          <p:cNvPr id="585" name="ZoneTexte 584">
            <a:extLst>
              <a:ext uri="{FF2B5EF4-FFF2-40B4-BE49-F238E27FC236}">
                <a16:creationId xmlns:a16="http://schemas.microsoft.com/office/drawing/2014/main" id="{E01AD9DC-7701-9C12-E49D-66B0B4F757D1}"/>
              </a:ext>
            </a:extLst>
          </p:cNvPr>
          <p:cNvSpPr txBox="1"/>
          <p:nvPr/>
        </p:nvSpPr>
        <p:spPr>
          <a:xfrm>
            <a:off x="9459813" y="4425516"/>
            <a:ext cx="1762065" cy="24622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Feedbacks for refinement</a:t>
            </a:r>
          </a:p>
        </p:txBody>
      </p:sp>
      <p:sp>
        <p:nvSpPr>
          <p:cNvPr id="587" name="Rectangle 586">
            <a:extLst>
              <a:ext uri="{FF2B5EF4-FFF2-40B4-BE49-F238E27FC236}">
                <a16:creationId xmlns:a16="http://schemas.microsoft.com/office/drawing/2014/main" id="{1415760A-C0E5-F565-C73A-2B62BCB9022D}"/>
              </a:ext>
            </a:extLst>
          </p:cNvPr>
          <p:cNvSpPr/>
          <p:nvPr/>
        </p:nvSpPr>
        <p:spPr>
          <a:xfrm>
            <a:off x="6797238" y="2571585"/>
            <a:ext cx="2623791" cy="318945"/>
          </a:xfrm>
          <a:prstGeom prst="rect">
            <a:avLst/>
          </a:prstGeom>
          <a:solidFill>
            <a:srgbClr val="BF9D00"/>
          </a:solidFill>
          <a:ln>
            <a:solidFill>
              <a:srgbClr val="BF9D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Product Marketing Manager</a:t>
            </a:r>
          </a:p>
        </p:txBody>
      </p:sp>
      <p:cxnSp>
        <p:nvCxnSpPr>
          <p:cNvPr id="596" name="Connecteur : en angle 595">
            <a:extLst>
              <a:ext uri="{FF2B5EF4-FFF2-40B4-BE49-F238E27FC236}">
                <a16:creationId xmlns:a16="http://schemas.microsoft.com/office/drawing/2014/main" id="{AE6857BE-2B68-5F60-F506-C51CFF4EFE18}"/>
              </a:ext>
            </a:extLst>
          </p:cNvPr>
          <p:cNvCxnSpPr>
            <a:cxnSpLocks/>
            <a:endCxn id="217" idx="2"/>
          </p:cNvCxnSpPr>
          <p:nvPr/>
        </p:nvCxnSpPr>
        <p:spPr>
          <a:xfrm flipV="1">
            <a:off x="9307553" y="4135454"/>
            <a:ext cx="1805321" cy="503871"/>
          </a:xfrm>
          <a:prstGeom prst="bentConnector2">
            <a:avLst/>
          </a:prstGeom>
          <a:ln w="28575">
            <a:solidFill>
              <a:srgbClr val="BF9D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1" name="Connecteur : en angle 640">
            <a:extLst>
              <a:ext uri="{FF2B5EF4-FFF2-40B4-BE49-F238E27FC236}">
                <a16:creationId xmlns:a16="http://schemas.microsoft.com/office/drawing/2014/main" id="{3649A60D-E9AF-ACAA-87BA-5DCF3D0E19F8}"/>
              </a:ext>
            </a:extLst>
          </p:cNvPr>
          <p:cNvCxnSpPr>
            <a:cxnSpLocks/>
            <a:stCxn id="388" idx="2"/>
            <a:endCxn id="364" idx="0"/>
          </p:cNvCxnSpPr>
          <p:nvPr/>
        </p:nvCxnSpPr>
        <p:spPr>
          <a:xfrm rot="16200000" flipH="1">
            <a:off x="8469095" y="5039885"/>
            <a:ext cx="529243" cy="1202181"/>
          </a:xfrm>
          <a:prstGeom prst="bentConnector3">
            <a:avLst>
              <a:gd name="adj1" fmla="val 50000"/>
            </a:avLst>
          </a:prstGeom>
          <a:ln w="28575">
            <a:solidFill>
              <a:srgbClr val="BF9D00"/>
            </a:solidFill>
            <a:tailEnd type="triangle" w="lg" len="med"/>
          </a:ln>
        </p:spPr>
        <p:style>
          <a:lnRef idx="1">
            <a:schemeClr val="accent2"/>
          </a:lnRef>
          <a:fillRef idx="0">
            <a:schemeClr val="accent2"/>
          </a:fillRef>
          <a:effectRef idx="0">
            <a:schemeClr val="accent2"/>
          </a:effectRef>
          <a:fontRef idx="minor">
            <a:schemeClr val="tx1"/>
          </a:fontRef>
        </p:style>
      </p:cxnSp>
      <p:cxnSp>
        <p:nvCxnSpPr>
          <p:cNvPr id="3" name="Connecteur : en angle 595">
            <a:extLst>
              <a:ext uri="{FF2B5EF4-FFF2-40B4-BE49-F238E27FC236}">
                <a16:creationId xmlns:a16="http://schemas.microsoft.com/office/drawing/2014/main" id="{DAA2EA55-FCDD-DACB-1250-3567E5C7E798}"/>
              </a:ext>
            </a:extLst>
          </p:cNvPr>
          <p:cNvCxnSpPr>
            <a:cxnSpLocks/>
          </p:cNvCxnSpPr>
          <p:nvPr/>
        </p:nvCxnSpPr>
        <p:spPr>
          <a:xfrm rot="16200000" flipH="1">
            <a:off x="8321783" y="3165416"/>
            <a:ext cx="1056416" cy="590683"/>
          </a:xfrm>
          <a:prstGeom prst="bentConnector3">
            <a:avLst>
              <a:gd name="adj1" fmla="val 50000"/>
            </a:avLst>
          </a:prstGeom>
          <a:ln w="28575">
            <a:solidFill>
              <a:srgbClr val="BF9D00"/>
            </a:solidFill>
            <a:tailEnd type="triangle" w="lg" len="lg"/>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CBB1021-3E48-AE04-6FD6-481CF510CC91}"/>
              </a:ext>
            </a:extLst>
          </p:cNvPr>
          <p:cNvSpPr/>
          <p:nvPr/>
        </p:nvSpPr>
        <p:spPr>
          <a:xfrm>
            <a:off x="6797238" y="3043793"/>
            <a:ext cx="2623791" cy="320400"/>
          </a:xfrm>
          <a:prstGeom prst="rect">
            <a:avLst/>
          </a:prstGeom>
          <a:solidFill>
            <a:srgbClr val="BF9D00"/>
          </a:solidFill>
          <a:ln>
            <a:solidFill>
              <a:srgbClr val="BF9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Product Epic Owner</a:t>
            </a:r>
          </a:p>
        </p:txBody>
      </p:sp>
      <p:sp>
        <p:nvSpPr>
          <p:cNvPr id="8" name="Rectangle 7">
            <a:extLst>
              <a:ext uri="{FF2B5EF4-FFF2-40B4-BE49-F238E27FC236}">
                <a16:creationId xmlns:a16="http://schemas.microsoft.com/office/drawing/2014/main" id="{B181ECBF-4C2A-59AC-AFF8-7729EE30A471}"/>
              </a:ext>
            </a:extLst>
          </p:cNvPr>
          <p:cNvSpPr/>
          <p:nvPr/>
        </p:nvSpPr>
        <p:spPr>
          <a:xfrm>
            <a:off x="6557512" y="1973502"/>
            <a:ext cx="5538312" cy="219556"/>
          </a:xfrm>
          <a:prstGeom prst="rect">
            <a:avLst/>
          </a:prstGeom>
          <a:solidFill>
            <a:srgbClr val="BF9D00"/>
          </a:solidFill>
          <a:ln>
            <a:solidFill>
              <a:srgbClr val="BF9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Product </a:t>
            </a:r>
            <a:r>
              <a:rPr kumimoji="0" lang="en-GB" sz="1400" b="1" i="0" u="none" strike="noStrike" kern="1200" cap="none" spc="0" normalizeH="0" baseline="0" noProof="0" err="1">
                <a:ln>
                  <a:noFill/>
                </a:ln>
                <a:solidFill>
                  <a:srgbClr val="FFFFFF"/>
                </a:solidFill>
                <a:effectLst/>
                <a:uLnTx/>
                <a:uFillTx/>
                <a:latin typeface="Helvetica 75 Bold"/>
                <a:ea typeface="+mn-ea"/>
                <a:cs typeface="+mn-cs"/>
              </a:rPr>
              <a:t>Mutli</a:t>
            </a:r>
            <a:r>
              <a:rPr kumimoji="0" lang="en-GB" sz="1400" b="1" i="0" u="none" strike="noStrike" kern="1200" cap="none" spc="0" normalizeH="0" baseline="0" noProof="0">
                <a:ln>
                  <a:noFill/>
                </a:ln>
                <a:solidFill>
                  <a:srgbClr val="FFFFFF"/>
                </a:solidFill>
                <a:effectLst/>
                <a:uLnTx/>
                <a:uFillTx/>
                <a:latin typeface="Helvetica 75 Bold"/>
                <a:ea typeface="+mn-ea"/>
                <a:cs typeface="+mn-cs"/>
              </a:rPr>
              <a:t>-disciplinary team</a:t>
            </a:r>
          </a:p>
        </p:txBody>
      </p:sp>
      <p:cxnSp>
        <p:nvCxnSpPr>
          <p:cNvPr id="32" name="Connecteur : en angle 634">
            <a:extLst>
              <a:ext uri="{FF2B5EF4-FFF2-40B4-BE49-F238E27FC236}">
                <a16:creationId xmlns:a16="http://schemas.microsoft.com/office/drawing/2014/main" id="{8B1DAE91-A54E-A062-8075-DBB2D777C149}"/>
              </a:ext>
            </a:extLst>
          </p:cNvPr>
          <p:cNvCxnSpPr>
            <a:cxnSpLocks/>
            <a:stCxn id="365" idx="1"/>
            <a:endCxn id="2" idx="1"/>
          </p:cNvCxnSpPr>
          <p:nvPr/>
        </p:nvCxnSpPr>
        <p:spPr>
          <a:xfrm rot="10800000">
            <a:off x="611689" y="3896637"/>
            <a:ext cx="5958974" cy="2486108"/>
          </a:xfrm>
          <a:prstGeom prst="bentConnector3">
            <a:avLst>
              <a:gd name="adj1" fmla="val 103836"/>
            </a:avLst>
          </a:prstGeom>
          <a:ln w="28575">
            <a:solidFill>
              <a:srgbClr val="1C91C9"/>
            </a:solidFill>
            <a:tailEnd type="triangle" w="lg" len="lg"/>
          </a:ln>
        </p:spPr>
        <p:style>
          <a:lnRef idx="1">
            <a:schemeClr val="accent2"/>
          </a:lnRef>
          <a:fillRef idx="0">
            <a:schemeClr val="accent2"/>
          </a:fillRef>
          <a:effectRef idx="0">
            <a:schemeClr val="accent2"/>
          </a:effectRef>
          <a:fontRef idx="minor">
            <a:schemeClr val="tx1"/>
          </a:fontRef>
        </p:style>
      </p:cxnSp>
      <p:sp>
        <p:nvSpPr>
          <p:cNvPr id="38" name="ZoneTexte 349">
            <a:extLst>
              <a:ext uri="{FF2B5EF4-FFF2-40B4-BE49-F238E27FC236}">
                <a16:creationId xmlns:a16="http://schemas.microsoft.com/office/drawing/2014/main" id="{CF1A44B5-35C2-CFE6-50B0-8AA4E3FBDD2E}"/>
              </a:ext>
            </a:extLst>
          </p:cNvPr>
          <p:cNvSpPr txBox="1"/>
          <p:nvPr/>
        </p:nvSpPr>
        <p:spPr>
          <a:xfrm>
            <a:off x="203406" y="6392877"/>
            <a:ext cx="4793677" cy="4001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Feedback loop and progressive enhancement of CJ EPICS interactions to clarify how to deploy new product(s)</a:t>
            </a:r>
          </a:p>
        </p:txBody>
      </p:sp>
      <p:cxnSp>
        <p:nvCxnSpPr>
          <p:cNvPr id="373" name="Connecteur : en angle 372">
            <a:extLst>
              <a:ext uri="{FF2B5EF4-FFF2-40B4-BE49-F238E27FC236}">
                <a16:creationId xmlns:a16="http://schemas.microsoft.com/office/drawing/2014/main" id="{023FCBFA-F493-4EF7-92F1-7071A5ACF1AB}"/>
              </a:ext>
            </a:extLst>
          </p:cNvPr>
          <p:cNvCxnSpPr>
            <a:cxnSpLocks/>
          </p:cNvCxnSpPr>
          <p:nvPr/>
        </p:nvCxnSpPr>
        <p:spPr>
          <a:xfrm>
            <a:off x="4992535" y="1864658"/>
            <a:ext cx="1710432" cy="602473"/>
          </a:xfrm>
          <a:prstGeom prst="bentConnector3">
            <a:avLst>
              <a:gd name="adj1" fmla="val 500"/>
            </a:avLst>
          </a:prstGeom>
          <a:ln w="28575">
            <a:solidFill>
              <a:schemeClr val="accent4">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317ECB1-A1E1-0CEB-2BBC-98BBE6D9ECE4}"/>
              </a:ext>
            </a:extLst>
          </p:cNvPr>
          <p:cNvSpPr/>
          <p:nvPr/>
        </p:nvSpPr>
        <p:spPr>
          <a:xfrm>
            <a:off x="10247775" y="2491833"/>
            <a:ext cx="1741988" cy="320400"/>
          </a:xfrm>
          <a:prstGeom prst="rect">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CTIO</a:t>
            </a:r>
          </a:p>
        </p:txBody>
      </p:sp>
      <p:sp>
        <p:nvSpPr>
          <p:cNvPr id="2" name="Rectangle: Rounded Corners 1">
            <a:extLst>
              <a:ext uri="{FF2B5EF4-FFF2-40B4-BE49-F238E27FC236}">
                <a16:creationId xmlns:a16="http://schemas.microsoft.com/office/drawing/2014/main" id="{F2F789DC-0139-D3FB-383B-9C37C0CE4168}"/>
              </a:ext>
            </a:extLst>
          </p:cNvPr>
          <p:cNvSpPr/>
          <p:nvPr/>
        </p:nvSpPr>
        <p:spPr>
          <a:xfrm>
            <a:off x="611689" y="2059881"/>
            <a:ext cx="2775483" cy="3673511"/>
          </a:xfrm>
          <a:prstGeom prst="roundRect">
            <a:avLst>
              <a:gd name="adj" fmla="val 6995"/>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36" name="Rectangle 335">
            <a:extLst>
              <a:ext uri="{FF2B5EF4-FFF2-40B4-BE49-F238E27FC236}">
                <a16:creationId xmlns:a16="http://schemas.microsoft.com/office/drawing/2014/main" id="{1EF33254-33FA-AEB6-F193-7B1536DB9AFE}"/>
              </a:ext>
            </a:extLst>
          </p:cNvPr>
          <p:cNvSpPr/>
          <p:nvPr/>
        </p:nvSpPr>
        <p:spPr>
          <a:xfrm>
            <a:off x="827966" y="4795679"/>
            <a:ext cx="2368863" cy="3456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Epic Owner(s)</a:t>
            </a:r>
          </a:p>
        </p:txBody>
      </p:sp>
      <p:sp>
        <p:nvSpPr>
          <p:cNvPr id="330" name="Rectangle 329">
            <a:extLst>
              <a:ext uri="{FF2B5EF4-FFF2-40B4-BE49-F238E27FC236}">
                <a16:creationId xmlns:a16="http://schemas.microsoft.com/office/drawing/2014/main" id="{B2E7FAB6-CBE5-7BD9-FA2C-E16B310EB000}"/>
              </a:ext>
            </a:extLst>
          </p:cNvPr>
          <p:cNvSpPr/>
          <p:nvPr/>
        </p:nvSpPr>
        <p:spPr>
          <a:xfrm>
            <a:off x="819471" y="2424363"/>
            <a:ext cx="2350492" cy="383683"/>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Helvetica 75 Bold"/>
                <a:ea typeface="+mn-ea"/>
                <a:cs typeface="+mn-cs"/>
              </a:rPr>
              <a:t>Business Owner</a:t>
            </a:r>
          </a:p>
        </p:txBody>
      </p:sp>
      <p:sp>
        <p:nvSpPr>
          <p:cNvPr id="7" name="Rectangle 6">
            <a:extLst>
              <a:ext uri="{FF2B5EF4-FFF2-40B4-BE49-F238E27FC236}">
                <a16:creationId xmlns:a16="http://schemas.microsoft.com/office/drawing/2014/main" id="{627A4126-145D-20E8-325D-25616BD19DD9}"/>
              </a:ext>
            </a:extLst>
          </p:cNvPr>
          <p:cNvSpPr/>
          <p:nvPr/>
        </p:nvSpPr>
        <p:spPr>
          <a:xfrm>
            <a:off x="819471" y="2813738"/>
            <a:ext cx="2350492" cy="1222855"/>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46" marR="0" lvl="0" indent="-171446"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20" normalizeH="0" baseline="0" noProof="0">
                <a:ln>
                  <a:noFill/>
                </a:ln>
                <a:solidFill>
                  <a:srgbClr val="FFFFFF"/>
                </a:solidFill>
                <a:effectLst/>
                <a:uLnTx/>
                <a:uFillTx/>
                <a:latin typeface="Helvetica 75 Bold"/>
                <a:ea typeface="+mn-ea"/>
                <a:cs typeface="+mn-cs"/>
              </a:rPr>
              <a:t>Responsible of the </a:t>
            </a:r>
            <a:r>
              <a:rPr kumimoji="0" lang="en-GB" sz="1051" b="0" i="0" u="none" strike="noStrike" kern="1200" cap="none" spc="-20" normalizeH="0" baseline="0" noProof="0">
                <a:ln>
                  <a:noFill/>
                </a:ln>
                <a:solidFill>
                  <a:srgbClr val="FFFFFF"/>
                </a:solidFill>
                <a:effectLst/>
                <a:uLnTx/>
                <a:uFillTx/>
                <a:latin typeface="Helvetica 75 Bold"/>
                <a:ea typeface="+mn-ea"/>
                <a:cs typeface="+mn-cs"/>
              </a:rPr>
              <a:t>definition</a:t>
            </a:r>
            <a:r>
              <a:rPr kumimoji="0" lang="en-GB" sz="1100" b="0" i="0" u="none" strike="noStrike" kern="1200" cap="none" spc="-20" normalizeH="0" baseline="0" noProof="0">
                <a:ln>
                  <a:noFill/>
                </a:ln>
                <a:solidFill>
                  <a:srgbClr val="FFFFFF"/>
                </a:solidFill>
                <a:effectLst/>
                <a:uLnTx/>
                <a:uFillTx/>
                <a:latin typeface="Helvetica 75 Bold"/>
                <a:ea typeface="+mn-ea"/>
                <a:cs typeface="+mn-cs"/>
              </a:rPr>
              <a:t> and  construction of modules </a:t>
            </a:r>
          </a:p>
          <a:p>
            <a:pPr marL="171446" marR="0" lvl="0" indent="-171446"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20" normalizeH="0" baseline="0" noProof="0">
                <a:ln>
                  <a:noFill/>
                </a:ln>
                <a:solidFill>
                  <a:srgbClr val="FFFFFF"/>
                </a:solidFill>
                <a:effectLst/>
                <a:uLnTx/>
                <a:uFillTx/>
                <a:latin typeface="Helvetica 75 Bold"/>
                <a:ea typeface="+mn-ea"/>
                <a:cs typeface="+mn-cs"/>
              </a:rPr>
              <a:t>Define basic of CJ modules</a:t>
            </a:r>
          </a:p>
        </p:txBody>
      </p:sp>
      <p:sp>
        <p:nvSpPr>
          <p:cNvPr id="668" name="Rectangle 667">
            <a:extLst>
              <a:ext uri="{FF2B5EF4-FFF2-40B4-BE49-F238E27FC236}">
                <a16:creationId xmlns:a16="http://schemas.microsoft.com/office/drawing/2014/main" id="{8D7FF889-9E02-AD3C-5613-0D711195C78F}"/>
              </a:ext>
            </a:extLst>
          </p:cNvPr>
          <p:cNvSpPr/>
          <p:nvPr/>
        </p:nvSpPr>
        <p:spPr>
          <a:xfrm>
            <a:off x="827966" y="5147385"/>
            <a:ext cx="2368863" cy="50694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ZoneTexte 19">
            <a:extLst>
              <a:ext uri="{FF2B5EF4-FFF2-40B4-BE49-F238E27FC236}">
                <a16:creationId xmlns:a16="http://schemas.microsoft.com/office/drawing/2014/main" id="{E5C22926-A3A2-F3C7-05CA-7A64C00F3DB5}"/>
              </a:ext>
            </a:extLst>
          </p:cNvPr>
          <p:cNvSpPr txBox="1"/>
          <p:nvPr/>
        </p:nvSpPr>
        <p:spPr>
          <a:xfrm>
            <a:off x="1161391" y="2034072"/>
            <a:ext cx="1676083" cy="3693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1" u="none" strike="noStrike" kern="1200" cap="none" spc="0" normalizeH="0" baseline="0" noProof="0">
                <a:ln>
                  <a:noFill/>
                </a:ln>
                <a:solidFill>
                  <a:srgbClr val="FFFFFF"/>
                </a:solidFill>
                <a:effectLst/>
                <a:uLnTx/>
                <a:uFillTx/>
                <a:latin typeface="Helvetica 75 Bold"/>
                <a:ea typeface="+mn-ea"/>
                <a:cs typeface="+mn-cs"/>
              </a:rPr>
              <a:t>CJ EPICS</a:t>
            </a:r>
            <a:endParaRPr kumimoji="0" lang="fr-FR" sz="1800" b="0" i="1" u="none" strike="noStrike" kern="1200" cap="none" spc="0" normalizeH="0" baseline="0" noProof="0">
              <a:ln>
                <a:noFill/>
              </a:ln>
              <a:solidFill>
                <a:srgbClr val="FFFFFF"/>
              </a:solidFill>
              <a:effectLst/>
              <a:uLnTx/>
              <a:uFillTx/>
              <a:latin typeface="Helvetica 75 Bold"/>
              <a:ea typeface="+mn-ea"/>
              <a:cs typeface="+mn-cs"/>
            </a:endParaRPr>
          </a:p>
        </p:txBody>
      </p:sp>
      <p:cxnSp>
        <p:nvCxnSpPr>
          <p:cNvPr id="4" name="Connecteur droit avec flèche 3">
            <a:extLst>
              <a:ext uri="{FF2B5EF4-FFF2-40B4-BE49-F238E27FC236}">
                <a16:creationId xmlns:a16="http://schemas.microsoft.com/office/drawing/2014/main" id="{23F08476-2898-54F0-A454-F8B8F96CA218}"/>
              </a:ext>
            </a:extLst>
          </p:cNvPr>
          <p:cNvCxnSpPr>
            <a:cxnSpLocks/>
          </p:cNvCxnSpPr>
          <p:nvPr/>
        </p:nvCxnSpPr>
        <p:spPr>
          <a:xfrm>
            <a:off x="1757280" y="4036591"/>
            <a:ext cx="0" cy="735240"/>
          </a:xfrm>
          <a:prstGeom prst="straightConnector1">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ZoneTexte 349">
            <a:extLst>
              <a:ext uri="{FF2B5EF4-FFF2-40B4-BE49-F238E27FC236}">
                <a16:creationId xmlns:a16="http://schemas.microsoft.com/office/drawing/2014/main" id="{CFA4AC57-D00F-71D6-41E0-47CE31CD01C8}"/>
              </a:ext>
            </a:extLst>
          </p:cNvPr>
          <p:cNvSpPr txBox="1"/>
          <p:nvPr/>
        </p:nvSpPr>
        <p:spPr>
          <a:xfrm>
            <a:off x="710385" y="4105116"/>
            <a:ext cx="1182921" cy="553998"/>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Provide Guidelines and orchestrate</a:t>
            </a:r>
          </a:p>
        </p:txBody>
      </p:sp>
      <p:cxnSp>
        <p:nvCxnSpPr>
          <p:cNvPr id="19" name="Connecteur droit avec flèche 3">
            <a:extLst>
              <a:ext uri="{FF2B5EF4-FFF2-40B4-BE49-F238E27FC236}">
                <a16:creationId xmlns:a16="http://schemas.microsoft.com/office/drawing/2014/main" id="{3BB48875-C5FE-4B7F-DADD-48236D7044F3}"/>
              </a:ext>
            </a:extLst>
          </p:cNvPr>
          <p:cNvCxnSpPr>
            <a:cxnSpLocks/>
          </p:cNvCxnSpPr>
          <p:nvPr/>
        </p:nvCxnSpPr>
        <p:spPr>
          <a:xfrm flipV="1">
            <a:off x="2047900" y="4048550"/>
            <a:ext cx="0" cy="691551"/>
          </a:xfrm>
          <a:prstGeom prst="straightConnector1">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ZoneTexte 633">
            <a:extLst>
              <a:ext uri="{FF2B5EF4-FFF2-40B4-BE49-F238E27FC236}">
                <a16:creationId xmlns:a16="http://schemas.microsoft.com/office/drawing/2014/main" id="{2B1691D7-C525-E931-9C11-A7F3D46E04D0}"/>
              </a:ext>
            </a:extLst>
          </p:cNvPr>
          <p:cNvSpPr txBox="1"/>
          <p:nvPr/>
        </p:nvSpPr>
        <p:spPr>
          <a:xfrm>
            <a:off x="2073325" y="4217833"/>
            <a:ext cx="1071295" cy="4001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Report their work to</a:t>
            </a:r>
            <a:endParaRPr kumimoji="0" lang="fr-FR" sz="1000" b="0" i="0" u="none" strike="noStrike" kern="1200" cap="none" spc="-20" normalizeH="0" baseline="0" noProof="0">
              <a:ln>
                <a:noFill/>
              </a:ln>
              <a:solidFill>
                <a:srgbClr val="FFFFFF"/>
              </a:solidFill>
              <a:effectLst/>
              <a:uLnTx/>
              <a:uFillTx/>
              <a:latin typeface="Helvetica 75 Bold"/>
              <a:ea typeface="+mn-ea"/>
              <a:cs typeface="+mn-cs"/>
            </a:endParaRPr>
          </a:p>
        </p:txBody>
      </p:sp>
      <p:sp>
        <p:nvSpPr>
          <p:cNvPr id="670" name="ZoneTexte 669">
            <a:extLst>
              <a:ext uri="{FF2B5EF4-FFF2-40B4-BE49-F238E27FC236}">
                <a16:creationId xmlns:a16="http://schemas.microsoft.com/office/drawing/2014/main" id="{CF90E0E6-C9A1-7D03-4B30-12DA5F313185}"/>
              </a:ext>
            </a:extLst>
          </p:cNvPr>
          <p:cNvSpPr txBox="1"/>
          <p:nvPr/>
        </p:nvSpPr>
        <p:spPr>
          <a:xfrm>
            <a:off x="827965" y="5184639"/>
            <a:ext cx="2368863" cy="415755"/>
          </a:xfrm>
          <a:prstGeom prst="rect">
            <a:avLst/>
          </a:prstGeom>
          <a:noFill/>
        </p:spPr>
        <p:txBody>
          <a:bodyPr wrap="square">
            <a:spAutoFit/>
          </a:bodyPr>
          <a:lstStyle/>
          <a:p>
            <a:pPr marL="171446" marR="0" lvl="0" indent="-171446" algn="l" defTabSz="121917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1" b="0" i="0" u="none" strike="noStrike" kern="1200" cap="none" spc="-20" normalizeH="0" baseline="0" noProof="0">
                <a:ln>
                  <a:noFill/>
                </a:ln>
                <a:solidFill>
                  <a:srgbClr val="FFFFFF"/>
                </a:solidFill>
                <a:effectLst/>
                <a:uLnTx/>
                <a:uFillTx/>
                <a:latin typeface="Helvetica 75 Bold"/>
                <a:ea typeface="+mn-ea"/>
                <a:cs typeface="+mn-cs"/>
              </a:rPr>
              <a:t>Build consistent Modules (product agnostic)</a:t>
            </a:r>
          </a:p>
        </p:txBody>
      </p:sp>
      <p:cxnSp>
        <p:nvCxnSpPr>
          <p:cNvPr id="542" name="Connecteur droit avec flèche 541">
            <a:extLst>
              <a:ext uri="{FF2B5EF4-FFF2-40B4-BE49-F238E27FC236}">
                <a16:creationId xmlns:a16="http://schemas.microsoft.com/office/drawing/2014/main" id="{4EB96191-CA52-91E1-D4DB-54D62C85A8AD}"/>
              </a:ext>
            </a:extLst>
          </p:cNvPr>
          <p:cNvCxnSpPr>
            <a:cxnSpLocks/>
            <a:endCxn id="218" idx="1"/>
          </p:cNvCxnSpPr>
          <p:nvPr/>
        </p:nvCxnSpPr>
        <p:spPr>
          <a:xfrm>
            <a:off x="3169965" y="3129828"/>
            <a:ext cx="1100110" cy="504"/>
          </a:xfrm>
          <a:prstGeom prst="straightConnector1">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16" name="Connecteur : en angle 515">
            <a:extLst>
              <a:ext uri="{FF2B5EF4-FFF2-40B4-BE49-F238E27FC236}">
                <a16:creationId xmlns:a16="http://schemas.microsoft.com/office/drawing/2014/main" id="{E1472842-B179-D0F2-5664-7EC98BADF472}"/>
              </a:ext>
            </a:extLst>
          </p:cNvPr>
          <p:cNvCxnSpPr>
            <a:cxnSpLocks/>
            <a:endCxn id="2" idx="2"/>
          </p:cNvCxnSpPr>
          <p:nvPr/>
        </p:nvCxnSpPr>
        <p:spPr>
          <a:xfrm rot="10800000" flipV="1">
            <a:off x="1999431" y="4871092"/>
            <a:ext cx="4943571" cy="862299"/>
          </a:xfrm>
          <a:prstGeom prst="bentConnector4">
            <a:avLst>
              <a:gd name="adj1" fmla="val 10531"/>
              <a:gd name="adj2" fmla="val 132402"/>
            </a:avLst>
          </a:prstGeom>
          <a:ln w="28575">
            <a:solidFill>
              <a:srgbClr val="BF9D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9" name="Connecteur : en angle 378">
            <a:extLst>
              <a:ext uri="{FF2B5EF4-FFF2-40B4-BE49-F238E27FC236}">
                <a16:creationId xmlns:a16="http://schemas.microsoft.com/office/drawing/2014/main" id="{5D5D9164-3997-DC06-2BFC-F8E582B3F59B}"/>
              </a:ext>
            </a:extLst>
          </p:cNvPr>
          <p:cNvCxnSpPr>
            <a:cxnSpLocks/>
            <a:stCxn id="362" idx="1"/>
            <a:endCxn id="330" idx="1"/>
          </p:cNvCxnSpPr>
          <p:nvPr/>
        </p:nvCxnSpPr>
        <p:spPr>
          <a:xfrm rot="10800000" flipV="1">
            <a:off x="819471" y="968961"/>
            <a:ext cx="943118" cy="1647244"/>
          </a:xfrm>
          <a:prstGeom prst="bentConnector3">
            <a:avLst>
              <a:gd name="adj1" fmla="val 124239"/>
            </a:avLst>
          </a:prstGeom>
          <a:ln w="28575">
            <a:solidFill>
              <a:schemeClr val="accent4">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36" name="Croix 535">
            <a:extLst>
              <a:ext uri="{FF2B5EF4-FFF2-40B4-BE49-F238E27FC236}">
                <a16:creationId xmlns:a16="http://schemas.microsoft.com/office/drawing/2014/main" id="{D3611B92-EA36-AD8B-1A57-8809F4A7CAFA}"/>
              </a:ext>
            </a:extLst>
          </p:cNvPr>
          <p:cNvSpPr/>
          <p:nvPr/>
        </p:nvSpPr>
        <p:spPr>
          <a:xfrm>
            <a:off x="9798255" y="2797441"/>
            <a:ext cx="300712" cy="301799"/>
          </a:xfrm>
          <a:prstGeom prst="plus">
            <a:avLst>
              <a:gd name="adj" fmla="val 36812"/>
            </a:avLst>
          </a:prstGeom>
          <a:solidFill>
            <a:srgbClr val="BF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ZoneTexte 349">
            <a:extLst>
              <a:ext uri="{FF2B5EF4-FFF2-40B4-BE49-F238E27FC236}">
                <a16:creationId xmlns:a16="http://schemas.microsoft.com/office/drawing/2014/main" id="{12C836D0-3242-D805-A8DA-3D2C7078ED72}"/>
              </a:ext>
            </a:extLst>
          </p:cNvPr>
          <p:cNvSpPr txBox="1"/>
          <p:nvPr/>
        </p:nvSpPr>
        <p:spPr>
          <a:xfrm>
            <a:off x="3338114" y="2599902"/>
            <a:ext cx="893479" cy="553998"/>
          </a:xfrm>
          <a:prstGeom prst="rect">
            <a:avLst/>
          </a:prstGeom>
          <a:noFill/>
        </p:spPr>
        <p:txBody>
          <a:bodyPr wrap="square" lIns="91440" tIns="45720" rIns="91440" bIns="45720"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8F8F8F"/>
                </a:solidFill>
                <a:effectLst/>
                <a:uLnTx/>
                <a:uFillTx/>
                <a:latin typeface="Helvetica 75 Bold"/>
                <a:ea typeface="+mn-ea"/>
                <a:cs typeface="+mn-cs"/>
              </a:rPr>
              <a:t>Provide list of CJ modules</a:t>
            </a:r>
          </a:p>
        </p:txBody>
      </p:sp>
      <p:cxnSp>
        <p:nvCxnSpPr>
          <p:cNvPr id="338" name="Connecteur : en angle 337">
            <a:extLst>
              <a:ext uri="{FF2B5EF4-FFF2-40B4-BE49-F238E27FC236}">
                <a16:creationId xmlns:a16="http://schemas.microsoft.com/office/drawing/2014/main" id="{E8D6F3F2-1F26-13C2-28CF-6D5DC7BA77A8}"/>
              </a:ext>
            </a:extLst>
          </p:cNvPr>
          <p:cNvCxnSpPr>
            <a:cxnSpLocks/>
          </p:cNvCxnSpPr>
          <p:nvPr/>
        </p:nvCxnSpPr>
        <p:spPr>
          <a:xfrm flipV="1">
            <a:off x="3190256" y="4145817"/>
            <a:ext cx="3786977" cy="1009331"/>
          </a:xfrm>
          <a:prstGeom prst="bentConnector3">
            <a:avLst>
              <a:gd name="adj1" fmla="val 81188"/>
            </a:avLst>
          </a:prstGeom>
          <a:ln w="28575">
            <a:solidFill>
              <a:schemeClr val="accent3"/>
            </a:solidFill>
            <a:tailEnd type="triangle" w="lg" len="lg"/>
          </a:ln>
        </p:spPr>
        <p:style>
          <a:lnRef idx="1">
            <a:schemeClr val="accent2"/>
          </a:lnRef>
          <a:fillRef idx="0">
            <a:schemeClr val="accent2"/>
          </a:fillRef>
          <a:effectRef idx="0">
            <a:schemeClr val="accent2"/>
          </a:effectRef>
          <a:fontRef idx="minor">
            <a:schemeClr val="tx1"/>
          </a:fontRef>
        </p:style>
      </p:cxnSp>
      <p:cxnSp>
        <p:nvCxnSpPr>
          <p:cNvPr id="575" name="Connecteur : en angle 574">
            <a:extLst>
              <a:ext uri="{FF2B5EF4-FFF2-40B4-BE49-F238E27FC236}">
                <a16:creationId xmlns:a16="http://schemas.microsoft.com/office/drawing/2014/main" id="{736A15FA-558F-84CB-3EDA-55E767FB2141}"/>
              </a:ext>
            </a:extLst>
          </p:cNvPr>
          <p:cNvCxnSpPr>
            <a:cxnSpLocks/>
          </p:cNvCxnSpPr>
          <p:nvPr/>
        </p:nvCxnSpPr>
        <p:spPr>
          <a:xfrm rot="10800000" flipV="1">
            <a:off x="3209981" y="3333744"/>
            <a:ext cx="1819603" cy="1481019"/>
          </a:xfrm>
          <a:prstGeom prst="bentConnector3">
            <a:avLst>
              <a:gd name="adj1" fmla="val 50000"/>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597" name="ZoneTexte 596">
            <a:extLst>
              <a:ext uri="{FF2B5EF4-FFF2-40B4-BE49-F238E27FC236}">
                <a16:creationId xmlns:a16="http://schemas.microsoft.com/office/drawing/2014/main" id="{02D4A926-44AB-295B-B738-DB8F53AC35C4}"/>
              </a:ext>
            </a:extLst>
          </p:cNvPr>
          <p:cNvSpPr txBox="1"/>
          <p:nvPr/>
        </p:nvSpPr>
        <p:spPr>
          <a:xfrm>
            <a:off x="3243257" y="4048022"/>
            <a:ext cx="902217" cy="707886"/>
          </a:xfrm>
          <a:prstGeom prst="rect">
            <a:avLst/>
          </a:prstGeom>
          <a:noFill/>
        </p:spPr>
        <p:txBody>
          <a:bodyPr wrap="square" lIns="91440" tIns="45720" rIns="91440" bIns="45720" anchor="t">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Helvetica 75 Bold"/>
                <a:ea typeface="+mn-ea"/>
                <a:cs typeface="+mn-cs"/>
              </a:rPr>
              <a:t>Validate the level of quality of the module</a:t>
            </a:r>
          </a:p>
        </p:txBody>
      </p:sp>
      <p:cxnSp>
        <p:nvCxnSpPr>
          <p:cNvPr id="620" name="Connecteur : en angle 619">
            <a:extLst>
              <a:ext uri="{FF2B5EF4-FFF2-40B4-BE49-F238E27FC236}">
                <a16:creationId xmlns:a16="http://schemas.microsoft.com/office/drawing/2014/main" id="{55D42A6E-AF5F-9320-23DF-DB8603922CCC}"/>
              </a:ext>
            </a:extLst>
          </p:cNvPr>
          <p:cNvCxnSpPr>
            <a:cxnSpLocks/>
            <a:endCxn id="218" idx="0"/>
          </p:cNvCxnSpPr>
          <p:nvPr/>
        </p:nvCxnSpPr>
        <p:spPr>
          <a:xfrm rot="10800000">
            <a:off x="5078586" y="2914889"/>
            <a:ext cx="2934885" cy="1107823"/>
          </a:xfrm>
          <a:prstGeom prst="bentConnector4">
            <a:avLst>
              <a:gd name="adj1" fmla="val 36226"/>
              <a:gd name="adj2" fmla="val 120635"/>
            </a:avLst>
          </a:prstGeom>
          <a:ln w="28575">
            <a:solidFill>
              <a:srgbClr val="BF9D00"/>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1EA04BA0-9208-66B3-4A05-A6583ECAFE68}"/>
              </a:ext>
            </a:extLst>
          </p:cNvPr>
          <p:cNvSpPr txBox="1"/>
          <p:nvPr/>
        </p:nvSpPr>
        <p:spPr>
          <a:xfrm>
            <a:off x="6943002" y="3612361"/>
            <a:ext cx="1109183" cy="24622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a:ln>
                  <a:noFill/>
                </a:ln>
                <a:solidFill>
                  <a:srgbClr val="FFFFFF"/>
                </a:solidFill>
                <a:effectLst/>
                <a:uLnTx/>
                <a:uFillTx/>
                <a:latin typeface="Helvetica 75 Bold"/>
                <a:ea typeface="+mn-ea"/>
                <a:cs typeface="+mn-cs"/>
              </a:rPr>
              <a:t>Monitoring</a:t>
            </a:r>
          </a:p>
        </p:txBody>
      </p:sp>
      <p:cxnSp>
        <p:nvCxnSpPr>
          <p:cNvPr id="26" name="Connecteur : en angle 25">
            <a:extLst>
              <a:ext uri="{FF2B5EF4-FFF2-40B4-BE49-F238E27FC236}">
                <a16:creationId xmlns:a16="http://schemas.microsoft.com/office/drawing/2014/main" id="{9D4FF188-1A3B-C993-685F-ED47AC3F92DD}"/>
              </a:ext>
            </a:extLst>
          </p:cNvPr>
          <p:cNvCxnSpPr>
            <a:cxnSpLocks/>
            <a:endCxn id="353" idx="0"/>
          </p:cNvCxnSpPr>
          <p:nvPr/>
        </p:nvCxnSpPr>
        <p:spPr>
          <a:xfrm flipV="1">
            <a:off x="5886282" y="3974869"/>
            <a:ext cx="2245871" cy="401243"/>
          </a:xfrm>
          <a:prstGeom prst="bentConnector4">
            <a:avLst>
              <a:gd name="adj1" fmla="val -60"/>
              <a:gd name="adj2" fmla="val 180184"/>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9411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7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8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9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7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7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9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85"/>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7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3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5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6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1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33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3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41"/>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3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9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6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65"/>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32" grpId="0" animBg="1"/>
      <p:bldP spid="362" grpId="0" animBg="1"/>
      <p:bldP spid="23" grpId="0" animBg="1"/>
      <p:bldP spid="24" grpId="0"/>
      <p:bldP spid="395" grpId="0"/>
      <p:bldP spid="335" grpId="0"/>
      <p:bldP spid="634" grpId="0"/>
      <p:bldP spid="378" grpId="0"/>
      <p:bldP spid="384" grpId="0"/>
      <p:bldP spid="262" grpId="0"/>
      <p:bldP spid="350" grpId="0"/>
      <p:bldP spid="364" grpId="0" animBg="1"/>
      <p:bldP spid="365" grpId="0" animBg="1"/>
      <p:bldP spid="585" grpId="0"/>
      <p:bldP spid="587" grpId="0" animBg="1"/>
      <p:bldP spid="61" grpId="0" animBg="1"/>
      <p:bldP spid="8" grpId="0" animBg="1"/>
      <p:bldP spid="38" grpId="0"/>
      <p:bldP spid="12" grpId="0" animBg="1"/>
      <p:bldP spid="2" grpId="0" animBg="1"/>
      <p:bldP spid="336" grpId="0" animBg="1"/>
      <p:bldP spid="330" grpId="0" animBg="1"/>
      <p:bldP spid="7" grpId="0" animBg="1"/>
      <p:bldP spid="668" grpId="0" animBg="1"/>
      <p:bldP spid="20" grpId="0"/>
      <p:bldP spid="10" grpId="0"/>
      <p:bldP spid="29" grpId="0"/>
      <p:bldP spid="670" grpId="0"/>
      <p:bldP spid="536" grpId="0" animBg="1"/>
      <p:bldP spid="18" grpId="0"/>
      <p:bldP spid="597" grpId="0"/>
      <p:bldP spid="17" grpId="0"/>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CFB2-1971-D8F2-39AA-44C252E072FB}"/>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96839643-CDC6-AA2B-2A60-E9A22EED0DB0}"/>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FD7E7E4E-840A-C531-F743-05136572476E}"/>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5FC970C0-B8CD-68D7-0A32-C715FC9707B7}"/>
              </a:ext>
            </a:extLst>
          </p:cNvPr>
          <p:cNvSpPr txBox="1"/>
          <p:nvPr/>
        </p:nvSpPr>
        <p:spPr>
          <a:xfrm>
            <a:off x="3866131" y="3811200"/>
            <a:ext cx="7502446" cy="17200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rPr>
              <a:t>Overall Newco Flow-Lead to Bill</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79DE21F2-1A1A-747E-38EB-1014E781999A}"/>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193D2C52-0628-6F68-659E-41440C72C26F}"/>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4F0E5592-7919-EF93-4625-22DBA68A97F3}"/>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87790FAE-2C44-0629-A32E-4390D029A848}"/>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281888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8E1FB-BB56-72E0-6902-1D379C8F67DD}"/>
              </a:ext>
            </a:extLst>
          </p:cNvPr>
          <p:cNvSpPr>
            <a:spLocks noGrp="1"/>
          </p:cNvSpPr>
          <p:nvPr>
            <p:ph type="title"/>
          </p:nvPr>
        </p:nvSpPr>
        <p:spPr>
          <a:xfrm>
            <a:off x="105508" y="130663"/>
            <a:ext cx="11248292" cy="563563"/>
          </a:xfrm>
        </p:spPr>
        <p:txBody>
          <a:bodyPr>
            <a:noAutofit/>
          </a:bodyPr>
          <a:lstStyle/>
          <a:p>
            <a:r>
              <a:rPr lang="en-US" sz="3200" dirty="0"/>
              <a:t>Overall </a:t>
            </a:r>
            <a:r>
              <a:rPr lang="en-US" sz="3200" dirty="0" err="1"/>
              <a:t>NewCo</a:t>
            </a:r>
            <a:r>
              <a:rPr lang="en-US" sz="3200" dirty="0"/>
              <a:t> Flow – Lead to Quote, Quote to Order, Order to Bill</a:t>
            </a:r>
          </a:p>
        </p:txBody>
      </p:sp>
      <p:sp>
        <p:nvSpPr>
          <p:cNvPr id="5" name="Arrow: Pentagon 4">
            <a:extLst>
              <a:ext uri="{FF2B5EF4-FFF2-40B4-BE49-F238E27FC236}">
                <a16:creationId xmlns:a16="http://schemas.microsoft.com/office/drawing/2014/main" id="{E368D465-648C-1D4D-A439-7D96B3D4266A}"/>
              </a:ext>
            </a:extLst>
          </p:cNvPr>
          <p:cNvSpPr/>
          <p:nvPr/>
        </p:nvSpPr>
        <p:spPr>
          <a:xfrm>
            <a:off x="272923"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Lead</a:t>
            </a:r>
            <a:endParaRPr lang="en-US"/>
          </a:p>
        </p:txBody>
      </p:sp>
      <p:sp>
        <p:nvSpPr>
          <p:cNvPr id="8" name="Arrow: Pentagon 7">
            <a:extLst>
              <a:ext uri="{FF2B5EF4-FFF2-40B4-BE49-F238E27FC236}">
                <a16:creationId xmlns:a16="http://schemas.microsoft.com/office/drawing/2014/main" id="{12340D4F-D2E9-3EB8-6BA0-4D7B8A8481F9}"/>
              </a:ext>
            </a:extLst>
          </p:cNvPr>
          <p:cNvSpPr/>
          <p:nvPr/>
        </p:nvSpPr>
        <p:spPr>
          <a:xfrm>
            <a:off x="1597520"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Opportunity</a:t>
            </a:r>
            <a:endParaRPr lang="en-US"/>
          </a:p>
        </p:txBody>
      </p:sp>
      <p:sp>
        <p:nvSpPr>
          <p:cNvPr id="9" name="Arrow: Pentagon 8">
            <a:extLst>
              <a:ext uri="{FF2B5EF4-FFF2-40B4-BE49-F238E27FC236}">
                <a16:creationId xmlns:a16="http://schemas.microsoft.com/office/drawing/2014/main" id="{59F14C20-9EBD-EC9B-DB84-23664788FFD4}"/>
              </a:ext>
            </a:extLst>
          </p:cNvPr>
          <p:cNvSpPr/>
          <p:nvPr/>
        </p:nvSpPr>
        <p:spPr>
          <a:xfrm>
            <a:off x="2909827"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Project Quote</a:t>
            </a:r>
            <a:endParaRPr lang="en-US"/>
          </a:p>
        </p:txBody>
      </p:sp>
      <p:sp>
        <p:nvSpPr>
          <p:cNvPr id="10" name="Arrow: Pentagon 9">
            <a:extLst>
              <a:ext uri="{FF2B5EF4-FFF2-40B4-BE49-F238E27FC236}">
                <a16:creationId xmlns:a16="http://schemas.microsoft.com/office/drawing/2014/main" id="{5B93A1B5-27EB-279F-8EF7-AB97DDC33286}"/>
              </a:ext>
            </a:extLst>
          </p:cNvPr>
          <p:cNvSpPr/>
          <p:nvPr/>
        </p:nvSpPr>
        <p:spPr>
          <a:xfrm>
            <a:off x="4222134"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Contract (MSA)</a:t>
            </a:r>
            <a:endParaRPr lang="en-US"/>
          </a:p>
        </p:txBody>
      </p:sp>
      <p:sp>
        <p:nvSpPr>
          <p:cNvPr id="11" name="Arrow: Pentagon 10">
            <a:extLst>
              <a:ext uri="{FF2B5EF4-FFF2-40B4-BE49-F238E27FC236}">
                <a16:creationId xmlns:a16="http://schemas.microsoft.com/office/drawing/2014/main" id="{A15ECB59-E04D-B367-8039-6526AB9EAEAB}"/>
              </a:ext>
            </a:extLst>
          </p:cNvPr>
          <p:cNvSpPr/>
          <p:nvPr/>
        </p:nvSpPr>
        <p:spPr>
          <a:xfrm>
            <a:off x="8159055"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Commercial Order</a:t>
            </a:r>
            <a:endParaRPr lang="en-US"/>
          </a:p>
        </p:txBody>
      </p:sp>
      <p:sp>
        <p:nvSpPr>
          <p:cNvPr id="12" name="Arrow: Pentagon 11">
            <a:extLst>
              <a:ext uri="{FF2B5EF4-FFF2-40B4-BE49-F238E27FC236}">
                <a16:creationId xmlns:a16="http://schemas.microsoft.com/office/drawing/2014/main" id="{89C2C1A6-74B2-4CE9-BA4C-F4A1792939BC}"/>
              </a:ext>
            </a:extLst>
          </p:cNvPr>
          <p:cNvSpPr/>
          <p:nvPr/>
        </p:nvSpPr>
        <p:spPr>
          <a:xfrm>
            <a:off x="9471362"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Technical Order (Service/Resource)</a:t>
            </a:r>
            <a:endParaRPr lang="en-US"/>
          </a:p>
        </p:txBody>
      </p:sp>
      <p:sp>
        <p:nvSpPr>
          <p:cNvPr id="14" name="Arrow: Pentagon 13">
            <a:extLst>
              <a:ext uri="{FF2B5EF4-FFF2-40B4-BE49-F238E27FC236}">
                <a16:creationId xmlns:a16="http://schemas.microsoft.com/office/drawing/2014/main" id="{C51272AA-45D8-C3BD-2BF5-BA34755128B4}"/>
              </a:ext>
            </a:extLst>
          </p:cNvPr>
          <p:cNvSpPr/>
          <p:nvPr/>
        </p:nvSpPr>
        <p:spPr>
          <a:xfrm>
            <a:off x="10783669"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Inventory Instantiation and Initial Bill</a:t>
            </a:r>
            <a:endParaRPr lang="en-US"/>
          </a:p>
        </p:txBody>
      </p:sp>
      <p:sp>
        <p:nvSpPr>
          <p:cNvPr id="17" name="Arrow: Pentagon 16">
            <a:extLst>
              <a:ext uri="{FF2B5EF4-FFF2-40B4-BE49-F238E27FC236}">
                <a16:creationId xmlns:a16="http://schemas.microsoft.com/office/drawing/2014/main" id="{37BF1351-20D8-EA7C-29B3-F948A6F8051E}"/>
              </a:ext>
            </a:extLst>
          </p:cNvPr>
          <p:cNvSpPr/>
          <p:nvPr/>
        </p:nvSpPr>
        <p:spPr>
          <a:xfrm>
            <a:off x="5534441"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Project</a:t>
            </a:r>
            <a:endParaRPr lang="en-US"/>
          </a:p>
        </p:txBody>
      </p:sp>
      <p:sp>
        <p:nvSpPr>
          <p:cNvPr id="18" name="Arrow: Pentagon 17">
            <a:extLst>
              <a:ext uri="{FF2B5EF4-FFF2-40B4-BE49-F238E27FC236}">
                <a16:creationId xmlns:a16="http://schemas.microsoft.com/office/drawing/2014/main" id="{628CF2A3-4842-1E65-1AD2-563D67E6E92D}"/>
              </a:ext>
            </a:extLst>
          </p:cNvPr>
          <p:cNvSpPr/>
          <p:nvPr/>
        </p:nvSpPr>
        <p:spPr>
          <a:xfrm>
            <a:off x="6846748" y="1286654"/>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t>Firm Quote &amp; Order Forms</a:t>
            </a:r>
            <a:endParaRPr lang="en-US"/>
          </a:p>
        </p:txBody>
      </p:sp>
      <p:sp>
        <p:nvSpPr>
          <p:cNvPr id="19" name="Arrow: Pentagon 18">
            <a:extLst>
              <a:ext uri="{FF2B5EF4-FFF2-40B4-BE49-F238E27FC236}">
                <a16:creationId xmlns:a16="http://schemas.microsoft.com/office/drawing/2014/main" id="{EED29666-B97D-233F-7A1C-4661939269B4}"/>
              </a:ext>
            </a:extLst>
          </p:cNvPr>
          <p:cNvSpPr/>
          <p:nvPr/>
        </p:nvSpPr>
        <p:spPr>
          <a:xfrm>
            <a:off x="2912584" y="3788471"/>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solidFill>
                  <a:schemeClr val="bg1"/>
                </a:solidFill>
              </a:rPr>
              <a:t>Quote</a:t>
            </a:r>
            <a:endParaRPr lang="en-US">
              <a:solidFill>
                <a:schemeClr val="bg1"/>
              </a:solidFill>
            </a:endParaRPr>
          </a:p>
        </p:txBody>
      </p:sp>
      <p:sp>
        <p:nvSpPr>
          <p:cNvPr id="20" name="Arrow: Pentagon 19">
            <a:extLst>
              <a:ext uri="{FF2B5EF4-FFF2-40B4-BE49-F238E27FC236}">
                <a16:creationId xmlns:a16="http://schemas.microsoft.com/office/drawing/2014/main" id="{F2787E1C-465D-6527-E5D8-3D4AE5CB4D08}"/>
              </a:ext>
            </a:extLst>
          </p:cNvPr>
          <p:cNvSpPr/>
          <p:nvPr/>
        </p:nvSpPr>
        <p:spPr>
          <a:xfrm>
            <a:off x="4227648" y="3788471"/>
            <a:ext cx="1109796" cy="425851"/>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a:solidFill>
                  <a:schemeClr val="bg1"/>
                </a:solidFill>
              </a:rPr>
              <a:t>Order Form and Standard T&amp;Cs</a:t>
            </a:r>
            <a:endParaRPr lang="en-US">
              <a:solidFill>
                <a:schemeClr val="bg1"/>
              </a:solidFill>
            </a:endParaRPr>
          </a:p>
        </p:txBody>
      </p:sp>
      <p:sp>
        <p:nvSpPr>
          <p:cNvPr id="21" name="Arrow: Pentagon 20">
            <a:extLst>
              <a:ext uri="{FF2B5EF4-FFF2-40B4-BE49-F238E27FC236}">
                <a16:creationId xmlns:a16="http://schemas.microsoft.com/office/drawing/2014/main" id="{81DF0E8A-BDDB-1E71-5DB8-CC15A19808CC}"/>
              </a:ext>
            </a:extLst>
          </p:cNvPr>
          <p:cNvSpPr/>
          <p:nvPr/>
        </p:nvSpPr>
        <p:spPr>
          <a:xfrm>
            <a:off x="2826554" y="1016267"/>
            <a:ext cx="3885332" cy="794559"/>
          </a:xfrm>
          <a:prstGeom prst="homePlate">
            <a:avLst>
              <a:gd name="adj" fmla="val 0"/>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GB" sz="800" b="1" dirty="0">
                <a:solidFill>
                  <a:schemeClr val="bg1"/>
                </a:solidFill>
              </a:rPr>
              <a:t>Complex Project Flow</a:t>
            </a:r>
          </a:p>
        </p:txBody>
      </p:sp>
      <p:sp>
        <p:nvSpPr>
          <p:cNvPr id="22" name="TextBox 21">
            <a:extLst>
              <a:ext uri="{FF2B5EF4-FFF2-40B4-BE49-F238E27FC236}">
                <a16:creationId xmlns:a16="http://schemas.microsoft.com/office/drawing/2014/main" id="{78C92AF2-6948-CEA1-8CAE-9F2B7EF76F87}"/>
              </a:ext>
            </a:extLst>
          </p:cNvPr>
          <p:cNvSpPr txBox="1"/>
          <p:nvPr/>
        </p:nvSpPr>
        <p:spPr>
          <a:xfrm>
            <a:off x="272892" y="1952356"/>
            <a:ext cx="2435095" cy="1323439"/>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Sans-Serif" panose="020B0604020202020204" pitchFamily="34" charset="0"/>
              <a:buChar char="•"/>
            </a:pPr>
            <a:r>
              <a:rPr lang="en-GB" sz="800">
                <a:solidFill>
                  <a:schemeClr val="bg1"/>
                </a:solidFill>
                <a:cs typeface="Arial"/>
              </a:rPr>
              <a:t>Establishing a lead and initial information provided to identify the customer. </a:t>
            </a:r>
            <a:endParaRPr lang="en-US" sz="800">
              <a:solidFill>
                <a:schemeClr val="bg1"/>
              </a:solidFill>
              <a:cs typeface="Arial"/>
            </a:endParaRPr>
          </a:p>
          <a:p>
            <a:pPr marL="90170" indent="-80645">
              <a:buFont typeface="Arial,Sans-Serif" panose="020B0604020202020204" pitchFamily="34" charset="0"/>
              <a:buChar char="•"/>
            </a:pPr>
            <a:r>
              <a:rPr lang="en-GB" sz="800">
                <a:solidFill>
                  <a:schemeClr val="bg1"/>
                </a:solidFill>
                <a:cs typeface="Arial"/>
              </a:rPr>
              <a:t>Perform prequalification step</a:t>
            </a:r>
            <a:endParaRPr lang="en-GB">
              <a:solidFill>
                <a:schemeClr val="bg1"/>
              </a:solidFill>
            </a:endParaRPr>
          </a:p>
          <a:p>
            <a:pPr marL="90170" indent="-80645">
              <a:buFont typeface="Arial" panose="020B0604020202020204" pitchFamily="34" charset="0"/>
              <a:buChar char="•"/>
            </a:pPr>
            <a:r>
              <a:rPr lang="en-GB" sz="800">
                <a:solidFill>
                  <a:schemeClr val="bg1"/>
                </a:solidFill>
              </a:rPr>
              <a:t>Onboarding Customer to enable opportunity, quotation, contracting and ordering</a:t>
            </a:r>
            <a:endParaRPr lang="en-GB">
              <a:solidFill>
                <a:schemeClr val="bg1"/>
              </a:solidFill>
            </a:endParaRPr>
          </a:p>
          <a:p>
            <a:pPr marL="90170" indent="-80645">
              <a:buFont typeface="Arial" panose="020B0604020202020204" pitchFamily="34" charset="0"/>
              <a:buChar char="•"/>
            </a:pPr>
            <a:r>
              <a:rPr lang="en-GB" sz="800">
                <a:solidFill>
                  <a:schemeClr val="bg1"/>
                </a:solidFill>
              </a:rPr>
              <a:t>Establishing an opportunity</a:t>
            </a:r>
            <a:endParaRPr lang="en-GB">
              <a:solidFill>
                <a:schemeClr val="bg1"/>
              </a:solidFill>
            </a:endParaRPr>
          </a:p>
          <a:p>
            <a:pPr marL="90170" indent="-80645">
              <a:buFont typeface="Arial" panose="020B0604020202020204" pitchFamily="34" charset="0"/>
              <a:buChar char="•"/>
            </a:pPr>
            <a:r>
              <a:rPr lang="en-GB" sz="800">
                <a:solidFill>
                  <a:schemeClr val="bg1"/>
                </a:solidFill>
              </a:rPr>
              <a:t>Information provided to onboard the customer</a:t>
            </a:r>
            <a:endParaRPr lang="en-GB">
              <a:solidFill>
                <a:schemeClr val="bg1"/>
              </a:solidFill>
            </a:endParaRPr>
          </a:p>
          <a:p>
            <a:pPr marL="90170" indent="-80645">
              <a:buFont typeface="Arial" panose="020B0604020202020204" pitchFamily="34" charset="0"/>
              <a:buChar char="•"/>
            </a:pPr>
            <a:r>
              <a:rPr lang="en-GB" sz="800">
                <a:solidFill>
                  <a:schemeClr val="bg1"/>
                </a:solidFill>
              </a:rPr>
              <a:t>Perform qualification steps.</a:t>
            </a:r>
            <a:endParaRPr lang="en-GB">
              <a:solidFill>
                <a:schemeClr val="bg1"/>
              </a:solidFill>
            </a:endParaRPr>
          </a:p>
          <a:p>
            <a:pPr marL="9525"/>
            <a:endParaRPr lang="en-GB" sz="800">
              <a:solidFill>
                <a:schemeClr val="bg1"/>
              </a:solidFill>
            </a:endParaRPr>
          </a:p>
        </p:txBody>
      </p:sp>
      <p:sp>
        <p:nvSpPr>
          <p:cNvPr id="3" name="TextBox 2">
            <a:extLst>
              <a:ext uri="{FF2B5EF4-FFF2-40B4-BE49-F238E27FC236}">
                <a16:creationId xmlns:a16="http://schemas.microsoft.com/office/drawing/2014/main" id="{4A52245A-9613-6864-39CF-BE8E380DD92E}"/>
              </a:ext>
            </a:extLst>
          </p:cNvPr>
          <p:cNvSpPr txBox="1"/>
          <p:nvPr/>
        </p:nvSpPr>
        <p:spPr>
          <a:xfrm>
            <a:off x="2918097" y="1952355"/>
            <a:ext cx="5038447" cy="1692771"/>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Sans-Serif" panose="020B0604020202020204" pitchFamily="34" charset="0"/>
              <a:buChar char="•"/>
            </a:pPr>
            <a:r>
              <a:rPr lang="en-GB" sz="800">
                <a:solidFill>
                  <a:schemeClr val="bg1"/>
                </a:solidFill>
                <a:cs typeface="Arial"/>
              </a:rPr>
              <a:t>Project quote forms the basis of outlining the sites, the services, their configuration and pricing. Eligibility is validated, P&amp;L calculated and approvals sought both internally and externally.</a:t>
            </a:r>
            <a:endParaRPr lang="en-US" sz="800">
              <a:solidFill>
                <a:schemeClr val="bg1"/>
              </a:solidFill>
              <a:cs typeface="Arial"/>
            </a:endParaRPr>
          </a:p>
          <a:p>
            <a:pPr marL="90170" indent="-80645">
              <a:buFont typeface="Arial,Sans-Serif" panose="020B0604020202020204" pitchFamily="34" charset="0"/>
              <a:buChar char="•"/>
            </a:pPr>
            <a:r>
              <a:rPr lang="en-GB" sz="800">
                <a:solidFill>
                  <a:schemeClr val="bg1"/>
                </a:solidFill>
                <a:cs typeface="Arial"/>
              </a:rPr>
              <a:t>The project quote helps to frame the MSA considering the services, the pricing and other conditions e.g. SLAs, as well as broader contractual terms. </a:t>
            </a:r>
          </a:p>
          <a:p>
            <a:pPr marL="90170" indent="-80645">
              <a:buFont typeface="Arial" panose="020B0604020202020204" pitchFamily="34" charset="0"/>
              <a:buChar char="•"/>
            </a:pPr>
            <a:r>
              <a:rPr lang="en-GB" sz="800">
                <a:solidFill>
                  <a:schemeClr val="bg1"/>
                </a:solidFill>
              </a:rPr>
              <a:t>If the contract is accepted the project for delivery is initiated. Projects may be running from the inception of the RFP through it's response, but here the project frames the phasing and the sites that will be delivered according to scheduling agreed between the client and the project manager.</a:t>
            </a:r>
          </a:p>
          <a:p>
            <a:pPr marL="90170" indent="-80645">
              <a:buFont typeface="Arial" panose="020B0604020202020204" pitchFamily="34" charset="0"/>
              <a:buChar char="•"/>
            </a:pPr>
            <a:r>
              <a:rPr lang="en-GB" sz="800">
                <a:solidFill>
                  <a:schemeClr val="bg1"/>
                </a:solidFill>
              </a:rPr>
              <a:t>Firm quotes are raised for the deliveries, and service contracts need to be signed by the customer to convert the firm quote into an order. For projects multiple firm quotes need to be raised reflecting segments of the project quote and an aggregate of service contracts should be signed for</a:t>
            </a:r>
          </a:p>
          <a:p>
            <a:pPr marL="90170" indent="-80645">
              <a:buFont typeface="Arial" panose="020B0604020202020204" pitchFamily="34" charset="0"/>
              <a:buChar char="•"/>
            </a:pPr>
            <a:r>
              <a:rPr lang="en-GB" sz="800">
                <a:solidFill>
                  <a:schemeClr val="bg1"/>
                </a:solidFill>
              </a:rPr>
              <a:t>Further onboarding of contacts, site information and billing details can occur here to facilitate the order.</a:t>
            </a:r>
          </a:p>
          <a:p>
            <a:pPr marL="9525"/>
            <a:endParaRPr lang="en-GB" sz="800">
              <a:solidFill>
                <a:schemeClr val="bg1"/>
              </a:solidFill>
            </a:endParaRPr>
          </a:p>
        </p:txBody>
      </p:sp>
      <p:cxnSp>
        <p:nvCxnSpPr>
          <p:cNvPr id="15" name="Straight Arrow Connector 14">
            <a:extLst>
              <a:ext uri="{FF2B5EF4-FFF2-40B4-BE49-F238E27FC236}">
                <a16:creationId xmlns:a16="http://schemas.microsoft.com/office/drawing/2014/main" id="{F02CE8D2-27C4-0A54-40AD-B4CAA993BF73}"/>
              </a:ext>
            </a:extLst>
          </p:cNvPr>
          <p:cNvCxnSpPr>
            <a:cxnSpLocks/>
          </p:cNvCxnSpPr>
          <p:nvPr/>
        </p:nvCxnSpPr>
        <p:spPr>
          <a:xfrm>
            <a:off x="1382719" y="1499580"/>
            <a:ext cx="2148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2EB01E7-B6C6-3909-4795-97550DD291E8}"/>
              </a:ext>
            </a:extLst>
          </p:cNvPr>
          <p:cNvCxnSpPr>
            <a:cxnSpLocks/>
          </p:cNvCxnSpPr>
          <p:nvPr/>
        </p:nvCxnSpPr>
        <p:spPr>
          <a:xfrm>
            <a:off x="2707316"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8B89B4B-353D-86F6-A28A-ECAF078AB0E1}"/>
              </a:ext>
            </a:extLst>
          </p:cNvPr>
          <p:cNvCxnSpPr>
            <a:cxnSpLocks/>
          </p:cNvCxnSpPr>
          <p:nvPr/>
        </p:nvCxnSpPr>
        <p:spPr>
          <a:xfrm>
            <a:off x="4019623"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9DC1C66-B9B1-6458-6C26-E93D45E8BFDF}"/>
              </a:ext>
            </a:extLst>
          </p:cNvPr>
          <p:cNvCxnSpPr>
            <a:cxnSpLocks/>
          </p:cNvCxnSpPr>
          <p:nvPr/>
        </p:nvCxnSpPr>
        <p:spPr>
          <a:xfrm>
            <a:off x="5331930"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FB7AB67-FC01-8388-85D8-151279A42848}"/>
              </a:ext>
            </a:extLst>
          </p:cNvPr>
          <p:cNvCxnSpPr>
            <a:cxnSpLocks/>
          </p:cNvCxnSpPr>
          <p:nvPr/>
        </p:nvCxnSpPr>
        <p:spPr>
          <a:xfrm>
            <a:off x="6644237"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E90AB94-F383-95EA-7E04-21D5D202CC49}"/>
              </a:ext>
            </a:extLst>
          </p:cNvPr>
          <p:cNvCxnSpPr>
            <a:cxnSpLocks/>
          </p:cNvCxnSpPr>
          <p:nvPr/>
        </p:nvCxnSpPr>
        <p:spPr>
          <a:xfrm>
            <a:off x="7956544"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18723FD-C25F-651F-EEFD-AAE56A06EF4E}"/>
              </a:ext>
            </a:extLst>
          </p:cNvPr>
          <p:cNvCxnSpPr>
            <a:cxnSpLocks/>
          </p:cNvCxnSpPr>
          <p:nvPr/>
        </p:nvCxnSpPr>
        <p:spPr>
          <a:xfrm>
            <a:off x="9268851"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BD478B5-CA6D-63D8-7E9B-C543801AE8F7}"/>
              </a:ext>
            </a:extLst>
          </p:cNvPr>
          <p:cNvCxnSpPr>
            <a:cxnSpLocks/>
          </p:cNvCxnSpPr>
          <p:nvPr/>
        </p:nvCxnSpPr>
        <p:spPr>
          <a:xfrm>
            <a:off x="10581158" y="1499580"/>
            <a:ext cx="2025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58B0DF8D-34C9-2571-A924-B192F422A292}"/>
              </a:ext>
            </a:extLst>
          </p:cNvPr>
          <p:cNvCxnSpPr>
            <a:cxnSpLocks/>
          </p:cNvCxnSpPr>
          <p:nvPr/>
        </p:nvCxnSpPr>
        <p:spPr>
          <a:xfrm>
            <a:off x="2707316" y="1499580"/>
            <a:ext cx="205268" cy="250181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1D1C0492-2F4F-FD6D-250A-8158A1B1E583}"/>
              </a:ext>
            </a:extLst>
          </p:cNvPr>
          <p:cNvCxnSpPr>
            <a:cxnSpLocks/>
          </p:cNvCxnSpPr>
          <p:nvPr/>
        </p:nvCxnSpPr>
        <p:spPr>
          <a:xfrm flipV="1">
            <a:off x="5337444" y="1499580"/>
            <a:ext cx="2821611" cy="2501817"/>
          </a:xfrm>
          <a:prstGeom prst="bentConnector3">
            <a:avLst>
              <a:gd name="adj1" fmla="val 94952"/>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E2DBA62-1BCD-663B-94BA-24425F009C6A}"/>
              </a:ext>
            </a:extLst>
          </p:cNvPr>
          <p:cNvSpPr txBox="1"/>
          <p:nvPr/>
        </p:nvSpPr>
        <p:spPr>
          <a:xfrm>
            <a:off x="8096808" y="1952356"/>
            <a:ext cx="3819573" cy="830997"/>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Sans-Serif" panose="020B0604020202020204" pitchFamily="34" charset="0"/>
              <a:buChar char="•"/>
            </a:pPr>
            <a:r>
              <a:rPr lang="en-GB" sz="800">
                <a:solidFill>
                  <a:schemeClr val="bg1"/>
                </a:solidFill>
                <a:cs typeface="Arial"/>
              </a:rPr>
              <a:t>Creation of the commercial order, with decomposition and orchestration  leading to the creation of service orders and resource orders. </a:t>
            </a:r>
            <a:endParaRPr lang="en-US" sz="800">
              <a:solidFill>
                <a:schemeClr val="bg1"/>
              </a:solidFill>
              <a:cs typeface="Arial"/>
            </a:endParaRPr>
          </a:p>
          <a:p>
            <a:pPr marL="90170" indent="-80645">
              <a:buFont typeface="Arial,Sans-Serif" panose="020B0604020202020204" pitchFamily="34" charset="0"/>
              <a:buChar char="•"/>
            </a:pPr>
            <a:r>
              <a:rPr lang="en-GB" sz="800">
                <a:solidFill>
                  <a:schemeClr val="bg1"/>
                </a:solidFill>
                <a:cs typeface="Arial"/>
              </a:rPr>
              <a:t>The conclusion of the order results in the instantiation of the commercial and technical inventories and the triggering of billing.</a:t>
            </a:r>
          </a:p>
          <a:p>
            <a:pPr marL="9525"/>
            <a:endParaRPr lang="en-GB" sz="800">
              <a:solidFill>
                <a:schemeClr val="bg1"/>
              </a:solidFill>
            </a:endParaRPr>
          </a:p>
        </p:txBody>
      </p:sp>
      <p:sp>
        <p:nvSpPr>
          <p:cNvPr id="6" name="TextBox 5">
            <a:extLst>
              <a:ext uri="{FF2B5EF4-FFF2-40B4-BE49-F238E27FC236}">
                <a16:creationId xmlns:a16="http://schemas.microsoft.com/office/drawing/2014/main" id="{51BBE54F-2878-DF90-C0F5-42B985CCE249}"/>
              </a:ext>
            </a:extLst>
          </p:cNvPr>
          <p:cNvSpPr txBox="1"/>
          <p:nvPr/>
        </p:nvSpPr>
        <p:spPr>
          <a:xfrm>
            <a:off x="2913061" y="4369506"/>
            <a:ext cx="2413630" cy="954107"/>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Sans-Serif" panose="020B0604020202020204" pitchFamily="34" charset="0"/>
              <a:buChar char="•"/>
            </a:pPr>
            <a:r>
              <a:rPr lang="en-GB" sz="800" dirty="0">
                <a:solidFill>
                  <a:schemeClr val="bg1"/>
                </a:solidFill>
                <a:cs typeface="Arial"/>
              </a:rPr>
              <a:t>For simple cases e.g. single service, single site, the customer can raise a quote through self serve or through an OB Sales Agent.</a:t>
            </a:r>
          </a:p>
          <a:p>
            <a:pPr marL="90170" indent="-80645">
              <a:buFont typeface="Arial,Sans-Serif" panose="020B0604020202020204" pitchFamily="34" charset="0"/>
              <a:buChar char="•"/>
            </a:pPr>
            <a:r>
              <a:rPr lang="en-GB" sz="800" dirty="0">
                <a:solidFill>
                  <a:schemeClr val="bg1"/>
                </a:solidFill>
                <a:cs typeface="Arial"/>
              </a:rPr>
              <a:t>The generation of a standard contract can be automated leveraging the standard pricing. </a:t>
            </a:r>
          </a:p>
          <a:p>
            <a:pPr marL="9525"/>
            <a:endParaRPr lang="en-GB" sz="800" dirty="0">
              <a:solidFill>
                <a:schemeClr val="bg1"/>
              </a:solidFill>
            </a:endParaRPr>
          </a:p>
        </p:txBody>
      </p:sp>
      <p:sp>
        <p:nvSpPr>
          <p:cNvPr id="13" name="Arrow: Pentagon 12">
            <a:extLst>
              <a:ext uri="{FF2B5EF4-FFF2-40B4-BE49-F238E27FC236}">
                <a16:creationId xmlns:a16="http://schemas.microsoft.com/office/drawing/2014/main" id="{C5162592-C04A-E4DE-2831-31A451876E62}"/>
              </a:ext>
            </a:extLst>
          </p:cNvPr>
          <p:cNvSpPr/>
          <p:nvPr/>
        </p:nvSpPr>
        <p:spPr>
          <a:xfrm>
            <a:off x="306510" y="5317748"/>
            <a:ext cx="5136276" cy="27822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a:t>Prospect or Customer</a:t>
            </a:r>
          </a:p>
        </p:txBody>
      </p:sp>
      <p:sp>
        <p:nvSpPr>
          <p:cNvPr id="16" name="Arrow: Chevron 15">
            <a:extLst>
              <a:ext uri="{FF2B5EF4-FFF2-40B4-BE49-F238E27FC236}">
                <a16:creationId xmlns:a16="http://schemas.microsoft.com/office/drawing/2014/main" id="{B0C474F6-CB93-8E0C-640A-2612CA40EC8A}"/>
              </a:ext>
            </a:extLst>
          </p:cNvPr>
          <p:cNvSpPr/>
          <p:nvPr/>
        </p:nvSpPr>
        <p:spPr>
          <a:xfrm>
            <a:off x="5442786" y="5317748"/>
            <a:ext cx="6484297" cy="27572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a:solidFill>
                  <a:schemeClr val="bg1"/>
                </a:solidFill>
              </a:rPr>
              <a:t>Customer</a:t>
            </a:r>
          </a:p>
        </p:txBody>
      </p:sp>
      <p:cxnSp>
        <p:nvCxnSpPr>
          <p:cNvPr id="26" name="Straight Arrow Connector 25">
            <a:extLst>
              <a:ext uri="{FF2B5EF4-FFF2-40B4-BE49-F238E27FC236}">
                <a16:creationId xmlns:a16="http://schemas.microsoft.com/office/drawing/2014/main" id="{F50B3AE8-143F-9CD2-6A4D-DC587E1BA82A}"/>
              </a:ext>
            </a:extLst>
          </p:cNvPr>
          <p:cNvCxnSpPr>
            <a:cxnSpLocks/>
          </p:cNvCxnSpPr>
          <p:nvPr/>
        </p:nvCxnSpPr>
        <p:spPr>
          <a:xfrm>
            <a:off x="4022380" y="4001397"/>
            <a:ext cx="2052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5AE4B85-4CAB-BBF8-5750-28CCA72AA48B}"/>
              </a:ext>
            </a:extLst>
          </p:cNvPr>
          <p:cNvSpPr txBox="1"/>
          <p:nvPr/>
        </p:nvSpPr>
        <p:spPr>
          <a:xfrm>
            <a:off x="373476" y="5683698"/>
            <a:ext cx="4963968" cy="707886"/>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Sans-Serif" panose="020B0604020202020204" pitchFamily="34" charset="0"/>
              <a:buChar char="•"/>
            </a:pPr>
            <a:r>
              <a:rPr lang="en-GB" sz="800">
                <a:solidFill>
                  <a:schemeClr val="bg1"/>
                </a:solidFill>
                <a:cs typeface="Arial"/>
              </a:rPr>
              <a:t>These stages of the process will be engaged by both existing customers and prospective customers.</a:t>
            </a:r>
          </a:p>
          <a:p>
            <a:pPr marL="90170" indent="-80645">
              <a:buFont typeface="Arial,Sans-Serif" panose="020B0604020202020204" pitchFamily="34" charset="0"/>
              <a:buChar char="•"/>
            </a:pPr>
            <a:r>
              <a:rPr lang="en-GB" sz="800">
                <a:solidFill>
                  <a:schemeClr val="bg1"/>
                </a:solidFill>
                <a:cs typeface="Arial"/>
              </a:rPr>
              <a:t>Key differences in steps revolve around customer onboardings, and where existing contracts may apply, delivering amendments to such contracts to cover services provisioned outside of original terms.</a:t>
            </a:r>
            <a:endParaRPr lang="en-GB">
              <a:solidFill>
                <a:schemeClr val="bg1"/>
              </a:solidFill>
            </a:endParaRPr>
          </a:p>
          <a:p>
            <a:pPr marL="9525"/>
            <a:endParaRPr lang="en-GB" sz="800">
              <a:solidFill>
                <a:schemeClr val="bg1"/>
              </a:solidFill>
            </a:endParaRPr>
          </a:p>
        </p:txBody>
      </p:sp>
      <p:sp>
        <p:nvSpPr>
          <p:cNvPr id="28" name="TextBox 27">
            <a:extLst>
              <a:ext uri="{FF2B5EF4-FFF2-40B4-BE49-F238E27FC236}">
                <a16:creationId xmlns:a16="http://schemas.microsoft.com/office/drawing/2014/main" id="{003B2E42-86C3-F827-009B-95581C92E0CD}"/>
              </a:ext>
            </a:extLst>
          </p:cNvPr>
          <p:cNvSpPr txBox="1"/>
          <p:nvPr/>
        </p:nvSpPr>
        <p:spPr>
          <a:xfrm>
            <a:off x="5509040" y="5679398"/>
            <a:ext cx="4963968" cy="338554"/>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Sans-Serif" panose="020B0604020202020204" pitchFamily="34" charset="0"/>
              <a:buChar char="•"/>
            </a:pPr>
            <a:r>
              <a:rPr lang="en-GB" sz="800">
                <a:solidFill>
                  <a:schemeClr val="bg1"/>
                </a:solidFill>
                <a:cs typeface="Arial"/>
              </a:rPr>
              <a:t>From this point on, once the contract is signed, we are dealing with an existing customer now.</a:t>
            </a:r>
            <a:endParaRPr lang="en-GB" sz="800">
              <a:solidFill>
                <a:schemeClr val="bg1"/>
              </a:solidFill>
            </a:endParaRPr>
          </a:p>
        </p:txBody>
      </p:sp>
    </p:spTree>
    <p:extLst>
      <p:ext uri="{BB962C8B-B14F-4D97-AF65-F5344CB8AC3E}">
        <p14:creationId xmlns:p14="http://schemas.microsoft.com/office/powerpoint/2010/main" val="34534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2C32C8CB-34AE-2849-6803-2FEB3A459BA5}"/>
              </a:ext>
            </a:extLst>
          </p:cNvPr>
          <p:cNvSpPr/>
          <p:nvPr/>
        </p:nvSpPr>
        <p:spPr>
          <a:xfrm>
            <a:off x="118191" y="44026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Lead Generation</a:t>
            </a:r>
          </a:p>
        </p:txBody>
      </p:sp>
      <p:sp>
        <p:nvSpPr>
          <p:cNvPr id="5" name="TextBox 4">
            <a:extLst>
              <a:ext uri="{FF2B5EF4-FFF2-40B4-BE49-F238E27FC236}">
                <a16:creationId xmlns:a16="http://schemas.microsoft.com/office/drawing/2014/main" id="{FFB0F9A6-8EB4-3508-4444-E96A497DC3E8}"/>
              </a:ext>
            </a:extLst>
          </p:cNvPr>
          <p:cNvSpPr txBox="1"/>
          <p:nvPr/>
        </p:nvSpPr>
        <p:spPr>
          <a:xfrm>
            <a:off x="144001" y="808481"/>
            <a:ext cx="1604395" cy="1692771"/>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Acquire leads from various sources.</a:t>
            </a:r>
          </a:p>
          <a:p>
            <a:pPr marL="90170" indent="-80645">
              <a:buFont typeface="Arial" panose="020B0604020202020204" pitchFamily="34" charset="0"/>
              <a:buChar char="•"/>
            </a:pPr>
            <a:r>
              <a:rPr lang="en-GB" sz="800">
                <a:solidFill>
                  <a:schemeClr val="bg1"/>
                </a:solidFill>
              </a:rPr>
              <a:t>Minimum information required to identify a contact person.</a:t>
            </a:r>
          </a:p>
          <a:p>
            <a:pPr marL="90170" indent="-80645">
              <a:buFont typeface="Arial" panose="020B0604020202020204" pitchFamily="34" charset="0"/>
              <a:buChar char="•"/>
            </a:pPr>
            <a:r>
              <a:rPr lang="en-GB" sz="800">
                <a:solidFill>
                  <a:schemeClr val="bg1"/>
                </a:solidFill>
              </a:rPr>
              <a:t>Auto-lead capture upon interaction with OB including catalogue browsing and quote config, bulk lead upload via file, manual lead creation.</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
        <p:nvSpPr>
          <p:cNvPr id="6" name="ZoneTexte 1075">
            <a:extLst>
              <a:ext uri="{FF2B5EF4-FFF2-40B4-BE49-F238E27FC236}">
                <a16:creationId xmlns:a16="http://schemas.microsoft.com/office/drawing/2014/main" id="{BBCDA4AE-F673-7CD3-2375-BBC73EE21222}"/>
              </a:ext>
            </a:extLst>
          </p:cNvPr>
          <p:cNvSpPr txBox="1"/>
          <p:nvPr/>
        </p:nvSpPr>
        <p:spPr>
          <a:xfrm>
            <a:off x="118190" y="138788"/>
            <a:ext cx="6757357"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Lead</a:t>
            </a:r>
          </a:p>
        </p:txBody>
      </p:sp>
      <p:sp>
        <p:nvSpPr>
          <p:cNvPr id="7" name="Arrow: Pentagon 6">
            <a:extLst>
              <a:ext uri="{FF2B5EF4-FFF2-40B4-BE49-F238E27FC236}">
                <a16:creationId xmlns:a16="http://schemas.microsoft.com/office/drawing/2014/main" id="{B221626D-5E3A-8EAB-4554-AF8B60E4FA5B}"/>
              </a:ext>
            </a:extLst>
          </p:cNvPr>
          <p:cNvSpPr/>
          <p:nvPr/>
        </p:nvSpPr>
        <p:spPr>
          <a:xfrm>
            <a:off x="1830643" y="44026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Lead Qualification</a:t>
            </a:r>
          </a:p>
        </p:txBody>
      </p:sp>
      <p:sp>
        <p:nvSpPr>
          <p:cNvPr id="8" name="Arrow: Pentagon 7">
            <a:extLst>
              <a:ext uri="{FF2B5EF4-FFF2-40B4-BE49-F238E27FC236}">
                <a16:creationId xmlns:a16="http://schemas.microsoft.com/office/drawing/2014/main" id="{77079AAE-7590-4F30-986C-A174E6F8E4AB}"/>
              </a:ext>
            </a:extLst>
          </p:cNvPr>
          <p:cNvSpPr/>
          <p:nvPr/>
        </p:nvSpPr>
        <p:spPr>
          <a:xfrm>
            <a:off x="3543095" y="44026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Lead Activation</a:t>
            </a:r>
          </a:p>
        </p:txBody>
      </p:sp>
      <p:sp>
        <p:nvSpPr>
          <p:cNvPr id="9" name="Arrow: Pentagon 8">
            <a:extLst>
              <a:ext uri="{FF2B5EF4-FFF2-40B4-BE49-F238E27FC236}">
                <a16:creationId xmlns:a16="http://schemas.microsoft.com/office/drawing/2014/main" id="{6F7078BC-70F5-8832-6A91-1B9078D258E7}"/>
              </a:ext>
            </a:extLst>
          </p:cNvPr>
          <p:cNvSpPr/>
          <p:nvPr/>
        </p:nvSpPr>
        <p:spPr>
          <a:xfrm>
            <a:off x="5255547" y="441397"/>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Lead Performance / Reporting</a:t>
            </a:r>
          </a:p>
        </p:txBody>
      </p:sp>
      <p:sp>
        <p:nvSpPr>
          <p:cNvPr id="10" name="Arrow: Pentagon 9">
            <a:extLst>
              <a:ext uri="{FF2B5EF4-FFF2-40B4-BE49-F238E27FC236}">
                <a16:creationId xmlns:a16="http://schemas.microsoft.com/office/drawing/2014/main" id="{532F01B8-5470-CD36-8D93-A27396BC4F79}"/>
              </a:ext>
            </a:extLst>
          </p:cNvPr>
          <p:cNvSpPr/>
          <p:nvPr/>
        </p:nvSpPr>
        <p:spPr>
          <a:xfrm>
            <a:off x="6967999" y="43913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Opportunity Creation / Categorisation</a:t>
            </a:r>
          </a:p>
        </p:txBody>
      </p:sp>
      <p:sp>
        <p:nvSpPr>
          <p:cNvPr id="11" name="Arrow: Pentagon 10">
            <a:extLst>
              <a:ext uri="{FF2B5EF4-FFF2-40B4-BE49-F238E27FC236}">
                <a16:creationId xmlns:a16="http://schemas.microsoft.com/office/drawing/2014/main" id="{12E8A578-8D09-CD4C-9ACE-1318E2BE06E5}"/>
              </a:ext>
            </a:extLst>
          </p:cNvPr>
          <p:cNvSpPr/>
          <p:nvPr/>
        </p:nvSpPr>
        <p:spPr>
          <a:xfrm>
            <a:off x="8680451" y="43913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Opportunity Qualification</a:t>
            </a:r>
          </a:p>
        </p:txBody>
      </p:sp>
      <p:sp>
        <p:nvSpPr>
          <p:cNvPr id="12" name="Arrow: Pentagon 11">
            <a:extLst>
              <a:ext uri="{FF2B5EF4-FFF2-40B4-BE49-F238E27FC236}">
                <a16:creationId xmlns:a16="http://schemas.microsoft.com/office/drawing/2014/main" id="{E3C0297F-DD98-FCCF-38AD-C56B3C8BA6A5}"/>
              </a:ext>
            </a:extLst>
          </p:cNvPr>
          <p:cNvSpPr/>
          <p:nvPr/>
        </p:nvSpPr>
        <p:spPr>
          <a:xfrm>
            <a:off x="10392903" y="44026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Proposal and Negotiation</a:t>
            </a:r>
          </a:p>
        </p:txBody>
      </p:sp>
      <p:sp>
        <p:nvSpPr>
          <p:cNvPr id="13" name="ZoneTexte 1075">
            <a:extLst>
              <a:ext uri="{FF2B5EF4-FFF2-40B4-BE49-F238E27FC236}">
                <a16:creationId xmlns:a16="http://schemas.microsoft.com/office/drawing/2014/main" id="{89C979D7-1898-F2FE-5F4F-406C5B9E6164}"/>
              </a:ext>
            </a:extLst>
          </p:cNvPr>
          <p:cNvSpPr txBox="1"/>
          <p:nvPr/>
        </p:nvSpPr>
        <p:spPr>
          <a:xfrm>
            <a:off x="6967999" y="138788"/>
            <a:ext cx="5044905"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Opportunity</a:t>
            </a:r>
          </a:p>
        </p:txBody>
      </p:sp>
      <p:sp>
        <p:nvSpPr>
          <p:cNvPr id="14" name="Arrow: Pentagon 13">
            <a:extLst>
              <a:ext uri="{FF2B5EF4-FFF2-40B4-BE49-F238E27FC236}">
                <a16:creationId xmlns:a16="http://schemas.microsoft.com/office/drawing/2014/main" id="{D7DB1CB8-0C24-D6F9-FDF2-496F0B9AAECE}"/>
              </a:ext>
            </a:extLst>
          </p:cNvPr>
          <p:cNvSpPr/>
          <p:nvPr/>
        </p:nvSpPr>
        <p:spPr>
          <a:xfrm>
            <a:off x="118190" y="354711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Opportunity Closure</a:t>
            </a:r>
          </a:p>
        </p:txBody>
      </p:sp>
      <p:sp>
        <p:nvSpPr>
          <p:cNvPr id="15" name="Arrow: Pentagon 14">
            <a:extLst>
              <a:ext uri="{FF2B5EF4-FFF2-40B4-BE49-F238E27FC236}">
                <a16:creationId xmlns:a16="http://schemas.microsoft.com/office/drawing/2014/main" id="{AFC80597-10D3-CA20-6DFE-750816102CCB}"/>
              </a:ext>
            </a:extLst>
          </p:cNvPr>
          <p:cNvSpPr/>
          <p:nvPr/>
        </p:nvSpPr>
        <p:spPr>
          <a:xfrm>
            <a:off x="1830642" y="354711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Opportunity Performance / Reporting</a:t>
            </a:r>
          </a:p>
        </p:txBody>
      </p:sp>
      <p:sp>
        <p:nvSpPr>
          <p:cNvPr id="16" name="Arrow: Pentagon 15">
            <a:extLst>
              <a:ext uri="{FF2B5EF4-FFF2-40B4-BE49-F238E27FC236}">
                <a16:creationId xmlns:a16="http://schemas.microsoft.com/office/drawing/2014/main" id="{CDABFCCB-12F0-E3CC-F742-DC627B4B0FA7}"/>
              </a:ext>
            </a:extLst>
          </p:cNvPr>
          <p:cNvSpPr/>
          <p:nvPr/>
        </p:nvSpPr>
        <p:spPr>
          <a:xfrm>
            <a:off x="3543094" y="35482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Sales Cadences</a:t>
            </a:r>
          </a:p>
        </p:txBody>
      </p:sp>
      <p:sp>
        <p:nvSpPr>
          <p:cNvPr id="17" name="ZoneTexte 1075">
            <a:extLst>
              <a:ext uri="{FF2B5EF4-FFF2-40B4-BE49-F238E27FC236}">
                <a16:creationId xmlns:a16="http://schemas.microsoft.com/office/drawing/2014/main" id="{DD051033-EEEA-E52B-4503-B8595CFB8EB3}"/>
              </a:ext>
            </a:extLst>
          </p:cNvPr>
          <p:cNvSpPr txBox="1"/>
          <p:nvPr/>
        </p:nvSpPr>
        <p:spPr>
          <a:xfrm>
            <a:off x="118190" y="3257143"/>
            <a:ext cx="5044905"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Opportunity</a:t>
            </a:r>
          </a:p>
        </p:txBody>
      </p:sp>
      <p:sp>
        <p:nvSpPr>
          <p:cNvPr id="18" name="ZoneTexte 1075">
            <a:extLst>
              <a:ext uri="{FF2B5EF4-FFF2-40B4-BE49-F238E27FC236}">
                <a16:creationId xmlns:a16="http://schemas.microsoft.com/office/drawing/2014/main" id="{C3BEEC79-D0A2-07A8-650B-817D1E44FFE4}"/>
              </a:ext>
            </a:extLst>
          </p:cNvPr>
          <p:cNvSpPr txBox="1"/>
          <p:nvPr/>
        </p:nvSpPr>
        <p:spPr>
          <a:xfrm>
            <a:off x="5255546" y="3257142"/>
            <a:ext cx="6757357"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Customer Referential</a:t>
            </a:r>
          </a:p>
        </p:txBody>
      </p:sp>
      <p:sp>
        <p:nvSpPr>
          <p:cNvPr id="19" name="Arrow: Pentagon 18">
            <a:extLst>
              <a:ext uri="{FF2B5EF4-FFF2-40B4-BE49-F238E27FC236}">
                <a16:creationId xmlns:a16="http://schemas.microsoft.com/office/drawing/2014/main" id="{160C1455-A55A-4992-8672-6AE3FA63789B}"/>
              </a:ext>
            </a:extLst>
          </p:cNvPr>
          <p:cNvSpPr/>
          <p:nvPr/>
        </p:nvSpPr>
        <p:spPr>
          <a:xfrm>
            <a:off x="5255547" y="35482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Account Onboarding</a:t>
            </a:r>
          </a:p>
        </p:txBody>
      </p:sp>
      <p:sp>
        <p:nvSpPr>
          <p:cNvPr id="20" name="Arrow: Pentagon 19">
            <a:extLst>
              <a:ext uri="{FF2B5EF4-FFF2-40B4-BE49-F238E27FC236}">
                <a16:creationId xmlns:a16="http://schemas.microsoft.com/office/drawing/2014/main" id="{4440D11D-15D9-1437-7876-6B954C871279}"/>
              </a:ext>
            </a:extLst>
          </p:cNvPr>
          <p:cNvSpPr/>
          <p:nvPr/>
        </p:nvSpPr>
        <p:spPr>
          <a:xfrm>
            <a:off x="6967999" y="3545990"/>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Contact Onboarding</a:t>
            </a:r>
          </a:p>
        </p:txBody>
      </p:sp>
      <p:sp>
        <p:nvSpPr>
          <p:cNvPr id="21" name="Arrow: Pentagon 20">
            <a:extLst>
              <a:ext uri="{FF2B5EF4-FFF2-40B4-BE49-F238E27FC236}">
                <a16:creationId xmlns:a16="http://schemas.microsoft.com/office/drawing/2014/main" id="{F9572865-133B-DF01-5788-56BC233F4149}"/>
              </a:ext>
            </a:extLst>
          </p:cNvPr>
          <p:cNvSpPr/>
          <p:nvPr/>
        </p:nvSpPr>
        <p:spPr>
          <a:xfrm>
            <a:off x="8680451" y="3545990"/>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Site Onboarding</a:t>
            </a:r>
          </a:p>
        </p:txBody>
      </p:sp>
      <p:sp>
        <p:nvSpPr>
          <p:cNvPr id="22" name="Arrow: Pentagon 21">
            <a:extLst>
              <a:ext uri="{FF2B5EF4-FFF2-40B4-BE49-F238E27FC236}">
                <a16:creationId xmlns:a16="http://schemas.microsoft.com/office/drawing/2014/main" id="{4FA1EF00-45F7-63F7-8C1C-0D9D02EDA7C2}"/>
              </a:ext>
            </a:extLst>
          </p:cNvPr>
          <p:cNvSpPr/>
          <p:nvPr/>
        </p:nvSpPr>
        <p:spPr>
          <a:xfrm>
            <a:off x="10392903" y="354711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Billing Details</a:t>
            </a:r>
          </a:p>
        </p:txBody>
      </p:sp>
      <p:sp>
        <p:nvSpPr>
          <p:cNvPr id="23" name="TextBox 22">
            <a:extLst>
              <a:ext uri="{FF2B5EF4-FFF2-40B4-BE49-F238E27FC236}">
                <a16:creationId xmlns:a16="http://schemas.microsoft.com/office/drawing/2014/main" id="{07A3754C-207F-995C-28A6-E56AEC25EAF3}"/>
              </a:ext>
            </a:extLst>
          </p:cNvPr>
          <p:cNvSpPr txBox="1"/>
          <p:nvPr/>
        </p:nvSpPr>
        <p:spPr>
          <a:xfrm>
            <a:off x="1830642" y="887136"/>
            <a:ext cx="1604395" cy="2308324"/>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Verify and categorise leads based of relevance, existing customer status, alignment to target profiles.</a:t>
            </a:r>
          </a:p>
          <a:p>
            <a:pPr marL="90170" indent="-80645">
              <a:buFont typeface="Arial" panose="020B0604020202020204" pitchFamily="34" charset="0"/>
              <a:buChar char="•"/>
            </a:pPr>
            <a:r>
              <a:rPr lang="en-GB" sz="800" dirty="0">
                <a:solidFill>
                  <a:schemeClr val="bg1"/>
                </a:solidFill>
              </a:rPr>
              <a:t>Routing to marketing team to qualify upon creation of contact.</a:t>
            </a:r>
          </a:p>
          <a:p>
            <a:pPr marL="90170" indent="-80645">
              <a:buFont typeface="Arial" panose="020B0604020202020204" pitchFamily="34" charset="0"/>
              <a:buChar char="•"/>
            </a:pPr>
            <a:r>
              <a:rPr lang="en-GB" sz="800" dirty="0">
                <a:solidFill>
                  <a:schemeClr val="bg1"/>
                </a:solidFill>
              </a:rPr>
              <a:t>Enrichment of lead information to support qualification/targeting. </a:t>
            </a:r>
          </a:p>
          <a:p>
            <a:pPr marL="90170" indent="-80645">
              <a:buFont typeface="Arial" panose="020B0604020202020204" pitchFamily="34" charset="0"/>
              <a:buChar char="•"/>
            </a:pPr>
            <a:r>
              <a:rPr lang="en-GB" sz="800" dirty="0">
                <a:solidFill>
                  <a:schemeClr val="bg1"/>
                </a:solidFill>
              </a:rPr>
              <a:t>Lead assignment to sales representatives, based on geography, industry, product interests.</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a:t>
            </a:r>
            <a:r>
              <a:rPr lang="en-GB" sz="800" dirty="0">
                <a:solidFill>
                  <a:schemeClr val="bg2"/>
                </a:solidFill>
              </a:rPr>
              <a:t>but referencing high-level product offers in catalogue.</a:t>
            </a:r>
          </a:p>
          <a:p>
            <a:pPr marL="9525"/>
            <a:endParaRPr lang="en-GB" sz="800" dirty="0">
              <a:solidFill>
                <a:schemeClr val="bg1"/>
              </a:solidFill>
            </a:endParaRPr>
          </a:p>
        </p:txBody>
      </p:sp>
      <p:sp>
        <p:nvSpPr>
          <p:cNvPr id="24" name="TextBox 23">
            <a:extLst>
              <a:ext uri="{FF2B5EF4-FFF2-40B4-BE49-F238E27FC236}">
                <a16:creationId xmlns:a16="http://schemas.microsoft.com/office/drawing/2014/main" id="{87015ACD-B040-6F55-0AC0-52BFB9673D5F}"/>
              </a:ext>
            </a:extLst>
          </p:cNvPr>
          <p:cNvSpPr txBox="1"/>
          <p:nvPr/>
        </p:nvSpPr>
        <p:spPr>
          <a:xfrm>
            <a:off x="3527283" y="808480"/>
            <a:ext cx="1604395" cy="1938992"/>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Standardised assignment of score to lead based on engagement level with marketing, fit with OB products and solutions, intent and interest. MQL (Marketing Qualified Lead)</a:t>
            </a:r>
          </a:p>
          <a:p>
            <a:pPr marL="90170" indent="-80645">
              <a:buFont typeface="Arial" panose="020B0604020202020204" pitchFamily="34" charset="0"/>
              <a:buChar char="•"/>
            </a:pPr>
            <a:r>
              <a:rPr lang="en-GB" sz="800">
                <a:solidFill>
                  <a:schemeClr val="bg1"/>
                </a:solidFill>
              </a:rPr>
              <a:t>Lead Nurturing and Sales Qualification. MQL &gt; SRL (Sales Ready Lead)</a:t>
            </a:r>
          </a:p>
          <a:p>
            <a:pPr marL="90170" indent="-80645">
              <a:buFont typeface="Arial" panose="020B0604020202020204" pitchFamily="34" charset="0"/>
              <a:buChar char="•"/>
            </a:pPr>
            <a:r>
              <a:rPr lang="en-GB" sz="800">
                <a:solidFill>
                  <a:schemeClr val="bg1"/>
                </a:solidFill>
              </a:rPr>
              <a:t>Handover of lead from marketing to sales prior to opportunity creation.</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25" name="TextBox 24">
            <a:extLst>
              <a:ext uri="{FF2B5EF4-FFF2-40B4-BE49-F238E27FC236}">
                <a16:creationId xmlns:a16="http://schemas.microsoft.com/office/drawing/2014/main" id="{238EB47D-AD93-99DB-0138-A6BE153ADBED}"/>
              </a:ext>
            </a:extLst>
          </p:cNvPr>
          <p:cNvSpPr txBox="1"/>
          <p:nvPr/>
        </p:nvSpPr>
        <p:spPr>
          <a:xfrm>
            <a:off x="5293802" y="811523"/>
            <a:ext cx="1604395" cy="1692771"/>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History, tracking and reporting on lead.</a:t>
            </a:r>
          </a:p>
          <a:p>
            <a:pPr marL="90170" indent="-80645">
              <a:buFont typeface="Arial" panose="020B0604020202020204" pitchFamily="34" charset="0"/>
              <a:buChar char="•"/>
            </a:pPr>
            <a:r>
              <a:rPr lang="en-GB" sz="800" dirty="0">
                <a:solidFill>
                  <a:schemeClr val="bg1"/>
                </a:solidFill>
              </a:rPr>
              <a:t>Monitor lead processing times, transformation of leads to </a:t>
            </a:r>
            <a:r>
              <a:rPr lang="en-GB" sz="800" dirty="0" err="1">
                <a:solidFill>
                  <a:schemeClr val="bg1"/>
                </a:solidFill>
              </a:rPr>
              <a:t>opps</a:t>
            </a:r>
            <a:r>
              <a:rPr lang="en-GB" sz="800" dirty="0">
                <a:solidFill>
                  <a:schemeClr val="bg1"/>
                </a:solidFill>
              </a:rPr>
              <a:t>, sales coverage.</a:t>
            </a:r>
          </a:p>
          <a:p>
            <a:pPr marL="90170" indent="-80645">
              <a:buFont typeface="Arial" panose="020B0604020202020204" pitchFamily="34" charset="0"/>
              <a:buChar char="•"/>
            </a:pPr>
            <a:r>
              <a:rPr lang="en-GB" sz="800" dirty="0">
                <a:solidFill>
                  <a:schemeClr val="bg1"/>
                </a:solidFill>
              </a:rPr>
              <a:t>Link to marketing campaigns and status changes.</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but </a:t>
            </a:r>
            <a:r>
              <a:rPr lang="en-GB" sz="800" dirty="0">
                <a:solidFill>
                  <a:schemeClr val="bg2"/>
                </a:solidFill>
              </a:rPr>
              <a:t>referencing high-level product offers in catalogue.</a:t>
            </a:r>
          </a:p>
          <a:p>
            <a:pPr marL="9525"/>
            <a:endParaRPr lang="en-GB" sz="800" dirty="0">
              <a:solidFill>
                <a:schemeClr val="bg1"/>
              </a:solidFill>
            </a:endParaRPr>
          </a:p>
        </p:txBody>
      </p:sp>
      <p:sp>
        <p:nvSpPr>
          <p:cNvPr id="26" name="TextBox 25">
            <a:extLst>
              <a:ext uri="{FF2B5EF4-FFF2-40B4-BE49-F238E27FC236}">
                <a16:creationId xmlns:a16="http://schemas.microsoft.com/office/drawing/2014/main" id="{26B98874-D319-01F9-F87C-7A984452882F}"/>
              </a:ext>
            </a:extLst>
          </p:cNvPr>
          <p:cNvSpPr txBox="1"/>
          <p:nvPr/>
        </p:nvSpPr>
        <p:spPr>
          <a:xfrm>
            <a:off x="5293802" y="3941517"/>
            <a:ext cx="1604395" cy="1200329"/>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Creation of account allowing for opportunity, quote and order creation.</a:t>
            </a:r>
          </a:p>
          <a:p>
            <a:pPr marL="90170" indent="-80645">
              <a:buFont typeface="Arial" panose="020B0604020202020204" pitchFamily="34" charset="0"/>
              <a:buChar char="•"/>
            </a:pPr>
            <a:r>
              <a:rPr lang="en-GB" sz="800">
                <a:solidFill>
                  <a:schemeClr val="bg1"/>
                </a:solidFill>
              </a:rPr>
              <a:t>Credit management of customer</a:t>
            </a:r>
          </a:p>
          <a:p>
            <a:pPr marL="90170" indent="-80645">
              <a:buFont typeface="Arial" panose="020B0604020202020204" pitchFamily="34" charset="0"/>
              <a:buChar char="•"/>
            </a:pPr>
            <a:r>
              <a:rPr lang="en-GB" sz="800">
                <a:solidFill>
                  <a:schemeClr val="bg1"/>
                </a:solidFill>
              </a:rPr>
              <a:t>Ability to clean up customer records where RFP bids are lost.</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27" name="TextBox 26">
            <a:extLst>
              <a:ext uri="{FF2B5EF4-FFF2-40B4-BE49-F238E27FC236}">
                <a16:creationId xmlns:a16="http://schemas.microsoft.com/office/drawing/2014/main" id="{47A88A5E-F627-AD1E-02C1-A3EF696407DB}"/>
              </a:ext>
            </a:extLst>
          </p:cNvPr>
          <p:cNvSpPr txBox="1"/>
          <p:nvPr/>
        </p:nvSpPr>
        <p:spPr>
          <a:xfrm>
            <a:off x="6967999" y="3941516"/>
            <a:ext cx="1604395" cy="1569660"/>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Creation and validation of contact.</a:t>
            </a:r>
          </a:p>
          <a:p>
            <a:pPr marL="90170" indent="-80645">
              <a:buFont typeface="Arial" panose="020B0604020202020204" pitchFamily="34" charset="0"/>
              <a:buChar char="•"/>
            </a:pPr>
            <a:r>
              <a:rPr lang="en-GB" sz="800">
                <a:solidFill>
                  <a:schemeClr val="bg1"/>
                </a:solidFill>
              </a:rPr>
              <a:t>Allocation of different rights and permissions on processes.</a:t>
            </a:r>
          </a:p>
          <a:p>
            <a:pPr marL="90170" indent="-80645">
              <a:buFont typeface="Arial" panose="020B0604020202020204" pitchFamily="34" charset="0"/>
              <a:buChar char="•"/>
            </a:pPr>
            <a:r>
              <a:rPr lang="en-GB" sz="800">
                <a:solidFill>
                  <a:schemeClr val="bg1"/>
                </a:solidFill>
              </a:rPr>
              <a:t>Contact can have one or more profile, and be allocated to one or more organisation/customer</a:t>
            </a:r>
          </a:p>
          <a:p>
            <a:pPr marL="90170" indent="-80645">
              <a:buFont typeface="Arial" panose="020B0604020202020204" pitchFamily="34" charset="0"/>
              <a:buChar char="•"/>
            </a:pPr>
            <a:r>
              <a:rPr lang="en-GB" sz="800">
                <a:solidFill>
                  <a:schemeClr val="bg1"/>
                </a:solidFill>
              </a:rPr>
              <a:t>Customer admin to create/update contacts.</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28" name="TextBox 27">
            <a:extLst>
              <a:ext uri="{FF2B5EF4-FFF2-40B4-BE49-F238E27FC236}">
                <a16:creationId xmlns:a16="http://schemas.microsoft.com/office/drawing/2014/main" id="{E63F3756-00EB-D2B9-4EF6-762336C282E4}"/>
              </a:ext>
            </a:extLst>
          </p:cNvPr>
          <p:cNvSpPr txBox="1"/>
          <p:nvPr/>
        </p:nvSpPr>
        <p:spPr>
          <a:xfrm>
            <a:off x="8680451" y="3941516"/>
            <a:ext cx="1604395" cy="1692771"/>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Creation of site including ability to establish exact address down to lowest level.</a:t>
            </a:r>
          </a:p>
          <a:p>
            <a:pPr marL="90170" indent="-80645">
              <a:buFont typeface="Arial" panose="020B0604020202020204" pitchFamily="34" charset="0"/>
              <a:buChar char="•"/>
            </a:pPr>
            <a:r>
              <a:rPr lang="en-GB" sz="800">
                <a:solidFill>
                  <a:schemeClr val="bg1"/>
                </a:solidFill>
              </a:rPr>
              <a:t>Management of site hierarchy, e.g. one site with two sub-addresses</a:t>
            </a:r>
          </a:p>
          <a:p>
            <a:pPr marL="90170" indent="-80645">
              <a:buFont typeface="Arial" panose="020B0604020202020204" pitchFamily="34" charset="0"/>
              <a:buChar char="•"/>
            </a:pPr>
            <a:r>
              <a:rPr lang="en-GB" sz="800">
                <a:solidFill>
                  <a:schemeClr val="bg1"/>
                </a:solidFill>
              </a:rPr>
              <a:t>Site role establishment e.g. delivery vs install.</a:t>
            </a:r>
          </a:p>
          <a:p>
            <a:pPr marL="90170" indent="-80645">
              <a:buFont typeface="Arial" panose="020B0604020202020204" pitchFamily="34" charset="0"/>
              <a:buChar char="•"/>
            </a:pPr>
            <a:r>
              <a:rPr lang="en-GB" sz="800">
                <a:solidFill>
                  <a:schemeClr val="bg1"/>
                </a:solidFill>
              </a:rPr>
              <a:t>Customer admin to create/update sites.</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29" name="TextBox 28">
            <a:extLst>
              <a:ext uri="{FF2B5EF4-FFF2-40B4-BE49-F238E27FC236}">
                <a16:creationId xmlns:a16="http://schemas.microsoft.com/office/drawing/2014/main" id="{1C671814-4C55-D343-0A0F-33AD0784B02A}"/>
              </a:ext>
            </a:extLst>
          </p:cNvPr>
          <p:cNvSpPr txBox="1"/>
          <p:nvPr/>
        </p:nvSpPr>
        <p:spPr>
          <a:xfrm>
            <a:off x="10392903" y="3941516"/>
            <a:ext cx="1604395" cy="830997"/>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Management of BAN to determine how billing should take place.</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30" name="TextBox 29">
            <a:extLst>
              <a:ext uri="{FF2B5EF4-FFF2-40B4-BE49-F238E27FC236}">
                <a16:creationId xmlns:a16="http://schemas.microsoft.com/office/drawing/2014/main" id="{D653C501-33FA-D927-7FD8-1B061B1B1508}"/>
              </a:ext>
            </a:extLst>
          </p:cNvPr>
          <p:cNvSpPr txBox="1"/>
          <p:nvPr/>
        </p:nvSpPr>
        <p:spPr>
          <a:xfrm>
            <a:off x="6967998" y="813396"/>
            <a:ext cx="1604395" cy="2185214"/>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Opportunity assignment to appropriate manager.</a:t>
            </a:r>
          </a:p>
          <a:p>
            <a:pPr marL="90170" indent="-80645">
              <a:buFont typeface="Arial" panose="020B0604020202020204" pitchFamily="34" charset="0"/>
              <a:buChar char="•"/>
            </a:pPr>
            <a:r>
              <a:rPr lang="en-GB" sz="800" dirty="0">
                <a:solidFill>
                  <a:schemeClr val="bg1"/>
                </a:solidFill>
              </a:rPr>
              <a:t>Automated lifecycle management, e.g. digital orders generating opportunity, updates to status based on wins, informing users of status changes.</a:t>
            </a:r>
          </a:p>
          <a:p>
            <a:pPr marL="90170" indent="-80645">
              <a:buFont typeface="Arial" panose="020B0604020202020204" pitchFamily="34" charset="0"/>
              <a:buChar char="•"/>
            </a:pPr>
            <a:r>
              <a:rPr lang="en-GB" sz="800" dirty="0">
                <a:solidFill>
                  <a:schemeClr val="bg1"/>
                </a:solidFill>
              </a:rPr>
              <a:t>Unified management and sales qualification according to OB value proposition.</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but </a:t>
            </a:r>
            <a:r>
              <a:rPr lang="en-GB" sz="800" dirty="0">
                <a:solidFill>
                  <a:schemeClr val="bg2"/>
                </a:solidFill>
              </a:rPr>
              <a:t>referencing high-level product offers in catalogue.</a:t>
            </a:r>
          </a:p>
          <a:p>
            <a:pPr marL="9525"/>
            <a:endParaRPr lang="en-GB" sz="800" dirty="0">
              <a:solidFill>
                <a:schemeClr val="bg1"/>
              </a:solidFill>
            </a:endParaRPr>
          </a:p>
        </p:txBody>
      </p:sp>
      <p:sp>
        <p:nvSpPr>
          <p:cNvPr id="31" name="TextBox 30">
            <a:extLst>
              <a:ext uri="{FF2B5EF4-FFF2-40B4-BE49-F238E27FC236}">
                <a16:creationId xmlns:a16="http://schemas.microsoft.com/office/drawing/2014/main" id="{8750B221-9A1E-B409-DE04-00C38284F769}"/>
              </a:ext>
            </a:extLst>
          </p:cNvPr>
          <p:cNvSpPr txBox="1"/>
          <p:nvPr/>
        </p:nvSpPr>
        <p:spPr>
          <a:xfrm>
            <a:off x="8728157" y="808480"/>
            <a:ext cx="1604395" cy="2062103"/>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Solution scoping, alignment to customer needs and effective categorisations for sales processes.</a:t>
            </a:r>
          </a:p>
          <a:p>
            <a:pPr marL="90170" indent="-80645">
              <a:buFont typeface="Arial" panose="020B0604020202020204" pitchFamily="34" charset="0"/>
              <a:buChar char="•"/>
            </a:pPr>
            <a:r>
              <a:rPr lang="en-GB" sz="800" dirty="0">
                <a:solidFill>
                  <a:schemeClr val="bg1"/>
                </a:solidFill>
              </a:rPr>
              <a:t>Partner engagement on technical and commercial activities.</a:t>
            </a:r>
          </a:p>
          <a:p>
            <a:pPr marL="90170" indent="-80645">
              <a:buFont typeface="Arial" panose="020B0604020202020204" pitchFamily="34" charset="0"/>
              <a:buChar char="•"/>
            </a:pPr>
            <a:r>
              <a:rPr lang="en-GB" sz="800" dirty="0">
                <a:solidFill>
                  <a:schemeClr val="bg1"/>
                </a:solidFill>
              </a:rPr>
              <a:t>Go/no-go gates with deal approval committee submission for </a:t>
            </a:r>
            <a:r>
              <a:rPr lang="en-GB" sz="800" dirty="0" err="1">
                <a:solidFill>
                  <a:schemeClr val="bg1"/>
                </a:solidFill>
              </a:rPr>
              <a:t>opp</a:t>
            </a:r>
            <a:r>
              <a:rPr lang="en-GB" sz="800" dirty="0">
                <a:solidFill>
                  <a:schemeClr val="bg1"/>
                </a:solidFill>
              </a:rPr>
              <a:t> type and approval criteria.</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but </a:t>
            </a:r>
            <a:r>
              <a:rPr lang="en-GB" sz="800" dirty="0">
                <a:solidFill>
                  <a:schemeClr val="bg2"/>
                </a:solidFill>
              </a:rPr>
              <a:t>referencing high-level product offers in catalogue.</a:t>
            </a:r>
          </a:p>
          <a:p>
            <a:pPr marL="9525"/>
            <a:endParaRPr lang="en-GB" sz="800" dirty="0">
              <a:solidFill>
                <a:schemeClr val="bg1"/>
              </a:solidFill>
            </a:endParaRPr>
          </a:p>
        </p:txBody>
      </p:sp>
      <p:sp>
        <p:nvSpPr>
          <p:cNvPr id="32" name="TextBox 31">
            <a:extLst>
              <a:ext uri="{FF2B5EF4-FFF2-40B4-BE49-F238E27FC236}">
                <a16:creationId xmlns:a16="http://schemas.microsoft.com/office/drawing/2014/main" id="{F3C6E053-B340-A677-D6CF-80B76ECB2ED5}"/>
              </a:ext>
            </a:extLst>
          </p:cNvPr>
          <p:cNvSpPr txBox="1"/>
          <p:nvPr/>
        </p:nvSpPr>
        <p:spPr>
          <a:xfrm>
            <a:off x="10392903" y="808480"/>
            <a:ext cx="1604395" cy="2554545"/>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Bid team formation, resource engagement for </a:t>
            </a:r>
            <a:r>
              <a:rPr lang="en-GB" sz="800" dirty="0" err="1">
                <a:solidFill>
                  <a:schemeClr val="bg1"/>
                </a:solidFill>
              </a:rPr>
              <a:t>opp</a:t>
            </a:r>
            <a:r>
              <a:rPr lang="en-GB" sz="800" dirty="0">
                <a:solidFill>
                  <a:schemeClr val="bg1"/>
                </a:solidFill>
              </a:rPr>
              <a:t> and products, and PM onboarding</a:t>
            </a:r>
          </a:p>
          <a:p>
            <a:pPr marL="90170" indent="-80645">
              <a:buFont typeface="Arial" panose="020B0604020202020204" pitchFamily="34" charset="0"/>
              <a:buChar char="•"/>
            </a:pPr>
            <a:r>
              <a:rPr lang="en-GB" sz="800" dirty="0">
                <a:solidFill>
                  <a:schemeClr val="bg1"/>
                </a:solidFill>
              </a:rPr>
              <a:t>Solution design and proposal development, including quote and contract generation.</a:t>
            </a:r>
          </a:p>
          <a:p>
            <a:pPr marL="90170" indent="-80645">
              <a:buFont typeface="Arial" panose="020B0604020202020204" pitchFamily="34" charset="0"/>
              <a:buChar char="•"/>
            </a:pPr>
            <a:r>
              <a:rPr lang="en-GB" sz="800" dirty="0">
                <a:solidFill>
                  <a:schemeClr val="bg1"/>
                </a:solidFill>
              </a:rPr>
              <a:t>Bid submission to deal approval committee, and proposal submission to customer.</a:t>
            </a:r>
          </a:p>
          <a:p>
            <a:pPr marL="90170" indent="-80645">
              <a:buFont typeface="Arial" panose="020B0604020202020204" pitchFamily="34" charset="0"/>
              <a:buChar char="•"/>
            </a:pPr>
            <a:r>
              <a:rPr lang="en-GB" sz="800" dirty="0">
                <a:solidFill>
                  <a:schemeClr val="bg1"/>
                </a:solidFill>
              </a:rPr>
              <a:t>Negotiation with the customer to close the deal and sign the contract – interaction with quotation and contracting processes.</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but </a:t>
            </a:r>
            <a:r>
              <a:rPr lang="en-GB" sz="800" dirty="0">
                <a:solidFill>
                  <a:schemeClr val="bg2"/>
                </a:solidFill>
              </a:rPr>
              <a:t>referencing catalogue for solution design.</a:t>
            </a:r>
          </a:p>
          <a:p>
            <a:pPr marL="9525"/>
            <a:endParaRPr lang="en-GB" sz="800" dirty="0">
              <a:solidFill>
                <a:schemeClr val="bg1"/>
              </a:solidFill>
            </a:endParaRPr>
          </a:p>
        </p:txBody>
      </p:sp>
      <p:sp>
        <p:nvSpPr>
          <p:cNvPr id="34" name="TextBox 33">
            <a:extLst>
              <a:ext uri="{FF2B5EF4-FFF2-40B4-BE49-F238E27FC236}">
                <a16:creationId xmlns:a16="http://schemas.microsoft.com/office/drawing/2014/main" id="{828E43EA-9B5F-4CD7-9672-45D979E27A7F}"/>
              </a:ext>
            </a:extLst>
          </p:cNvPr>
          <p:cNvSpPr txBox="1"/>
          <p:nvPr/>
        </p:nvSpPr>
        <p:spPr>
          <a:xfrm>
            <a:off x="144001" y="3941516"/>
            <a:ext cx="1604395" cy="1323439"/>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Handover of all information to operational teams to allow implementation, running and billing of solution.</a:t>
            </a:r>
          </a:p>
          <a:p>
            <a:pPr marL="90170" indent="-80645">
              <a:buFont typeface="Arial" panose="020B0604020202020204" pitchFamily="34" charset="0"/>
              <a:buChar char="•"/>
            </a:pPr>
            <a:r>
              <a:rPr lang="en-GB" sz="800">
                <a:solidFill>
                  <a:schemeClr val="bg1"/>
                </a:solidFill>
              </a:rPr>
              <a:t>Closure of won and lost opportunities, with archival of CRM information in the future.</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35" name="TextBox 34">
            <a:extLst>
              <a:ext uri="{FF2B5EF4-FFF2-40B4-BE49-F238E27FC236}">
                <a16:creationId xmlns:a16="http://schemas.microsoft.com/office/drawing/2014/main" id="{A8FD45F7-D16B-E347-B7C7-886F7C6C5AF3}"/>
              </a:ext>
            </a:extLst>
          </p:cNvPr>
          <p:cNvSpPr txBox="1"/>
          <p:nvPr/>
        </p:nvSpPr>
        <p:spPr>
          <a:xfrm>
            <a:off x="1818198" y="3939509"/>
            <a:ext cx="1604395" cy="1200329"/>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Win/loss review process.</a:t>
            </a:r>
          </a:p>
          <a:p>
            <a:pPr marL="90170" indent="-80645">
              <a:buFont typeface="Arial" panose="020B0604020202020204" pitchFamily="34" charset="0"/>
              <a:buChar char="•"/>
            </a:pPr>
            <a:r>
              <a:rPr lang="en-GB" sz="800">
                <a:solidFill>
                  <a:schemeClr val="bg1"/>
                </a:solidFill>
              </a:rPr>
              <a:t>Managing and monitoring opportunity response times.</a:t>
            </a:r>
          </a:p>
          <a:p>
            <a:pPr marL="90170" indent="-80645">
              <a:buFont typeface="Arial" panose="020B0604020202020204" pitchFamily="34" charset="0"/>
              <a:buChar char="•"/>
            </a:pPr>
            <a:r>
              <a:rPr lang="en-GB" sz="800">
                <a:solidFill>
                  <a:schemeClr val="bg1"/>
                </a:solidFill>
              </a:rPr>
              <a:t>Feedback process into improving products and sales.</a:t>
            </a:r>
          </a:p>
          <a:p>
            <a:pPr marL="90170" indent="-80645">
              <a:buFont typeface="Arial" panose="020B0604020202020204" pitchFamily="34" charset="0"/>
              <a:buChar char="•"/>
            </a:pPr>
            <a:r>
              <a:rPr lang="en-GB" sz="800">
                <a:solidFill>
                  <a:schemeClr val="bg1"/>
                </a:solidFill>
              </a:rPr>
              <a:t>Pipeline management</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
        <p:nvSpPr>
          <p:cNvPr id="36" name="TextBox 35">
            <a:extLst>
              <a:ext uri="{FF2B5EF4-FFF2-40B4-BE49-F238E27FC236}">
                <a16:creationId xmlns:a16="http://schemas.microsoft.com/office/drawing/2014/main" id="{8B901C06-9A09-5A28-9307-EA8E69DEA5DA}"/>
              </a:ext>
            </a:extLst>
          </p:cNvPr>
          <p:cNvSpPr txBox="1"/>
          <p:nvPr/>
        </p:nvSpPr>
        <p:spPr>
          <a:xfrm>
            <a:off x="3543094" y="3939508"/>
            <a:ext cx="1604395" cy="1446550"/>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Next best actions – recommending next steps for sales reps.</a:t>
            </a:r>
          </a:p>
          <a:p>
            <a:pPr marL="90170" indent="-80645">
              <a:buFont typeface="Arial" panose="020B0604020202020204" pitchFamily="34" charset="0"/>
              <a:buChar char="•"/>
            </a:pPr>
            <a:r>
              <a:rPr lang="en-GB" sz="800">
                <a:solidFill>
                  <a:schemeClr val="bg1"/>
                </a:solidFill>
              </a:rPr>
              <a:t>Guided selling on types of products available and recommended products.</a:t>
            </a:r>
          </a:p>
          <a:p>
            <a:pPr marL="90170" indent="-80645">
              <a:buFont typeface="Arial" panose="020B0604020202020204" pitchFamily="34" charset="0"/>
              <a:buChar char="•"/>
            </a:pPr>
            <a:r>
              <a:rPr lang="en-GB" sz="800">
                <a:solidFill>
                  <a:schemeClr val="bg1"/>
                </a:solidFill>
              </a:rPr>
              <a:t>Capture of customer interactions and activities.</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p:txBody>
      </p:sp>
    </p:spTree>
    <p:extLst>
      <p:ext uri="{BB962C8B-B14F-4D97-AF65-F5344CB8AC3E}">
        <p14:creationId xmlns:p14="http://schemas.microsoft.com/office/powerpoint/2010/main" val="251699094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C22FF-F453-3710-2107-C47E6026892B}"/>
            </a:ext>
          </a:extLst>
        </p:cNvPr>
        <p:cNvGrpSpPr/>
        <p:nvPr/>
      </p:nvGrpSpPr>
      <p:grpSpPr>
        <a:xfrm>
          <a:off x="0" y="0"/>
          <a:ext cx="0" cy="0"/>
          <a:chOff x="0" y="0"/>
          <a:chExt cx="0" cy="0"/>
        </a:xfrm>
      </p:grpSpPr>
      <p:sp>
        <p:nvSpPr>
          <p:cNvPr id="4" name="Arrow: Pentagon 3">
            <a:extLst>
              <a:ext uri="{FF2B5EF4-FFF2-40B4-BE49-F238E27FC236}">
                <a16:creationId xmlns:a16="http://schemas.microsoft.com/office/drawing/2014/main" id="{48CF3723-7A72-26E9-A147-AE65C2F17435}"/>
              </a:ext>
            </a:extLst>
          </p:cNvPr>
          <p:cNvSpPr/>
          <p:nvPr/>
        </p:nvSpPr>
        <p:spPr>
          <a:xfrm>
            <a:off x="118191" y="5877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Offer Creation</a:t>
            </a:r>
          </a:p>
        </p:txBody>
      </p:sp>
      <p:sp>
        <p:nvSpPr>
          <p:cNvPr id="5" name="TextBox 4">
            <a:extLst>
              <a:ext uri="{FF2B5EF4-FFF2-40B4-BE49-F238E27FC236}">
                <a16:creationId xmlns:a16="http://schemas.microsoft.com/office/drawing/2014/main" id="{134B2B7E-6D9E-B7DA-B72F-5E12B0857806}"/>
              </a:ext>
            </a:extLst>
          </p:cNvPr>
          <p:cNvSpPr txBox="1"/>
          <p:nvPr/>
        </p:nvSpPr>
        <p:spPr>
          <a:xfrm>
            <a:off x="144001" y="955961"/>
            <a:ext cx="1604395" cy="1815882"/>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Quote creation for projects, or firm quote creation for mono-site when site is ready for launch.</a:t>
            </a:r>
          </a:p>
          <a:p>
            <a:pPr marL="90170" indent="-80645">
              <a:buFont typeface="Arial" panose="020B0604020202020204" pitchFamily="34" charset="0"/>
              <a:buChar char="•"/>
            </a:pPr>
            <a:r>
              <a:rPr lang="en-GB" sz="800" dirty="0">
                <a:solidFill>
                  <a:schemeClr val="bg1"/>
                </a:solidFill>
              </a:rPr>
              <a:t>Management of multiple quote iterations (primarily for a single bid).</a:t>
            </a:r>
          </a:p>
          <a:p>
            <a:pPr marL="90170" indent="-80645">
              <a:buFont typeface="Arial" panose="020B0604020202020204" pitchFamily="34" charset="0"/>
              <a:buChar char="•"/>
            </a:pPr>
            <a:r>
              <a:rPr lang="en-GB" sz="800" dirty="0">
                <a:solidFill>
                  <a:schemeClr val="bg1"/>
                </a:solidFill>
              </a:rPr>
              <a:t>Catalogue browsing, search and selection of relevant products</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a:t>
            </a:r>
            <a:r>
              <a:rPr lang="en-GB" sz="800" dirty="0">
                <a:solidFill>
                  <a:schemeClr val="bg2"/>
                </a:solidFill>
              </a:rPr>
              <a:t>draws from catalogue to search and select product offers.</a:t>
            </a:r>
          </a:p>
          <a:p>
            <a:pPr marL="9525"/>
            <a:endParaRPr lang="en-GB" sz="800" dirty="0">
              <a:solidFill>
                <a:schemeClr val="bg1"/>
              </a:solidFill>
            </a:endParaRPr>
          </a:p>
        </p:txBody>
      </p:sp>
      <p:sp>
        <p:nvSpPr>
          <p:cNvPr id="6" name="ZoneTexte 1075">
            <a:extLst>
              <a:ext uri="{FF2B5EF4-FFF2-40B4-BE49-F238E27FC236}">
                <a16:creationId xmlns:a16="http://schemas.microsoft.com/office/drawing/2014/main" id="{58991D98-6985-CA02-4A55-35041E986B5B}"/>
              </a:ext>
            </a:extLst>
          </p:cNvPr>
          <p:cNvSpPr txBox="1"/>
          <p:nvPr/>
        </p:nvSpPr>
        <p:spPr>
          <a:xfrm>
            <a:off x="118190" y="217444"/>
            <a:ext cx="11894713"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Quoting</a:t>
            </a:r>
          </a:p>
        </p:txBody>
      </p:sp>
      <p:sp>
        <p:nvSpPr>
          <p:cNvPr id="7" name="Arrow: Pentagon 6">
            <a:extLst>
              <a:ext uri="{FF2B5EF4-FFF2-40B4-BE49-F238E27FC236}">
                <a16:creationId xmlns:a16="http://schemas.microsoft.com/office/drawing/2014/main" id="{E479C7BF-164F-88A0-485D-766B68BB1330}"/>
              </a:ext>
            </a:extLst>
          </p:cNvPr>
          <p:cNvSpPr/>
          <p:nvPr/>
        </p:nvSpPr>
        <p:spPr>
          <a:xfrm>
            <a:off x="1830643" y="5877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Offer Pricing (and Configuration)</a:t>
            </a:r>
          </a:p>
        </p:txBody>
      </p:sp>
      <p:sp>
        <p:nvSpPr>
          <p:cNvPr id="8" name="Arrow: Pentagon 7">
            <a:extLst>
              <a:ext uri="{FF2B5EF4-FFF2-40B4-BE49-F238E27FC236}">
                <a16:creationId xmlns:a16="http://schemas.microsoft.com/office/drawing/2014/main" id="{B7DFE5B1-DEE6-0453-DDBF-16D391B12BEB}"/>
              </a:ext>
            </a:extLst>
          </p:cNvPr>
          <p:cNvSpPr/>
          <p:nvPr/>
        </p:nvSpPr>
        <p:spPr>
          <a:xfrm>
            <a:off x="3543095" y="5877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Offer Eligibility</a:t>
            </a:r>
          </a:p>
        </p:txBody>
      </p:sp>
      <p:sp>
        <p:nvSpPr>
          <p:cNvPr id="9" name="Arrow: Pentagon 8">
            <a:extLst>
              <a:ext uri="{FF2B5EF4-FFF2-40B4-BE49-F238E27FC236}">
                <a16:creationId xmlns:a16="http://schemas.microsoft.com/office/drawing/2014/main" id="{576D3691-FB93-CC45-564E-AE7E56B6B3AD}"/>
              </a:ext>
            </a:extLst>
          </p:cNvPr>
          <p:cNvSpPr/>
          <p:nvPr/>
        </p:nvSpPr>
        <p:spPr>
          <a:xfrm>
            <a:off x="5255547" y="588877"/>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Offer Profitability</a:t>
            </a:r>
          </a:p>
        </p:txBody>
      </p:sp>
      <p:sp>
        <p:nvSpPr>
          <p:cNvPr id="10" name="Arrow: Pentagon 9">
            <a:extLst>
              <a:ext uri="{FF2B5EF4-FFF2-40B4-BE49-F238E27FC236}">
                <a16:creationId xmlns:a16="http://schemas.microsoft.com/office/drawing/2014/main" id="{E6455610-B1B2-0BA9-A899-2A3B42BA2286}"/>
              </a:ext>
            </a:extLst>
          </p:cNvPr>
          <p:cNvSpPr/>
          <p:nvPr/>
        </p:nvSpPr>
        <p:spPr>
          <a:xfrm>
            <a:off x="6967999" y="58661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Offer Customer Approval</a:t>
            </a:r>
          </a:p>
        </p:txBody>
      </p:sp>
      <p:sp>
        <p:nvSpPr>
          <p:cNvPr id="11" name="Arrow: Pentagon 10">
            <a:extLst>
              <a:ext uri="{FF2B5EF4-FFF2-40B4-BE49-F238E27FC236}">
                <a16:creationId xmlns:a16="http://schemas.microsoft.com/office/drawing/2014/main" id="{7F8F4FDB-1AEE-2DBA-A762-BAA141EBBEA9}"/>
              </a:ext>
            </a:extLst>
          </p:cNvPr>
          <p:cNvSpPr/>
          <p:nvPr/>
        </p:nvSpPr>
        <p:spPr>
          <a:xfrm>
            <a:off x="8680451" y="586619"/>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Exception Management</a:t>
            </a:r>
          </a:p>
        </p:txBody>
      </p:sp>
      <p:sp>
        <p:nvSpPr>
          <p:cNvPr id="12" name="Arrow: Pentagon 11">
            <a:extLst>
              <a:ext uri="{FF2B5EF4-FFF2-40B4-BE49-F238E27FC236}">
                <a16:creationId xmlns:a16="http://schemas.microsoft.com/office/drawing/2014/main" id="{8F204E5D-B7F9-1DD5-C4AC-400FD7C6AEB6}"/>
              </a:ext>
            </a:extLst>
          </p:cNvPr>
          <p:cNvSpPr/>
          <p:nvPr/>
        </p:nvSpPr>
        <p:spPr>
          <a:xfrm>
            <a:off x="10392903" y="587748"/>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Quote Order Creation</a:t>
            </a:r>
          </a:p>
        </p:txBody>
      </p:sp>
      <p:sp>
        <p:nvSpPr>
          <p:cNvPr id="14" name="Arrow: Pentagon 13">
            <a:extLst>
              <a:ext uri="{FF2B5EF4-FFF2-40B4-BE49-F238E27FC236}">
                <a16:creationId xmlns:a16="http://schemas.microsoft.com/office/drawing/2014/main" id="{340F46E5-6E5D-455F-952C-2AE137CB5803}"/>
              </a:ext>
            </a:extLst>
          </p:cNvPr>
          <p:cNvSpPr/>
          <p:nvPr/>
        </p:nvSpPr>
        <p:spPr>
          <a:xfrm>
            <a:off x="118190" y="3350475"/>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Contract Generation</a:t>
            </a:r>
          </a:p>
        </p:txBody>
      </p:sp>
      <p:sp>
        <p:nvSpPr>
          <p:cNvPr id="15" name="Arrow: Pentagon 14">
            <a:extLst>
              <a:ext uri="{FF2B5EF4-FFF2-40B4-BE49-F238E27FC236}">
                <a16:creationId xmlns:a16="http://schemas.microsoft.com/office/drawing/2014/main" id="{C746D74F-233F-14D1-B411-37D7110C3457}"/>
              </a:ext>
            </a:extLst>
          </p:cNvPr>
          <p:cNvSpPr/>
          <p:nvPr/>
        </p:nvSpPr>
        <p:spPr>
          <a:xfrm>
            <a:off x="1830642" y="3350475"/>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Contract Negotiation</a:t>
            </a:r>
          </a:p>
        </p:txBody>
      </p:sp>
      <p:sp>
        <p:nvSpPr>
          <p:cNvPr id="16" name="Arrow: Pentagon 15">
            <a:extLst>
              <a:ext uri="{FF2B5EF4-FFF2-40B4-BE49-F238E27FC236}">
                <a16:creationId xmlns:a16="http://schemas.microsoft.com/office/drawing/2014/main" id="{00257DC1-37AE-8560-6CBB-3B85BB4ACA50}"/>
              </a:ext>
            </a:extLst>
          </p:cNvPr>
          <p:cNvSpPr/>
          <p:nvPr/>
        </p:nvSpPr>
        <p:spPr>
          <a:xfrm>
            <a:off x="3543094" y="3351604"/>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Contract Agreement</a:t>
            </a:r>
          </a:p>
        </p:txBody>
      </p:sp>
      <p:sp>
        <p:nvSpPr>
          <p:cNvPr id="17" name="ZoneTexte 1075">
            <a:extLst>
              <a:ext uri="{FF2B5EF4-FFF2-40B4-BE49-F238E27FC236}">
                <a16:creationId xmlns:a16="http://schemas.microsoft.com/office/drawing/2014/main" id="{13427044-BDC2-89E5-54C3-7EF17591E82B}"/>
              </a:ext>
            </a:extLst>
          </p:cNvPr>
          <p:cNvSpPr txBox="1"/>
          <p:nvPr/>
        </p:nvSpPr>
        <p:spPr>
          <a:xfrm>
            <a:off x="118190" y="2981300"/>
            <a:ext cx="6757357" cy="2374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a:latin typeface="Arial"/>
                <a:cs typeface="Arial"/>
              </a:rPr>
              <a:t>Contracting</a:t>
            </a:r>
          </a:p>
        </p:txBody>
      </p:sp>
      <p:sp>
        <p:nvSpPr>
          <p:cNvPr id="19" name="Arrow: Pentagon 18">
            <a:extLst>
              <a:ext uri="{FF2B5EF4-FFF2-40B4-BE49-F238E27FC236}">
                <a16:creationId xmlns:a16="http://schemas.microsoft.com/office/drawing/2014/main" id="{74FC756B-B6A5-E7B3-37E5-9DDF83A5CFEA}"/>
              </a:ext>
            </a:extLst>
          </p:cNvPr>
          <p:cNvSpPr/>
          <p:nvPr/>
        </p:nvSpPr>
        <p:spPr>
          <a:xfrm>
            <a:off x="5255547" y="3351604"/>
            <a:ext cx="1620000" cy="339819"/>
          </a:xfrm>
          <a:prstGeom prst="homePlate">
            <a:avLst>
              <a:gd name="adj"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t>Contract Lifecycle Management</a:t>
            </a:r>
          </a:p>
        </p:txBody>
      </p:sp>
      <p:sp>
        <p:nvSpPr>
          <p:cNvPr id="2" name="TextBox 1">
            <a:extLst>
              <a:ext uri="{FF2B5EF4-FFF2-40B4-BE49-F238E27FC236}">
                <a16:creationId xmlns:a16="http://schemas.microsoft.com/office/drawing/2014/main" id="{30A36D90-5272-56E7-BC51-498C8D8702CB}"/>
              </a:ext>
            </a:extLst>
          </p:cNvPr>
          <p:cNvSpPr txBox="1"/>
          <p:nvPr/>
        </p:nvSpPr>
        <p:spPr>
          <a:xfrm>
            <a:off x="1838445" y="926438"/>
            <a:ext cx="1604395" cy="1938992"/>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Configuration, pricing and discounting of product offers driven by the product catalogue.</a:t>
            </a:r>
          </a:p>
          <a:p>
            <a:pPr marL="90170" indent="-80645">
              <a:buFont typeface="Arial" panose="020B0604020202020204" pitchFamily="34" charset="0"/>
              <a:buChar char="•"/>
            </a:pPr>
            <a:r>
              <a:rPr lang="en-GB" sz="800" dirty="0">
                <a:solidFill>
                  <a:schemeClr val="bg1"/>
                </a:solidFill>
              </a:rPr>
              <a:t>Querying the install base/inventory to allow validation of existing services, verify compatibility, and allocate resources requested.</a:t>
            </a:r>
          </a:p>
          <a:p>
            <a:pPr marL="90170" indent="-80645">
              <a:buFont typeface="Arial" panose="020B0604020202020204" pitchFamily="34" charset="0"/>
              <a:buChar char="•"/>
            </a:pPr>
            <a:r>
              <a:rPr lang="en-GB" sz="800" dirty="0">
                <a:solidFill>
                  <a:schemeClr val="bg1"/>
                </a:solidFill>
              </a:rPr>
              <a:t>Query of 3</a:t>
            </a:r>
            <a:r>
              <a:rPr lang="en-GB" sz="800" baseline="30000" dirty="0">
                <a:solidFill>
                  <a:schemeClr val="bg1"/>
                </a:solidFill>
              </a:rPr>
              <a:t>rd</a:t>
            </a:r>
            <a:r>
              <a:rPr lang="en-GB" sz="800" dirty="0">
                <a:solidFill>
                  <a:schemeClr val="bg1"/>
                </a:solidFill>
              </a:rPr>
              <a:t> party pricing.</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2"/>
                </a:solidFill>
              </a:rPr>
              <a:t>Process is catalogue driven down to product component selection, and configuration.</a:t>
            </a:r>
          </a:p>
          <a:p>
            <a:pPr marL="9525"/>
            <a:endParaRPr lang="en-GB" sz="800" dirty="0">
              <a:solidFill>
                <a:schemeClr val="bg1"/>
              </a:solidFill>
            </a:endParaRPr>
          </a:p>
        </p:txBody>
      </p:sp>
      <p:sp>
        <p:nvSpPr>
          <p:cNvPr id="3" name="TextBox 2">
            <a:extLst>
              <a:ext uri="{FF2B5EF4-FFF2-40B4-BE49-F238E27FC236}">
                <a16:creationId xmlns:a16="http://schemas.microsoft.com/office/drawing/2014/main" id="{5B8FE24F-F889-5070-192C-25A3160495B0}"/>
              </a:ext>
            </a:extLst>
          </p:cNvPr>
          <p:cNvSpPr txBox="1"/>
          <p:nvPr/>
        </p:nvSpPr>
        <p:spPr>
          <a:xfrm>
            <a:off x="3540692" y="937580"/>
            <a:ext cx="1604395" cy="1692771"/>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Commercial and technical eligibility checks.</a:t>
            </a:r>
          </a:p>
          <a:p>
            <a:pPr marL="90170" indent="-80645">
              <a:buFont typeface="Arial" panose="020B0604020202020204" pitchFamily="34" charset="0"/>
              <a:buChar char="•"/>
            </a:pPr>
            <a:r>
              <a:rPr lang="en-GB" sz="800" dirty="0">
                <a:solidFill>
                  <a:schemeClr val="bg1"/>
                </a:solidFill>
              </a:rPr>
              <a:t>Operational and date availability eligibility checks.</a:t>
            </a:r>
          </a:p>
          <a:p>
            <a:pPr marL="90170" indent="-80645">
              <a:buFont typeface="Arial" panose="020B0604020202020204" pitchFamily="34" charset="0"/>
              <a:buChar char="•"/>
            </a:pPr>
            <a:r>
              <a:rPr lang="en-GB" sz="800" dirty="0">
                <a:solidFill>
                  <a:schemeClr val="bg1"/>
                </a:solidFill>
              </a:rPr>
              <a:t>Legal and contract eligibility checks are performed.</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a:t>
            </a:r>
            <a:r>
              <a:rPr lang="en-GB" sz="800" dirty="0">
                <a:solidFill>
                  <a:schemeClr val="bg2"/>
                </a:solidFill>
              </a:rPr>
              <a:t>but catalogue of eligibility checks are invoked depending on the product configuration.</a:t>
            </a:r>
          </a:p>
          <a:p>
            <a:pPr marL="9525"/>
            <a:endParaRPr lang="en-GB" sz="800" dirty="0">
              <a:solidFill>
                <a:schemeClr val="bg1"/>
              </a:solidFill>
            </a:endParaRPr>
          </a:p>
        </p:txBody>
      </p:sp>
      <p:sp>
        <p:nvSpPr>
          <p:cNvPr id="23" name="TextBox 22">
            <a:extLst>
              <a:ext uri="{FF2B5EF4-FFF2-40B4-BE49-F238E27FC236}">
                <a16:creationId xmlns:a16="http://schemas.microsoft.com/office/drawing/2014/main" id="{B437ADD7-0CB6-4F65-CDE8-F5861BD9FBB9}"/>
              </a:ext>
            </a:extLst>
          </p:cNvPr>
          <p:cNvSpPr txBox="1"/>
          <p:nvPr/>
        </p:nvSpPr>
        <p:spPr>
          <a:xfrm>
            <a:off x="5255547" y="937580"/>
            <a:ext cx="1604395" cy="1200329"/>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P&amp;L process assessing cost vs price, margin, and applying standardised internal approval process based upon gross margin.</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
        <p:nvSpPr>
          <p:cNvPr id="24" name="TextBox 23">
            <a:extLst>
              <a:ext uri="{FF2B5EF4-FFF2-40B4-BE49-F238E27FC236}">
                <a16:creationId xmlns:a16="http://schemas.microsoft.com/office/drawing/2014/main" id="{51B9969D-F453-9032-28FD-B834AE9DD8C9}"/>
              </a:ext>
            </a:extLst>
          </p:cNvPr>
          <p:cNvSpPr txBox="1"/>
          <p:nvPr/>
        </p:nvSpPr>
        <p:spPr>
          <a:xfrm>
            <a:off x="6983604" y="937621"/>
            <a:ext cx="1604395" cy="954107"/>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Submission of quote to the customer for review and acceptance.</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
        <p:nvSpPr>
          <p:cNvPr id="25" name="TextBox 24">
            <a:extLst>
              <a:ext uri="{FF2B5EF4-FFF2-40B4-BE49-F238E27FC236}">
                <a16:creationId xmlns:a16="http://schemas.microsoft.com/office/drawing/2014/main" id="{CA81F44F-355A-F939-FA2E-54ADA8B80ABB}"/>
              </a:ext>
            </a:extLst>
          </p:cNvPr>
          <p:cNvSpPr txBox="1"/>
          <p:nvPr/>
        </p:nvSpPr>
        <p:spPr>
          <a:xfrm>
            <a:off x="8680451" y="926438"/>
            <a:ext cx="1604395" cy="1569660"/>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Quoting for exception use cases where product is not in the catalogue. </a:t>
            </a:r>
          </a:p>
          <a:p>
            <a:pPr marL="90170" indent="-80645">
              <a:buFont typeface="Arial" panose="020B0604020202020204" pitchFamily="34" charset="0"/>
              <a:buChar char="•"/>
            </a:pPr>
            <a:r>
              <a:rPr lang="en-GB" sz="800">
                <a:solidFill>
                  <a:schemeClr val="bg1"/>
                </a:solidFill>
              </a:rPr>
              <a:t>How OB can quickly quote for such services to meet bid response in time, and what information is gathered to support it.</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
        <p:nvSpPr>
          <p:cNvPr id="26" name="TextBox 25">
            <a:extLst>
              <a:ext uri="{FF2B5EF4-FFF2-40B4-BE49-F238E27FC236}">
                <a16:creationId xmlns:a16="http://schemas.microsoft.com/office/drawing/2014/main" id="{346BE283-856D-028F-9B78-5FAF0C3FD1D0}"/>
              </a:ext>
            </a:extLst>
          </p:cNvPr>
          <p:cNvSpPr txBox="1"/>
          <p:nvPr/>
        </p:nvSpPr>
        <p:spPr>
          <a:xfrm>
            <a:off x="10394822" y="940051"/>
            <a:ext cx="1604395" cy="1692771"/>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Creation of the firm quote (particularly where project leads to the creation of multiple quotes which will be converted into orders.</a:t>
            </a:r>
          </a:p>
          <a:p>
            <a:pPr marL="90170" indent="-80645">
              <a:buFont typeface="Arial" panose="020B0604020202020204" pitchFamily="34" charset="0"/>
              <a:buChar char="•"/>
            </a:pPr>
            <a:r>
              <a:rPr lang="en-GB" sz="800" dirty="0">
                <a:solidFill>
                  <a:schemeClr val="bg1"/>
                </a:solidFill>
              </a:rPr>
              <a:t>Customer approval for ordering (tied into service contract signature).</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a:t>
            </a:r>
            <a:r>
              <a:rPr lang="en-GB" sz="800" dirty="0">
                <a:solidFill>
                  <a:schemeClr val="bg2"/>
                </a:solidFill>
              </a:rPr>
              <a:t>but catalogue driven.</a:t>
            </a:r>
          </a:p>
          <a:p>
            <a:pPr marL="9525"/>
            <a:endParaRPr lang="en-GB" sz="800" dirty="0">
              <a:solidFill>
                <a:schemeClr val="bg1"/>
              </a:solidFill>
            </a:endParaRPr>
          </a:p>
        </p:txBody>
      </p:sp>
      <p:sp>
        <p:nvSpPr>
          <p:cNvPr id="27" name="TextBox 26">
            <a:extLst>
              <a:ext uri="{FF2B5EF4-FFF2-40B4-BE49-F238E27FC236}">
                <a16:creationId xmlns:a16="http://schemas.microsoft.com/office/drawing/2014/main" id="{0CCF54A6-75D9-0B1D-8C57-0D2466577909}"/>
              </a:ext>
            </a:extLst>
          </p:cNvPr>
          <p:cNvSpPr txBox="1"/>
          <p:nvPr/>
        </p:nvSpPr>
        <p:spPr>
          <a:xfrm>
            <a:off x="118190" y="3732441"/>
            <a:ext cx="1604395" cy="1569660"/>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Creation of a standard contract based on the products and services being quoted for, and the type of customer.</a:t>
            </a:r>
          </a:p>
          <a:p>
            <a:pPr marL="90170" indent="-80645">
              <a:buFont typeface="Arial" panose="020B0604020202020204" pitchFamily="34" charset="0"/>
              <a:buChar char="•"/>
            </a:pPr>
            <a:r>
              <a:rPr lang="en-GB" sz="800" dirty="0">
                <a:solidFill>
                  <a:schemeClr val="bg1"/>
                </a:solidFill>
              </a:rPr>
              <a:t>Attachment of relevant appendices to the contract.</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 </a:t>
            </a:r>
            <a:r>
              <a:rPr lang="en-GB" sz="800" dirty="0">
                <a:solidFill>
                  <a:schemeClr val="bg2"/>
                </a:solidFill>
              </a:rPr>
              <a:t>but driven by product component selection and  configuration within the quote.</a:t>
            </a:r>
          </a:p>
          <a:p>
            <a:pPr marL="9525"/>
            <a:endParaRPr lang="en-GB" sz="800" dirty="0">
              <a:solidFill>
                <a:schemeClr val="bg1"/>
              </a:solidFill>
            </a:endParaRPr>
          </a:p>
        </p:txBody>
      </p:sp>
      <p:sp>
        <p:nvSpPr>
          <p:cNvPr id="28" name="TextBox 27">
            <a:extLst>
              <a:ext uri="{FF2B5EF4-FFF2-40B4-BE49-F238E27FC236}">
                <a16:creationId xmlns:a16="http://schemas.microsoft.com/office/drawing/2014/main" id="{B5BCE3F2-9DAE-8EA5-1B73-89DBCCD3D47B}"/>
              </a:ext>
            </a:extLst>
          </p:cNvPr>
          <p:cNvSpPr txBox="1"/>
          <p:nvPr/>
        </p:nvSpPr>
        <p:spPr>
          <a:xfrm>
            <a:off x="1812634" y="3702918"/>
            <a:ext cx="1604395" cy="1200329"/>
          </a:xfrm>
          <a:prstGeom prst="rect">
            <a:avLst/>
          </a:prstGeom>
          <a:noFill/>
        </p:spPr>
        <p:txBody>
          <a:bodyPr wrap="square" lIns="0" tIns="45720" rIns="0" bIns="45720" rtlCol="0" anchor="t">
            <a:spAutoFit/>
          </a:bodyPr>
          <a:lstStyle/>
          <a:p>
            <a:pPr marL="9525"/>
            <a:r>
              <a:rPr lang="en-GB" sz="800" b="1" dirty="0">
                <a:solidFill>
                  <a:schemeClr val="bg1"/>
                </a:solidFill>
              </a:rPr>
              <a:t>What</a:t>
            </a:r>
          </a:p>
          <a:p>
            <a:pPr marL="90170" indent="-80645">
              <a:buFont typeface="Arial" panose="020B0604020202020204" pitchFamily="34" charset="0"/>
              <a:buChar char="•"/>
            </a:pPr>
            <a:r>
              <a:rPr lang="en-GB" sz="800" dirty="0">
                <a:solidFill>
                  <a:schemeClr val="bg1"/>
                </a:solidFill>
              </a:rPr>
              <a:t>Customer requesting changes to the contract and the T&amp;Cs.</a:t>
            </a:r>
          </a:p>
          <a:p>
            <a:pPr marL="90170" indent="-80645">
              <a:buFont typeface="Arial" panose="020B0604020202020204" pitchFamily="34" charset="0"/>
              <a:buChar char="•"/>
            </a:pPr>
            <a:r>
              <a:rPr lang="en-GB" sz="800" dirty="0">
                <a:solidFill>
                  <a:schemeClr val="bg1"/>
                </a:solidFill>
              </a:rPr>
              <a:t>Internal approval process for analysing and approving customer change requests.</a:t>
            </a:r>
          </a:p>
          <a:p>
            <a:pPr marL="9525"/>
            <a:r>
              <a:rPr lang="en-GB" sz="800" b="1" dirty="0">
                <a:solidFill>
                  <a:schemeClr val="bg1"/>
                </a:solidFill>
              </a:rPr>
              <a:t>Generic vs Product Specific</a:t>
            </a:r>
          </a:p>
          <a:p>
            <a:pPr marL="90170" indent="-80645">
              <a:buFont typeface="Arial" panose="020B0604020202020204" pitchFamily="34" charset="0"/>
              <a:buChar char="•"/>
            </a:pPr>
            <a:r>
              <a:rPr lang="en-GB" sz="800" dirty="0">
                <a:solidFill>
                  <a:schemeClr val="bg1"/>
                </a:solidFill>
              </a:rPr>
              <a:t>Process is generic.</a:t>
            </a:r>
          </a:p>
          <a:p>
            <a:pPr marL="9525"/>
            <a:endParaRPr lang="en-GB" sz="800" dirty="0">
              <a:solidFill>
                <a:schemeClr val="bg1"/>
              </a:solidFill>
            </a:endParaRPr>
          </a:p>
        </p:txBody>
      </p:sp>
      <p:sp>
        <p:nvSpPr>
          <p:cNvPr id="29" name="TextBox 28">
            <a:extLst>
              <a:ext uri="{FF2B5EF4-FFF2-40B4-BE49-F238E27FC236}">
                <a16:creationId xmlns:a16="http://schemas.microsoft.com/office/drawing/2014/main" id="{066784DF-95DD-31E1-8DEB-711B3D90BD4E}"/>
              </a:ext>
            </a:extLst>
          </p:cNvPr>
          <p:cNvSpPr txBox="1"/>
          <p:nvPr/>
        </p:nvSpPr>
        <p:spPr>
          <a:xfrm>
            <a:off x="3514881" y="3714060"/>
            <a:ext cx="1604395" cy="1446550"/>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Internal approval processes for submitting a contract to the customer for signature.</a:t>
            </a:r>
          </a:p>
          <a:p>
            <a:pPr marL="90170" indent="-80645">
              <a:buFont typeface="Arial" panose="020B0604020202020204" pitchFamily="34" charset="0"/>
              <a:buChar char="•"/>
            </a:pPr>
            <a:r>
              <a:rPr lang="en-GB" sz="800">
                <a:solidFill>
                  <a:schemeClr val="bg1"/>
                </a:solidFill>
              </a:rPr>
              <a:t>Customer approval process, including the customer signing and returning the contract, and OB also signing the contract.</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
        <p:nvSpPr>
          <p:cNvPr id="30" name="TextBox 29">
            <a:extLst>
              <a:ext uri="{FF2B5EF4-FFF2-40B4-BE49-F238E27FC236}">
                <a16:creationId xmlns:a16="http://schemas.microsoft.com/office/drawing/2014/main" id="{996A0453-71CF-C1C2-EA7A-957F226EB6E9}"/>
              </a:ext>
            </a:extLst>
          </p:cNvPr>
          <p:cNvSpPr txBox="1"/>
          <p:nvPr/>
        </p:nvSpPr>
        <p:spPr>
          <a:xfrm>
            <a:off x="5229736" y="3714060"/>
            <a:ext cx="1604395" cy="2062103"/>
          </a:xfrm>
          <a:prstGeom prst="rect">
            <a:avLst/>
          </a:prstGeom>
          <a:noFill/>
        </p:spPr>
        <p:txBody>
          <a:bodyPr wrap="square" lIns="0" tIns="45720" rIns="0" bIns="45720" rtlCol="0" anchor="t">
            <a:spAutoFit/>
          </a:bodyPr>
          <a:lstStyle/>
          <a:p>
            <a:pPr marL="9525"/>
            <a:r>
              <a:rPr lang="en-GB" sz="800" b="1">
                <a:solidFill>
                  <a:schemeClr val="bg1"/>
                </a:solidFill>
              </a:rPr>
              <a:t>What</a:t>
            </a:r>
          </a:p>
          <a:p>
            <a:pPr marL="90170" indent="-80645">
              <a:buFont typeface="Arial" panose="020B0604020202020204" pitchFamily="34" charset="0"/>
              <a:buChar char="•"/>
            </a:pPr>
            <a:r>
              <a:rPr lang="en-GB" sz="800">
                <a:solidFill>
                  <a:schemeClr val="bg1"/>
                </a:solidFill>
              </a:rPr>
              <a:t>Storage of the contract in the CLM tooling.</a:t>
            </a:r>
          </a:p>
          <a:p>
            <a:pPr marL="90170" indent="-80645">
              <a:buFont typeface="Arial" panose="020B0604020202020204" pitchFamily="34" charset="0"/>
              <a:buChar char="•"/>
            </a:pPr>
            <a:r>
              <a:rPr lang="en-GB" sz="800">
                <a:solidFill>
                  <a:schemeClr val="bg1"/>
                </a:solidFill>
              </a:rPr>
              <a:t>Ability to browse and review the contracts held against a customer’s account.</a:t>
            </a:r>
          </a:p>
          <a:p>
            <a:pPr marL="90170" indent="-80645">
              <a:buFont typeface="Arial" panose="020B0604020202020204" pitchFamily="34" charset="0"/>
              <a:buChar char="•"/>
            </a:pPr>
            <a:r>
              <a:rPr lang="en-GB" sz="800">
                <a:solidFill>
                  <a:schemeClr val="bg1"/>
                </a:solidFill>
              </a:rPr>
              <a:t>Data management to allow validation of terms e.g. when there are inflight order changes.</a:t>
            </a:r>
          </a:p>
          <a:p>
            <a:pPr marL="90170" indent="-80645">
              <a:buFont typeface="Arial" panose="020B0604020202020204" pitchFamily="34" charset="0"/>
              <a:buChar char="•"/>
            </a:pPr>
            <a:r>
              <a:rPr lang="en-GB" sz="800">
                <a:solidFill>
                  <a:schemeClr val="bg1"/>
                </a:solidFill>
              </a:rPr>
              <a:t>Obligations and risk management.</a:t>
            </a:r>
          </a:p>
          <a:p>
            <a:pPr marL="90170" indent="-80645">
              <a:buFont typeface="Arial" panose="020B0604020202020204" pitchFamily="34" charset="0"/>
              <a:buChar char="•"/>
            </a:pPr>
            <a:r>
              <a:rPr lang="en-GB" sz="800">
                <a:solidFill>
                  <a:schemeClr val="bg1"/>
                </a:solidFill>
              </a:rPr>
              <a:t>Validation of renewal and cease terms. </a:t>
            </a:r>
          </a:p>
          <a:p>
            <a:pPr marL="9525"/>
            <a:r>
              <a:rPr lang="en-GB" sz="800" b="1">
                <a:solidFill>
                  <a:schemeClr val="bg1"/>
                </a:solidFill>
              </a:rPr>
              <a:t>Generic vs Product Specific</a:t>
            </a:r>
          </a:p>
          <a:p>
            <a:pPr marL="90170" indent="-80645">
              <a:buFont typeface="Arial" panose="020B0604020202020204" pitchFamily="34" charset="0"/>
              <a:buChar char="•"/>
            </a:pPr>
            <a:r>
              <a:rPr lang="en-GB" sz="800">
                <a:solidFill>
                  <a:schemeClr val="bg1"/>
                </a:solidFill>
              </a:rPr>
              <a:t>Process is generic</a:t>
            </a:r>
          </a:p>
          <a:p>
            <a:pPr marL="9525"/>
            <a:endParaRPr lang="en-GB" sz="800">
              <a:solidFill>
                <a:schemeClr val="bg1"/>
              </a:solidFill>
            </a:endParaRPr>
          </a:p>
        </p:txBody>
      </p:sp>
    </p:spTree>
    <p:extLst>
      <p:ext uri="{BB962C8B-B14F-4D97-AF65-F5344CB8AC3E}">
        <p14:creationId xmlns:p14="http://schemas.microsoft.com/office/powerpoint/2010/main" val="4068513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6" name="Connecteur droit 125">
            <a:extLst>
              <a:ext uri="{FF2B5EF4-FFF2-40B4-BE49-F238E27FC236}">
                <a16:creationId xmlns:a16="http://schemas.microsoft.com/office/drawing/2014/main" id="{C33B287C-BFBF-CA84-5C7C-4A2B41D9F22E}"/>
              </a:ext>
            </a:extLst>
          </p:cNvPr>
          <p:cNvCxnSpPr>
            <a:cxnSpLocks/>
          </p:cNvCxnSpPr>
          <p:nvPr/>
        </p:nvCxnSpPr>
        <p:spPr>
          <a:xfrm>
            <a:off x="2104816" y="3760162"/>
            <a:ext cx="8392829" cy="31192"/>
          </a:xfrm>
          <a:prstGeom prst="line">
            <a:avLst/>
          </a:prstGeom>
          <a:ln w="9525">
            <a:solidFill>
              <a:schemeClr val="bg2"/>
            </a:solidFill>
            <a:prstDash val="lgDash"/>
          </a:ln>
        </p:spPr>
        <p:style>
          <a:lnRef idx="2">
            <a:schemeClr val="accent1"/>
          </a:lnRef>
          <a:fillRef idx="0">
            <a:schemeClr val="accent1"/>
          </a:fillRef>
          <a:effectRef idx="1">
            <a:schemeClr val="accent1"/>
          </a:effectRef>
          <a:fontRef idx="minor">
            <a:schemeClr val="tx1"/>
          </a:fontRef>
        </p:style>
      </p:cxnSp>
      <p:cxnSp>
        <p:nvCxnSpPr>
          <p:cNvPr id="122" name="Connecteur droit 121">
            <a:extLst>
              <a:ext uri="{FF2B5EF4-FFF2-40B4-BE49-F238E27FC236}">
                <a16:creationId xmlns:a16="http://schemas.microsoft.com/office/drawing/2014/main" id="{B50AFD6F-D2BF-197D-8F5C-B0C064A9CFE7}"/>
              </a:ext>
            </a:extLst>
          </p:cNvPr>
          <p:cNvCxnSpPr>
            <a:cxnSpLocks/>
            <a:stCxn id="46" idx="3"/>
            <a:endCxn id="59" idx="1"/>
          </p:cNvCxnSpPr>
          <p:nvPr/>
        </p:nvCxnSpPr>
        <p:spPr>
          <a:xfrm>
            <a:off x="2086047" y="3404975"/>
            <a:ext cx="528123" cy="0"/>
          </a:xfrm>
          <a:prstGeom prst="line">
            <a:avLst/>
          </a:prstGeom>
          <a:ln w="9525">
            <a:solidFill>
              <a:schemeClr val="bg2"/>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631B20D-24CD-B8DD-B612-CC9C368476CD}"/>
              </a:ext>
            </a:extLst>
          </p:cNvPr>
          <p:cNvSpPr txBox="1"/>
          <p:nvPr/>
        </p:nvSpPr>
        <p:spPr>
          <a:xfrm>
            <a:off x="372141" y="226507"/>
            <a:ext cx="11513746"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bg1"/>
                </a:solidFill>
                <a:effectLst/>
                <a:uLnTx/>
                <a:uFillTx/>
                <a:latin typeface="Aptos" panose="020B0004020202020204"/>
                <a:ea typeface="+mn-ea"/>
                <a:cs typeface="+mn-cs"/>
              </a:rPr>
              <a:t>1. User Journey - Digital order of a standard product of the </a:t>
            </a:r>
            <a:r>
              <a:rPr kumimoji="0" lang="en-GB" sz="2800" b="0" i="0" u="none" strike="noStrike" kern="1200" cap="none" spc="0" normalizeH="0" baseline="0" noProof="0" dirty="0" err="1">
                <a:ln>
                  <a:noFill/>
                </a:ln>
                <a:solidFill>
                  <a:schemeClr val="bg1"/>
                </a:solidFill>
                <a:effectLst/>
                <a:uLnTx/>
                <a:uFillTx/>
                <a:latin typeface="Aptos" panose="020B0004020202020204"/>
                <a:ea typeface="+mn-ea"/>
                <a:cs typeface="+mn-cs"/>
              </a:rPr>
              <a:t>catalog</a:t>
            </a:r>
            <a:endParaRPr kumimoji="0" lang="fr-FR" sz="1800" b="0" i="0" u="none" strike="noStrike" kern="1200" cap="none" spc="0" normalizeH="0" baseline="0" noProof="0" dirty="0">
              <a:ln>
                <a:noFill/>
              </a:ln>
              <a:solidFill>
                <a:schemeClr val="bg1"/>
              </a:solidFill>
              <a:effectLst/>
              <a:uLnTx/>
              <a:uFillTx/>
              <a:latin typeface="Aptos" panose="020B0004020202020204"/>
              <a:ea typeface="+mn-ea"/>
              <a:cs typeface="+mn-cs"/>
            </a:endParaRPr>
          </a:p>
        </p:txBody>
      </p:sp>
      <p:sp>
        <p:nvSpPr>
          <p:cNvPr id="10" name="ZoneTexte 9">
            <a:extLst>
              <a:ext uri="{FF2B5EF4-FFF2-40B4-BE49-F238E27FC236}">
                <a16:creationId xmlns:a16="http://schemas.microsoft.com/office/drawing/2014/main" id="{CFF46E4F-13C5-1ECF-2701-4E5045527D66}"/>
              </a:ext>
            </a:extLst>
          </p:cNvPr>
          <p:cNvSpPr txBox="1"/>
          <p:nvPr/>
        </p:nvSpPr>
        <p:spPr>
          <a:xfrm>
            <a:off x="1192209" y="4617745"/>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Campaign Planning </a:t>
            </a:r>
            <a:endParaRPr kumimoji="0" lang="en-GB"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2" name="ZoneTexte 11">
            <a:extLst>
              <a:ext uri="{FF2B5EF4-FFF2-40B4-BE49-F238E27FC236}">
                <a16:creationId xmlns:a16="http://schemas.microsoft.com/office/drawing/2014/main" id="{93C37DA8-5EAD-A861-2B70-18190E9B019B}"/>
              </a:ext>
            </a:extLst>
          </p:cNvPr>
          <p:cNvSpPr txBox="1"/>
          <p:nvPr/>
        </p:nvSpPr>
        <p:spPr>
          <a:xfrm>
            <a:off x="1192209" y="4928607"/>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Audience Management</a:t>
            </a:r>
            <a:endParaRPr kumimoji="0" lang="en-GB"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 name="ZoneTexte 15">
            <a:extLst>
              <a:ext uri="{FF2B5EF4-FFF2-40B4-BE49-F238E27FC236}">
                <a16:creationId xmlns:a16="http://schemas.microsoft.com/office/drawing/2014/main" id="{498476CC-6D66-FAAF-A1F8-18DFFEB70F08}"/>
              </a:ext>
            </a:extLst>
          </p:cNvPr>
          <p:cNvSpPr txBox="1"/>
          <p:nvPr/>
        </p:nvSpPr>
        <p:spPr>
          <a:xfrm>
            <a:off x="1192209" y="5239469"/>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Content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&amp; Management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8" name="ZoneTexte 17">
            <a:extLst>
              <a:ext uri="{FF2B5EF4-FFF2-40B4-BE49-F238E27FC236}">
                <a16:creationId xmlns:a16="http://schemas.microsoft.com/office/drawing/2014/main" id="{76F644A1-41AF-1F4F-3B26-8B4A19147FB8}"/>
              </a:ext>
            </a:extLst>
          </p:cNvPr>
          <p:cNvSpPr txBox="1"/>
          <p:nvPr/>
        </p:nvSpPr>
        <p:spPr>
          <a:xfrm>
            <a:off x="1192209" y="5550331"/>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Campaign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Execution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3" name="ZoneTexte 22">
            <a:extLst>
              <a:ext uri="{FF2B5EF4-FFF2-40B4-BE49-F238E27FC236}">
                <a16:creationId xmlns:a16="http://schemas.microsoft.com/office/drawing/2014/main" id="{BDC06860-81C5-F13C-6B07-B74D31C5A7BF}"/>
              </a:ext>
            </a:extLst>
          </p:cNvPr>
          <p:cNvSpPr txBox="1"/>
          <p:nvPr/>
        </p:nvSpPr>
        <p:spPr>
          <a:xfrm>
            <a:off x="2614172" y="4172037"/>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Catalogue Management</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6" name="ZoneTexte 35">
            <a:extLst>
              <a:ext uri="{FF2B5EF4-FFF2-40B4-BE49-F238E27FC236}">
                <a16:creationId xmlns:a16="http://schemas.microsoft.com/office/drawing/2014/main" id="{001062E2-FE07-3447-C346-7EEF37027E59}"/>
              </a:ext>
            </a:extLst>
          </p:cNvPr>
          <p:cNvSpPr txBox="1"/>
          <p:nvPr/>
        </p:nvSpPr>
        <p:spPr>
          <a:xfrm>
            <a:off x="6904663" y="5130292"/>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Opportunity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sp>
        <p:nvSpPr>
          <p:cNvPr id="45" name="ZoneTexte 44">
            <a:extLst>
              <a:ext uri="{FF2B5EF4-FFF2-40B4-BE49-F238E27FC236}">
                <a16:creationId xmlns:a16="http://schemas.microsoft.com/office/drawing/2014/main" id="{1AF8475A-1CAF-782D-D8FE-8DC6DEDBC0BB}"/>
              </a:ext>
            </a:extLst>
          </p:cNvPr>
          <p:cNvSpPr txBox="1"/>
          <p:nvPr/>
        </p:nvSpPr>
        <p:spPr>
          <a:xfrm>
            <a:off x="9755946" y="4191395"/>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Quotation Process</a:t>
            </a:r>
            <a:endParaRPr kumimoji="0" lang="en-GB"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ZoneTexte 46">
            <a:extLst>
              <a:ext uri="{FF2B5EF4-FFF2-40B4-BE49-F238E27FC236}">
                <a16:creationId xmlns:a16="http://schemas.microsoft.com/office/drawing/2014/main" id="{35E700E1-FA93-2511-D576-B6C517508907}"/>
              </a:ext>
            </a:extLst>
          </p:cNvPr>
          <p:cNvSpPr txBox="1"/>
          <p:nvPr/>
        </p:nvSpPr>
        <p:spPr>
          <a:xfrm>
            <a:off x="3997281" y="4169959"/>
            <a:ext cx="920805" cy="445708"/>
          </a:xfrm>
          <a:prstGeom prst="rect">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Referential</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ZoneTexte 50">
            <a:extLst>
              <a:ext uri="{FF2B5EF4-FFF2-40B4-BE49-F238E27FC236}">
                <a16:creationId xmlns:a16="http://schemas.microsoft.com/office/drawing/2014/main" id="{8A0B9660-7942-770D-458F-432DF8EDA2C3}"/>
              </a:ext>
            </a:extLst>
          </p:cNvPr>
          <p:cNvSpPr txBox="1"/>
          <p:nvPr/>
        </p:nvSpPr>
        <p:spPr>
          <a:xfrm>
            <a:off x="1192209" y="4172037"/>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Campaign Management</a:t>
            </a:r>
            <a:endParaRPr kumimoji="0" lang="en-GB" sz="9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3" name="ZoneTexte 52">
            <a:extLst>
              <a:ext uri="{FF2B5EF4-FFF2-40B4-BE49-F238E27FC236}">
                <a16:creationId xmlns:a16="http://schemas.microsoft.com/office/drawing/2014/main" id="{07CF3E12-2FF6-7646-DA95-DD7BFFC94027}"/>
              </a:ext>
            </a:extLst>
          </p:cNvPr>
          <p:cNvSpPr txBox="1"/>
          <p:nvPr/>
        </p:nvSpPr>
        <p:spPr>
          <a:xfrm>
            <a:off x="5450194" y="4169959"/>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11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Quotation Process</a:t>
            </a:r>
            <a:endParaRPr kumimoji="0" lang="en-GB"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5" name="Rectangle: Rounded Corners 1">
            <a:extLst>
              <a:ext uri="{FF2B5EF4-FFF2-40B4-BE49-F238E27FC236}">
                <a16:creationId xmlns:a16="http://schemas.microsoft.com/office/drawing/2014/main" id="{BC3697AB-002F-023A-2D9D-8EF9DABEF520}"/>
              </a:ext>
            </a:extLst>
          </p:cNvPr>
          <p:cNvSpPr/>
          <p:nvPr/>
        </p:nvSpPr>
        <p:spPr>
          <a:xfrm>
            <a:off x="1175257" y="1543748"/>
            <a:ext cx="938902"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Accessing OB Offerings</a:t>
            </a:r>
          </a:p>
        </p:txBody>
      </p:sp>
      <p:sp>
        <p:nvSpPr>
          <p:cNvPr id="56" name="Rectangle: Rounded Corners 5">
            <a:extLst>
              <a:ext uri="{FF2B5EF4-FFF2-40B4-BE49-F238E27FC236}">
                <a16:creationId xmlns:a16="http://schemas.microsoft.com/office/drawing/2014/main" id="{8FE26E7E-B7BD-52A8-4B4E-B6F1D25EA830}"/>
              </a:ext>
            </a:extLst>
          </p:cNvPr>
          <p:cNvSpPr/>
          <p:nvPr/>
        </p:nvSpPr>
        <p:spPr>
          <a:xfrm>
            <a:off x="1190619" y="2731585"/>
            <a:ext cx="908179"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marketing material </a:t>
            </a:r>
          </a:p>
        </p:txBody>
      </p:sp>
      <p:sp>
        <p:nvSpPr>
          <p:cNvPr id="57" name="Rectangle: Rounded Corners 6">
            <a:extLst>
              <a:ext uri="{FF2B5EF4-FFF2-40B4-BE49-F238E27FC236}">
                <a16:creationId xmlns:a16="http://schemas.microsoft.com/office/drawing/2014/main" id="{BDE38EA4-D6C9-B0F1-5448-4873040AE632}"/>
              </a:ext>
            </a:extLst>
          </p:cNvPr>
          <p:cNvSpPr/>
          <p:nvPr/>
        </p:nvSpPr>
        <p:spPr>
          <a:xfrm>
            <a:off x="2614171" y="2138066"/>
            <a:ext cx="920806"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Catalogue</a:t>
            </a:r>
          </a:p>
        </p:txBody>
      </p:sp>
      <p:sp>
        <p:nvSpPr>
          <p:cNvPr id="60" name="Rectangle: Rounded Corners 24">
            <a:extLst>
              <a:ext uri="{FF2B5EF4-FFF2-40B4-BE49-F238E27FC236}">
                <a16:creationId xmlns:a16="http://schemas.microsoft.com/office/drawing/2014/main" id="{7B6BACB3-386E-8E9F-74B5-6DF9B0AF7190}"/>
              </a:ext>
            </a:extLst>
          </p:cNvPr>
          <p:cNvSpPr/>
          <p:nvPr/>
        </p:nvSpPr>
        <p:spPr>
          <a:xfrm>
            <a:off x="9755946" y="1543748"/>
            <a:ext cx="920805" cy="445708"/>
          </a:xfrm>
          <a:prstGeom prst="rect">
            <a:avLst/>
          </a:prstGeom>
          <a:solidFill>
            <a:srgbClr val="E75E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Convert Quote to Order</a:t>
            </a:r>
          </a:p>
        </p:txBody>
      </p:sp>
      <p:sp>
        <p:nvSpPr>
          <p:cNvPr id="66" name="Rectangle: Rounded Corners 95">
            <a:extLst>
              <a:ext uri="{FF2B5EF4-FFF2-40B4-BE49-F238E27FC236}">
                <a16:creationId xmlns:a16="http://schemas.microsoft.com/office/drawing/2014/main" id="{B830FDEB-916C-2708-B9F3-CFCC2236F434}"/>
              </a:ext>
            </a:extLst>
          </p:cNvPr>
          <p:cNvSpPr/>
          <p:nvPr/>
        </p:nvSpPr>
        <p:spPr>
          <a:xfrm>
            <a:off x="8338319" y="1543748"/>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Contracting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prstClr val="white"/>
                </a:solidFill>
                <a:effectLst/>
                <a:uLnTx/>
                <a:uFillTx/>
                <a:latin typeface="Aptos" panose="020B0004020202020204"/>
                <a:ea typeface="+mn-ea"/>
                <a:cs typeface="+mn-cs"/>
              </a:rPr>
              <a:t> (Order form Contract &amp; sign) </a:t>
            </a:r>
          </a:p>
        </p:txBody>
      </p:sp>
      <p:sp>
        <p:nvSpPr>
          <p:cNvPr id="27" name="Rectangle: Rounded Corners 10">
            <a:extLst>
              <a:ext uri="{FF2B5EF4-FFF2-40B4-BE49-F238E27FC236}">
                <a16:creationId xmlns:a16="http://schemas.microsoft.com/office/drawing/2014/main" id="{8B735033-C683-E5FB-2AE9-24E49D95756D}"/>
              </a:ext>
            </a:extLst>
          </p:cNvPr>
          <p:cNvSpPr/>
          <p:nvPr/>
        </p:nvSpPr>
        <p:spPr>
          <a:xfrm>
            <a:off x="4005177" y="2138066"/>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Account creation</a:t>
            </a:r>
          </a:p>
        </p:txBody>
      </p:sp>
      <p:sp>
        <p:nvSpPr>
          <p:cNvPr id="58" name="Rectangle: Rounded Corners 12">
            <a:extLst>
              <a:ext uri="{FF2B5EF4-FFF2-40B4-BE49-F238E27FC236}">
                <a16:creationId xmlns:a16="http://schemas.microsoft.com/office/drawing/2014/main" id="{CD5D7DE4-2AA3-7994-156F-1441639AB973}"/>
              </a:ext>
            </a:extLst>
          </p:cNvPr>
          <p:cNvSpPr/>
          <p:nvPr/>
        </p:nvSpPr>
        <p:spPr>
          <a:xfrm>
            <a:off x="5450194" y="2138066"/>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Quote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Customer learns &amp; Firm Quote)</a:t>
            </a:r>
          </a:p>
        </p:txBody>
      </p:sp>
      <p:sp>
        <p:nvSpPr>
          <p:cNvPr id="64" name="Rectangle: Rounded Corners 312">
            <a:extLst>
              <a:ext uri="{FF2B5EF4-FFF2-40B4-BE49-F238E27FC236}">
                <a16:creationId xmlns:a16="http://schemas.microsoft.com/office/drawing/2014/main" id="{AED68C21-44F1-31C3-3AAF-4776EE0669F9}"/>
              </a:ext>
            </a:extLst>
          </p:cNvPr>
          <p:cNvSpPr/>
          <p:nvPr/>
        </p:nvSpPr>
        <p:spPr>
          <a:xfrm>
            <a:off x="5450194" y="1543748"/>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Contract</a:t>
            </a:r>
          </a:p>
        </p:txBody>
      </p:sp>
      <p:sp>
        <p:nvSpPr>
          <p:cNvPr id="74" name="Rectangle: Rounded Corners 70">
            <a:extLst>
              <a:ext uri="{FF2B5EF4-FFF2-40B4-BE49-F238E27FC236}">
                <a16:creationId xmlns:a16="http://schemas.microsoft.com/office/drawing/2014/main" id="{0F695820-43E5-B182-AAC9-7A42ABFE6E35}"/>
              </a:ext>
            </a:extLst>
          </p:cNvPr>
          <p:cNvSpPr/>
          <p:nvPr/>
        </p:nvSpPr>
        <p:spPr>
          <a:xfrm>
            <a:off x="5450194" y="2731585"/>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Eligibility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(commercial &amp; technical)</a:t>
            </a:r>
          </a:p>
        </p:txBody>
      </p:sp>
      <p:cxnSp>
        <p:nvCxnSpPr>
          <p:cNvPr id="75" name="Straight Arrow Connector 74">
            <a:extLst>
              <a:ext uri="{FF2B5EF4-FFF2-40B4-BE49-F238E27FC236}">
                <a16:creationId xmlns:a16="http://schemas.microsoft.com/office/drawing/2014/main" id="{A32272BF-5AAF-EDAF-B334-383B8CE2701E}"/>
              </a:ext>
            </a:extLst>
          </p:cNvPr>
          <p:cNvCxnSpPr>
            <a:cxnSpLocks/>
            <a:stCxn id="55" idx="2"/>
            <a:endCxn id="40" idx="0"/>
          </p:cNvCxnSpPr>
          <p:nvPr/>
        </p:nvCxnSpPr>
        <p:spPr>
          <a:xfrm>
            <a:off x="1644708" y="1989456"/>
            <a:ext cx="1" cy="148610"/>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16" name="Straight Arrow Connector 49">
            <a:extLst>
              <a:ext uri="{FF2B5EF4-FFF2-40B4-BE49-F238E27FC236}">
                <a16:creationId xmlns:a16="http://schemas.microsoft.com/office/drawing/2014/main" id="{36D0C38D-96E2-C021-5B15-6C7A27F4EBDE}"/>
              </a:ext>
            </a:extLst>
          </p:cNvPr>
          <p:cNvCxnSpPr>
            <a:cxnSpLocks/>
            <a:stCxn id="56" idx="3"/>
            <a:endCxn id="57" idx="1"/>
          </p:cNvCxnSpPr>
          <p:nvPr/>
        </p:nvCxnSpPr>
        <p:spPr>
          <a:xfrm flipV="1">
            <a:off x="2098798" y="2360920"/>
            <a:ext cx="515373" cy="593519"/>
          </a:xfrm>
          <a:prstGeom prst="bentConnector3">
            <a:avLst>
              <a:gd name="adj1" fmla="val 50000"/>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70" name="ZoneTexte 169">
            <a:extLst>
              <a:ext uri="{FF2B5EF4-FFF2-40B4-BE49-F238E27FC236}">
                <a16:creationId xmlns:a16="http://schemas.microsoft.com/office/drawing/2014/main" id="{6B633E43-7106-65B7-DC8C-4A152CDAA287}"/>
              </a:ext>
            </a:extLst>
          </p:cNvPr>
          <p:cNvSpPr txBox="1"/>
          <p:nvPr/>
        </p:nvSpPr>
        <p:spPr>
          <a:xfrm>
            <a:off x="8338320" y="4186292"/>
            <a:ext cx="920805" cy="31086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a:t>
            </a:r>
            <a:r>
              <a:rPr kumimoji="0" lang="fr-FR" sz="9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Contracting</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29" name="Rectangle 1028">
            <a:extLst>
              <a:ext uri="{FF2B5EF4-FFF2-40B4-BE49-F238E27FC236}">
                <a16:creationId xmlns:a16="http://schemas.microsoft.com/office/drawing/2014/main" id="{508F633C-6116-03FC-D67E-3CCA49646EDB}"/>
              </a:ext>
            </a:extLst>
          </p:cNvPr>
          <p:cNvSpPr/>
          <p:nvPr/>
        </p:nvSpPr>
        <p:spPr>
          <a:xfrm rot="16200000">
            <a:off x="-555541" y="1829442"/>
            <a:ext cx="1839558" cy="35855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bg1"/>
                </a:solidFill>
                <a:effectLst/>
                <a:uLnTx/>
                <a:uFillTx/>
                <a:latin typeface="Aptos" panose="020B0004020202020204"/>
                <a:ea typeface="+mn-ea"/>
                <a:cs typeface="+mn-cs"/>
              </a:rPr>
              <a:t>Customer use cases</a:t>
            </a:r>
          </a:p>
        </p:txBody>
      </p:sp>
      <p:sp>
        <p:nvSpPr>
          <p:cNvPr id="1031" name="Rectangle 1030">
            <a:extLst>
              <a:ext uri="{FF2B5EF4-FFF2-40B4-BE49-F238E27FC236}">
                <a16:creationId xmlns:a16="http://schemas.microsoft.com/office/drawing/2014/main" id="{EA70B348-F1B1-C40F-ACFB-BE9E10848281}"/>
              </a:ext>
            </a:extLst>
          </p:cNvPr>
          <p:cNvSpPr/>
          <p:nvPr/>
        </p:nvSpPr>
        <p:spPr>
          <a:xfrm rot="16200000">
            <a:off x="-807911" y="5164824"/>
            <a:ext cx="2344298" cy="35855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chemeClr val="bg1"/>
                </a:solidFill>
                <a:effectLst/>
                <a:uLnTx/>
                <a:uFillTx/>
                <a:latin typeface="Aptos" panose="020B0004020202020204"/>
                <a:ea typeface="+mn-ea"/>
                <a:cs typeface="+mn-cs"/>
              </a:rPr>
              <a:t>Business Processes L1 &amp; L2</a:t>
            </a:r>
          </a:p>
        </p:txBody>
      </p:sp>
      <p:sp>
        <p:nvSpPr>
          <p:cNvPr id="1035" name="ZoneTexte 1034">
            <a:extLst>
              <a:ext uri="{FF2B5EF4-FFF2-40B4-BE49-F238E27FC236}">
                <a16:creationId xmlns:a16="http://schemas.microsoft.com/office/drawing/2014/main" id="{9848CC55-592D-D301-829D-BD67670B53C0}"/>
              </a:ext>
            </a:extLst>
          </p:cNvPr>
          <p:cNvSpPr txBox="1"/>
          <p:nvPr/>
        </p:nvSpPr>
        <p:spPr>
          <a:xfrm>
            <a:off x="1192209" y="5861193"/>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Campaign Performance &amp;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1051" name="Straight Arrow Connector 49">
            <a:extLst>
              <a:ext uri="{FF2B5EF4-FFF2-40B4-BE49-F238E27FC236}">
                <a16:creationId xmlns:a16="http://schemas.microsoft.com/office/drawing/2014/main" id="{6841DB74-BFEE-A8F4-EC1F-6E7E9587672E}"/>
              </a:ext>
            </a:extLst>
          </p:cNvPr>
          <p:cNvCxnSpPr>
            <a:cxnSpLocks/>
          </p:cNvCxnSpPr>
          <p:nvPr/>
        </p:nvCxnSpPr>
        <p:spPr>
          <a:xfrm>
            <a:off x="2201887" y="4394891"/>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54" name="Straight Arrow Connector 49">
            <a:extLst>
              <a:ext uri="{FF2B5EF4-FFF2-40B4-BE49-F238E27FC236}">
                <a16:creationId xmlns:a16="http://schemas.microsoft.com/office/drawing/2014/main" id="{4512C931-1EE9-F8C3-B538-83AB3B8C51AF}"/>
              </a:ext>
            </a:extLst>
          </p:cNvPr>
          <p:cNvCxnSpPr>
            <a:cxnSpLocks/>
          </p:cNvCxnSpPr>
          <p:nvPr/>
        </p:nvCxnSpPr>
        <p:spPr>
          <a:xfrm>
            <a:off x="3623850" y="4394891"/>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57" name="Straight Arrow Connector 49">
            <a:extLst>
              <a:ext uri="{FF2B5EF4-FFF2-40B4-BE49-F238E27FC236}">
                <a16:creationId xmlns:a16="http://schemas.microsoft.com/office/drawing/2014/main" id="{5965706F-601A-2605-F485-C440A498B42A}"/>
              </a:ext>
            </a:extLst>
          </p:cNvPr>
          <p:cNvCxnSpPr>
            <a:cxnSpLocks/>
          </p:cNvCxnSpPr>
          <p:nvPr/>
        </p:nvCxnSpPr>
        <p:spPr>
          <a:xfrm>
            <a:off x="5026382" y="4394891"/>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68" name="Straight Arrow Connector 49">
            <a:extLst>
              <a:ext uri="{FF2B5EF4-FFF2-40B4-BE49-F238E27FC236}">
                <a16:creationId xmlns:a16="http://schemas.microsoft.com/office/drawing/2014/main" id="{ADB2DEED-7E44-87AB-84A7-9BF24676A503}"/>
              </a:ext>
            </a:extLst>
          </p:cNvPr>
          <p:cNvCxnSpPr>
            <a:cxnSpLocks/>
          </p:cNvCxnSpPr>
          <p:nvPr/>
        </p:nvCxnSpPr>
        <p:spPr>
          <a:xfrm>
            <a:off x="6449590" y="4373910"/>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83" name="Straight Arrow Connector 49">
            <a:extLst>
              <a:ext uri="{FF2B5EF4-FFF2-40B4-BE49-F238E27FC236}">
                <a16:creationId xmlns:a16="http://schemas.microsoft.com/office/drawing/2014/main" id="{996BA542-635D-B5FF-4188-2E46E25BEC94}"/>
              </a:ext>
            </a:extLst>
          </p:cNvPr>
          <p:cNvCxnSpPr>
            <a:cxnSpLocks/>
            <a:stCxn id="57" idx="3"/>
            <a:endCxn id="27" idx="1"/>
          </p:cNvCxnSpPr>
          <p:nvPr/>
        </p:nvCxnSpPr>
        <p:spPr>
          <a:xfrm>
            <a:off x="3534977" y="2360920"/>
            <a:ext cx="470200"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8" name="ZoneTexte 7">
            <a:extLst>
              <a:ext uri="{FF2B5EF4-FFF2-40B4-BE49-F238E27FC236}">
                <a16:creationId xmlns:a16="http://schemas.microsoft.com/office/drawing/2014/main" id="{7A25D51B-4741-B88C-6A26-BA63752917B9}"/>
              </a:ext>
            </a:extLst>
          </p:cNvPr>
          <p:cNvSpPr txBox="1"/>
          <p:nvPr/>
        </p:nvSpPr>
        <p:spPr>
          <a:xfrm>
            <a:off x="2614172" y="4617745"/>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Product Catalogue Browsing</a:t>
            </a:r>
          </a:p>
        </p:txBody>
      </p:sp>
      <p:sp>
        <p:nvSpPr>
          <p:cNvPr id="19" name="ZoneTexte 18">
            <a:extLst>
              <a:ext uri="{FF2B5EF4-FFF2-40B4-BE49-F238E27FC236}">
                <a16:creationId xmlns:a16="http://schemas.microsoft.com/office/drawing/2014/main" id="{9489F439-4307-2178-B462-943E2D9F2590}"/>
              </a:ext>
            </a:extLst>
          </p:cNvPr>
          <p:cNvSpPr txBox="1"/>
          <p:nvPr/>
        </p:nvSpPr>
        <p:spPr>
          <a:xfrm>
            <a:off x="6904663" y="5576000"/>
            <a:ext cx="920805" cy="23327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Opportunity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&amp;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Categorization</a:t>
            </a:r>
            <a:endPar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0" name="ZoneTexte 19">
            <a:extLst>
              <a:ext uri="{FF2B5EF4-FFF2-40B4-BE49-F238E27FC236}">
                <a16:creationId xmlns:a16="http://schemas.microsoft.com/office/drawing/2014/main" id="{3D35C60F-090E-CEE4-C846-29B7B5B15548}"/>
              </a:ext>
            </a:extLst>
          </p:cNvPr>
          <p:cNvSpPr txBox="1"/>
          <p:nvPr/>
        </p:nvSpPr>
        <p:spPr>
          <a:xfrm>
            <a:off x="6904663" y="5809276"/>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Opportunity Performance and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5" name="ZoneTexte 24">
            <a:extLst>
              <a:ext uri="{FF2B5EF4-FFF2-40B4-BE49-F238E27FC236}">
                <a16:creationId xmlns:a16="http://schemas.microsoft.com/office/drawing/2014/main" id="{DED437CC-BEA1-5182-A26E-9F21BDD7D50A}"/>
              </a:ext>
            </a:extLst>
          </p:cNvPr>
          <p:cNvSpPr txBox="1"/>
          <p:nvPr/>
        </p:nvSpPr>
        <p:spPr>
          <a:xfrm>
            <a:off x="5450194" y="4615667"/>
            <a:ext cx="920805"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0" name="ZoneTexte 29">
            <a:extLst>
              <a:ext uri="{FF2B5EF4-FFF2-40B4-BE49-F238E27FC236}">
                <a16:creationId xmlns:a16="http://schemas.microsoft.com/office/drawing/2014/main" id="{FA7D17A5-BE49-F73E-B897-A1D58B9E788D}"/>
              </a:ext>
            </a:extLst>
          </p:cNvPr>
          <p:cNvSpPr txBox="1"/>
          <p:nvPr/>
        </p:nvSpPr>
        <p:spPr>
          <a:xfrm>
            <a:off x="4005177" y="4615667"/>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Account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2" name="ZoneTexte 31">
            <a:extLst>
              <a:ext uri="{FF2B5EF4-FFF2-40B4-BE49-F238E27FC236}">
                <a16:creationId xmlns:a16="http://schemas.microsoft.com/office/drawing/2014/main" id="{F9AD9DAF-A33B-D1A2-E07A-26B82F700242}"/>
              </a:ext>
            </a:extLst>
          </p:cNvPr>
          <p:cNvSpPr txBox="1"/>
          <p:nvPr/>
        </p:nvSpPr>
        <p:spPr>
          <a:xfrm>
            <a:off x="4005177" y="4926529"/>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Contact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3" name="ZoneTexte 32">
            <a:extLst>
              <a:ext uri="{FF2B5EF4-FFF2-40B4-BE49-F238E27FC236}">
                <a16:creationId xmlns:a16="http://schemas.microsoft.com/office/drawing/2014/main" id="{43A6BA48-6FA0-9219-25CD-12469926C176}"/>
              </a:ext>
            </a:extLst>
          </p:cNvPr>
          <p:cNvSpPr txBox="1"/>
          <p:nvPr/>
        </p:nvSpPr>
        <p:spPr>
          <a:xfrm>
            <a:off x="6904664" y="4637102"/>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Billing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4" name="ZoneTexte 33">
            <a:extLst>
              <a:ext uri="{FF2B5EF4-FFF2-40B4-BE49-F238E27FC236}">
                <a16:creationId xmlns:a16="http://schemas.microsoft.com/office/drawing/2014/main" id="{D793CA8B-E992-9AEA-FFCE-4707DB40439A}"/>
              </a:ext>
            </a:extLst>
          </p:cNvPr>
          <p:cNvSpPr txBox="1"/>
          <p:nvPr/>
        </p:nvSpPr>
        <p:spPr>
          <a:xfrm>
            <a:off x="8338320" y="4497154"/>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Contract</a:t>
            </a:r>
            <a:r>
              <a:rPr kumimoji="0" lang="fr-FR"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Generation</a:t>
            </a:r>
            <a:endParaRPr kumimoji="0" lang="en-GB"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8" name="ZoneTexte 37">
            <a:extLst>
              <a:ext uri="{FF2B5EF4-FFF2-40B4-BE49-F238E27FC236}">
                <a16:creationId xmlns:a16="http://schemas.microsoft.com/office/drawing/2014/main" id="{996B778E-16F7-D7BA-99D2-E6262D3F5B6C}"/>
              </a:ext>
            </a:extLst>
          </p:cNvPr>
          <p:cNvSpPr txBox="1"/>
          <p:nvPr/>
        </p:nvSpPr>
        <p:spPr>
          <a:xfrm>
            <a:off x="8338319" y="4873868"/>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Contract Agreement </a:t>
            </a:r>
          </a:p>
        </p:txBody>
      </p:sp>
      <p:sp>
        <p:nvSpPr>
          <p:cNvPr id="3" name="ZoneTexte 2">
            <a:extLst>
              <a:ext uri="{FF2B5EF4-FFF2-40B4-BE49-F238E27FC236}">
                <a16:creationId xmlns:a16="http://schemas.microsoft.com/office/drawing/2014/main" id="{03D814CC-CC2D-C375-8611-F93F2E8DA203}"/>
              </a:ext>
            </a:extLst>
          </p:cNvPr>
          <p:cNvSpPr txBox="1"/>
          <p:nvPr/>
        </p:nvSpPr>
        <p:spPr>
          <a:xfrm>
            <a:off x="1190783" y="3660342"/>
            <a:ext cx="914033" cy="230832"/>
          </a:xfrm>
          <a:prstGeom prst="rect">
            <a:avLst/>
          </a:prstGeom>
          <a:solidFill>
            <a:schemeClr val="bg2">
              <a:lumMod val="9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Marketing Tool</a:t>
            </a:r>
          </a:p>
        </p:txBody>
      </p:sp>
      <p:sp>
        <p:nvSpPr>
          <p:cNvPr id="22" name="ZoneTexte 21">
            <a:extLst>
              <a:ext uri="{FF2B5EF4-FFF2-40B4-BE49-F238E27FC236}">
                <a16:creationId xmlns:a16="http://schemas.microsoft.com/office/drawing/2014/main" id="{D320E17E-62CB-9FDA-6129-2A552C808684}"/>
              </a:ext>
            </a:extLst>
          </p:cNvPr>
          <p:cNvSpPr txBox="1"/>
          <p:nvPr/>
        </p:nvSpPr>
        <p:spPr>
          <a:xfrm>
            <a:off x="2628112" y="3660342"/>
            <a:ext cx="7041129" cy="230832"/>
          </a:xfrm>
          <a:prstGeom prst="rect">
            <a:avLst/>
          </a:prstGeom>
          <a:solidFill>
            <a:schemeClr val="bg2">
              <a:lumMod val="9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Portal</a:t>
            </a:r>
          </a:p>
        </p:txBody>
      </p:sp>
      <p:sp>
        <p:nvSpPr>
          <p:cNvPr id="41" name="Freeform 42">
            <a:extLst>
              <a:ext uri="{FF2B5EF4-FFF2-40B4-BE49-F238E27FC236}">
                <a16:creationId xmlns:a16="http://schemas.microsoft.com/office/drawing/2014/main" id="{058658FD-5C70-DDCF-5FA1-32D21B64E510}"/>
              </a:ext>
            </a:extLst>
          </p:cNvPr>
          <p:cNvSpPr>
            <a:spLocks noChangeAspect="1" noEditPoints="1"/>
          </p:cNvSpPr>
          <p:nvPr/>
        </p:nvSpPr>
        <p:spPr bwMode="auto">
          <a:xfrm>
            <a:off x="238031" y="3297819"/>
            <a:ext cx="252412" cy="214313"/>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000000"/>
          </a:solidFill>
          <a:ln>
            <a:noFill/>
          </a:ln>
        </p:spPr>
        <p:txBody>
          <a:bodyPr vert="horz" wrap="square" lIns="78191" tIns="39096" rIns="78191" bIns="39096"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3" name="Freeform 17">
            <a:extLst>
              <a:ext uri="{FF2B5EF4-FFF2-40B4-BE49-F238E27FC236}">
                <a16:creationId xmlns:a16="http://schemas.microsoft.com/office/drawing/2014/main" id="{0AF4DBEA-27A8-DFF9-1FA6-530859697D7B}"/>
              </a:ext>
            </a:extLst>
          </p:cNvPr>
          <p:cNvSpPr>
            <a:spLocks noChangeAspect="1" noEditPoints="1"/>
          </p:cNvSpPr>
          <p:nvPr/>
        </p:nvSpPr>
        <p:spPr bwMode="auto">
          <a:xfrm>
            <a:off x="254175" y="3635401"/>
            <a:ext cx="220125" cy="214313"/>
          </a:xfrm>
          <a:custGeom>
            <a:avLst/>
            <a:gdLst>
              <a:gd name="T0" fmla="*/ 6 w 200"/>
              <a:gd name="T1" fmla="*/ 124 h 195"/>
              <a:gd name="T2" fmla="*/ 14 w 200"/>
              <a:gd name="T3" fmla="*/ 126 h 195"/>
              <a:gd name="T4" fmla="*/ 29 w 200"/>
              <a:gd name="T5" fmla="*/ 138 h 195"/>
              <a:gd name="T6" fmla="*/ 29 w 200"/>
              <a:gd name="T7" fmla="*/ 139 h 195"/>
              <a:gd name="T8" fmla="*/ 32 w 200"/>
              <a:gd name="T9" fmla="*/ 158 h 195"/>
              <a:gd name="T10" fmla="*/ 30 w 200"/>
              <a:gd name="T11" fmla="*/ 165 h 195"/>
              <a:gd name="T12" fmla="*/ 34 w 200"/>
              <a:gd name="T13" fmla="*/ 175 h 195"/>
              <a:gd name="T14" fmla="*/ 66 w 200"/>
              <a:gd name="T15" fmla="*/ 193 h 195"/>
              <a:gd name="T16" fmla="*/ 76 w 200"/>
              <a:gd name="T17" fmla="*/ 192 h 195"/>
              <a:gd name="T18" fmla="*/ 82 w 200"/>
              <a:gd name="T19" fmla="*/ 186 h 195"/>
              <a:gd name="T20" fmla="*/ 99 w 200"/>
              <a:gd name="T21" fmla="*/ 178 h 195"/>
              <a:gd name="T22" fmla="*/ 100 w 200"/>
              <a:gd name="T23" fmla="*/ 178 h 195"/>
              <a:gd name="T24" fmla="*/ 117 w 200"/>
              <a:gd name="T25" fmla="*/ 186 h 195"/>
              <a:gd name="T26" fmla="*/ 123 w 200"/>
              <a:gd name="T27" fmla="*/ 192 h 195"/>
              <a:gd name="T28" fmla="*/ 134 w 200"/>
              <a:gd name="T29" fmla="*/ 193 h 195"/>
              <a:gd name="T30" fmla="*/ 166 w 200"/>
              <a:gd name="T31" fmla="*/ 175 h 195"/>
              <a:gd name="T32" fmla="*/ 169 w 200"/>
              <a:gd name="T33" fmla="*/ 165 h 195"/>
              <a:gd name="T34" fmla="*/ 167 w 200"/>
              <a:gd name="T35" fmla="*/ 158 h 195"/>
              <a:gd name="T36" fmla="*/ 170 w 200"/>
              <a:gd name="T37" fmla="*/ 139 h 195"/>
              <a:gd name="T38" fmla="*/ 170 w 200"/>
              <a:gd name="T39" fmla="*/ 138 h 195"/>
              <a:gd name="T40" fmla="*/ 185 w 200"/>
              <a:gd name="T41" fmla="*/ 126 h 195"/>
              <a:gd name="T42" fmla="*/ 193 w 200"/>
              <a:gd name="T43" fmla="*/ 124 h 195"/>
              <a:gd name="T44" fmla="*/ 200 w 200"/>
              <a:gd name="T45" fmla="*/ 116 h 195"/>
              <a:gd name="T46" fmla="*/ 200 w 200"/>
              <a:gd name="T47" fmla="*/ 79 h 195"/>
              <a:gd name="T48" fmla="*/ 193 w 200"/>
              <a:gd name="T49" fmla="*/ 71 h 195"/>
              <a:gd name="T50" fmla="*/ 185 w 200"/>
              <a:gd name="T51" fmla="*/ 69 h 195"/>
              <a:gd name="T52" fmla="*/ 170 w 200"/>
              <a:gd name="T53" fmla="*/ 58 h 195"/>
              <a:gd name="T54" fmla="*/ 170 w 200"/>
              <a:gd name="T55" fmla="*/ 57 h 195"/>
              <a:gd name="T56" fmla="*/ 167 w 200"/>
              <a:gd name="T57" fmla="*/ 38 h 195"/>
              <a:gd name="T58" fmla="*/ 169 w 200"/>
              <a:gd name="T59" fmla="*/ 30 h 195"/>
              <a:gd name="T60" fmla="*/ 166 w 200"/>
              <a:gd name="T61" fmla="*/ 20 h 195"/>
              <a:gd name="T62" fmla="*/ 134 w 200"/>
              <a:gd name="T63" fmla="*/ 2 h 195"/>
              <a:gd name="T64" fmla="*/ 123 w 200"/>
              <a:gd name="T65" fmla="*/ 3 h 195"/>
              <a:gd name="T66" fmla="*/ 117 w 200"/>
              <a:gd name="T67" fmla="*/ 9 h 195"/>
              <a:gd name="T68" fmla="*/ 100 w 200"/>
              <a:gd name="T69" fmla="*/ 17 h 195"/>
              <a:gd name="T70" fmla="*/ 99 w 200"/>
              <a:gd name="T71" fmla="*/ 17 h 195"/>
              <a:gd name="T72" fmla="*/ 82 w 200"/>
              <a:gd name="T73" fmla="*/ 9 h 195"/>
              <a:gd name="T74" fmla="*/ 76 w 200"/>
              <a:gd name="T75" fmla="*/ 3 h 195"/>
              <a:gd name="T76" fmla="*/ 66 w 200"/>
              <a:gd name="T77" fmla="*/ 2 h 195"/>
              <a:gd name="T78" fmla="*/ 34 w 200"/>
              <a:gd name="T79" fmla="*/ 20 h 195"/>
              <a:gd name="T80" fmla="*/ 30 w 200"/>
              <a:gd name="T81" fmla="*/ 30 h 195"/>
              <a:gd name="T82" fmla="*/ 32 w 200"/>
              <a:gd name="T83" fmla="*/ 38 h 195"/>
              <a:gd name="T84" fmla="*/ 29 w 200"/>
              <a:gd name="T85" fmla="*/ 57 h 195"/>
              <a:gd name="T86" fmla="*/ 29 w 200"/>
              <a:gd name="T87" fmla="*/ 58 h 195"/>
              <a:gd name="T88" fmla="*/ 14 w 200"/>
              <a:gd name="T89" fmla="*/ 69 h 195"/>
              <a:gd name="T90" fmla="*/ 6 w 200"/>
              <a:gd name="T91" fmla="*/ 71 h 195"/>
              <a:gd name="T92" fmla="*/ 0 w 200"/>
              <a:gd name="T93" fmla="*/ 79 h 195"/>
              <a:gd name="T94" fmla="*/ 0 w 200"/>
              <a:gd name="T95" fmla="*/ 116 h 195"/>
              <a:gd name="T96" fmla="*/ 6 w 200"/>
              <a:gd name="T97" fmla="*/ 124 h 195"/>
              <a:gd name="T98" fmla="*/ 100 w 200"/>
              <a:gd name="T99" fmla="*/ 73 h 195"/>
              <a:gd name="T100" fmla="*/ 125 w 200"/>
              <a:gd name="T101" fmla="*/ 98 h 195"/>
              <a:gd name="T102" fmla="*/ 100 w 200"/>
              <a:gd name="T103" fmla="*/ 123 h 195"/>
              <a:gd name="T104" fmla="*/ 75 w 200"/>
              <a:gd name="T105" fmla="*/ 98 h 195"/>
              <a:gd name="T106" fmla="*/ 100 w 200"/>
              <a:gd name="T107" fmla="*/ 7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0" h="195">
                <a:moveTo>
                  <a:pt x="6" y="124"/>
                </a:moveTo>
                <a:cubicBezTo>
                  <a:pt x="14" y="126"/>
                  <a:pt x="14" y="126"/>
                  <a:pt x="14" y="126"/>
                </a:cubicBezTo>
                <a:cubicBezTo>
                  <a:pt x="20" y="128"/>
                  <a:pt x="26" y="132"/>
                  <a:pt x="29" y="138"/>
                </a:cubicBezTo>
                <a:cubicBezTo>
                  <a:pt x="29" y="138"/>
                  <a:pt x="29" y="138"/>
                  <a:pt x="29" y="139"/>
                </a:cubicBezTo>
                <a:cubicBezTo>
                  <a:pt x="33" y="144"/>
                  <a:pt x="34" y="151"/>
                  <a:pt x="32" y="158"/>
                </a:cubicBezTo>
                <a:cubicBezTo>
                  <a:pt x="30" y="165"/>
                  <a:pt x="30" y="165"/>
                  <a:pt x="30" y="165"/>
                </a:cubicBezTo>
                <a:cubicBezTo>
                  <a:pt x="29" y="169"/>
                  <a:pt x="30" y="173"/>
                  <a:pt x="34" y="175"/>
                </a:cubicBezTo>
                <a:cubicBezTo>
                  <a:pt x="66" y="193"/>
                  <a:pt x="66" y="193"/>
                  <a:pt x="66" y="193"/>
                </a:cubicBezTo>
                <a:cubicBezTo>
                  <a:pt x="69" y="195"/>
                  <a:pt x="73" y="195"/>
                  <a:pt x="76" y="192"/>
                </a:cubicBezTo>
                <a:cubicBezTo>
                  <a:pt x="82" y="186"/>
                  <a:pt x="82" y="186"/>
                  <a:pt x="82" y="186"/>
                </a:cubicBezTo>
                <a:cubicBezTo>
                  <a:pt x="86" y="181"/>
                  <a:pt x="93" y="178"/>
                  <a:pt x="99" y="178"/>
                </a:cubicBezTo>
                <a:cubicBezTo>
                  <a:pt x="100" y="178"/>
                  <a:pt x="100" y="178"/>
                  <a:pt x="100" y="178"/>
                </a:cubicBezTo>
                <a:cubicBezTo>
                  <a:pt x="106" y="178"/>
                  <a:pt x="113" y="181"/>
                  <a:pt x="117" y="186"/>
                </a:cubicBezTo>
                <a:cubicBezTo>
                  <a:pt x="123" y="192"/>
                  <a:pt x="123" y="192"/>
                  <a:pt x="123" y="192"/>
                </a:cubicBezTo>
                <a:cubicBezTo>
                  <a:pt x="126" y="195"/>
                  <a:pt x="130" y="195"/>
                  <a:pt x="134" y="193"/>
                </a:cubicBezTo>
                <a:cubicBezTo>
                  <a:pt x="166" y="175"/>
                  <a:pt x="166" y="175"/>
                  <a:pt x="166" y="175"/>
                </a:cubicBezTo>
                <a:cubicBezTo>
                  <a:pt x="169" y="173"/>
                  <a:pt x="170" y="169"/>
                  <a:pt x="169" y="165"/>
                </a:cubicBezTo>
                <a:cubicBezTo>
                  <a:pt x="167" y="158"/>
                  <a:pt x="167" y="158"/>
                  <a:pt x="167" y="158"/>
                </a:cubicBezTo>
                <a:cubicBezTo>
                  <a:pt x="165" y="151"/>
                  <a:pt x="166" y="144"/>
                  <a:pt x="170" y="139"/>
                </a:cubicBezTo>
                <a:cubicBezTo>
                  <a:pt x="170" y="138"/>
                  <a:pt x="170" y="138"/>
                  <a:pt x="170" y="138"/>
                </a:cubicBezTo>
                <a:cubicBezTo>
                  <a:pt x="173" y="132"/>
                  <a:pt x="179" y="128"/>
                  <a:pt x="185" y="126"/>
                </a:cubicBezTo>
                <a:cubicBezTo>
                  <a:pt x="193" y="124"/>
                  <a:pt x="193" y="124"/>
                  <a:pt x="193" y="124"/>
                </a:cubicBezTo>
                <a:cubicBezTo>
                  <a:pt x="197" y="123"/>
                  <a:pt x="200" y="120"/>
                  <a:pt x="200" y="116"/>
                </a:cubicBezTo>
                <a:cubicBezTo>
                  <a:pt x="200" y="79"/>
                  <a:pt x="200" y="79"/>
                  <a:pt x="200" y="79"/>
                </a:cubicBezTo>
                <a:cubicBezTo>
                  <a:pt x="200" y="75"/>
                  <a:pt x="197" y="72"/>
                  <a:pt x="193" y="71"/>
                </a:cubicBezTo>
                <a:cubicBezTo>
                  <a:pt x="185" y="69"/>
                  <a:pt x="185" y="69"/>
                  <a:pt x="185" y="69"/>
                </a:cubicBezTo>
                <a:cubicBezTo>
                  <a:pt x="179" y="67"/>
                  <a:pt x="173" y="63"/>
                  <a:pt x="170" y="58"/>
                </a:cubicBezTo>
                <a:cubicBezTo>
                  <a:pt x="170" y="57"/>
                  <a:pt x="170" y="57"/>
                  <a:pt x="170" y="57"/>
                </a:cubicBezTo>
                <a:cubicBezTo>
                  <a:pt x="166" y="51"/>
                  <a:pt x="165" y="44"/>
                  <a:pt x="167" y="38"/>
                </a:cubicBezTo>
                <a:cubicBezTo>
                  <a:pt x="169" y="30"/>
                  <a:pt x="169" y="30"/>
                  <a:pt x="169" y="30"/>
                </a:cubicBezTo>
                <a:cubicBezTo>
                  <a:pt x="170" y="26"/>
                  <a:pt x="169" y="22"/>
                  <a:pt x="166" y="20"/>
                </a:cubicBezTo>
                <a:cubicBezTo>
                  <a:pt x="134" y="2"/>
                  <a:pt x="134" y="2"/>
                  <a:pt x="134" y="2"/>
                </a:cubicBezTo>
                <a:cubicBezTo>
                  <a:pt x="130" y="0"/>
                  <a:pt x="126" y="0"/>
                  <a:pt x="123" y="3"/>
                </a:cubicBezTo>
                <a:cubicBezTo>
                  <a:pt x="117" y="9"/>
                  <a:pt x="117" y="9"/>
                  <a:pt x="117" y="9"/>
                </a:cubicBezTo>
                <a:cubicBezTo>
                  <a:pt x="113" y="14"/>
                  <a:pt x="106" y="17"/>
                  <a:pt x="100" y="17"/>
                </a:cubicBezTo>
                <a:cubicBezTo>
                  <a:pt x="99" y="17"/>
                  <a:pt x="99" y="17"/>
                  <a:pt x="99" y="17"/>
                </a:cubicBezTo>
                <a:cubicBezTo>
                  <a:pt x="93" y="17"/>
                  <a:pt x="86" y="14"/>
                  <a:pt x="82" y="9"/>
                </a:cubicBezTo>
                <a:cubicBezTo>
                  <a:pt x="76" y="3"/>
                  <a:pt x="76" y="3"/>
                  <a:pt x="76" y="3"/>
                </a:cubicBezTo>
                <a:cubicBezTo>
                  <a:pt x="73" y="0"/>
                  <a:pt x="69" y="0"/>
                  <a:pt x="66" y="2"/>
                </a:cubicBezTo>
                <a:cubicBezTo>
                  <a:pt x="34" y="20"/>
                  <a:pt x="34" y="20"/>
                  <a:pt x="34" y="20"/>
                </a:cubicBezTo>
                <a:cubicBezTo>
                  <a:pt x="30" y="22"/>
                  <a:pt x="29" y="26"/>
                  <a:pt x="30" y="30"/>
                </a:cubicBezTo>
                <a:cubicBezTo>
                  <a:pt x="32" y="38"/>
                  <a:pt x="32" y="38"/>
                  <a:pt x="32" y="38"/>
                </a:cubicBezTo>
                <a:cubicBezTo>
                  <a:pt x="34" y="44"/>
                  <a:pt x="33" y="51"/>
                  <a:pt x="29" y="57"/>
                </a:cubicBezTo>
                <a:cubicBezTo>
                  <a:pt x="29" y="57"/>
                  <a:pt x="29" y="57"/>
                  <a:pt x="29" y="58"/>
                </a:cubicBezTo>
                <a:cubicBezTo>
                  <a:pt x="26" y="63"/>
                  <a:pt x="20" y="67"/>
                  <a:pt x="14" y="69"/>
                </a:cubicBezTo>
                <a:cubicBezTo>
                  <a:pt x="6" y="71"/>
                  <a:pt x="6" y="71"/>
                  <a:pt x="6" y="71"/>
                </a:cubicBezTo>
                <a:cubicBezTo>
                  <a:pt x="2" y="72"/>
                  <a:pt x="0" y="75"/>
                  <a:pt x="0" y="79"/>
                </a:cubicBezTo>
                <a:cubicBezTo>
                  <a:pt x="0" y="116"/>
                  <a:pt x="0" y="116"/>
                  <a:pt x="0" y="116"/>
                </a:cubicBezTo>
                <a:cubicBezTo>
                  <a:pt x="0" y="120"/>
                  <a:pt x="2" y="123"/>
                  <a:pt x="6" y="124"/>
                </a:cubicBezTo>
                <a:close/>
                <a:moveTo>
                  <a:pt x="100" y="73"/>
                </a:moveTo>
                <a:cubicBezTo>
                  <a:pt x="113" y="73"/>
                  <a:pt x="125" y="84"/>
                  <a:pt x="125" y="98"/>
                </a:cubicBezTo>
                <a:cubicBezTo>
                  <a:pt x="125" y="111"/>
                  <a:pt x="113" y="123"/>
                  <a:pt x="100" y="123"/>
                </a:cubicBezTo>
                <a:cubicBezTo>
                  <a:pt x="86" y="123"/>
                  <a:pt x="75" y="111"/>
                  <a:pt x="75" y="98"/>
                </a:cubicBezTo>
                <a:cubicBezTo>
                  <a:pt x="75" y="84"/>
                  <a:pt x="86" y="73"/>
                  <a:pt x="100" y="73"/>
                </a:cubicBezTo>
                <a:close/>
              </a:path>
            </a:pathLst>
          </a:custGeom>
          <a:solidFill>
            <a:srgbClr val="000000"/>
          </a:solidFill>
          <a:ln>
            <a:no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6" name="ZoneTexte 45">
            <a:extLst>
              <a:ext uri="{FF2B5EF4-FFF2-40B4-BE49-F238E27FC236}">
                <a16:creationId xmlns:a16="http://schemas.microsoft.com/office/drawing/2014/main" id="{177B02B7-91E4-A126-EFC0-2B32F4BDE462}"/>
              </a:ext>
            </a:extLst>
          </p:cNvPr>
          <p:cNvSpPr txBox="1"/>
          <p:nvPr/>
        </p:nvSpPr>
        <p:spPr>
          <a:xfrm>
            <a:off x="1203370" y="3220309"/>
            <a:ext cx="882677" cy="369332"/>
          </a:xfrm>
          <a:prstGeom prst="rect">
            <a:avLst/>
          </a:prstGeom>
          <a:solidFill>
            <a:schemeClr val="bg2">
              <a:lumMod val="90000"/>
            </a:schemeClr>
          </a:solidFill>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Com. &amp; Mark., Automated</a:t>
            </a:r>
          </a:p>
        </p:txBody>
      </p:sp>
      <p:sp>
        <p:nvSpPr>
          <p:cNvPr id="59" name="ZoneTexte 58">
            <a:extLst>
              <a:ext uri="{FF2B5EF4-FFF2-40B4-BE49-F238E27FC236}">
                <a16:creationId xmlns:a16="http://schemas.microsoft.com/office/drawing/2014/main" id="{8F9E695F-95D9-3475-B41D-541C8071BD14}"/>
              </a:ext>
            </a:extLst>
          </p:cNvPr>
          <p:cNvSpPr txBox="1"/>
          <p:nvPr/>
        </p:nvSpPr>
        <p:spPr>
          <a:xfrm>
            <a:off x="2614170" y="3289559"/>
            <a:ext cx="8012922" cy="230832"/>
          </a:xfrm>
          <a:prstGeom prst="rect">
            <a:avLst/>
          </a:prstGeom>
          <a:solidFill>
            <a:schemeClr val="bg2">
              <a:lumMod val="90000"/>
            </a:scheme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Automated</a:t>
            </a:r>
          </a:p>
        </p:txBody>
      </p:sp>
      <p:sp>
        <p:nvSpPr>
          <p:cNvPr id="28" name="Rectangle: Rounded Corners 6">
            <a:extLst>
              <a:ext uri="{FF2B5EF4-FFF2-40B4-BE49-F238E27FC236}">
                <a16:creationId xmlns:a16="http://schemas.microsoft.com/office/drawing/2014/main" id="{EDACDDA7-6172-C38D-5964-045503C7A39B}"/>
              </a:ext>
            </a:extLst>
          </p:cNvPr>
          <p:cNvSpPr/>
          <p:nvPr/>
        </p:nvSpPr>
        <p:spPr>
          <a:xfrm>
            <a:off x="1058021" y="112057"/>
            <a:ext cx="4737830" cy="181195"/>
          </a:xfrm>
          <a:prstGeom prst="rect">
            <a:avLst/>
          </a:prstGeom>
          <a:no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I LEARN</a:t>
            </a:r>
            <a:endParaRPr kumimoji="0" lang="fr-FR" sz="1800" b="0" i="0" u="none"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37" name="Rectangle: Rounded Corners 6">
            <a:extLst>
              <a:ext uri="{FF2B5EF4-FFF2-40B4-BE49-F238E27FC236}">
                <a16:creationId xmlns:a16="http://schemas.microsoft.com/office/drawing/2014/main" id="{557DAA66-6896-4357-DAA2-95B0D54E9528}"/>
              </a:ext>
            </a:extLst>
          </p:cNvPr>
          <p:cNvSpPr/>
          <p:nvPr/>
        </p:nvSpPr>
        <p:spPr>
          <a:xfrm>
            <a:off x="5863204" y="112057"/>
            <a:ext cx="4763888" cy="181195"/>
          </a:xfrm>
          <a:prstGeom prst="rect">
            <a:avLst/>
          </a:prstGeom>
          <a:no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I BUY</a:t>
            </a:r>
            <a:endParaRPr kumimoji="0" lang="fr-FR" sz="1800" b="0" i="0" u="none" strike="noStrike" kern="1200" cap="none" spc="0" normalizeH="0" baseline="0" noProof="0">
              <a:ln>
                <a:noFill/>
              </a:ln>
              <a:solidFill>
                <a:schemeClr val="bg1"/>
              </a:solidFill>
              <a:effectLst/>
              <a:uLnTx/>
              <a:uFillTx/>
              <a:latin typeface="Aptos" panose="020B0004020202020204"/>
              <a:ea typeface="+mn-ea"/>
              <a:cs typeface="+mn-cs"/>
            </a:endParaRPr>
          </a:p>
        </p:txBody>
      </p:sp>
      <p:cxnSp>
        <p:nvCxnSpPr>
          <p:cNvPr id="93" name="Straight Arrow Connector 49">
            <a:extLst>
              <a:ext uri="{FF2B5EF4-FFF2-40B4-BE49-F238E27FC236}">
                <a16:creationId xmlns:a16="http://schemas.microsoft.com/office/drawing/2014/main" id="{64557D6F-5D3B-212B-2F08-5B8F1210F61D}"/>
              </a:ext>
            </a:extLst>
          </p:cNvPr>
          <p:cNvCxnSpPr>
            <a:cxnSpLocks/>
            <a:stCxn id="27" idx="3"/>
            <a:endCxn id="58" idx="1"/>
          </p:cNvCxnSpPr>
          <p:nvPr/>
        </p:nvCxnSpPr>
        <p:spPr>
          <a:xfrm>
            <a:off x="4925982" y="2360920"/>
            <a:ext cx="524212"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96" name="Straight Arrow Connector 74">
            <a:extLst>
              <a:ext uri="{FF2B5EF4-FFF2-40B4-BE49-F238E27FC236}">
                <a16:creationId xmlns:a16="http://schemas.microsoft.com/office/drawing/2014/main" id="{E1762178-2946-F58E-C9CC-7DFFBE135CBB}"/>
              </a:ext>
            </a:extLst>
          </p:cNvPr>
          <p:cNvCxnSpPr>
            <a:cxnSpLocks/>
            <a:stCxn id="64" idx="2"/>
            <a:endCxn id="58" idx="0"/>
          </p:cNvCxnSpPr>
          <p:nvPr/>
        </p:nvCxnSpPr>
        <p:spPr>
          <a:xfrm>
            <a:off x="5910597" y="1989456"/>
            <a:ext cx="0" cy="148610"/>
          </a:xfrm>
          <a:prstGeom prst="straightConnector1">
            <a:avLst/>
          </a:prstGeom>
          <a:ln w="6350">
            <a:solidFill>
              <a:schemeClr val="tx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99" name="Straight Arrow Connector 74">
            <a:extLst>
              <a:ext uri="{FF2B5EF4-FFF2-40B4-BE49-F238E27FC236}">
                <a16:creationId xmlns:a16="http://schemas.microsoft.com/office/drawing/2014/main" id="{1A6E2018-4CA6-C19D-E6B9-A58C41FC4891}"/>
              </a:ext>
            </a:extLst>
          </p:cNvPr>
          <p:cNvCxnSpPr>
            <a:cxnSpLocks/>
            <a:stCxn id="58" idx="2"/>
            <a:endCxn id="74" idx="0"/>
          </p:cNvCxnSpPr>
          <p:nvPr/>
        </p:nvCxnSpPr>
        <p:spPr>
          <a:xfrm>
            <a:off x="5910597" y="2583774"/>
            <a:ext cx="0" cy="147811"/>
          </a:xfrm>
          <a:prstGeom prst="straightConnector1">
            <a:avLst/>
          </a:prstGeom>
          <a:ln w="6350">
            <a:solidFill>
              <a:schemeClr val="tx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07" name="Straight Arrow Connector 74">
            <a:extLst>
              <a:ext uri="{FF2B5EF4-FFF2-40B4-BE49-F238E27FC236}">
                <a16:creationId xmlns:a16="http://schemas.microsoft.com/office/drawing/2014/main" id="{FEAF5E7C-9626-CDDD-0458-48326FF41B1E}"/>
              </a:ext>
            </a:extLst>
          </p:cNvPr>
          <p:cNvCxnSpPr>
            <a:cxnSpLocks/>
            <a:stCxn id="71" idx="2"/>
            <a:endCxn id="27" idx="0"/>
          </p:cNvCxnSpPr>
          <p:nvPr/>
        </p:nvCxnSpPr>
        <p:spPr>
          <a:xfrm flipV="1">
            <a:off x="4465580" y="1543748"/>
            <a:ext cx="0" cy="445708"/>
          </a:xfrm>
          <a:prstGeom prst="straightConnector1">
            <a:avLst/>
          </a:prstGeom>
          <a:ln w="6350">
            <a:solidFill>
              <a:schemeClr val="tx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18" name="Straight Arrow Connector 156">
            <a:extLst>
              <a:ext uri="{FF2B5EF4-FFF2-40B4-BE49-F238E27FC236}">
                <a16:creationId xmlns:a16="http://schemas.microsoft.com/office/drawing/2014/main" id="{6542BD02-CFE6-80E7-6F77-E5109F456E38}"/>
              </a:ext>
            </a:extLst>
          </p:cNvPr>
          <p:cNvCxnSpPr>
            <a:cxnSpLocks/>
            <a:stCxn id="58" idx="3"/>
            <a:endCxn id="1049" idx="1"/>
          </p:cNvCxnSpPr>
          <p:nvPr/>
        </p:nvCxnSpPr>
        <p:spPr>
          <a:xfrm>
            <a:off x="6370999" y="2360920"/>
            <a:ext cx="533666" cy="0"/>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34" name="ZoneTexte 133">
            <a:extLst>
              <a:ext uri="{FF2B5EF4-FFF2-40B4-BE49-F238E27FC236}">
                <a16:creationId xmlns:a16="http://schemas.microsoft.com/office/drawing/2014/main" id="{AACA192B-45F6-15A4-ADC3-83DCB4777C21}"/>
              </a:ext>
            </a:extLst>
          </p:cNvPr>
          <p:cNvSpPr txBox="1"/>
          <p:nvPr/>
        </p:nvSpPr>
        <p:spPr>
          <a:xfrm>
            <a:off x="3393477" y="1871796"/>
            <a:ext cx="748391" cy="5078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Aptos" panose="020B0004020202020204"/>
                <a:ea typeface="+mn-ea"/>
                <a:cs typeface="+mn-cs"/>
              </a:rPr>
              <a:t>Option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prospect sign-up</a:t>
            </a:r>
          </a:p>
        </p:txBody>
      </p:sp>
      <p:cxnSp>
        <p:nvCxnSpPr>
          <p:cNvPr id="135" name="Straight Arrow Connector 74">
            <a:extLst>
              <a:ext uri="{FF2B5EF4-FFF2-40B4-BE49-F238E27FC236}">
                <a16:creationId xmlns:a16="http://schemas.microsoft.com/office/drawing/2014/main" id="{3B54CE94-E7B4-7002-5015-0149FC89E1A9}"/>
              </a:ext>
            </a:extLst>
          </p:cNvPr>
          <p:cNvCxnSpPr>
            <a:cxnSpLocks/>
            <a:stCxn id="57" idx="2"/>
            <a:endCxn id="58" idx="1"/>
          </p:cNvCxnSpPr>
          <p:nvPr/>
        </p:nvCxnSpPr>
        <p:spPr>
          <a:xfrm rot="5400000" flipH="1" flipV="1">
            <a:off x="4150957" y="1284537"/>
            <a:ext cx="222854" cy="2375620"/>
          </a:xfrm>
          <a:prstGeom prst="bentConnector4">
            <a:avLst>
              <a:gd name="adj1" fmla="val -102578"/>
              <a:gd name="adj2" fmla="val 89267"/>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40" name="ZoneTexte 139">
            <a:extLst>
              <a:ext uri="{FF2B5EF4-FFF2-40B4-BE49-F238E27FC236}">
                <a16:creationId xmlns:a16="http://schemas.microsoft.com/office/drawing/2014/main" id="{B3F9030D-3C03-4F3E-C105-DF325F699098}"/>
              </a:ext>
            </a:extLst>
          </p:cNvPr>
          <p:cNvSpPr txBox="1"/>
          <p:nvPr/>
        </p:nvSpPr>
        <p:spPr>
          <a:xfrm>
            <a:off x="2876215" y="2634570"/>
            <a:ext cx="1189478" cy="369332"/>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ptos" panose="020B0004020202020204"/>
                <a:ea typeface="+mn-ea"/>
                <a:cs typeface="+mn-cs"/>
              </a:rPr>
              <a:t>Option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chemeClr val="bg1"/>
                </a:solidFill>
                <a:effectLst/>
                <a:uLnTx/>
                <a:uFillTx/>
                <a:latin typeface="Aptos" panose="020B0004020202020204"/>
                <a:ea typeface="+mn-ea"/>
                <a:cs typeface="+mn-cs"/>
              </a:rPr>
              <a:t>customer sign-in</a:t>
            </a:r>
          </a:p>
        </p:txBody>
      </p:sp>
      <p:sp>
        <p:nvSpPr>
          <p:cNvPr id="142" name="Rectangle: Rounded Corners 10">
            <a:extLst>
              <a:ext uri="{FF2B5EF4-FFF2-40B4-BE49-F238E27FC236}">
                <a16:creationId xmlns:a16="http://schemas.microsoft.com/office/drawing/2014/main" id="{BE3BC9E4-64DB-AF7B-60C2-0F052134F0D7}"/>
              </a:ext>
            </a:extLst>
          </p:cNvPr>
          <p:cNvSpPr/>
          <p:nvPr/>
        </p:nvSpPr>
        <p:spPr>
          <a:xfrm>
            <a:off x="6904664" y="1543748"/>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(billing + info)</a:t>
            </a:r>
          </a:p>
        </p:txBody>
      </p:sp>
      <p:sp>
        <p:nvSpPr>
          <p:cNvPr id="2" name="ZoneTexte 1">
            <a:extLst>
              <a:ext uri="{FF2B5EF4-FFF2-40B4-BE49-F238E27FC236}">
                <a16:creationId xmlns:a16="http://schemas.microsoft.com/office/drawing/2014/main" id="{EE5686B4-35DC-B502-934A-24966340E4DD}"/>
              </a:ext>
            </a:extLst>
          </p:cNvPr>
          <p:cNvSpPr txBox="1"/>
          <p:nvPr/>
        </p:nvSpPr>
        <p:spPr>
          <a:xfrm>
            <a:off x="3999588" y="5441695"/>
            <a:ext cx="916190" cy="445709"/>
          </a:xfrm>
          <a:prstGeom prst="rect">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Lead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sp>
        <p:nvSpPr>
          <p:cNvPr id="9" name="ZoneTexte 8">
            <a:extLst>
              <a:ext uri="{FF2B5EF4-FFF2-40B4-BE49-F238E27FC236}">
                <a16:creationId xmlns:a16="http://schemas.microsoft.com/office/drawing/2014/main" id="{494C9434-41C2-ACB8-77E7-F3E8B4C3A3D7}"/>
              </a:ext>
            </a:extLst>
          </p:cNvPr>
          <p:cNvSpPr txBox="1"/>
          <p:nvPr/>
        </p:nvSpPr>
        <p:spPr>
          <a:xfrm>
            <a:off x="3999588" y="5887404"/>
            <a:ext cx="916190" cy="17117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Generation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 name="ZoneTexte 10">
            <a:extLst>
              <a:ext uri="{FF2B5EF4-FFF2-40B4-BE49-F238E27FC236}">
                <a16:creationId xmlns:a16="http://schemas.microsoft.com/office/drawing/2014/main" id="{8E29368D-DE15-DA1E-A245-4BF669103481}"/>
              </a:ext>
            </a:extLst>
          </p:cNvPr>
          <p:cNvSpPr txBox="1"/>
          <p:nvPr/>
        </p:nvSpPr>
        <p:spPr>
          <a:xfrm>
            <a:off x="3999588" y="6058583"/>
            <a:ext cx="916190" cy="17117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Qualification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 name="ZoneTexte 12">
            <a:extLst>
              <a:ext uri="{FF2B5EF4-FFF2-40B4-BE49-F238E27FC236}">
                <a16:creationId xmlns:a16="http://schemas.microsoft.com/office/drawing/2014/main" id="{9A347757-4F88-6661-20BB-1A29F6086A15}"/>
              </a:ext>
            </a:extLst>
          </p:cNvPr>
          <p:cNvSpPr txBox="1"/>
          <p:nvPr/>
        </p:nvSpPr>
        <p:spPr>
          <a:xfrm>
            <a:off x="3999588" y="6229762"/>
            <a:ext cx="916190" cy="17117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Activation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4" name="ZoneTexte 13">
            <a:extLst>
              <a:ext uri="{FF2B5EF4-FFF2-40B4-BE49-F238E27FC236}">
                <a16:creationId xmlns:a16="http://schemas.microsoft.com/office/drawing/2014/main" id="{60DA272B-8E44-D605-C560-E62F77CB1447}"/>
              </a:ext>
            </a:extLst>
          </p:cNvPr>
          <p:cNvSpPr txBox="1"/>
          <p:nvPr/>
        </p:nvSpPr>
        <p:spPr>
          <a:xfrm>
            <a:off x="3999588" y="6400941"/>
            <a:ext cx="916190"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Perf., Historization and 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15" name="Straight Arrow Connector 74">
            <a:extLst>
              <a:ext uri="{FF2B5EF4-FFF2-40B4-BE49-F238E27FC236}">
                <a16:creationId xmlns:a16="http://schemas.microsoft.com/office/drawing/2014/main" id="{3713D5C5-C4DA-125E-4F3F-288500606373}"/>
              </a:ext>
            </a:extLst>
          </p:cNvPr>
          <p:cNvCxnSpPr>
            <a:cxnSpLocks/>
            <a:stCxn id="32" idx="2"/>
            <a:endCxn id="2" idx="0"/>
          </p:cNvCxnSpPr>
          <p:nvPr/>
        </p:nvCxnSpPr>
        <p:spPr>
          <a:xfrm flipH="1">
            <a:off x="4457683" y="5237391"/>
            <a:ext cx="7897" cy="204304"/>
          </a:xfrm>
          <a:prstGeom prst="straightConnector1">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85" name="Straight Arrow Connector 74">
            <a:extLst>
              <a:ext uri="{FF2B5EF4-FFF2-40B4-BE49-F238E27FC236}">
                <a16:creationId xmlns:a16="http://schemas.microsoft.com/office/drawing/2014/main" id="{5A081331-7312-8B07-9B7F-C6C7F250001B}"/>
              </a:ext>
            </a:extLst>
          </p:cNvPr>
          <p:cNvCxnSpPr>
            <a:cxnSpLocks/>
            <a:stCxn id="33" idx="2"/>
            <a:endCxn id="36" idx="0"/>
          </p:cNvCxnSpPr>
          <p:nvPr/>
        </p:nvCxnSpPr>
        <p:spPr>
          <a:xfrm flipH="1">
            <a:off x="7365066" y="4947964"/>
            <a:ext cx="1" cy="182328"/>
          </a:xfrm>
          <a:prstGeom prst="straightConnector1">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9" name="ZoneTexte 88">
            <a:extLst>
              <a:ext uri="{FF2B5EF4-FFF2-40B4-BE49-F238E27FC236}">
                <a16:creationId xmlns:a16="http://schemas.microsoft.com/office/drawing/2014/main" id="{47C11A52-884A-EA9C-077B-89CBF1127CF1}"/>
              </a:ext>
            </a:extLst>
          </p:cNvPr>
          <p:cNvSpPr txBox="1"/>
          <p:nvPr/>
        </p:nvSpPr>
        <p:spPr>
          <a:xfrm>
            <a:off x="9755946" y="4638510"/>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Order Capture</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138" name="Straight Arrow Connector 156">
            <a:extLst>
              <a:ext uri="{FF2B5EF4-FFF2-40B4-BE49-F238E27FC236}">
                <a16:creationId xmlns:a16="http://schemas.microsoft.com/office/drawing/2014/main" id="{96E2817B-E536-517F-D293-EEA1E5E9673A}"/>
              </a:ext>
            </a:extLst>
          </p:cNvPr>
          <p:cNvCxnSpPr>
            <a:cxnSpLocks/>
            <a:stCxn id="66" idx="3"/>
            <a:endCxn id="60" idx="1"/>
          </p:cNvCxnSpPr>
          <p:nvPr/>
        </p:nvCxnSpPr>
        <p:spPr>
          <a:xfrm>
            <a:off x="9259124" y="1766602"/>
            <a:ext cx="496822"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41" name="Straight Arrow Connector 49">
            <a:extLst>
              <a:ext uri="{FF2B5EF4-FFF2-40B4-BE49-F238E27FC236}">
                <a16:creationId xmlns:a16="http://schemas.microsoft.com/office/drawing/2014/main" id="{C66E06BC-70C1-7B8C-5B5C-A070E652EEBB}"/>
              </a:ext>
            </a:extLst>
          </p:cNvPr>
          <p:cNvCxnSpPr>
            <a:cxnSpLocks/>
          </p:cNvCxnSpPr>
          <p:nvPr/>
        </p:nvCxnSpPr>
        <p:spPr>
          <a:xfrm>
            <a:off x="7920188" y="4373910"/>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43" name="Straight Arrow Connector 49">
            <a:extLst>
              <a:ext uri="{FF2B5EF4-FFF2-40B4-BE49-F238E27FC236}">
                <a16:creationId xmlns:a16="http://schemas.microsoft.com/office/drawing/2014/main" id="{FF86A40A-DE74-75B2-8205-1C5536C3427D}"/>
              </a:ext>
            </a:extLst>
          </p:cNvPr>
          <p:cNvCxnSpPr>
            <a:cxnSpLocks/>
          </p:cNvCxnSpPr>
          <p:nvPr/>
        </p:nvCxnSpPr>
        <p:spPr>
          <a:xfrm>
            <a:off x="9345830" y="4373911"/>
            <a:ext cx="323412" cy="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153" name="ZoneTexte 152">
            <a:extLst>
              <a:ext uri="{FF2B5EF4-FFF2-40B4-BE49-F238E27FC236}">
                <a16:creationId xmlns:a16="http://schemas.microsoft.com/office/drawing/2014/main" id="{2318995A-95F6-A5B2-5696-EEF60E9BF8E1}"/>
              </a:ext>
            </a:extLst>
          </p:cNvPr>
          <p:cNvSpPr txBox="1"/>
          <p:nvPr/>
        </p:nvSpPr>
        <p:spPr>
          <a:xfrm>
            <a:off x="8338320" y="5459514"/>
            <a:ext cx="920805" cy="31086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Opportunity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sp>
        <p:nvSpPr>
          <p:cNvPr id="154" name="ZoneTexte 153">
            <a:extLst>
              <a:ext uri="{FF2B5EF4-FFF2-40B4-BE49-F238E27FC236}">
                <a16:creationId xmlns:a16="http://schemas.microsoft.com/office/drawing/2014/main" id="{91DC5D6F-8627-EE71-9264-37116A8A2BA8}"/>
              </a:ext>
            </a:extLst>
          </p:cNvPr>
          <p:cNvSpPr txBox="1"/>
          <p:nvPr/>
        </p:nvSpPr>
        <p:spPr>
          <a:xfrm>
            <a:off x="8338320" y="5763186"/>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Handover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55" name="ZoneTexte 154">
            <a:extLst>
              <a:ext uri="{FF2B5EF4-FFF2-40B4-BE49-F238E27FC236}">
                <a16:creationId xmlns:a16="http://schemas.microsoft.com/office/drawing/2014/main" id="{C9D6845F-8543-ECBD-43F8-0F2806A56C2F}"/>
              </a:ext>
            </a:extLst>
          </p:cNvPr>
          <p:cNvSpPr txBox="1"/>
          <p:nvPr/>
        </p:nvSpPr>
        <p:spPr>
          <a:xfrm>
            <a:off x="8338320" y="5951543"/>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5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Opportunity Performance and </a:t>
            </a:r>
            <a:r>
              <a:rPr kumimoji="0" lang="fr-FR" sz="5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Reporting</a:t>
            </a:r>
            <a:endParaRPr kumimoji="0" lang="en-GB" sz="5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156" name="Straight Arrow Connector 74">
            <a:extLst>
              <a:ext uri="{FF2B5EF4-FFF2-40B4-BE49-F238E27FC236}">
                <a16:creationId xmlns:a16="http://schemas.microsoft.com/office/drawing/2014/main" id="{274DECA1-F8DA-23C6-2D2E-DB5BD64D8024}"/>
              </a:ext>
            </a:extLst>
          </p:cNvPr>
          <p:cNvCxnSpPr>
            <a:cxnSpLocks/>
            <a:stCxn id="44" idx="2"/>
            <a:endCxn id="153" idx="0"/>
          </p:cNvCxnSpPr>
          <p:nvPr/>
        </p:nvCxnSpPr>
        <p:spPr>
          <a:xfrm>
            <a:off x="8798722" y="5250583"/>
            <a:ext cx="1" cy="208931"/>
          </a:xfrm>
          <a:prstGeom prst="straightConnector1">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58" name="ZoneTexte 157">
            <a:extLst>
              <a:ext uri="{FF2B5EF4-FFF2-40B4-BE49-F238E27FC236}">
                <a16:creationId xmlns:a16="http://schemas.microsoft.com/office/drawing/2014/main" id="{C86D937C-EA12-34E8-FF02-746B51CC0F93}"/>
              </a:ext>
            </a:extLst>
          </p:cNvPr>
          <p:cNvSpPr txBox="1"/>
          <p:nvPr/>
        </p:nvSpPr>
        <p:spPr>
          <a:xfrm>
            <a:off x="3926739" y="3760991"/>
            <a:ext cx="1061888" cy="230832"/>
          </a:xfrm>
          <a:prstGeom prst="rect">
            <a:avLst/>
          </a:prstGeom>
          <a:solidFill>
            <a:schemeClr val="bg2">
              <a:lumMod val="75000"/>
            </a:schemeClr>
          </a:solidFill>
        </p:spPr>
        <p:txBody>
          <a:bodyPr wrap="square" rtlCol="0">
            <a:spAutoFit/>
          </a:bodyPr>
          <a:lstStyle>
            <a:defPPr>
              <a:defRPr lang="en-US"/>
            </a:defPPr>
            <a:lvl1pP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Referential, CRM</a:t>
            </a:r>
          </a:p>
        </p:txBody>
      </p:sp>
      <p:sp>
        <p:nvSpPr>
          <p:cNvPr id="6" name="ZoneTexte 5">
            <a:extLst>
              <a:ext uri="{FF2B5EF4-FFF2-40B4-BE49-F238E27FC236}">
                <a16:creationId xmlns:a16="http://schemas.microsoft.com/office/drawing/2014/main" id="{3D664081-A001-EDC3-6069-9067011667B5}"/>
              </a:ext>
            </a:extLst>
          </p:cNvPr>
          <p:cNvSpPr txBox="1"/>
          <p:nvPr/>
        </p:nvSpPr>
        <p:spPr>
          <a:xfrm>
            <a:off x="5154145" y="3760991"/>
            <a:ext cx="4294878" cy="230832"/>
          </a:xfrm>
          <a:prstGeom prst="rect">
            <a:avLst/>
          </a:prstGeom>
          <a:solidFill>
            <a:schemeClr val="bg2">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CPQ</a:t>
            </a:r>
          </a:p>
        </p:txBody>
      </p:sp>
      <p:sp>
        <p:nvSpPr>
          <p:cNvPr id="159" name="ZoneTexte 158">
            <a:extLst>
              <a:ext uri="{FF2B5EF4-FFF2-40B4-BE49-F238E27FC236}">
                <a16:creationId xmlns:a16="http://schemas.microsoft.com/office/drawing/2014/main" id="{E1ED93AB-4416-EF32-2B0A-15126FCB5A38}"/>
              </a:ext>
            </a:extLst>
          </p:cNvPr>
          <p:cNvSpPr txBox="1"/>
          <p:nvPr/>
        </p:nvSpPr>
        <p:spPr>
          <a:xfrm>
            <a:off x="6834122" y="3859178"/>
            <a:ext cx="1061888" cy="230832"/>
          </a:xfrm>
          <a:prstGeom prst="rect">
            <a:avLst/>
          </a:prstGeom>
          <a:solidFill>
            <a:schemeClr val="bg2">
              <a:lumMod val="90000"/>
            </a:schemeClr>
          </a:solidFill>
        </p:spPr>
        <p:txBody>
          <a:bodyPr wrap="square" rtlCol="0">
            <a:spAutoFit/>
          </a:bodyPr>
          <a:lstStyle>
            <a:defPPr>
              <a:defRPr lang="en-US"/>
            </a:defPPr>
            <a:lvl1pPr>
              <a:defRPr sz="9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Referential, CRM</a:t>
            </a:r>
          </a:p>
        </p:txBody>
      </p:sp>
      <p:sp>
        <p:nvSpPr>
          <p:cNvPr id="24" name="ZoneTexte 23">
            <a:extLst>
              <a:ext uri="{FF2B5EF4-FFF2-40B4-BE49-F238E27FC236}">
                <a16:creationId xmlns:a16="http://schemas.microsoft.com/office/drawing/2014/main" id="{978C88F3-3670-9FE1-55C4-A8A188641FA5}"/>
              </a:ext>
            </a:extLst>
          </p:cNvPr>
          <p:cNvSpPr txBox="1"/>
          <p:nvPr/>
        </p:nvSpPr>
        <p:spPr>
          <a:xfrm>
            <a:off x="8445032" y="3859177"/>
            <a:ext cx="707382" cy="230832"/>
          </a:xfrm>
          <a:prstGeom prst="rect">
            <a:avLst/>
          </a:prstGeom>
          <a:solidFill>
            <a:schemeClr val="bg2">
              <a:lumMod val="90000"/>
            </a:schemeClr>
          </a:solidFill>
        </p:spPr>
        <p:txBody>
          <a:bodyPr wrap="non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CLM, CRM</a:t>
            </a:r>
          </a:p>
        </p:txBody>
      </p:sp>
      <p:sp>
        <p:nvSpPr>
          <p:cNvPr id="186" name="ZoneTexte 185">
            <a:extLst>
              <a:ext uri="{FF2B5EF4-FFF2-40B4-BE49-F238E27FC236}">
                <a16:creationId xmlns:a16="http://schemas.microsoft.com/office/drawing/2014/main" id="{7413132B-1DAE-F9C2-97A2-B7469B786EAF}"/>
              </a:ext>
            </a:extLst>
          </p:cNvPr>
          <p:cNvSpPr txBox="1"/>
          <p:nvPr/>
        </p:nvSpPr>
        <p:spPr>
          <a:xfrm>
            <a:off x="3964666" y="2634570"/>
            <a:ext cx="1189478" cy="369332"/>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ptos" panose="020B0004020202020204"/>
                <a:ea typeface="+mn-ea"/>
                <a:cs typeface="+mn-cs"/>
              </a:rPr>
              <a:t>Option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chemeClr val="bg1"/>
                </a:solidFill>
                <a:effectLst/>
                <a:uLnTx/>
                <a:uFillTx/>
                <a:latin typeface="Aptos" panose="020B0004020202020204"/>
                <a:ea typeface="+mn-ea"/>
                <a:cs typeface="+mn-cs"/>
              </a:rPr>
              <a:t>prospect no sign-up</a:t>
            </a:r>
          </a:p>
        </p:txBody>
      </p:sp>
      <p:sp>
        <p:nvSpPr>
          <p:cNvPr id="1030" name="ZoneTexte 1029">
            <a:extLst>
              <a:ext uri="{FF2B5EF4-FFF2-40B4-BE49-F238E27FC236}">
                <a16:creationId xmlns:a16="http://schemas.microsoft.com/office/drawing/2014/main" id="{B6907EAD-B7C0-EF75-2209-3F76D926CA1F}"/>
              </a:ext>
            </a:extLst>
          </p:cNvPr>
          <p:cNvSpPr txBox="1"/>
          <p:nvPr/>
        </p:nvSpPr>
        <p:spPr>
          <a:xfrm>
            <a:off x="3102929" y="5390751"/>
            <a:ext cx="865719"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chemeClr val="bg1"/>
                </a:solidFill>
                <a:effectLst/>
                <a:uLnTx/>
                <a:uFillTx/>
                <a:latin typeface="Aptos" panose="020B0004020202020204"/>
                <a:ea typeface="+mn-ea"/>
                <a:cs typeface="+mn-cs"/>
              </a:rPr>
              <a:t>Option 3 </a:t>
            </a: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only</a:t>
            </a:r>
          </a:p>
        </p:txBody>
      </p:sp>
      <p:sp>
        <p:nvSpPr>
          <p:cNvPr id="1032" name="ZoneTexte 1031">
            <a:extLst>
              <a:ext uri="{FF2B5EF4-FFF2-40B4-BE49-F238E27FC236}">
                <a16:creationId xmlns:a16="http://schemas.microsoft.com/office/drawing/2014/main" id="{F399065A-8E88-4508-389A-21929D5C02C3}"/>
              </a:ext>
            </a:extLst>
          </p:cNvPr>
          <p:cNvSpPr txBox="1"/>
          <p:nvPr/>
        </p:nvSpPr>
        <p:spPr>
          <a:xfrm>
            <a:off x="2931016" y="5076473"/>
            <a:ext cx="118947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chemeClr val="bg1"/>
                </a:solidFill>
                <a:effectLst/>
                <a:uLnTx/>
                <a:uFillTx/>
                <a:latin typeface="Aptos" panose="020B0004020202020204"/>
                <a:ea typeface="+mn-ea"/>
                <a:cs typeface="+mn-cs"/>
              </a:rPr>
              <a:t>Options 1 &amp; 3 </a:t>
            </a: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only</a:t>
            </a:r>
          </a:p>
        </p:txBody>
      </p:sp>
      <p:sp>
        <p:nvSpPr>
          <p:cNvPr id="1049" name="Rectangle: Rounded Corners 10">
            <a:extLst>
              <a:ext uri="{FF2B5EF4-FFF2-40B4-BE49-F238E27FC236}">
                <a16:creationId xmlns:a16="http://schemas.microsoft.com/office/drawing/2014/main" id="{2340C279-CC42-9289-042D-0219198DC4BB}"/>
              </a:ext>
            </a:extLst>
          </p:cNvPr>
          <p:cNvSpPr/>
          <p:nvPr/>
        </p:nvSpPr>
        <p:spPr>
          <a:xfrm>
            <a:off x="6904665" y="2138066"/>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account creation)</a:t>
            </a:r>
          </a:p>
        </p:txBody>
      </p:sp>
      <p:sp>
        <p:nvSpPr>
          <p:cNvPr id="1048" name="Rectangle: Rounded Corners 20">
            <a:extLst>
              <a:ext uri="{FF2B5EF4-FFF2-40B4-BE49-F238E27FC236}">
                <a16:creationId xmlns:a16="http://schemas.microsoft.com/office/drawing/2014/main" id="{10CC3525-36EC-AD18-BFC1-1548D1407A02}"/>
              </a:ext>
            </a:extLst>
          </p:cNvPr>
          <p:cNvSpPr/>
          <p:nvPr/>
        </p:nvSpPr>
        <p:spPr>
          <a:xfrm>
            <a:off x="6904665" y="2731585"/>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Qualification and Screening</a:t>
            </a:r>
          </a:p>
        </p:txBody>
      </p:sp>
      <p:cxnSp>
        <p:nvCxnSpPr>
          <p:cNvPr id="1053" name="Straight Arrow Connector 156">
            <a:extLst>
              <a:ext uri="{FF2B5EF4-FFF2-40B4-BE49-F238E27FC236}">
                <a16:creationId xmlns:a16="http://schemas.microsoft.com/office/drawing/2014/main" id="{AF630A68-FC8A-1B3A-F4CB-2043485EB856}"/>
              </a:ext>
            </a:extLst>
          </p:cNvPr>
          <p:cNvCxnSpPr>
            <a:cxnSpLocks/>
            <a:stCxn id="58" idx="3"/>
            <a:endCxn id="142" idx="1"/>
          </p:cNvCxnSpPr>
          <p:nvPr/>
        </p:nvCxnSpPr>
        <p:spPr>
          <a:xfrm flipV="1">
            <a:off x="6370999" y="1766602"/>
            <a:ext cx="533665" cy="594318"/>
          </a:xfrm>
          <a:prstGeom prst="bentConnector3">
            <a:avLst>
              <a:gd name="adj1" fmla="val 50000"/>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058" name="ZoneTexte 1057">
            <a:extLst>
              <a:ext uri="{FF2B5EF4-FFF2-40B4-BE49-F238E27FC236}">
                <a16:creationId xmlns:a16="http://schemas.microsoft.com/office/drawing/2014/main" id="{4871C010-AAC2-2EA2-D7C0-BC246D3D32F0}"/>
              </a:ext>
            </a:extLst>
          </p:cNvPr>
          <p:cNvSpPr txBox="1"/>
          <p:nvPr/>
        </p:nvSpPr>
        <p:spPr>
          <a:xfrm>
            <a:off x="6299628" y="2355750"/>
            <a:ext cx="642006" cy="230832"/>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chemeClr val="bg1"/>
                </a:solidFill>
                <a:effectLst/>
                <a:uLnTx/>
                <a:uFillTx/>
                <a:latin typeface="Aptos" panose="020B0004020202020204"/>
                <a:ea typeface="+mn-ea"/>
                <a:cs typeface="+mn-cs"/>
              </a:rPr>
              <a:t>Option 2</a:t>
            </a:r>
            <a:endParaRPr kumimoji="0" lang="en-GB" sz="900" b="0" i="0" u="none"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1059" name="ZoneTexte 1058">
            <a:extLst>
              <a:ext uri="{FF2B5EF4-FFF2-40B4-BE49-F238E27FC236}">
                <a16:creationId xmlns:a16="http://schemas.microsoft.com/office/drawing/2014/main" id="{1409931B-E8C9-29CA-91C4-BC80D79CEB80}"/>
              </a:ext>
            </a:extLst>
          </p:cNvPr>
          <p:cNvSpPr txBox="1"/>
          <p:nvPr/>
        </p:nvSpPr>
        <p:spPr>
          <a:xfrm>
            <a:off x="6316829" y="1426505"/>
            <a:ext cx="642006" cy="369332"/>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chemeClr val="bg1"/>
                </a:solidFill>
                <a:effectLst/>
                <a:uLnTx/>
                <a:uFillTx/>
                <a:latin typeface="Aptos" panose="020B0004020202020204"/>
                <a:ea typeface="+mn-ea"/>
                <a:cs typeface="+mn-cs"/>
              </a:rPr>
              <a:t>Options 1 &amp; 3</a:t>
            </a:r>
            <a:endParaRPr kumimoji="0" lang="en-GB" sz="900" b="0" i="0" u="none" strike="noStrike" kern="1200" cap="none" spc="0" normalizeH="0" baseline="0" noProof="0">
              <a:ln>
                <a:noFill/>
              </a:ln>
              <a:solidFill>
                <a:schemeClr val="bg1"/>
              </a:solidFill>
              <a:effectLst/>
              <a:uLnTx/>
              <a:uFillTx/>
              <a:latin typeface="Aptos" panose="020B0004020202020204"/>
              <a:ea typeface="+mn-ea"/>
              <a:cs typeface="+mn-cs"/>
            </a:endParaRPr>
          </a:p>
        </p:txBody>
      </p:sp>
      <p:cxnSp>
        <p:nvCxnSpPr>
          <p:cNvPr id="1061" name="Straight Arrow Connector 74">
            <a:extLst>
              <a:ext uri="{FF2B5EF4-FFF2-40B4-BE49-F238E27FC236}">
                <a16:creationId xmlns:a16="http://schemas.microsoft.com/office/drawing/2014/main" id="{769B376C-1642-F623-F1BC-70F1DC27B997}"/>
              </a:ext>
            </a:extLst>
          </p:cNvPr>
          <p:cNvCxnSpPr>
            <a:cxnSpLocks/>
            <a:stCxn id="1049" idx="2"/>
            <a:endCxn id="1048" idx="0"/>
          </p:cNvCxnSpPr>
          <p:nvPr/>
        </p:nvCxnSpPr>
        <p:spPr>
          <a:xfrm>
            <a:off x="7365068" y="2583774"/>
            <a:ext cx="0" cy="147811"/>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066" name="Straight Arrow Connector 74">
            <a:extLst>
              <a:ext uri="{FF2B5EF4-FFF2-40B4-BE49-F238E27FC236}">
                <a16:creationId xmlns:a16="http://schemas.microsoft.com/office/drawing/2014/main" id="{82D12303-FF88-C85E-DA1F-C7C5388CE5E5}"/>
              </a:ext>
            </a:extLst>
          </p:cNvPr>
          <p:cNvCxnSpPr>
            <a:cxnSpLocks/>
            <a:stCxn id="1048" idx="0"/>
            <a:endCxn id="1049" idx="2"/>
          </p:cNvCxnSpPr>
          <p:nvPr/>
        </p:nvCxnSpPr>
        <p:spPr>
          <a:xfrm flipV="1">
            <a:off x="7365068" y="2583774"/>
            <a:ext cx="0" cy="147811"/>
          </a:xfrm>
          <a:prstGeom prst="straightConnector1">
            <a:avLst/>
          </a:prstGeom>
          <a:ln w="6350">
            <a:solidFill>
              <a:schemeClr val="tx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070" name="Straight Arrow Connector 74">
            <a:extLst>
              <a:ext uri="{FF2B5EF4-FFF2-40B4-BE49-F238E27FC236}">
                <a16:creationId xmlns:a16="http://schemas.microsoft.com/office/drawing/2014/main" id="{650CD9F0-1907-0397-12BC-7E31ED939CEB}"/>
              </a:ext>
            </a:extLst>
          </p:cNvPr>
          <p:cNvCxnSpPr>
            <a:cxnSpLocks/>
            <a:stCxn id="142" idx="3"/>
          </p:cNvCxnSpPr>
          <p:nvPr/>
        </p:nvCxnSpPr>
        <p:spPr>
          <a:xfrm>
            <a:off x="7825469" y="1766602"/>
            <a:ext cx="512850"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7" name="ZoneTexte 6">
            <a:extLst>
              <a:ext uri="{FF2B5EF4-FFF2-40B4-BE49-F238E27FC236}">
                <a16:creationId xmlns:a16="http://schemas.microsoft.com/office/drawing/2014/main" id="{526770CB-5335-4EE7-71B4-54B7895190AE}"/>
              </a:ext>
            </a:extLst>
          </p:cNvPr>
          <p:cNvSpPr txBox="1"/>
          <p:nvPr/>
        </p:nvSpPr>
        <p:spPr>
          <a:xfrm>
            <a:off x="2618360" y="3836459"/>
            <a:ext cx="912430" cy="230832"/>
          </a:xfrm>
          <a:prstGeom prst="rect">
            <a:avLst/>
          </a:prstGeom>
          <a:solidFill>
            <a:schemeClr val="bg2">
              <a:lumMod val="75000"/>
            </a:scheme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E2E Catalogue</a:t>
            </a:r>
          </a:p>
        </p:txBody>
      </p:sp>
      <p:sp>
        <p:nvSpPr>
          <p:cNvPr id="17" name="ZoneTexte 16">
            <a:extLst>
              <a:ext uri="{FF2B5EF4-FFF2-40B4-BE49-F238E27FC236}">
                <a16:creationId xmlns:a16="http://schemas.microsoft.com/office/drawing/2014/main" id="{4AF55C51-91C3-C025-FD1B-AB045C516969}"/>
              </a:ext>
            </a:extLst>
          </p:cNvPr>
          <p:cNvSpPr txBox="1"/>
          <p:nvPr/>
        </p:nvSpPr>
        <p:spPr>
          <a:xfrm>
            <a:off x="11078332" y="5944422"/>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rgbClr val="303030"/>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Account Management</a:t>
            </a:r>
            <a:endParaRPr kumimoji="0" lang="en-GB" sz="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1" name="ZoneTexte 20">
            <a:extLst>
              <a:ext uri="{FF2B5EF4-FFF2-40B4-BE49-F238E27FC236}">
                <a16:creationId xmlns:a16="http://schemas.microsoft.com/office/drawing/2014/main" id="{C340DEC8-4001-D9E0-A302-96A7425F0824}"/>
              </a:ext>
            </a:extLst>
          </p:cNvPr>
          <p:cNvSpPr txBox="1"/>
          <p:nvPr/>
        </p:nvSpPr>
        <p:spPr>
          <a:xfrm>
            <a:off x="11078332" y="6390130"/>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Interactions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1" name="ZoneTexte 30">
            <a:extLst>
              <a:ext uri="{FF2B5EF4-FFF2-40B4-BE49-F238E27FC236}">
                <a16:creationId xmlns:a16="http://schemas.microsoft.com/office/drawing/2014/main" id="{8975FD15-E64A-4B5B-FB0B-2243E5470ACD}"/>
              </a:ext>
            </a:extLst>
          </p:cNvPr>
          <p:cNvSpPr txBox="1"/>
          <p:nvPr/>
        </p:nvSpPr>
        <p:spPr>
          <a:xfrm>
            <a:off x="11173573" y="5252636"/>
            <a:ext cx="771144" cy="556639"/>
          </a:xfrm>
          <a:prstGeom prst="wedgeRectCallout">
            <a:avLst>
              <a:gd name="adj1" fmla="val 21286"/>
              <a:gd name="adj2" fmla="val 62699"/>
            </a:avLst>
          </a:prstGeom>
          <a:solidFill>
            <a:schemeClr val="accent4">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8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Aptos" panose="020B0004020202020204"/>
                <a:ea typeface="+mn-ea"/>
                <a:cs typeface="+mn-cs"/>
              </a:rPr>
              <a:t>Interactions are recorded all along the journey</a:t>
            </a:r>
          </a:p>
        </p:txBody>
      </p:sp>
      <p:sp>
        <p:nvSpPr>
          <p:cNvPr id="70" name="ZoneTexte 69">
            <a:extLst>
              <a:ext uri="{FF2B5EF4-FFF2-40B4-BE49-F238E27FC236}">
                <a16:creationId xmlns:a16="http://schemas.microsoft.com/office/drawing/2014/main" id="{39158819-6D94-D815-24A3-7C5AFE9C26D8}"/>
              </a:ext>
            </a:extLst>
          </p:cNvPr>
          <p:cNvSpPr txBox="1"/>
          <p:nvPr/>
        </p:nvSpPr>
        <p:spPr>
          <a:xfrm>
            <a:off x="9758495" y="3649701"/>
            <a:ext cx="915707" cy="230832"/>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CPQ</a:t>
            </a:r>
          </a:p>
        </p:txBody>
      </p:sp>
      <p:sp>
        <p:nvSpPr>
          <p:cNvPr id="50" name="Rectangle: Rounded Corners 312">
            <a:extLst>
              <a:ext uri="{FF2B5EF4-FFF2-40B4-BE49-F238E27FC236}">
                <a16:creationId xmlns:a16="http://schemas.microsoft.com/office/drawing/2014/main" id="{38083392-A543-1776-AE03-C6F174498389}"/>
              </a:ext>
            </a:extLst>
          </p:cNvPr>
          <p:cNvSpPr/>
          <p:nvPr/>
        </p:nvSpPr>
        <p:spPr>
          <a:xfrm>
            <a:off x="5447688" y="984930"/>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(site info)</a:t>
            </a:r>
          </a:p>
        </p:txBody>
      </p:sp>
      <p:cxnSp>
        <p:nvCxnSpPr>
          <p:cNvPr id="52" name="Straight Arrow Connector 74">
            <a:extLst>
              <a:ext uri="{FF2B5EF4-FFF2-40B4-BE49-F238E27FC236}">
                <a16:creationId xmlns:a16="http://schemas.microsoft.com/office/drawing/2014/main" id="{06201082-5292-D6EB-8C68-BF9861B43069}"/>
              </a:ext>
            </a:extLst>
          </p:cNvPr>
          <p:cNvCxnSpPr>
            <a:cxnSpLocks/>
            <a:stCxn id="50" idx="1"/>
          </p:cNvCxnSpPr>
          <p:nvPr/>
        </p:nvCxnSpPr>
        <p:spPr>
          <a:xfrm rot="10800000" flipH="1" flipV="1">
            <a:off x="5447688" y="1207783"/>
            <a:ext cx="2506" cy="1028009"/>
          </a:xfrm>
          <a:prstGeom prst="bentConnector4">
            <a:avLst>
              <a:gd name="adj1" fmla="val -9122107"/>
              <a:gd name="adj2" fmla="val 100164"/>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01" name="ZoneTexte 100">
            <a:extLst>
              <a:ext uri="{FF2B5EF4-FFF2-40B4-BE49-F238E27FC236}">
                <a16:creationId xmlns:a16="http://schemas.microsoft.com/office/drawing/2014/main" id="{8A022706-6273-1244-5B68-446B7A905DF1}"/>
              </a:ext>
            </a:extLst>
          </p:cNvPr>
          <p:cNvSpPr txBox="1"/>
          <p:nvPr/>
        </p:nvSpPr>
        <p:spPr>
          <a:xfrm>
            <a:off x="6904664" y="4191394"/>
            <a:ext cx="920805" cy="445708"/>
          </a:xfrm>
          <a:prstGeom prst="rect">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Referential</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2" name="ZoneTexte 101">
            <a:extLst>
              <a:ext uri="{FF2B5EF4-FFF2-40B4-BE49-F238E27FC236}">
                <a16:creationId xmlns:a16="http://schemas.microsoft.com/office/drawing/2014/main" id="{6D12B5E7-C47B-F188-B4DC-6A46CB6CB70D}"/>
              </a:ext>
            </a:extLst>
          </p:cNvPr>
          <p:cNvSpPr txBox="1"/>
          <p:nvPr/>
        </p:nvSpPr>
        <p:spPr>
          <a:xfrm>
            <a:off x="5450194" y="6157186"/>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Site Onboarding and Lifecycle Mgmt.</a:t>
            </a:r>
          </a:p>
        </p:txBody>
      </p:sp>
      <p:sp>
        <p:nvSpPr>
          <p:cNvPr id="103" name="ZoneTexte 102">
            <a:extLst>
              <a:ext uri="{FF2B5EF4-FFF2-40B4-BE49-F238E27FC236}">
                <a16:creationId xmlns:a16="http://schemas.microsoft.com/office/drawing/2014/main" id="{6B3FF84D-3E2B-C6EF-0FE1-E61010D61349}"/>
              </a:ext>
            </a:extLst>
          </p:cNvPr>
          <p:cNvSpPr txBox="1"/>
          <p:nvPr/>
        </p:nvSpPr>
        <p:spPr>
          <a:xfrm>
            <a:off x="5450194" y="5711477"/>
            <a:ext cx="920805" cy="445708"/>
          </a:xfrm>
          <a:prstGeom prst="rect">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Customer Referential</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cxnSp>
        <p:nvCxnSpPr>
          <p:cNvPr id="106" name="Straight Arrow Connector 74">
            <a:extLst>
              <a:ext uri="{FF2B5EF4-FFF2-40B4-BE49-F238E27FC236}">
                <a16:creationId xmlns:a16="http://schemas.microsoft.com/office/drawing/2014/main" id="{1C0A2F77-F6FD-C8FF-75CC-406D50B870C9}"/>
              </a:ext>
            </a:extLst>
          </p:cNvPr>
          <p:cNvCxnSpPr>
            <a:cxnSpLocks/>
            <a:stCxn id="73" idx="2"/>
            <a:endCxn id="103" idx="0"/>
          </p:cNvCxnSpPr>
          <p:nvPr/>
        </p:nvCxnSpPr>
        <p:spPr>
          <a:xfrm>
            <a:off x="5910597" y="5506347"/>
            <a:ext cx="0" cy="205130"/>
          </a:xfrm>
          <a:prstGeom prst="straightConnector1">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1" name="Flèche : chevron 110">
            <a:extLst>
              <a:ext uri="{FF2B5EF4-FFF2-40B4-BE49-F238E27FC236}">
                <a16:creationId xmlns:a16="http://schemas.microsoft.com/office/drawing/2014/main" id="{8B69C552-58C9-B267-15CB-3E8402B42A8C}"/>
              </a:ext>
            </a:extLst>
          </p:cNvPr>
          <p:cNvSpPr/>
          <p:nvPr/>
        </p:nvSpPr>
        <p:spPr>
          <a:xfrm>
            <a:off x="1008052" y="688812"/>
            <a:ext cx="923986" cy="216000"/>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become aware</a:t>
            </a:r>
          </a:p>
        </p:txBody>
      </p:sp>
      <p:sp>
        <p:nvSpPr>
          <p:cNvPr id="112" name="Flèche : chevron 111">
            <a:extLst>
              <a:ext uri="{FF2B5EF4-FFF2-40B4-BE49-F238E27FC236}">
                <a16:creationId xmlns:a16="http://schemas.microsoft.com/office/drawing/2014/main" id="{2348B9BA-52E1-1B3F-E5DF-500253623D60}"/>
              </a:ext>
            </a:extLst>
          </p:cNvPr>
          <p:cNvSpPr/>
          <p:nvPr/>
        </p:nvSpPr>
        <p:spPr>
          <a:xfrm>
            <a:off x="1864684" y="688812"/>
            <a:ext cx="761097" cy="216000"/>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review the options</a:t>
            </a:r>
          </a:p>
        </p:txBody>
      </p:sp>
      <p:sp>
        <p:nvSpPr>
          <p:cNvPr id="113" name="Flèche : chevron 112">
            <a:extLst>
              <a:ext uri="{FF2B5EF4-FFF2-40B4-BE49-F238E27FC236}">
                <a16:creationId xmlns:a16="http://schemas.microsoft.com/office/drawing/2014/main" id="{735CF63E-4CD9-870A-8643-9535931362DA}"/>
              </a:ext>
            </a:extLst>
          </p:cNvPr>
          <p:cNvSpPr/>
          <p:nvPr/>
        </p:nvSpPr>
        <p:spPr>
          <a:xfrm>
            <a:off x="8106781" y="688812"/>
            <a:ext cx="1115672"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ptos" panose="020B0004020202020204"/>
                <a:ea typeface="+mn-ea"/>
                <a:cs typeface="+mn-cs"/>
              </a:rPr>
              <a:t>I negotiate and sign a contract</a:t>
            </a:r>
          </a:p>
        </p:txBody>
      </p:sp>
      <p:sp>
        <p:nvSpPr>
          <p:cNvPr id="114" name="Flèche : chevron 113">
            <a:extLst>
              <a:ext uri="{FF2B5EF4-FFF2-40B4-BE49-F238E27FC236}">
                <a16:creationId xmlns:a16="http://schemas.microsoft.com/office/drawing/2014/main" id="{017CDB2A-E835-CA48-4D0C-24851F5090CD}"/>
              </a:ext>
            </a:extLst>
          </p:cNvPr>
          <p:cNvSpPr/>
          <p:nvPr/>
        </p:nvSpPr>
        <p:spPr>
          <a:xfrm>
            <a:off x="7100216" y="688812"/>
            <a:ext cx="1080000"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ptos" panose="020B0004020202020204"/>
                <a:ea typeface="+mn-ea"/>
                <a:cs typeface="+mn-cs"/>
              </a:rPr>
              <a:t>I provide requested information</a:t>
            </a:r>
          </a:p>
        </p:txBody>
      </p:sp>
      <p:sp>
        <p:nvSpPr>
          <p:cNvPr id="128" name="Flèche : chevron 127">
            <a:extLst>
              <a:ext uri="{FF2B5EF4-FFF2-40B4-BE49-F238E27FC236}">
                <a16:creationId xmlns:a16="http://schemas.microsoft.com/office/drawing/2014/main" id="{686A1B57-F4A7-5CEA-C03E-6D344620EDFF}"/>
              </a:ext>
            </a:extLst>
          </p:cNvPr>
          <p:cNvSpPr/>
          <p:nvPr/>
        </p:nvSpPr>
        <p:spPr>
          <a:xfrm>
            <a:off x="5795850" y="688812"/>
            <a:ext cx="755644"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access self-service</a:t>
            </a:r>
          </a:p>
        </p:txBody>
      </p:sp>
      <p:sp>
        <p:nvSpPr>
          <p:cNvPr id="117" name="Flèche : chevron 116">
            <a:extLst>
              <a:ext uri="{FF2B5EF4-FFF2-40B4-BE49-F238E27FC236}">
                <a16:creationId xmlns:a16="http://schemas.microsoft.com/office/drawing/2014/main" id="{7AEA36F5-0CB8-8B30-3A43-A20E63A72DCA}"/>
              </a:ext>
            </a:extLst>
          </p:cNvPr>
          <p:cNvSpPr/>
          <p:nvPr/>
        </p:nvSpPr>
        <p:spPr>
          <a:xfrm>
            <a:off x="9155099" y="688812"/>
            <a:ext cx="828107"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ptos" panose="020B0004020202020204"/>
                <a:ea typeface="+mn-ea"/>
                <a:cs typeface="+mn-cs"/>
              </a:rPr>
              <a:t>I place my order</a:t>
            </a:r>
          </a:p>
        </p:txBody>
      </p:sp>
      <p:sp>
        <p:nvSpPr>
          <p:cNvPr id="119" name="Flèche : chevron 118">
            <a:extLst>
              <a:ext uri="{FF2B5EF4-FFF2-40B4-BE49-F238E27FC236}">
                <a16:creationId xmlns:a16="http://schemas.microsoft.com/office/drawing/2014/main" id="{03C38C9E-0B30-AEC2-9486-8A8B7E167600}"/>
              </a:ext>
            </a:extLst>
          </p:cNvPr>
          <p:cNvSpPr/>
          <p:nvPr/>
        </p:nvSpPr>
        <p:spPr>
          <a:xfrm>
            <a:off x="9915852" y="688812"/>
            <a:ext cx="732964"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ptos" panose="020B0004020202020204"/>
                <a:ea typeface="+mn-ea"/>
                <a:cs typeface="+mn-cs"/>
              </a:rPr>
              <a:t>I validate my order</a:t>
            </a:r>
          </a:p>
        </p:txBody>
      </p:sp>
      <p:sp>
        <p:nvSpPr>
          <p:cNvPr id="120" name="Flèche : chevron 119">
            <a:extLst>
              <a:ext uri="{FF2B5EF4-FFF2-40B4-BE49-F238E27FC236}">
                <a16:creationId xmlns:a16="http://schemas.microsoft.com/office/drawing/2014/main" id="{EFA730E9-7639-610D-CA14-8298AF12629C}"/>
              </a:ext>
            </a:extLst>
          </p:cNvPr>
          <p:cNvSpPr/>
          <p:nvPr/>
        </p:nvSpPr>
        <p:spPr>
          <a:xfrm>
            <a:off x="2558427" y="688812"/>
            <a:ext cx="980726" cy="216000"/>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research pricing / timeline / plan</a:t>
            </a:r>
          </a:p>
        </p:txBody>
      </p:sp>
      <p:sp>
        <p:nvSpPr>
          <p:cNvPr id="121" name="Flèche : chevron 120">
            <a:extLst>
              <a:ext uri="{FF2B5EF4-FFF2-40B4-BE49-F238E27FC236}">
                <a16:creationId xmlns:a16="http://schemas.microsoft.com/office/drawing/2014/main" id="{65EEC31C-D872-D763-CE18-CE2BF9FD2256}"/>
              </a:ext>
            </a:extLst>
          </p:cNvPr>
          <p:cNvSpPr/>
          <p:nvPr/>
        </p:nvSpPr>
        <p:spPr>
          <a:xfrm>
            <a:off x="4483922" y="688812"/>
            <a:ext cx="725743" cy="216000"/>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request a proposal</a:t>
            </a:r>
          </a:p>
        </p:txBody>
      </p:sp>
      <p:sp>
        <p:nvSpPr>
          <p:cNvPr id="123" name="Flèche : chevron 122">
            <a:extLst>
              <a:ext uri="{FF2B5EF4-FFF2-40B4-BE49-F238E27FC236}">
                <a16:creationId xmlns:a16="http://schemas.microsoft.com/office/drawing/2014/main" id="{6E9CE0DE-0868-A86A-79F6-40383BEB3C25}"/>
              </a:ext>
            </a:extLst>
          </p:cNvPr>
          <p:cNvSpPr/>
          <p:nvPr/>
        </p:nvSpPr>
        <p:spPr>
          <a:xfrm>
            <a:off x="5142311" y="688812"/>
            <a:ext cx="720893" cy="216000"/>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evaluate my options</a:t>
            </a:r>
          </a:p>
        </p:txBody>
      </p:sp>
      <p:sp>
        <p:nvSpPr>
          <p:cNvPr id="124" name="Flèche : chevron 123">
            <a:extLst>
              <a:ext uri="{FF2B5EF4-FFF2-40B4-BE49-F238E27FC236}">
                <a16:creationId xmlns:a16="http://schemas.microsoft.com/office/drawing/2014/main" id="{B8CA515E-9EDB-E97B-7236-CF83825A65DA}"/>
              </a:ext>
            </a:extLst>
          </p:cNvPr>
          <p:cNvSpPr/>
          <p:nvPr/>
        </p:nvSpPr>
        <p:spPr>
          <a:xfrm>
            <a:off x="3471799" y="688812"/>
            <a:ext cx="1079477"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provide requested information</a:t>
            </a:r>
          </a:p>
        </p:txBody>
      </p:sp>
      <p:sp>
        <p:nvSpPr>
          <p:cNvPr id="115" name="Flèche : chevron 114">
            <a:extLst>
              <a:ext uri="{FF2B5EF4-FFF2-40B4-BE49-F238E27FC236}">
                <a16:creationId xmlns:a16="http://schemas.microsoft.com/office/drawing/2014/main" id="{C78290C4-AD67-D3C0-D175-B0C35E95F063}"/>
              </a:ext>
            </a:extLst>
          </p:cNvPr>
          <p:cNvSpPr/>
          <p:nvPr/>
        </p:nvSpPr>
        <p:spPr>
          <a:xfrm>
            <a:off x="6484139" y="688812"/>
            <a:ext cx="683430" cy="216000"/>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receive my pricing</a:t>
            </a:r>
          </a:p>
        </p:txBody>
      </p:sp>
      <p:sp>
        <p:nvSpPr>
          <p:cNvPr id="39" name="Rectangle: Rounded Corners 1">
            <a:extLst>
              <a:ext uri="{FF2B5EF4-FFF2-40B4-BE49-F238E27FC236}">
                <a16:creationId xmlns:a16="http://schemas.microsoft.com/office/drawing/2014/main" id="{7395C13F-B28D-89E6-9708-4E3E86148BBF}"/>
              </a:ext>
            </a:extLst>
          </p:cNvPr>
          <p:cNvSpPr/>
          <p:nvPr/>
        </p:nvSpPr>
        <p:spPr>
          <a:xfrm>
            <a:off x="1175257" y="980048"/>
            <a:ext cx="938902"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Advertisement &amp; Promotion</a:t>
            </a:r>
          </a:p>
        </p:txBody>
      </p:sp>
      <p:sp>
        <p:nvSpPr>
          <p:cNvPr id="40" name="Rectangle: Rounded Corners 86">
            <a:extLst>
              <a:ext uri="{FF2B5EF4-FFF2-40B4-BE49-F238E27FC236}">
                <a16:creationId xmlns:a16="http://schemas.microsoft.com/office/drawing/2014/main" id="{93FCC923-6FD2-4095-08E0-3B8FC08B2EF1}"/>
              </a:ext>
            </a:extLst>
          </p:cNvPr>
          <p:cNvSpPr/>
          <p:nvPr/>
        </p:nvSpPr>
        <p:spPr>
          <a:xfrm>
            <a:off x="1184306" y="2138066"/>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Assess my needs</a:t>
            </a:r>
          </a:p>
        </p:txBody>
      </p:sp>
      <p:cxnSp>
        <p:nvCxnSpPr>
          <p:cNvPr id="61" name="Straight Arrow Connector 74">
            <a:extLst>
              <a:ext uri="{FF2B5EF4-FFF2-40B4-BE49-F238E27FC236}">
                <a16:creationId xmlns:a16="http://schemas.microsoft.com/office/drawing/2014/main" id="{B7337FC6-8B93-0733-28FB-90F75FAC7C45}"/>
              </a:ext>
            </a:extLst>
          </p:cNvPr>
          <p:cNvCxnSpPr>
            <a:cxnSpLocks/>
            <a:stCxn id="40" idx="2"/>
            <a:endCxn id="56" idx="0"/>
          </p:cNvCxnSpPr>
          <p:nvPr/>
        </p:nvCxnSpPr>
        <p:spPr>
          <a:xfrm>
            <a:off x="1644709" y="2583774"/>
            <a:ext cx="0" cy="147811"/>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65" name="Straight Arrow Connector 74">
            <a:extLst>
              <a:ext uri="{FF2B5EF4-FFF2-40B4-BE49-F238E27FC236}">
                <a16:creationId xmlns:a16="http://schemas.microsoft.com/office/drawing/2014/main" id="{FAF4FB70-024B-26E2-0605-E012CCDF0969}"/>
              </a:ext>
            </a:extLst>
          </p:cNvPr>
          <p:cNvCxnSpPr>
            <a:cxnSpLocks/>
            <a:stCxn id="39" idx="2"/>
            <a:endCxn id="55" idx="0"/>
          </p:cNvCxnSpPr>
          <p:nvPr/>
        </p:nvCxnSpPr>
        <p:spPr>
          <a:xfrm>
            <a:off x="1644708" y="1425756"/>
            <a:ext cx="0" cy="117992"/>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71" name="Rectangle: Rounded Corners 20">
            <a:extLst>
              <a:ext uri="{FF2B5EF4-FFF2-40B4-BE49-F238E27FC236}">
                <a16:creationId xmlns:a16="http://schemas.microsoft.com/office/drawing/2014/main" id="{35166992-540F-4774-19F3-812F59859B8C}"/>
              </a:ext>
            </a:extLst>
          </p:cNvPr>
          <p:cNvSpPr/>
          <p:nvPr/>
        </p:nvSpPr>
        <p:spPr>
          <a:xfrm>
            <a:off x="4005177" y="1543748"/>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Qualification and Screening</a:t>
            </a:r>
          </a:p>
        </p:txBody>
      </p:sp>
      <p:sp>
        <p:nvSpPr>
          <p:cNvPr id="42" name="ZoneTexte 41">
            <a:extLst>
              <a:ext uri="{FF2B5EF4-FFF2-40B4-BE49-F238E27FC236}">
                <a16:creationId xmlns:a16="http://schemas.microsoft.com/office/drawing/2014/main" id="{8918F846-A752-1E20-0569-C881C303CB04}"/>
              </a:ext>
            </a:extLst>
          </p:cNvPr>
          <p:cNvSpPr txBox="1"/>
          <p:nvPr/>
        </p:nvSpPr>
        <p:spPr>
          <a:xfrm>
            <a:off x="8338319" y="4685512"/>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Contract Negotiation</a:t>
            </a:r>
          </a:p>
        </p:txBody>
      </p:sp>
      <p:sp>
        <p:nvSpPr>
          <p:cNvPr id="44" name="ZoneTexte 43">
            <a:extLst>
              <a:ext uri="{FF2B5EF4-FFF2-40B4-BE49-F238E27FC236}">
                <a16:creationId xmlns:a16="http://schemas.microsoft.com/office/drawing/2014/main" id="{43AD357E-8D01-1B2F-1DC0-89B150033480}"/>
              </a:ext>
            </a:extLst>
          </p:cNvPr>
          <p:cNvSpPr txBox="1"/>
          <p:nvPr/>
        </p:nvSpPr>
        <p:spPr>
          <a:xfrm>
            <a:off x="8338319" y="5062226"/>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Contract Lifecycle Management</a:t>
            </a:r>
          </a:p>
        </p:txBody>
      </p:sp>
      <p:sp>
        <p:nvSpPr>
          <p:cNvPr id="67" name="ZoneTexte 66">
            <a:extLst>
              <a:ext uri="{FF2B5EF4-FFF2-40B4-BE49-F238E27FC236}">
                <a16:creationId xmlns:a16="http://schemas.microsoft.com/office/drawing/2014/main" id="{A5350EE4-C91C-479B-E848-564ADD27314A}"/>
              </a:ext>
            </a:extLst>
          </p:cNvPr>
          <p:cNvSpPr txBox="1"/>
          <p:nvPr/>
        </p:nvSpPr>
        <p:spPr>
          <a:xfrm>
            <a:off x="3999588" y="6589298"/>
            <a:ext cx="916190" cy="188357"/>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Digital Request Management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68" name="Straight Arrow Connector 74">
            <a:extLst>
              <a:ext uri="{FF2B5EF4-FFF2-40B4-BE49-F238E27FC236}">
                <a16:creationId xmlns:a16="http://schemas.microsoft.com/office/drawing/2014/main" id="{C94F0BAA-AACB-DA62-2C77-E6F503C51C87}"/>
              </a:ext>
            </a:extLst>
          </p:cNvPr>
          <p:cNvCxnSpPr>
            <a:cxnSpLocks/>
            <a:stCxn id="71" idx="2"/>
            <a:endCxn id="27" idx="0"/>
          </p:cNvCxnSpPr>
          <p:nvPr/>
        </p:nvCxnSpPr>
        <p:spPr>
          <a:xfrm>
            <a:off x="4465580" y="1989456"/>
            <a:ext cx="0" cy="148610"/>
          </a:xfrm>
          <a:prstGeom prst="straightConnector1">
            <a:avLst/>
          </a:prstGeom>
          <a:ln w="6350">
            <a:solidFill>
              <a:schemeClr val="tx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9" name="ZoneTexte 48">
            <a:extLst>
              <a:ext uri="{FF2B5EF4-FFF2-40B4-BE49-F238E27FC236}">
                <a16:creationId xmlns:a16="http://schemas.microsoft.com/office/drawing/2014/main" id="{E11A5CB1-D908-A588-BF7E-BF6A53697799}"/>
              </a:ext>
            </a:extLst>
          </p:cNvPr>
          <p:cNvSpPr txBox="1"/>
          <p:nvPr/>
        </p:nvSpPr>
        <p:spPr>
          <a:xfrm>
            <a:off x="6904664" y="6120138"/>
            <a:ext cx="920805" cy="16604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Sales Cadences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6" name="ZoneTexte 25">
            <a:extLst>
              <a:ext uri="{FF2B5EF4-FFF2-40B4-BE49-F238E27FC236}">
                <a16:creationId xmlns:a16="http://schemas.microsoft.com/office/drawing/2014/main" id="{BDA76500-FB05-72CE-5962-965F8A31C676}"/>
              </a:ext>
            </a:extLst>
          </p:cNvPr>
          <p:cNvSpPr txBox="1"/>
          <p:nvPr/>
        </p:nvSpPr>
        <p:spPr>
          <a:xfrm>
            <a:off x="1192209" y="6172055"/>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Partner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Campaigns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63" name="ZoneTexte 62">
            <a:extLst>
              <a:ext uri="{FF2B5EF4-FFF2-40B4-BE49-F238E27FC236}">
                <a16:creationId xmlns:a16="http://schemas.microsoft.com/office/drawing/2014/main" id="{7E5D42EF-AFC1-2980-EED3-30ED909FF509}"/>
              </a:ext>
            </a:extLst>
          </p:cNvPr>
          <p:cNvSpPr txBox="1"/>
          <p:nvPr/>
        </p:nvSpPr>
        <p:spPr>
          <a:xfrm>
            <a:off x="5450194" y="4793803"/>
            <a:ext cx="920805"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Pricing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69" name="ZoneTexte 68">
            <a:extLst>
              <a:ext uri="{FF2B5EF4-FFF2-40B4-BE49-F238E27FC236}">
                <a16:creationId xmlns:a16="http://schemas.microsoft.com/office/drawing/2014/main" id="{FE98B994-8D03-E376-6614-8E2F7A143E4B}"/>
              </a:ext>
            </a:extLst>
          </p:cNvPr>
          <p:cNvSpPr txBox="1"/>
          <p:nvPr/>
        </p:nvSpPr>
        <p:spPr>
          <a:xfrm>
            <a:off x="5450194" y="4971940"/>
            <a:ext cx="920805"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Eligibility</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2" name="ZoneTexte 71">
            <a:extLst>
              <a:ext uri="{FF2B5EF4-FFF2-40B4-BE49-F238E27FC236}">
                <a16:creationId xmlns:a16="http://schemas.microsoft.com/office/drawing/2014/main" id="{FAA7AD64-27EA-C82E-0A01-F6EF2668DC18}"/>
              </a:ext>
            </a:extLst>
          </p:cNvPr>
          <p:cNvSpPr txBox="1"/>
          <p:nvPr/>
        </p:nvSpPr>
        <p:spPr>
          <a:xfrm>
            <a:off x="5450194" y="5150075"/>
            <a:ext cx="920805"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Profitability</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3" name="ZoneTexte 72">
            <a:extLst>
              <a:ext uri="{FF2B5EF4-FFF2-40B4-BE49-F238E27FC236}">
                <a16:creationId xmlns:a16="http://schemas.microsoft.com/office/drawing/2014/main" id="{4AC83473-35DD-AB4C-6BA0-DC29E3EAC5B8}"/>
              </a:ext>
            </a:extLst>
          </p:cNvPr>
          <p:cNvSpPr txBox="1"/>
          <p:nvPr/>
        </p:nvSpPr>
        <p:spPr>
          <a:xfrm>
            <a:off x="5450194" y="5328211"/>
            <a:ext cx="920805"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Customer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Approval</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29745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ZoneTexte 46">
            <a:extLst>
              <a:ext uri="{FF2B5EF4-FFF2-40B4-BE49-F238E27FC236}">
                <a16:creationId xmlns:a16="http://schemas.microsoft.com/office/drawing/2014/main" id="{35E700E1-FA93-2511-D576-B6C517508907}"/>
              </a:ext>
            </a:extLst>
          </p:cNvPr>
          <p:cNvSpPr txBox="1"/>
          <p:nvPr/>
        </p:nvSpPr>
        <p:spPr>
          <a:xfrm>
            <a:off x="7109295" y="4236263"/>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rgbClr val="303030"/>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Referential</a:t>
            </a:r>
            <a:endParaRPr kumimoji="0" lang="en-GB"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ZoneTexte 50">
            <a:extLst>
              <a:ext uri="{FF2B5EF4-FFF2-40B4-BE49-F238E27FC236}">
                <a16:creationId xmlns:a16="http://schemas.microsoft.com/office/drawing/2014/main" id="{8A0B9660-7942-770D-458F-432DF8EDA2C3}"/>
              </a:ext>
            </a:extLst>
          </p:cNvPr>
          <p:cNvSpPr txBox="1"/>
          <p:nvPr/>
        </p:nvSpPr>
        <p:spPr>
          <a:xfrm>
            <a:off x="734250" y="4239033"/>
            <a:ext cx="916190" cy="44570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Campaign Management</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3" name="ZoneTexte 52">
            <a:extLst>
              <a:ext uri="{FF2B5EF4-FFF2-40B4-BE49-F238E27FC236}">
                <a16:creationId xmlns:a16="http://schemas.microsoft.com/office/drawing/2014/main" id="{07CF3E12-2FF6-7646-DA95-DD7BFFC94027}"/>
              </a:ext>
            </a:extLst>
          </p:cNvPr>
          <p:cNvSpPr txBox="1"/>
          <p:nvPr/>
        </p:nvSpPr>
        <p:spPr>
          <a:xfrm>
            <a:off x="4624012" y="4239033"/>
            <a:ext cx="2202304"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sz="11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Quotation Process</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7" name="Rectangle: Rounded Corners 6">
            <a:extLst>
              <a:ext uri="{FF2B5EF4-FFF2-40B4-BE49-F238E27FC236}">
                <a16:creationId xmlns:a16="http://schemas.microsoft.com/office/drawing/2014/main" id="{BDE38EA4-D6C9-B0F1-5448-4873040AE632}"/>
              </a:ext>
            </a:extLst>
          </p:cNvPr>
          <p:cNvSpPr/>
          <p:nvPr/>
        </p:nvSpPr>
        <p:spPr>
          <a:xfrm>
            <a:off x="2035679" y="2032940"/>
            <a:ext cx="938902"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Catalogue</a:t>
            </a:r>
          </a:p>
        </p:txBody>
      </p:sp>
      <p:sp>
        <p:nvSpPr>
          <p:cNvPr id="60" name="Rectangle: Rounded Corners 24">
            <a:extLst>
              <a:ext uri="{FF2B5EF4-FFF2-40B4-BE49-F238E27FC236}">
                <a16:creationId xmlns:a16="http://schemas.microsoft.com/office/drawing/2014/main" id="{7B6BACB3-386E-8E9F-74B5-6DF9B0AF7190}"/>
              </a:ext>
            </a:extLst>
          </p:cNvPr>
          <p:cNvSpPr/>
          <p:nvPr/>
        </p:nvSpPr>
        <p:spPr>
          <a:xfrm>
            <a:off x="9734247" y="1435049"/>
            <a:ext cx="920805" cy="445708"/>
          </a:xfrm>
          <a:prstGeom prst="rect">
            <a:avLst/>
          </a:prstGeom>
          <a:solidFill>
            <a:srgbClr val="E75E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Convert Quote to Order</a:t>
            </a:r>
          </a:p>
        </p:txBody>
      </p:sp>
      <p:sp>
        <p:nvSpPr>
          <p:cNvPr id="73" name="Rectangle: Rounded Corners 10">
            <a:extLst>
              <a:ext uri="{FF2B5EF4-FFF2-40B4-BE49-F238E27FC236}">
                <a16:creationId xmlns:a16="http://schemas.microsoft.com/office/drawing/2014/main" id="{8B735033-C683-E5FB-2AE9-24E49D95756D}"/>
              </a:ext>
            </a:extLst>
          </p:cNvPr>
          <p:cNvSpPr/>
          <p:nvPr/>
        </p:nvSpPr>
        <p:spPr>
          <a:xfrm>
            <a:off x="7108999" y="1435049"/>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 </a:t>
            </a: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(billing + info)</a:t>
            </a:r>
          </a:p>
        </p:txBody>
      </p:sp>
      <p:sp>
        <p:nvSpPr>
          <p:cNvPr id="64" name="Rectangle: Rounded Corners 312">
            <a:extLst>
              <a:ext uri="{FF2B5EF4-FFF2-40B4-BE49-F238E27FC236}">
                <a16:creationId xmlns:a16="http://schemas.microsoft.com/office/drawing/2014/main" id="{AED68C21-44F1-31C3-3AAF-4776EE0669F9}"/>
              </a:ext>
            </a:extLst>
          </p:cNvPr>
          <p:cNvSpPr/>
          <p:nvPr/>
        </p:nvSpPr>
        <p:spPr>
          <a:xfrm>
            <a:off x="3366400" y="1435049"/>
            <a:ext cx="854151"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Interaction with Sales</a:t>
            </a:r>
          </a:p>
        </p:txBody>
      </p:sp>
      <p:cxnSp>
        <p:nvCxnSpPr>
          <p:cNvPr id="116" name="Straight Arrow Connector 49">
            <a:extLst>
              <a:ext uri="{FF2B5EF4-FFF2-40B4-BE49-F238E27FC236}">
                <a16:creationId xmlns:a16="http://schemas.microsoft.com/office/drawing/2014/main" id="{36D0C38D-96E2-C021-5B15-6C7A27F4EBDE}"/>
              </a:ext>
            </a:extLst>
          </p:cNvPr>
          <p:cNvCxnSpPr>
            <a:cxnSpLocks/>
          </p:cNvCxnSpPr>
          <p:nvPr/>
        </p:nvCxnSpPr>
        <p:spPr>
          <a:xfrm>
            <a:off x="993862" y="1657903"/>
            <a:ext cx="391819" cy="0"/>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029" name="Rectangle 1028">
            <a:extLst>
              <a:ext uri="{FF2B5EF4-FFF2-40B4-BE49-F238E27FC236}">
                <a16:creationId xmlns:a16="http://schemas.microsoft.com/office/drawing/2014/main" id="{508F633C-6116-03FC-D67E-3CCA49646EDB}"/>
              </a:ext>
            </a:extLst>
          </p:cNvPr>
          <p:cNvSpPr/>
          <p:nvPr/>
        </p:nvSpPr>
        <p:spPr>
          <a:xfrm rot="16200000">
            <a:off x="-571878" y="1734429"/>
            <a:ext cx="1839558" cy="35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bg1"/>
                </a:solidFill>
                <a:effectLst/>
                <a:uLnTx/>
                <a:uFillTx/>
                <a:latin typeface="Aptos" panose="020B0004020202020204"/>
                <a:ea typeface="+mn-ea"/>
                <a:cs typeface="+mn-cs"/>
              </a:rPr>
              <a:t>Customer use cases</a:t>
            </a:r>
          </a:p>
        </p:txBody>
      </p:sp>
      <p:cxnSp>
        <p:nvCxnSpPr>
          <p:cNvPr id="1054" name="Straight Arrow Connector 49">
            <a:extLst>
              <a:ext uri="{FF2B5EF4-FFF2-40B4-BE49-F238E27FC236}">
                <a16:creationId xmlns:a16="http://schemas.microsoft.com/office/drawing/2014/main" id="{4512C931-1EE9-F8C3-B538-83AB3B8C51AF}"/>
              </a:ext>
            </a:extLst>
          </p:cNvPr>
          <p:cNvCxnSpPr>
            <a:cxnSpLocks/>
            <a:stCxn id="51" idx="3"/>
            <a:endCxn id="8" idx="1"/>
          </p:cNvCxnSpPr>
          <p:nvPr/>
        </p:nvCxnSpPr>
        <p:spPr>
          <a:xfrm flipV="1">
            <a:off x="1650440" y="4461887"/>
            <a:ext cx="396595" cy="1"/>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60" name="Straight Arrow Connector 49">
            <a:extLst>
              <a:ext uri="{FF2B5EF4-FFF2-40B4-BE49-F238E27FC236}">
                <a16:creationId xmlns:a16="http://schemas.microsoft.com/office/drawing/2014/main" id="{328F7136-0C96-3F3E-71BE-47458A3A8AF0}"/>
              </a:ext>
            </a:extLst>
          </p:cNvPr>
          <p:cNvCxnSpPr>
            <a:cxnSpLocks/>
            <a:stCxn id="174" idx="3"/>
            <a:endCxn id="53" idx="1"/>
          </p:cNvCxnSpPr>
          <p:nvPr/>
        </p:nvCxnSpPr>
        <p:spPr>
          <a:xfrm>
            <a:off x="4253878" y="4459602"/>
            <a:ext cx="370134" cy="2285"/>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083" name="Straight Arrow Connector 49">
            <a:extLst>
              <a:ext uri="{FF2B5EF4-FFF2-40B4-BE49-F238E27FC236}">
                <a16:creationId xmlns:a16="http://schemas.microsoft.com/office/drawing/2014/main" id="{996BA542-635D-B5FF-4188-2E46E25BEC94}"/>
              </a:ext>
            </a:extLst>
          </p:cNvPr>
          <p:cNvCxnSpPr>
            <a:cxnSpLocks/>
            <a:stCxn id="57" idx="3"/>
            <a:endCxn id="64" idx="1"/>
          </p:cNvCxnSpPr>
          <p:nvPr/>
        </p:nvCxnSpPr>
        <p:spPr>
          <a:xfrm flipV="1">
            <a:off x="2974581" y="1657903"/>
            <a:ext cx="391819" cy="597891"/>
          </a:xfrm>
          <a:prstGeom prst="bentConnector3">
            <a:avLst>
              <a:gd name="adj1" fmla="val 50000"/>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3" name="ZoneTexte 2">
            <a:extLst>
              <a:ext uri="{FF2B5EF4-FFF2-40B4-BE49-F238E27FC236}">
                <a16:creationId xmlns:a16="http://schemas.microsoft.com/office/drawing/2014/main" id="{03D814CC-CC2D-C375-8611-F93F2E8DA203}"/>
              </a:ext>
            </a:extLst>
          </p:cNvPr>
          <p:cNvSpPr txBox="1"/>
          <p:nvPr/>
        </p:nvSpPr>
        <p:spPr>
          <a:xfrm>
            <a:off x="720320" y="3529489"/>
            <a:ext cx="938902" cy="369332"/>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Marketing Tool, Portal</a:t>
            </a:r>
          </a:p>
        </p:txBody>
      </p:sp>
      <p:sp>
        <p:nvSpPr>
          <p:cNvPr id="7" name="ZoneTexte 6">
            <a:extLst>
              <a:ext uri="{FF2B5EF4-FFF2-40B4-BE49-F238E27FC236}">
                <a16:creationId xmlns:a16="http://schemas.microsoft.com/office/drawing/2014/main" id="{6D233DF8-EA16-D248-A2C8-E40B31877E08}"/>
              </a:ext>
            </a:extLst>
          </p:cNvPr>
          <p:cNvSpPr txBox="1"/>
          <p:nvPr/>
        </p:nvSpPr>
        <p:spPr>
          <a:xfrm>
            <a:off x="4580986" y="3598762"/>
            <a:ext cx="2224497" cy="230832"/>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CPQ</a:t>
            </a:r>
          </a:p>
        </p:txBody>
      </p:sp>
      <p:sp>
        <p:nvSpPr>
          <p:cNvPr id="27" name="ZoneTexte 26">
            <a:extLst>
              <a:ext uri="{FF2B5EF4-FFF2-40B4-BE49-F238E27FC236}">
                <a16:creationId xmlns:a16="http://schemas.microsoft.com/office/drawing/2014/main" id="{95B626E8-FE03-ED5F-FCC8-4E3753D44C0A}"/>
              </a:ext>
            </a:extLst>
          </p:cNvPr>
          <p:cNvSpPr txBox="1"/>
          <p:nvPr/>
        </p:nvSpPr>
        <p:spPr>
          <a:xfrm>
            <a:off x="9739641" y="3598762"/>
            <a:ext cx="915707" cy="230832"/>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CPQ</a:t>
            </a:r>
          </a:p>
        </p:txBody>
      </p:sp>
      <p:sp>
        <p:nvSpPr>
          <p:cNvPr id="66" name="Rectangle: Rounded Corners 95">
            <a:extLst>
              <a:ext uri="{FF2B5EF4-FFF2-40B4-BE49-F238E27FC236}">
                <a16:creationId xmlns:a16="http://schemas.microsoft.com/office/drawing/2014/main" id="{B830FDEB-916C-2708-B9F3-CFCC2236F434}"/>
              </a:ext>
            </a:extLst>
          </p:cNvPr>
          <p:cNvSpPr/>
          <p:nvPr/>
        </p:nvSpPr>
        <p:spPr>
          <a:xfrm>
            <a:off x="8421623" y="1435049"/>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Contracting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(Order form Contract) </a:t>
            </a:r>
          </a:p>
        </p:txBody>
      </p:sp>
      <p:cxnSp>
        <p:nvCxnSpPr>
          <p:cNvPr id="108" name="Straight Arrow Connector 49">
            <a:extLst>
              <a:ext uri="{FF2B5EF4-FFF2-40B4-BE49-F238E27FC236}">
                <a16:creationId xmlns:a16="http://schemas.microsoft.com/office/drawing/2014/main" id="{FA68DE31-5254-90A9-0089-8E3F4BF2F7C7}"/>
              </a:ext>
            </a:extLst>
          </p:cNvPr>
          <p:cNvCxnSpPr>
            <a:cxnSpLocks/>
          </p:cNvCxnSpPr>
          <p:nvPr/>
        </p:nvCxnSpPr>
        <p:spPr>
          <a:xfrm>
            <a:off x="4253878" y="2255794"/>
            <a:ext cx="346994"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27" name="Straight Arrow Connector 156">
            <a:extLst>
              <a:ext uri="{FF2B5EF4-FFF2-40B4-BE49-F238E27FC236}">
                <a16:creationId xmlns:a16="http://schemas.microsoft.com/office/drawing/2014/main" id="{73E1F7B4-C10B-8098-AD9B-ED4D3E03FBB3}"/>
              </a:ext>
            </a:extLst>
          </p:cNvPr>
          <p:cNvCxnSpPr>
            <a:cxnSpLocks/>
          </p:cNvCxnSpPr>
          <p:nvPr/>
        </p:nvCxnSpPr>
        <p:spPr>
          <a:xfrm>
            <a:off x="9342428" y="1657903"/>
            <a:ext cx="391819"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30" name="Straight Arrow Connector 49">
            <a:extLst>
              <a:ext uri="{FF2B5EF4-FFF2-40B4-BE49-F238E27FC236}">
                <a16:creationId xmlns:a16="http://schemas.microsoft.com/office/drawing/2014/main" id="{2848106F-60DF-2DAF-3CAC-8D212E36A24C}"/>
              </a:ext>
            </a:extLst>
          </p:cNvPr>
          <p:cNvCxnSpPr>
            <a:cxnSpLocks/>
          </p:cNvCxnSpPr>
          <p:nvPr/>
        </p:nvCxnSpPr>
        <p:spPr>
          <a:xfrm>
            <a:off x="5521677" y="2255794"/>
            <a:ext cx="307076" cy="0"/>
          </a:xfrm>
          <a:prstGeom prst="straightConnector1">
            <a:avLst/>
          </a:prstGeom>
          <a:ln w="635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8" name="ZoneTexte 7">
            <a:extLst>
              <a:ext uri="{FF2B5EF4-FFF2-40B4-BE49-F238E27FC236}">
                <a16:creationId xmlns:a16="http://schemas.microsoft.com/office/drawing/2014/main" id="{9951D9F0-5205-80B2-DC0E-184165E045B4}"/>
              </a:ext>
            </a:extLst>
          </p:cNvPr>
          <p:cNvSpPr txBox="1"/>
          <p:nvPr/>
        </p:nvSpPr>
        <p:spPr>
          <a:xfrm>
            <a:off x="2047035" y="4277221"/>
            <a:ext cx="916190" cy="36933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36000" rIns="36000" rtlCol="0" anchor="ctr">
            <a:noAutofit/>
          </a:bodyP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Catalogue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cxnSp>
        <p:nvCxnSpPr>
          <p:cNvPr id="10" name="Straight Arrow Connector 49">
            <a:extLst>
              <a:ext uri="{FF2B5EF4-FFF2-40B4-BE49-F238E27FC236}">
                <a16:creationId xmlns:a16="http://schemas.microsoft.com/office/drawing/2014/main" id="{A0CBCD4A-06ED-5A60-A857-F8250220E277}"/>
              </a:ext>
            </a:extLst>
          </p:cNvPr>
          <p:cNvCxnSpPr>
            <a:cxnSpLocks/>
            <a:stCxn id="8" idx="3"/>
            <a:endCxn id="174" idx="1"/>
          </p:cNvCxnSpPr>
          <p:nvPr/>
        </p:nvCxnSpPr>
        <p:spPr>
          <a:xfrm flipV="1">
            <a:off x="2963225" y="4459602"/>
            <a:ext cx="369848" cy="2285"/>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13" name="ZoneTexte 12">
            <a:extLst>
              <a:ext uri="{FF2B5EF4-FFF2-40B4-BE49-F238E27FC236}">
                <a16:creationId xmlns:a16="http://schemas.microsoft.com/office/drawing/2014/main" id="{CA72F92E-34ED-DD7A-3C13-3439252A73E3}"/>
              </a:ext>
            </a:extLst>
          </p:cNvPr>
          <p:cNvSpPr txBox="1"/>
          <p:nvPr/>
        </p:nvSpPr>
        <p:spPr>
          <a:xfrm>
            <a:off x="2030869" y="3601415"/>
            <a:ext cx="1343522" cy="225528"/>
          </a:xfrm>
          <a:prstGeom prst="rect">
            <a:avLst/>
          </a:prstGeom>
          <a:solidFill>
            <a:schemeClr val="bg2">
              <a:lumMod val="90000"/>
            </a:schemeClr>
          </a:solid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Portal</a:t>
            </a:r>
          </a:p>
        </p:txBody>
      </p:sp>
      <p:sp>
        <p:nvSpPr>
          <p:cNvPr id="9" name="Rectangle: Rounded Corners 6">
            <a:extLst>
              <a:ext uri="{FF2B5EF4-FFF2-40B4-BE49-F238E27FC236}">
                <a16:creationId xmlns:a16="http://schemas.microsoft.com/office/drawing/2014/main" id="{B1BC85AF-5259-17EA-0AF8-9BA84B274F86}"/>
              </a:ext>
            </a:extLst>
          </p:cNvPr>
          <p:cNvSpPr/>
          <p:nvPr/>
        </p:nvSpPr>
        <p:spPr>
          <a:xfrm>
            <a:off x="729369" y="269496"/>
            <a:ext cx="2215532" cy="170507"/>
          </a:xfrm>
          <a:prstGeom prst="rect">
            <a:avLst/>
          </a:prstGeom>
          <a:no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I LEARN</a:t>
            </a:r>
            <a:endParaRPr kumimoji="0" lang="fr-FR" sz="1800" b="0" i="0" u="none"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12" name="Rectangle: Rounded Corners 6">
            <a:extLst>
              <a:ext uri="{FF2B5EF4-FFF2-40B4-BE49-F238E27FC236}">
                <a16:creationId xmlns:a16="http://schemas.microsoft.com/office/drawing/2014/main" id="{19D2AFC7-064A-CEDE-F90A-471310B62C65}"/>
              </a:ext>
            </a:extLst>
          </p:cNvPr>
          <p:cNvSpPr/>
          <p:nvPr/>
        </p:nvSpPr>
        <p:spPr>
          <a:xfrm>
            <a:off x="3374391" y="269496"/>
            <a:ext cx="7280959" cy="170507"/>
          </a:xfrm>
          <a:prstGeom prst="rect">
            <a:avLst/>
          </a:prstGeom>
          <a:no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chemeClr val="bg1"/>
                </a:solidFill>
                <a:effectLst/>
                <a:uLnTx/>
                <a:uFillTx/>
                <a:latin typeface="Aptos" panose="020B0004020202020204"/>
                <a:ea typeface="+mn-ea"/>
                <a:cs typeface="+mn-cs"/>
              </a:rPr>
              <a:t>I BUY</a:t>
            </a:r>
            <a:endParaRPr kumimoji="0" lang="fr-FR" sz="1800" b="0" i="0" u="none" strike="noStrike" kern="1200" cap="none" spc="0" normalizeH="0" baseline="0" noProof="0" dirty="0">
              <a:ln>
                <a:noFill/>
              </a:ln>
              <a:solidFill>
                <a:schemeClr val="bg1"/>
              </a:solidFill>
              <a:effectLst/>
              <a:uLnTx/>
              <a:uFillTx/>
              <a:latin typeface="Aptos" panose="020B0004020202020204"/>
              <a:ea typeface="+mn-ea"/>
              <a:cs typeface="+mn-cs"/>
            </a:endParaRPr>
          </a:p>
        </p:txBody>
      </p:sp>
      <p:sp>
        <p:nvSpPr>
          <p:cNvPr id="25" name="ZoneTexte 24">
            <a:extLst>
              <a:ext uri="{FF2B5EF4-FFF2-40B4-BE49-F238E27FC236}">
                <a16:creationId xmlns:a16="http://schemas.microsoft.com/office/drawing/2014/main" id="{99346F24-BA52-B714-B4DC-1A132C461E82}"/>
              </a:ext>
            </a:extLst>
          </p:cNvPr>
          <p:cNvSpPr txBox="1"/>
          <p:nvPr/>
        </p:nvSpPr>
        <p:spPr>
          <a:xfrm>
            <a:off x="734250" y="4684742"/>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Campaign Planning </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6" name="ZoneTexte 25">
            <a:extLst>
              <a:ext uri="{FF2B5EF4-FFF2-40B4-BE49-F238E27FC236}">
                <a16:creationId xmlns:a16="http://schemas.microsoft.com/office/drawing/2014/main" id="{ECEDA7FC-A1AE-C708-032F-7CB6BEA8FFF5}"/>
              </a:ext>
            </a:extLst>
          </p:cNvPr>
          <p:cNvSpPr txBox="1"/>
          <p:nvPr/>
        </p:nvSpPr>
        <p:spPr>
          <a:xfrm>
            <a:off x="734250" y="4995604"/>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Audience Management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8" name="ZoneTexte 27">
            <a:extLst>
              <a:ext uri="{FF2B5EF4-FFF2-40B4-BE49-F238E27FC236}">
                <a16:creationId xmlns:a16="http://schemas.microsoft.com/office/drawing/2014/main" id="{8CAE3A04-8969-8105-59B6-983643DC9057}"/>
              </a:ext>
            </a:extLst>
          </p:cNvPr>
          <p:cNvSpPr txBox="1"/>
          <p:nvPr/>
        </p:nvSpPr>
        <p:spPr>
          <a:xfrm>
            <a:off x="734250" y="5306466"/>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Content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&amp; Management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0" name="ZoneTexte 29">
            <a:extLst>
              <a:ext uri="{FF2B5EF4-FFF2-40B4-BE49-F238E27FC236}">
                <a16:creationId xmlns:a16="http://schemas.microsoft.com/office/drawing/2014/main" id="{B2368155-A619-72F9-B309-2BEE7AFEFA90}"/>
              </a:ext>
            </a:extLst>
          </p:cNvPr>
          <p:cNvSpPr txBox="1"/>
          <p:nvPr/>
        </p:nvSpPr>
        <p:spPr>
          <a:xfrm>
            <a:off x="734250" y="5617328"/>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Campaign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Execution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1" name="ZoneTexte 30">
            <a:extLst>
              <a:ext uri="{FF2B5EF4-FFF2-40B4-BE49-F238E27FC236}">
                <a16:creationId xmlns:a16="http://schemas.microsoft.com/office/drawing/2014/main" id="{68245191-5FC9-5BC7-EC41-F6271082746F}"/>
              </a:ext>
            </a:extLst>
          </p:cNvPr>
          <p:cNvSpPr txBox="1"/>
          <p:nvPr/>
        </p:nvSpPr>
        <p:spPr>
          <a:xfrm>
            <a:off x="734250" y="5928190"/>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Campaign Performance &amp;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2" name="ZoneTexte 31">
            <a:extLst>
              <a:ext uri="{FF2B5EF4-FFF2-40B4-BE49-F238E27FC236}">
                <a16:creationId xmlns:a16="http://schemas.microsoft.com/office/drawing/2014/main" id="{38FC5286-8C27-1E01-3D05-D344106AB947}"/>
              </a:ext>
            </a:extLst>
          </p:cNvPr>
          <p:cNvSpPr txBox="1"/>
          <p:nvPr/>
        </p:nvSpPr>
        <p:spPr>
          <a:xfrm>
            <a:off x="2047035" y="4661327"/>
            <a:ext cx="916190"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Product Catalogue Browsing</a:t>
            </a:r>
          </a:p>
        </p:txBody>
      </p:sp>
      <p:sp>
        <p:nvSpPr>
          <p:cNvPr id="72" name="ZoneTexte 71">
            <a:extLst>
              <a:ext uri="{FF2B5EF4-FFF2-40B4-BE49-F238E27FC236}">
                <a16:creationId xmlns:a16="http://schemas.microsoft.com/office/drawing/2014/main" id="{1B901A80-DD7C-AA64-4FF3-498CD48723AB}"/>
              </a:ext>
            </a:extLst>
          </p:cNvPr>
          <p:cNvSpPr txBox="1"/>
          <p:nvPr/>
        </p:nvSpPr>
        <p:spPr>
          <a:xfrm>
            <a:off x="3450956" y="3598762"/>
            <a:ext cx="960494" cy="230832"/>
          </a:xfrm>
          <a:prstGeom prst="rect">
            <a:avLst/>
          </a:prstGeom>
          <a:solidFill>
            <a:schemeClr val="bg2">
              <a:lumMod val="90000"/>
            </a:schemeClr>
          </a:solidFill>
        </p:spPr>
        <p:txBody>
          <a:bodyPr wrap="square" rtlCol="0">
            <a:spAutoFit/>
          </a:bodyPr>
          <a:lstStyle>
            <a:defPPr>
              <a:defRPr lang="en-US"/>
            </a:defPPr>
            <a:lvl1pP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CRM</a:t>
            </a:r>
          </a:p>
        </p:txBody>
      </p:sp>
      <p:cxnSp>
        <p:nvCxnSpPr>
          <p:cNvPr id="81" name="Straight Arrow Connector 49">
            <a:extLst>
              <a:ext uri="{FF2B5EF4-FFF2-40B4-BE49-F238E27FC236}">
                <a16:creationId xmlns:a16="http://schemas.microsoft.com/office/drawing/2014/main" id="{FB1F5F68-7831-A560-012B-B33CD3489D0D}"/>
              </a:ext>
            </a:extLst>
          </p:cNvPr>
          <p:cNvCxnSpPr>
            <a:cxnSpLocks/>
            <a:stCxn id="53" idx="3"/>
            <a:endCxn id="47" idx="1"/>
          </p:cNvCxnSpPr>
          <p:nvPr/>
        </p:nvCxnSpPr>
        <p:spPr>
          <a:xfrm flipV="1">
            <a:off x="6826316" y="4459117"/>
            <a:ext cx="282979" cy="277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49">
            <a:extLst>
              <a:ext uri="{FF2B5EF4-FFF2-40B4-BE49-F238E27FC236}">
                <a16:creationId xmlns:a16="http://schemas.microsoft.com/office/drawing/2014/main" id="{5631A8A5-0B9A-371B-432F-FA61A68ED4CB}"/>
              </a:ext>
            </a:extLst>
          </p:cNvPr>
          <p:cNvCxnSpPr>
            <a:cxnSpLocks/>
            <a:stCxn id="47" idx="3"/>
          </p:cNvCxnSpPr>
          <p:nvPr/>
        </p:nvCxnSpPr>
        <p:spPr>
          <a:xfrm>
            <a:off x="8030100" y="4459117"/>
            <a:ext cx="391817" cy="1450"/>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100" name="ZoneTexte 99">
            <a:extLst>
              <a:ext uri="{FF2B5EF4-FFF2-40B4-BE49-F238E27FC236}">
                <a16:creationId xmlns:a16="http://schemas.microsoft.com/office/drawing/2014/main" id="{B5238324-CEFA-8415-D2EB-DB9371FA9B00}"/>
              </a:ext>
            </a:extLst>
          </p:cNvPr>
          <p:cNvSpPr txBox="1"/>
          <p:nvPr/>
        </p:nvSpPr>
        <p:spPr>
          <a:xfrm>
            <a:off x="7109296" y="4681971"/>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Billing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6" name="Freeform 42">
            <a:extLst>
              <a:ext uri="{FF2B5EF4-FFF2-40B4-BE49-F238E27FC236}">
                <a16:creationId xmlns:a16="http://schemas.microsoft.com/office/drawing/2014/main" id="{06E36260-C834-F0F0-2226-AE4EDB1ED4CA}"/>
              </a:ext>
            </a:extLst>
          </p:cNvPr>
          <p:cNvSpPr>
            <a:spLocks noChangeAspect="1" noEditPoints="1"/>
          </p:cNvSpPr>
          <p:nvPr/>
        </p:nvSpPr>
        <p:spPr bwMode="auto">
          <a:xfrm>
            <a:off x="221694" y="3182792"/>
            <a:ext cx="252412" cy="214313"/>
          </a:xfrm>
          <a:custGeom>
            <a:avLst/>
            <a:gdLst>
              <a:gd name="T0" fmla="*/ 201 w 210"/>
              <a:gd name="T1" fmla="*/ 150 h 178"/>
              <a:gd name="T2" fmla="*/ 105 w 210"/>
              <a:gd name="T3" fmla="*/ 112 h 178"/>
              <a:gd name="T4" fmla="*/ 9 w 210"/>
              <a:gd name="T5" fmla="*/ 150 h 178"/>
              <a:gd name="T6" fmla="*/ 23 w 210"/>
              <a:gd name="T7" fmla="*/ 178 h 178"/>
              <a:gd name="T8" fmla="*/ 187 w 210"/>
              <a:gd name="T9" fmla="*/ 178 h 178"/>
              <a:gd name="T10" fmla="*/ 201 w 210"/>
              <a:gd name="T11" fmla="*/ 150 h 178"/>
              <a:gd name="T12" fmla="*/ 105 w 210"/>
              <a:gd name="T13" fmla="*/ 81 h 178"/>
              <a:gd name="T14" fmla="*/ 146 w 210"/>
              <a:gd name="T15" fmla="*/ 40 h 178"/>
              <a:gd name="T16" fmla="*/ 105 w 210"/>
              <a:gd name="T17" fmla="*/ 0 h 178"/>
              <a:gd name="T18" fmla="*/ 64 w 210"/>
              <a:gd name="T19" fmla="*/ 40 h 178"/>
              <a:gd name="T20" fmla="*/ 105 w 210"/>
              <a:gd name="T21" fmla="*/ 8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178">
                <a:moveTo>
                  <a:pt x="201" y="150"/>
                </a:moveTo>
                <a:cubicBezTo>
                  <a:pt x="184" y="127"/>
                  <a:pt x="148" y="112"/>
                  <a:pt x="105" y="112"/>
                </a:cubicBezTo>
                <a:cubicBezTo>
                  <a:pt x="62" y="112"/>
                  <a:pt x="26" y="127"/>
                  <a:pt x="9" y="150"/>
                </a:cubicBezTo>
                <a:cubicBezTo>
                  <a:pt x="0" y="161"/>
                  <a:pt x="8" y="178"/>
                  <a:pt x="23" y="178"/>
                </a:cubicBezTo>
                <a:cubicBezTo>
                  <a:pt x="187" y="178"/>
                  <a:pt x="187" y="178"/>
                  <a:pt x="187" y="178"/>
                </a:cubicBezTo>
                <a:cubicBezTo>
                  <a:pt x="202" y="178"/>
                  <a:pt x="210" y="161"/>
                  <a:pt x="201" y="150"/>
                </a:cubicBezTo>
                <a:close/>
                <a:moveTo>
                  <a:pt x="105" y="81"/>
                </a:moveTo>
                <a:cubicBezTo>
                  <a:pt x="127" y="81"/>
                  <a:pt x="146" y="63"/>
                  <a:pt x="146" y="40"/>
                </a:cubicBezTo>
                <a:cubicBezTo>
                  <a:pt x="146" y="18"/>
                  <a:pt x="127" y="0"/>
                  <a:pt x="105" y="0"/>
                </a:cubicBezTo>
                <a:cubicBezTo>
                  <a:pt x="83" y="0"/>
                  <a:pt x="64" y="18"/>
                  <a:pt x="64" y="40"/>
                </a:cubicBezTo>
                <a:cubicBezTo>
                  <a:pt x="64" y="63"/>
                  <a:pt x="83" y="81"/>
                  <a:pt x="105" y="81"/>
                </a:cubicBezTo>
                <a:close/>
              </a:path>
            </a:pathLst>
          </a:custGeom>
          <a:solidFill>
            <a:srgbClr val="000000"/>
          </a:solidFill>
          <a:ln>
            <a:noFill/>
          </a:ln>
        </p:spPr>
        <p:txBody>
          <a:bodyPr vert="horz" wrap="square" lIns="78191" tIns="39096" rIns="78191" bIns="39096"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37" name="Freeform 17">
            <a:extLst>
              <a:ext uri="{FF2B5EF4-FFF2-40B4-BE49-F238E27FC236}">
                <a16:creationId xmlns:a16="http://schemas.microsoft.com/office/drawing/2014/main" id="{8ADEF0BA-51F1-1825-8347-0D972794C0CB}"/>
              </a:ext>
            </a:extLst>
          </p:cNvPr>
          <p:cNvSpPr>
            <a:spLocks noChangeAspect="1" noEditPoints="1"/>
          </p:cNvSpPr>
          <p:nvPr/>
        </p:nvSpPr>
        <p:spPr bwMode="auto">
          <a:xfrm>
            <a:off x="237838" y="3606999"/>
            <a:ext cx="220125" cy="214313"/>
          </a:xfrm>
          <a:custGeom>
            <a:avLst/>
            <a:gdLst>
              <a:gd name="T0" fmla="*/ 6 w 200"/>
              <a:gd name="T1" fmla="*/ 124 h 195"/>
              <a:gd name="T2" fmla="*/ 14 w 200"/>
              <a:gd name="T3" fmla="*/ 126 h 195"/>
              <a:gd name="T4" fmla="*/ 29 w 200"/>
              <a:gd name="T5" fmla="*/ 138 h 195"/>
              <a:gd name="T6" fmla="*/ 29 w 200"/>
              <a:gd name="T7" fmla="*/ 139 h 195"/>
              <a:gd name="T8" fmla="*/ 32 w 200"/>
              <a:gd name="T9" fmla="*/ 158 h 195"/>
              <a:gd name="T10" fmla="*/ 30 w 200"/>
              <a:gd name="T11" fmla="*/ 165 h 195"/>
              <a:gd name="T12" fmla="*/ 34 w 200"/>
              <a:gd name="T13" fmla="*/ 175 h 195"/>
              <a:gd name="T14" fmla="*/ 66 w 200"/>
              <a:gd name="T15" fmla="*/ 193 h 195"/>
              <a:gd name="T16" fmla="*/ 76 w 200"/>
              <a:gd name="T17" fmla="*/ 192 h 195"/>
              <a:gd name="T18" fmla="*/ 82 w 200"/>
              <a:gd name="T19" fmla="*/ 186 h 195"/>
              <a:gd name="T20" fmla="*/ 99 w 200"/>
              <a:gd name="T21" fmla="*/ 178 h 195"/>
              <a:gd name="T22" fmla="*/ 100 w 200"/>
              <a:gd name="T23" fmla="*/ 178 h 195"/>
              <a:gd name="T24" fmla="*/ 117 w 200"/>
              <a:gd name="T25" fmla="*/ 186 h 195"/>
              <a:gd name="T26" fmla="*/ 123 w 200"/>
              <a:gd name="T27" fmla="*/ 192 h 195"/>
              <a:gd name="T28" fmla="*/ 134 w 200"/>
              <a:gd name="T29" fmla="*/ 193 h 195"/>
              <a:gd name="T30" fmla="*/ 166 w 200"/>
              <a:gd name="T31" fmla="*/ 175 h 195"/>
              <a:gd name="T32" fmla="*/ 169 w 200"/>
              <a:gd name="T33" fmla="*/ 165 h 195"/>
              <a:gd name="T34" fmla="*/ 167 w 200"/>
              <a:gd name="T35" fmla="*/ 158 h 195"/>
              <a:gd name="T36" fmla="*/ 170 w 200"/>
              <a:gd name="T37" fmla="*/ 139 h 195"/>
              <a:gd name="T38" fmla="*/ 170 w 200"/>
              <a:gd name="T39" fmla="*/ 138 h 195"/>
              <a:gd name="T40" fmla="*/ 185 w 200"/>
              <a:gd name="T41" fmla="*/ 126 h 195"/>
              <a:gd name="T42" fmla="*/ 193 w 200"/>
              <a:gd name="T43" fmla="*/ 124 h 195"/>
              <a:gd name="T44" fmla="*/ 200 w 200"/>
              <a:gd name="T45" fmla="*/ 116 h 195"/>
              <a:gd name="T46" fmla="*/ 200 w 200"/>
              <a:gd name="T47" fmla="*/ 79 h 195"/>
              <a:gd name="T48" fmla="*/ 193 w 200"/>
              <a:gd name="T49" fmla="*/ 71 h 195"/>
              <a:gd name="T50" fmla="*/ 185 w 200"/>
              <a:gd name="T51" fmla="*/ 69 h 195"/>
              <a:gd name="T52" fmla="*/ 170 w 200"/>
              <a:gd name="T53" fmla="*/ 58 h 195"/>
              <a:gd name="T54" fmla="*/ 170 w 200"/>
              <a:gd name="T55" fmla="*/ 57 h 195"/>
              <a:gd name="T56" fmla="*/ 167 w 200"/>
              <a:gd name="T57" fmla="*/ 38 h 195"/>
              <a:gd name="T58" fmla="*/ 169 w 200"/>
              <a:gd name="T59" fmla="*/ 30 h 195"/>
              <a:gd name="T60" fmla="*/ 166 w 200"/>
              <a:gd name="T61" fmla="*/ 20 h 195"/>
              <a:gd name="T62" fmla="*/ 134 w 200"/>
              <a:gd name="T63" fmla="*/ 2 h 195"/>
              <a:gd name="T64" fmla="*/ 123 w 200"/>
              <a:gd name="T65" fmla="*/ 3 h 195"/>
              <a:gd name="T66" fmla="*/ 117 w 200"/>
              <a:gd name="T67" fmla="*/ 9 h 195"/>
              <a:gd name="T68" fmla="*/ 100 w 200"/>
              <a:gd name="T69" fmla="*/ 17 h 195"/>
              <a:gd name="T70" fmla="*/ 99 w 200"/>
              <a:gd name="T71" fmla="*/ 17 h 195"/>
              <a:gd name="T72" fmla="*/ 82 w 200"/>
              <a:gd name="T73" fmla="*/ 9 h 195"/>
              <a:gd name="T74" fmla="*/ 76 w 200"/>
              <a:gd name="T75" fmla="*/ 3 h 195"/>
              <a:gd name="T76" fmla="*/ 66 w 200"/>
              <a:gd name="T77" fmla="*/ 2 h 195"/>
              <a:gd name="T78" fmla="*/ 34 w 200"/>
              <a:gd name="T79" fmla="*/ 20 h 195"/>
              <a:gd name="T80" fmla="*/ 30 w 200"/>
              <a:gd name="T81" fmla="*/ 30 h 195"/>
              <a:gd name="T82" fmla="*/ 32 w 200"/>
              <a:gd name="T83" fmla="*/ 38 h 195"/>
              <a:gd name="T84" fmla="*/ 29 w 200"/>
              <a:gd name="T85" fmla="*/ 57 h 195"/>
              <a:gd name="T86" fmla="*/ 29 w 200"/>
              <a:gd name="T87" fmla="*/ 58 h 195"/>
              <a:gd name="T88" fmla="*/ 14 w 200"/>
              <a:gd name="T89" fmla="*/ 69 h 195"/>
              <a:gd name="T90" fmla="*/ 6 w 200"/>
              <a:gd name="T91" fmla="*/ 71 h 195"/>
              <a:gd name="T92" fmla="*/ 0 w 200"/>
              <a:gd name="T93" fmla="*/ 79 h 195"/>
              <a:gd name="T94" fmla="*/ 0 w 200"/>
              <a:gd name="T95" fmla="*/ 116 h 195"/>
              <a:gd name="T96" fmla="*/ 6 w 200"/>
              <a:gd name="T97" fmla="*/ 124 h 195"/>
              <a:gd name="T98" fmla="*/ 100 w 200"/>
              <a:gd name="T99" fmla="*/ 73 h 195"/>
              <a:gd name="T100" fmla="*/ 125 w 200"/>
              <a:gd name="T101" fmla="*/ 98 h 195"/>
              <a:gd name="T102" fmla="*/ 100 w 200"/>
              <a:gd name="T103" fmla="*/ 123 h 195"/>
              <a:gd name="T104" fmla="*/ 75 w 200"/>
              <a:gd name="T105" fmla="*/ 98 h 195"/>
              <a:gd name="T106" fmla="*/ 100 w 200"/>
              <a:gd name="T107" fmla="*/ 7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0" h="195">
                <a:moveTo>
                  <a:pt x="6" y="124"/>
                </a:moveTo>
                <a:cubicBezTo>
                  <a:pt x="14" y="126"/>
                  <a:pt x="14" y="126"/>
                  <a:pt x="14" y="126"/>
                </a:cubicBezTo>
                <a:cubicBezTo>
                  <a:pt x="20" y="128"/>
                  <a:pt x="26" y="132"/>
                  <a:pt x="29" y="138"/>
                </a:cubicBezTo>
                <a:cubicBezTo>
                  <a:pt x="29" y="138"/>
                  <a:pt x="29" y="138"/>
                  <a:pt x="29" y="139"/>
                </a:cubicBezTo>
                <a:cubicBezTo>
                  <a:pt x="33" y="144"/>
                  <a:pt x="34" y="151"/>
                  <a:pt x="32" y="158"/>
                </a:cubicBezTo>
                <a:cubicBezTo>
                  <a:pt x="30" y="165"/>
                  <a:pt x="30" y="165"/>
                  <a:pt x="30" y="165"/>
                </a:cubicBezTo>
                <a:cubicBezTo>
                  <a:pt x="29" y="169"/>
                  <a:pt x="30" y="173"/>
                  <a:pt x="34" y="175"/>
                </a:cubicBezTo>
                <a:cubicBezTo>
                  <a:pt x="66" y="193"/>
                  <a:pt x="66" y="193"/>
                  <a:pt x="66" y="193"/>
                </a:cubicBezTo>
                <a:cubicBezTo>
                  <a:pt x="69" y="195"/>
                  <a:pt x="73" y="195"/>
                  <a:pt x="76" y="192"/>
                </a:cubicBezTo>
                <a:cubicBezTo>
                  <a:pt x="82" y="186"/>
                  <a:pt x="82" y="186"/>
                  <a:pt x="82" y="186"/>
                </a:cubicBezTo>
                <a:cubicBezTo>
                  <a:pt x="86" y="181"/>
                  <a:pt x="93" y="178"/>
                  <a:pt x="99" y="178"/>
                </a:cubicBezTo>
                <a:cubicBezTo>
                  <a:pt x="100" y="178"/>
                  <a:pt x="100" y="178"/>
                  <a:pt x="100" y="178"/>
                </a:cubicBezTo>
                <a:cubicBezTo>
                  <a:pt x="106" y="178"/>
                  <a:pt x="113" y="181"/>
                  <a:pt x="117" y="186"/>
                </a:cubicBezTo>
                <a:cubicBezTo>
                  <a:pt x="123" y="192"/>
                  <a:pt x="123" y="192"/>
                  <a:pt x="123" y="192"/>
                </a:cubicBezTo>
                <a:cubicBezTo>
                  <a:pt x="126" y="195"/>
                  <a:pt x="130" y="195"/>
                  <a:pt x="134" y="193"/>
                </a:cubicBezTo>
                <a:cubicBezTo>
                  <a:pt x="166" y="175"/>
                  <a:pt x="166" y="175"/>
                  <a:pt x="166" y="175"/>
                </a:cubicBezTo>
                <a:cubicBezTo>
                  <a:pt x="169" y="173"/>
                  <a:pt x="170" y="169"/>
                  <a:pt x="169" y="165"/>
                </a:cubicBezTo>
                <a:cubicBezTo>
                  <a:pt x="167" y="158"/>
                  <a:pt x="167" y="158"/>
                  <a:pt x="167" y="158"/>
                </a:cubicBezTo>
                <a:cubicBezTo>
                  <a:pt x="165" y="151"/>
                  <a:pt x="166" y="144"/>
                  <a:pt x="170" y="139"/>
                </a:cubicBezTo>
                <a:cubicBezTo>
                  <a:pt x="170" y="138"/>
                  <a:pt x="170" y="138"/>
                  <a:pt x="170" y="138"/>
                </a:cubicBezTo>
                <a:cubicBezTo>
                  <a:pt x="173" y="132"/>
                  <a:pt x="179" y="128"/>
                  <a:pt x="185" y="126"/>
                </a:cubicBezTo>
                <a:cubicBezTo>
                  <a:pt x="193" y="124"/>
                  <a:pt x="193" y="124"/>
                  <a:pt x="193" y="124"/>
                </a:cubicBezTo>
                <a:cubicBezTo>
                  <a:pt x="197" y="123"/>
                  <a:pt x="200" y="120"/>
                  <a:pt x="200" y="116"/>
                </a:cubicBezTo>
                <a:cubicBezTo>
                  <a:pt x="200" y="79"/>
                  <a:pt x="200" y="79"/>
                  <a:pt x="200" y="79"/>
                </a:cubicBezTo>
                <a:cubicBezTo>
                  <a:pt x="200" y="75"/>
                  <a:pt x="197" y="72"/>
                  <a:pt x="193" y="71"/>
                </a:cubicBezTo>
                <a:cubicBezTo>
                  <a:pt x="185" y="69"/>
                  <a:pt x="185" y="69"/>
                  <a:pt x="185" y="69"/>
                </a:cubicBezTo>
                <a:cubicBezTo>
                  <a:pt x="179" y="67"/>
                  <a:pt x="173" y="63"/>
                  <a:pt x="170" y="58"/>
                </a:cubicBezTo>
                <a:cubicBezTo>
                  <a:pt x="170" y="57"/>
                  <a:pt x="170" y="57"/>
                  <a:pt x="170" y="57"/>
                </a:cubicBezTo>
                <a:cubicBezTo>
                  <a:pt x="166" y="51"/>
                  <a:pt x="165" y="44"/>
                  <a:pt x="167" y="38"/>
                </a:cubicBezTo>
                <a:cubicBezTo>
                  <a:pt x="169" y="30"/>
                  <a:pt x="169" y="30"/>
                  <a:pt x="169" y="30"/>
                </a:cubicBezTo>
                <a:cubicBezTo>
                  <a:pt x="170" y="26"/>
                  <a:pt x="169" y="22"/>
                  <a:pt x="166" y="20"/>
                </a:cubicBezTo>
                <a:cubicBezTo>
                  <a:pt x="134" y="2"/>
                  <a:pt x="134" y="2"/>
                  <a:pt x="134" y="2"/>
                </a:cubicBezTo>
                <a:cubicBezTo>
                  <a:pt x="130" y="0"/>
                  <a:pt x="126" y="0"/>
                  <a:pt x="123" y="3"/>
                </a:cubicBezTo>
                <a:cubicBezTo>
                  <a:pt x="117" y="9"/>
                  <a:pt x="117" y="9"/>
                  <a:pt x="117" y="9"/>
                </a:cubicBezTo>
                <a:cubicBezTo>
                  <a:pt x="113" y="14"/>
                  <a:pt x="106" y="17"/>
                  <a:pt x="100" y="17"/>
                </a:cubicBezTo>
                <a:cubicBezTo>
                  <a:pt x="99" y="17"/>
                  <a:pt x="99" y="17"/>
                  <a:pt x="99" y="17"/>
                </a:cubicBezTo>
                <a:cubicBezTo>
                  <a:pt x="93" y="17"/>
                  <a:pt x="86" y="14"/>
                  <a:pt x="82" y="9"/>
                </a:cubicBezTo>
                <a:cubicBezTo>
                  <a:pt x="76" y="3"/>
                  <a:pt x="76" y="3"/>
                  <a:pt x="76" y="3"/>
                </a:cubicBezTo>
                <a:cubicBezTo>
                  <a:pt x="73" y="0"/>
                  <a:pt x="69" y="0"/>
                  <a:pt x="66" y="2"/>
                </a:cubicBezTo>
                <a:cubicBezTo>
                  <a:pt x="34" y="20"/>
                  <a:pt x="34" y="20"/>
                  <a:pt x="34" y="20"/>
                </a:cubicBezTo>
                <a:cubicBezTo>
                  <a:pt x="30" y="22"/>
                  <a:pt x="29" y="26"/>
                  <a:pt x="30" y="30"/>
                </a:cubicBezTo>
                <a:cubicBezTo>
                  <a:pt x="32" y="38"/>
                  <a:pt x="32" y="38"/>
                  <a:pt x="32" y="38"/>
                </a:cubicBezTo>
                <a:cubicBezTo>
                  <a:pt x="34" y="44"/>
                  <a:pt x="33" y="51"/>
                  <a:pt x="29" y="57"/>
                </a:cubicBezTo>
                <a:cubicBezTo>
                  <a:pt x="29" y="57"/>
                  <a:pt x="29" y="57"/>
                  <a:pt x="29" y="58"/>
                </a:cubicBezTo>
                <a:cubicBezTo>
                  <a:pt x="26" y="63"/>
                  <a:pt x="20" y="67"/>
                  <a:pt x="14" y="69"/>
                </a:cubicBezTo>
                <a:cubicBezTo>
                  <a:pt x="6" y="71"/>
                  <a:pt x="6" y="71"/>
                  <a:pt x="6" y="71"/>
                </a:cubicBezTo>
                <a:cubicBezTo>
                  <a:pt x="2" y="72"/>
                  <a:pt x="0" y="75"/>
                  <a:pt x="0" y="79"/>
                </a:cubicBezTo>
                <a:cubicBezTo>
                  <a:pt x="0" y="116"/>
                  <a:pt x="0" y="116"/>
                  <a:pt x="0" y="116"/>
                </a:cubicBezTo>
                <a:cubicBezTo>
                  <a:pt x="0" y="120"/>
                  <a:pt x="2" y="123"/>
                  <a:pt x="6" y="124"/>
                </a:cubicBezTo>
                <a:close/>
                <a:moveTo>
                  <a:pt x="100" y="73"/>
                </a:moveTo>
                <a:cubicBezTo>
                  <a:pt x="113" y="73"/>
                  <a:pt x="125" y="84"/>
                  <a:pt x="125" y="98"/>
                </a:cubicBezTo>
                <a:cubicBezTo>
                  <a:pt x="125" y="111"/>
                  <a:pt x="113" y="123"/>
                  <a:pt x="100" y="123"/>
                </a:cubicBezTo>
                <a:cubicBezTo>
                  <a:pt x="86" y="123"/>
                  <a:pt x="75" y="111"/>
                  <a:pt x="75" y="98"/>
                </a:cubicBezTo>
                <a:cubicBezTo>
                  <a:pt x="75" y="84"/>
                  <a:pt x="86" y="73"/>
                  <a:pt x="100" y="73"/>
                </a:cubicBezTo>
                <a:close/>
              </a:path>
            </a:pathLst>
          </a:custGeom>
          <a:solidFill>
            <a:srgbClr val="000000"/>
          </a:solidFill>
          <a:ln>
            <a:no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48" name="ZoneTexte 147">
            <a:extLst>
              <a:ext uri="{FF2B5EF4-FFF2-40B4-BE49-F238E27FC236}">
                <a16:creationId xmlns:a16="http://schemas.microsoft.com/office/drawing/2014/main" id="{43750AC4-5286-B3F5-281D-DDCAA1586229}"/>
              </a:ext>
            </a:extLst>
          </p:cNvPr>
          <p:cNvSpPr txBox="1"/>
          <p:nvPr/>
        </p:nvSpPr>
        <p:spPr>
          <a:xfrm>
            <a:off x="720320" y="3105282"/>
            <a:ext cx="938902" cy="369332"/>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Com. &amp; Mark., Automated</a:t>
            </a:r>
          </a:p>
        </p:txBody>
      </p:sp>
      <p:sp>
        <p:nvSpPr>
          <p:cNvPr id="152" name="ZoneTexte 151">
            <a:extLst>
              <a:ext uri="{FF2B5EF4-FFF2-40B4-BE49-F238E27FC236}">
                <a16:creationId xmlns:a16="http://schemas.microsoft.com/office/drawing/2014/main" id="{0A85DCC3-FF18-E32B-DA11-3E761202C769}"/>
              </a:ext>
            </a:extLst>
          </p:cNvPr>
          <p:cNvSpPr txBox="1"/>
          <p:nvPr/>
        </p:nvSpPr>
        <p:spPr>
          <a:xfrm>
            <a:off x="3333073" y="3174531"/>
            <a:ext cx="3545665" cy="230832"/>
          </a:xfrm>
          <a:prstGeom prst="rect">
            <a:avLst/>
          </a:prstGeom>
          <a:solidFill>
            <a:schemeClr val="bg2">
              <a:lumMod val="90000"/>
            </a:schemeClr>
          </a:solidFill>
        </p:spPr>
        <p:txBody>
          <a:bodyPr wrap="square" rtlCol="0">
            <a:spAutoFit/>
          </a:bodyPr>
          <a:lstStyle>
            <a:defPPr>
              <a:defRPr lang="en-US"/>
            </a:defPPr>
            <a:lvl1pPr algn="ct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Sales, Sales Enablement</a:t>
            </a:r>
          </a:p>
        </p:txBody>
      </p:sp>
      <p:sp>
        <p:nvSpPr>
          <p:cNvPr id="154" name="ZoneTexte 153">
            <a:extLst>
              <a:ext uri="{FF2B5EF4-FFF2-40B4-BE49-F238E27FC236}">
                <a16:creationId xmlns:a16="http://schemas.microsoft.com/office/drawing/2014/main" id="{2A051C1A-0A61-CD49-88EE-D3F7112729B6}"/>
              </a:ext>
            </a:extLst>
          </p:cNvPr>
          <p:cNvSpPr txBox="1"/>
          <p:nvPr/>
        </p:nvSpPr>
        <p:spPr>
          <a:xfrm>
            <a:off x="2030868" y="3174531"/>
            <a:ext cx="1240352" cy="230832"/>
          </a:xfrm>
          <a:prstGeom prst="rect">
            <a:avLst/>
          </a:prstGeom>
          <a:solidFill>
            <a:schemeClr val="bg2">
              <a:lumMod val="90000"/>
            </a:schemeClr>
          </a:solid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Automated</a:t>
            </a:r>
          </a:p>
        </p:txBody>
      </p:sp>
      <p:sp>
        <p:nvSpPr>
          <p:cNvPr id="156" name="Rectangle 155">
            <a:extLst>
              <a:ext uri="{FF2B5EF4-FFF2-40B4-BE49-F238E27FC236}">
                <a16:creationId xmlns:a16="http://schemas.microsoft.com/office/drawing/2014/main" id="{658ED4DE-64AE-DDBF-5C25-2C8A1F464F62}"/>
              </a:ext>
            </a:extLst>
          </p:cNvPr>
          <p:cNvSpPr/>
          <p:nvPr/>
        </p:nvSpPr>
        <p:spPr>
          <a:xfrm rot="16200000">
            <a:off x="-824248" y="5146341"/>
            <a:ext cx="2344298" cy="3585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chemeClr val="bg1"/>
                </a:solidFill>
                <a:effectLst/>
                <a:uLnTx/>
                <a:uFillTx/>
                <a:latin typeface="Aptos" panose="020B0004020202020204"/>
                <a:ea typeface="+mn-ea"/>
                <a:cs typeface="+mn-cs"/>
              </a:rPr>
              <a:t>Business Processes L1 &amp; L2</a:t>
            </a:r>
          </a:p>
        </p:txBody>
      </p:sp>
      <p:sp>
        <p:nvSpPr>
          <p:cNvPr id="40" name="ZoneTexte 39">
            <a:extLst>
              <a:ext uri="{FF2B5EF4-FFF2-40B4-BE49-F238E27FC236}">
                <a16:creationId xmlns:a16="http://schemas.microsoft.com/office/drawing/2014/main" id="{9FC94FDF-3728-8A36-5769-72C11A03AEAA}"/>
              </a:ext>
            </a:extLst>
          </p:cNvPr>
          <p:cNvSpPr txBox="1"/>
          <p:nvPr/>
        </p:nvSpPr>
        <p:spPr>
          <a:xfrm>
            <a:off x="2124531" y="2436085"/>
            <a:ext cx="76665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prospect no sign-up</a:t>
            </a:r>
          </a:p>
        </p:txBody>
      </p:sp>
      <p:sp>
        <p:nvSpPr>
          <p:cNvPr id="44" name="ZoneTexte 43">
            <a:extLst>
              <a:ext uri="{FF2B5EF4-FFF2-40B4-BE49-F238E27FC236}">
                <a16:creationId xmlns:a16="http://schemas.microsoft.com/office/drawing/2014/main" id="{285A56FC-2579-2217-7635-0B171BEA6FAC}"/>
              </a:ext>
            </a:extLst>
          </p:cNvPr>
          <p:cNvSpPr txBox="1"/>
          <p:nvPr/>
        </p:nvSpPr>
        <p:spPr>
          <a:xfrm>
            <a:off x="2098874" y="3784316"/>
            <a:ext cx="912430" cy="230832"/>
          </a:xfrm>
          <a:prstGeom prst="rect">
            <a:avLst/>
          </a:prstGeom>
          <a:solidFill>
            <a:schemeClr val="bg2">
              <a:lumMod val="75000"/>
            </a:scheme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E2E Catalogue</a:t>
            </a:r>
          </a:p>
        </p:txBody>
      </p:sp>
      <p:sp>
        <p:nvSpPr>
          <p:cNvPr id="54" name="Rectangle: Rounded Corners 20">
            <a:extLst>
              <a:ext uri="{FF2B5EF4-FFF2-40B4-BE49-F238E27FC236}">
                <a16:creationId xmlns:a16="http://schemas.microsoft.com/office/drawing/2014/main" id="{3F83A194-AB93-8262-3F9B-9F74E906AFA4}"/>
              </a:ext>
            </a:extLst>
          </p:cNvPr>
          <p:cNvSpPr/>
          <p:nvPr/>
        </p:nvSpPr>
        <p:spPr>
          <a:xfrm>
            <a:off x="5828753" y="2032940"/>
            <a:ext cx="920805" cy="445708"/>
          </a:xfrm>
          <a:prstGeom prst="rect">
            <a:avLst/>
          </a:prstGeom>
          <a:noFill/>
          <a:ln>
            <a:solidFill>
              <a:srgbClr val="E7601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Negotiation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(price)</a:t>
            </a:r>
          </a:p>
        </p:txBody>
      </p:sp>
      <p:cxnSp>
        <p:nvCxnSpPr>
          <p:cNvPr id="62" name="Straight Arrow Connector 156">
            <a:extLst>
              <a:ext uri="{FF2B5EF4-FFF2-40B4-BE49-F238E27FC236}">
                <a16:creationId xmlns:a16="http://schemas.microsoft.com/office/drawing/2014/main" id="{8966A798-387A-B44F-B3A2-F3F974B28238}"/>
              </a:ext>
            </a:extLst>
          </p:cNvPr>
          <p:cNvCxnSpPr>
            <a:cxnSpLocks/>
            <a:stCxn id="54" idx="0"/>
            <a:endCxn id="91" idx="2"/>
          </p:cNvCxnSpPr>
          <p:nvPr/>
        </p:nvCxnSpPr>
        <p:spPr>
          <a:xfrm flipH="1" flipV="1">
            <a:off x="6288858" y="1880757"/>
            <a:ext cx="298" cy="152183"/>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156">
            <a:extLst>
              <a:ext uri="{FF2B5EF4-FFF2-40B4-BE49-F238E27FC236}">
                <a16:creationId xmlns:a16="http://schemas.microsoft.com/office/drawing/2014/main" id="{459D960B-FC92-EE9D-FB94-F77D29EE61CE}"/>
              </a:ext>
            </a:extLst>
          </p:cNvPr>
          <p:cNvCxnSpPr>
            <a:cxnSpLocks/>
          </p:cNvCxnSpPr>
          <p:nvPr/>
        </p:nvCxnSpPr>
        <p:spPr>
          <a:xfrm>
            <a:off x="8029804" y="1657903"/>
            <a:ext cx="391819"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86" name="ZoneTexte 85">
            <a:extLst>
              <a:ext uri="{FF2B5EF4-FFF2-40B4-BE49-F238E27FC236}">
                <a16:creationId xmlns:a16="http://schemas.microsoft.com/office/drawing/2014/main" id="{8BD603ED-FB75-38EA-56EB-51A3C13F3C6A}"/>
              </a:ext>
            </a:extLst>
          </p:cNvPr>
          <p:cNvSpPr txBox="1"/>
          <p:nvPr/>
        </p:nvSpPr>
        <p:spPr>
          <a:xfrm>
            <a:off x="7008397" y="3172635"/>
            <a:ext cx="3646953" cy="230832"/>
          </a:xfrm>
          <a:prstGeom prst="rect">
            <a:avLst/>
          </a:prstGeom>
          <a:solidFill>
            <a:schemeClr val="bg2">
              <a:lumMod val="90000"/>
            </a:scheme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Automated</a:t>
            </a:r>
          </a:p>
        </p:txBody>
      </p:sp>
      <p:sp>
        <p:nvSpPr>
          <p:cNvPr id="145" name="Rectangle: Rounded Corners 70">
            <a:extLst>
              <a:ext uri="{FF2B5EF4-FFF2-40B4-BE49-F238E27FC236}">
                <a16:creationId xmlns:a16="http://schemas.microsoft.com/office/drawing/2014/main" id="{D7F0303F-3E4A-6496-F45E-15CFCEAC2295}"/>
              </a:ext>
            </a:extLst>
          </p:cNvPr>
          <p:cNvSpPr/>
          <p:nvPr/>
        </p:nvSpPr>
        <p:spPr>
          <a:xfrm>
            <a:off x="5860835" y="837157"/>
            <a:ext cx="856644" cy="445708"/>
          </a:xfrm>
          <a:prstGeom prst="rect">
            <a:avLst/>
          </a:prstGeom>
          <a:noFill/>
          <a:ln w="19050">
            <a:solidFill>
              <a:srgbClr val="E7601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chemeClr val="bg1"/>
                </a:solidFill>
                <a:effectLst/>
                <a:uLnTx/>
                <a:uFillTx/>
                <a:latin typeface="Aptos" panose="020B0004020202020204"/>
                <a:ea typeface="+mn-ea"/>
                <a:cs typeface="+mn-cs"/>
              </a:rPr>
              <a:t>Eligibility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dirty="0">
                <a:ln>
                  <a:noFill/>
                </a:ln>
                <a:solidFill>
                  <a:schemeClr val="bg1"/>
                </a:solidFill>
                <a:effectLst/>
                <a:uLnTx/>
                <a:uFillTx/>
                <a:latin typeface="Aptos" panose="020B0004020202020204"/>
                <a:ea typeface="+mn-ea"/>
                <a:cs typeface="+mn-cs"/>
              </a:rPr>
              <a:t>(commercial &amp; technical)</a:t>
            </a:r>
          </a:p>
        </p:txBody>
      </p:sp>
      <p:sp>
        <p:nvSpPr>
          <p:cNvPr id="125" name="Rectangle: Rounded Corners 20">
            <a:extLst>
              <a:ext uri="{FF2B5EF4-FFF2-40B4-BE49-F238E27FC236}">
                <a16:creationId xmlns:a16="http://schemas.microsoft.com/office/drawing/2014/main" id="{8E8D8A65-9722-30AC-5619-B7534207C598}"/>
              </a:ext>
            </a:extLst>
          </p:cNvPr>
          <p:cNvSpPr/>
          <p:nvPr/>
        </p:nvSpPr>
        <p:spPr>
          <a:xfrm>
            <a:off x="3333073" y="2628407"/>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Qualification and Screening</a:t>
            </a:r>
          </a:p>
        </p:txBody>
      </p:sp>
      <p:sp>
        <p:nvSpPr>
          <p:cNvPr id="126" name="Rectangle: Rounded Corners 10">
            <a:extLst>
              <a:ext uri="{FF2B5EF4-FFF2-40B4-BE49-F238E27FC236}">
                <a16:creationId xmlns:a16="http://schemas.microsoft.com/office/drawing/2014/main" id="{C93334E9-CF6D-344F-6B88-22846119E466}"/>
              </a:ext>
            </a:extLst>
          </p:cNvPr>
          <p:cNvSpPr/>
          <p:nvPr/>
        </p:nvSpPr>
        <p:spPr>
          <a:xfrm>
            <a:off x="3333073" y="2032940"/>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(account creation)</a:t>
            </a:r>
          </a:p>
        </p:txBody>
      </p:sp>
      <p:cxnSp>
        <p:nvCxnSpPr>
          <p:cNvPr id="129" name="Straight Arrow Connector 49">
            <a:extLst>
              <a:ext uri="{FF2B5EF4-FFF2-40B4-BE49-F238E27FC236}">
                <a16:creationId xmlns:a16="http://schemas.microsoft.com/office/drawing/2014/main" id="{4BD3E1C6-4F9F-009E-2D01-10ED41A7A2C1}"/>
              </a:ext>
            </a:extLst>
          </p:cNvPr>
          <p:cNvCxnSpPr>
            <a:cxnSpLocks/>
            <a:stCxn id="64" idx="2"/>
            <a:endCxn id="126" idx="0"/>
          </p:cNvCxnSpPr>
          <p:nvPr/>
        </p:nvCxnSpPr>
        <p:spPr>
          <a:xfrm>
            <a:off x="3793476" y="1880757"/>
            <a:ext cx="0" cy="152183"/>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33" name="Straight Arrow Connector 49">
            <a:extLst>
              <a:ext uri="{FF2B5EF4-FFF2-40B4-BE49-F238E27FC236}">
                <a16:creationId xmlns:a16="http://schemas.microsoft.com/office/drawing/2014/main" id="{FAD5D9A8-B627-B27A-89E0-5DA8897EB367}"/>
              </a:ext>
            </a:extLst>
          </p:cNvPr>
          <p:cNvCxnSpPr>
            <a:cxnSpLocks/>
            <a:stCxn id="126" idx="2"/>
            <a:endCxn id="125" idx="0"/>
          </p:cNvCxnSpPr>
          <p:nvPr/>
        </p:nvCxnSpPr>
        <p:spPr>
          <a:xfrm>
            <a:off x="3793476" y="2478648"/>
            <a:ext cx="0" cy="149759"/>
          </a:xfrm>
          <a:prstGeom prst="straightConnector1">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38" name="Straight Arrow Connector 156">
            <a:extLst>
              <a:ext uri="{FF2B5EF4-FFF2-40B4-BE49-F238E27FC236}">
                <a16:creationId xmlns:a16="http://schemas.microsoft.com/office/drawing/2014/main" id="{6F3F657C-5348-8238-B379-6A30C8701B89}"/>
              </a:ext>
            </a:extLst>
          </p:cNvPr>
          <p:cNvCxnSpPr>
            <a:cxnSpLocks/>
            <a:stCxn id="91" idx="3"/>
            <a:endCxn id="73" idx="1"/>
          </p:cNvCxnSpPr>
          <p:nvPr/>
        </p:nvCxnSpPr>
        <p:spPr>
          <a:xfrm>
            <a:off x="6717180" y="1657903"/>
            <a:ext cx="391819" cy="0"/>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91" name="Rectangle: Rounded Corners 12">
            <a:extLst>
              <a:ext uri="{FF2B5EF4-FFF2-40B4-BE49-F238E27FC236}">
                <a16:creationId xmlns:a16="http://schemas.microsoft.com/office/drawing/2014/main" id="{5EB30C54-675C-F99E-F107-509B0B9124AF}"/>
              </a:ext>
            </a:extLst>
          </p:cNvPr>
          <p:cNvSpPr/>
          <p:nvPr/>
        </p:nvSpPr>
        <p:spPr>
          <a:xfrm>
            <a:off x="5860536" y="1435049"/>
            <a:ext cx="856644" cy="445708"/>
          </a:xfrm>
          <a:prstGeom prst="rect">
            <a:avLst/>
          </a:prstGeom>
          <a:noFill/>
          <a:ln w="19050">
            <a:solidFill>
              <a:srgbClr val="E7601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Quote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chemeClr val="bg1"/>
                </a:solidFill>
                <a:effectLst/>
                <a:uLnTx/>
                <a:uFillTx/>
                <a:latin typeface="Aptos" panose="020B0004020202020204"/>
                <a:ea typeface="+mn-ea"/>
                <a:cs typeface="+mn-cs"/>
              </a:rPr>
              <a:t>(Quote Update)</a:t>
            </a:r>
          </a:p>
        </p:txBody>
      </p:sp>
      <p:cxnSp>
        <p:nvCxnSpPr>
          <p:cNvPr id="146" name="Straight Arrow Connector 156">
            <a:extLst>
              <a:ext uri="{FF2B5EF4-FFF2-40B4-BE49-F238E27FC236}">
                <a16:creationId xmlns:a16="http://schemas.microsoft.com/office/drawing/2014/main" id="{6D719C10-0506-33B7-D511-569C03826C3F}"/>
              </a:ext>
            </a:extLst>
          </p:cNvPr>
          <p:cNvCxnSpPr>
            <a:cxnSpLocks/>
            <a:stCxn id="91" idx="0"/>
            <a:endCxn id="145" idx="2"/>
          </p:cNvCxnSpPr>
          <p:nvPr/>
        </p:nvCxnSpPr>
        <p:spPr>
          <a:xfrm flipV="1">
            <a:off x="6288858" y="1282865"/>
            <a:ext cx="299" cy="152184"/>
          </a:xfrm>
          <a:prstGeom prst="straightConnector1">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58" name="ZoneTexte 157">
            <a:extLst>
              <a:ext uri="{FF2B5EF4-FFF2-40B4-BE49-F238E27FC236}">
                <a16:creationId xmlns:a16="http://schemas.microsoft.com/office/drawing/2014/main" id="{46310A74-C528-27BC-677F-49FE77C8BF09}"/>
              </a:ext>
            </a:extLst>
          </p:cNvPr>
          <p:cNvSpPr txBox="1"/>
          <p:nvPr/>
        </p:nvSpPr>
        <p:spPr>
          <a:xfrm>
            <a:off x="3335381" y="5794896"/>
            <a:ext cx="916190" cy="445709"/>
          </a:xfrm>
          <a:prstGeom prst="rect">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Lead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sp>
        <p:nvSpPr>
          <p:cNvPr id="159" name="ZoneTexte 158">
            <a:extLst>
              <a:ext uri="{FF2B5EF4-FFF2-40B4-BE49-F238E27FC236}">
                <a16:creationId xmlns:a16="http://schemas.microsoft.com/office/drawing/2014/main" id="{F817F0B5-FEE1-7142-5494-212D788A5F7F}"/>
              </a:ext>
            </a:extLst>
          </p:cNvPr>
          <p:cNvSpPr txBox="1"/>
          <p:nvPr/>
        </p:nvSpPr>
        <p:spPr>
          <a:xfrm>
            <a:off x="3335381" y="6240605"/>
            <a:ext cx="916190" cy="13645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Generation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0" name="ZoneTexte 159">
            <a:extLst>
              <a:ext uri="{FF2B5EF4-FFF2-40B4-BE49-F238E27FC236}">
                <a16:creationId xmlns:a16="http://schemas.microsoft.com/office/drawing/2014/main" id="{EBC910A5-C5E5-72AF-AE65-ED2F42E099FA}"/>
              </a:ext>
            </a:extLst>
          </p:cNvPr>
          <p:cNvSpPr txBox="1"/>
          <p:nvPr/>
        </p:nvSpPr>
        <p:spPr>
          <a:xfrm>
            <a:off x="3335381" y="6377061"/>
            <a:ext cx="916190" cy="13645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Qualification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1" name="ZoneTexte 160">
            <a:extLst>
              <a:ext uri="{FF2B5EF4-FFF2-40B4-BE49-F238E27FC236}">
                <a16:creationId xmlns:a16="http://schemas.microsoft.com/office/drawing/2014/main" id="{D7382366-F7C2-5AD8-BF1B-0EAC952D59E1}"/>
              </a:ext>
            </a:extLst>
          </p:cNvPr>
          <p:cNvSpPr txBox="1"/>
          <p:nvPr/>
        </p:nvSpPr>
        <p:spPr>
          <a:xfrm>
            <a:off x="3335381" y="6513518"/>
            <a:ext cx="916190" cy="13645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Activation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2" name="ZoneTexte 161">
            <a:extLst>
              <a:ext uri="{FF2B5EF4-FFF2-40B4-BE49-F238E27FC236}">
                <a16:creationId xmlns:a16="http://schemas.microsoft.com/office/drawing/2014/main" id="{E3962829-5627-0A22-1BF9-4BB40B32A169}"/>
              </a:ext>
            </a:extLst>
          </p:cNvPr>
          <p:cNvSpPr txBox="1"/>
          <p:nvPr/>
        </p:nvSpPr>
        <p:spPr>
          <a:xfrm>
            <a:off x="3335381" y="6649973"/>
            <a:ext cx="916190" cy="20065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Lead Perf., Historization and 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8" name="Rectangle: Rounded Corners 20">
            <a:extLst>
              <a:ext uri="{FF2B5EF4-FFF2-40B4-BE49-F238E27FC236}">
                <a16:creationId xmlns:a16="http://schemas.microsoft.com/office/drawing/2014/main" id="{B7AA80EF-41A9-E25C-0584-895A50C59CF2}"/>
              </a:ext>
            </a:extLst>
          </p:cNvPr>
          <p:cNvSpPr/>
          <p:nvPr/>
        </p:nvSpPr>
        <p:spPr>
          <a:xfrm>
            <a:off x="8421621" y="2032940"/>
            <a:ext cx="920805" cy="445708"/>
          </a:xfrm>
          <a:prstGeom prst="rect">
            <a:avLst/>
          </a:prstGeom>
          <a:noFill/>
          <a:ln w="19050">
            <a:solidFill>
              <a:srgbClr val="E7601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Negotiation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(contract)</a:t>
            </a:r>
          </a:p>
        </p:txBody>
      </p:sp>
      <p:sp>
        <p:nvSpPr>
          <p:cNvPr id="172" name="ZoneTexte 171">
            <a:extLst>
              <a:ext uri="{FF2B5EF4-FFF2-40B4-BE49-F238E27FC236}">
                <a16:creationId xmlns:a16="http://schemas.microsoft.com/office/drawing/2014/main" id="{90F8D8F3-ADD7-C51F-987D-11F02575A17B}"/>
              </a:ext>
            </a:extLst>
          </p:cNvPr>
          <p:cNvSpPr txBox="1"/>
          <p:nvPr/>
        </p:nvSpPr>
        <p:spPr>
          <a:xfrm>
            <a:off x="7812185" y="3050456"/>
            <a:ext cx="2217194" cy="230832"/>
          </a:xfrm>
          <a:prstGeom prst="rect">
            <a:avLst/>
          </a:prstGeom>
          <a:solidFill>
            <a:schemeClr val="bg2">
              <a:lumMod val="75000"/>
            </a:schemeClr>
          </a:solidFill>
        </p:spPr>
        <p:txBody>
          <a:bodyPr wrap="none" rtlCol="0" anchor="ctr">
            <a:noAutofit/>
          </a:bodyPr>
          <a:lstStyle>
            <a:defPPr>
              <a:defRPr lang="en-US"/>
            </a:defPPr>
            <a:lvl1pP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Sales, Sales Enablement, Legal &amp; Finance</a:t>
            </a:r>
          </a:p>
        </p:txBody>
      </p:sp>
      <p:sp>
        <p:nvSpPr>
          <p:cNvPr id="174" name="ZoneTexte 173">
            <a:extLst>
              <a:ext uri="{FF2B5EF4-FFF2-40B4-BE49-F238E27FC236}">
                <a16:creationId xmlns:a16="http://schemas.microsoft.com/office/drawing/2014/main" id="{89577206-5642-0729-A901-90A5A35D7730}"/>
              </a:ext>
            </a:extLst>
          </p:cNvPr>
          <p:cNvSpPr txBox="1"/>
          <p:nvPr/>
        </p:nvSpPr>
        <p:spPr>
          <a:xfrm>
            <a:off x="3333073" y="4236748"/>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36000" rIns="36000" rtlCol="0" anchor="ctr">
            <a:noAutofit/>
          </a:bodyP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Referential</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5" name="ZoneTexte 174">
            <a:extLst>
              <a:ext uri="{FF2B5EF4-FFF2-40B4-BE49-F238E27FC236}">
                <a16:creationId xmlns:a16="http://schemas.microsoft.com/office/drawing/2014/main" id="{0D05C82E-1AE1-0D6B-3C0A-424DB5CCB3DE}"/>
              </a:ext>
            </a:extLst>
          </p:cNvPr>
          <p:cNvSpPr txBox="1"/>
          <p:nvPr/>
        </p:nvSpPr>
        <p:spPr>
          <a:xfrm>
            <a:off x="3333073" y="4682456"/>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Account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76" name="ZoneTexte 175">
            <a:extLst>
              <a:ext uri="{FF2B5EF4-FFF2-40B4-BE49-F238E27FC236}">
                <a16:creationId xmlns:a16="http://schemas.microsoft.com/office/drawing/2014/main" id="{C6CB6708-5C88-AAF1-458A-51607DA89A2F}"/>
              </a:ext>
            </a:extLst>
          </p:cNvPr>
          <p:cNvSpPr txBox="1"/>
          <p:nvPr/>
        </p:nvSpPr>
        <p:spPr>
          <a:xfrm>
            <a:off x="3333073" y="4993318"/>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Contact Onboarding and Lifecycle Mgmt.</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030" name="ZoneTexte 1029">
            <a:extLst>
              <a:ext uri="{FF2B5EF4-FFF2-40B4-BE49-F238E27FC236}">
                <a16:creationId xmlns:a16="http://schemas.microsoft.com/office/drawing/2014/main" id="{126E8E36-5FFE-A1CA-830B-8477375CDAA5}"/>
              </a:ext>
            </a:extLst>
          </p:cNvPr>
          <p:cNvSpPr txBox="1"/>
          <p:nvPr/>
        </p:nvSpPr>
        <p:spPr>
          <a:xfrm>
            <a:off x="3539129" y="3784316"/>
            <a:ext cx="640323" cy="230832"/>
          </a:xfrm>
          <a:prstGeom prst="rect">
            <a:avLst/>
          </a:prstGeom>
          <a:solidFill>
            <a:schemeClr val="bg2">
              <a:lumMod val="75000"/>
            </a:schemeClr>
          </a:solidFill>
        </p:spPr>
        <p:txBody>
          <a:bodyPr wrap="square" lIns="36000" rIns="36000" rtlCol="0">
            <a:spAutoFit/>
          </a:bodyPr>
          <a:lstStyle>
            <a:defPPr>
              <a:defRPr lang="en-US"/>
            </a:defPPr>
            <a:lvl1pPr algn="ct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Referential</a:t>
            </a:r>
          </a:p>
        </p:txBody>
      </p:sp>
      <p:cxnSp>
        <p:nvCxnSpPr>
          <p:cNvPr id="1046" name="Straight Arrow Connector 74">
            <a:extLst>
              <a:ext uri="{FF2B5EF4-FFF2-40B4-BE49-F238E27FC236}">
                <a16:creationId xmlns:a16="http://schemas.microsoft.com/office/drawing/2014/main" id="{003E0023-DAA6-87F3-725F-02C20FD256C1}"/>
              </a:ext>
            </a:extLst>
          </p:cNvPr>
          <p:cNvCxnSpPr>
            <a:cxnSpLocks/>
            <a:stCxn id="66" idx="2"/>
            <a:endCxn id="168" idx="0"/>
          </p:cNvCxnSpPr>
          <p:nvPr/>
        </p:nvCxnSpPr>
        <p:spPr>
          <a:xfrm flipH="1">
            <a:off x="8882024" y="1880757"/>
            <a:ext cx="2" cy="152183"/>
          </a:xfrm>
          <a:prstGeom prst="straightConnector1">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052" name="ZoneTexte 1051">
            <a:extLst>
              <a:ext uri="{FF2B5EF4-FFF2-40B4-BE49-F238E27FC236}">
                <a16:creationId xmlns:a16="http://schemas.microsoft.com/office/drawing/2014/main" id="{D9C447B7-9E08-262F-20AC-4FBB5561CC1D}"/>
              </a:ext>
            </a:extLst>
          </p:cNvPr>
          <p:cNvSpPr txBox="1"/>
          <p:nvPr/>
        </p:nvSpPr>
        <p:spPr>
          <a:xfrm>
            <a:off x="6878739" y="3598789"/>
            <a:ext cx="2642072" cy="214050"/>
          </a:xfrm>
          <a:prstGeom prst="rect">
            <a:avLst/>
          </a:prstGeom>
          <a:solidFill>
            <a:schemeClr val="bg2">
              <a:lumMod val="90000"/>
            </a:schemeClr>
          </a:solid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Portal</a:t>
            </a:r>
          </a:p>
        </p:txBody>
      </p:sp>
      <p:sp>
        <p:nvSpPr>
          <p:cNvPr id="1055" name="ZoneTexte 1054">
            <a:extLst>
              <a:ext uri="{FF2B5EF4-FFF2-40B4-BE49-F238E27FC236}">
                <a16:creationId xmlns:a16="http://schemas.microsoft.com/office/drawing/2014/main" id="{F112B233-FE7C-8AFE-C7E1-A71E6F9616BD}"/>
              </a:ext>
            </a:extLst>
          </p:cNvPr>
          <p:cNvSpPr txBox="1"/>
          <p:nvPr/>
        </p:nvSpPr>
        <p:spPr>
          <a:xfrm>
            <a:off x="3333073" y="5304180"/>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Site Onboarding and Lifecycle Mgmt.</a:t>
            </a:r>
          </a:p>
        </p:txBody>
      </p:sp>
      <p:sp>
        <p:nvSpPr>
          <p:cNvPr id="1092" name="ZoneTexte 1091">
            <a:extLst>
              <a:ext uri="{FF2B5EF4-FFF2-40B4-BE49-F238E27FC236}">
                <a16:creationId xmlns:a16="http://schemas.microsoft.com/office/drawing/2014/main" id="{D241B4A5-33D9-EB63-1B36-5D3DE230F328}"/>
              </a:ext>
            </a:extLst>
          </p:cNvPr>
          <p:cNvSpPr txBox="1"/>
          <p:nvPr/>
        </p:nvSpPr>
        <p:spPr>
          <a:xfrm>
            <a:off x="4777318" y="3784316"/>
            <a:ext cx="1833449" cy="230832"/>
          </a:xfrm>
          <a:prstGeom prst="rect">
            <a:avLst/>
          </a:prstGeom>
          <a:solidFill>
            <a:schemeClr val="bg2">
              <a:lumMod val="75000"/>
            </a:schemeClr>
          </a:solidFill>
        </p:spPr>
        <p:txBody>
          <a:bodyPr wrap="square" lIns="36000" rIns="36000" rtlCol="0">
            <a:spAutoFit/>
          </a:bodyPr>
          <a:lstStyle>
            <a:defPPr>
              <a:defRPr lang="en-US"/>
            </a:defPPr>
            <a:lvl1pPr algn="ct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CRM</a:t>
            </a:r>
          </a:p>
        </p:txBody>
      </p:sp>
      <p:cxnSp>
        <p:nvCxnSpPr>
          <p:cNvPr id="1098" name="Straight Arrow Connector 74">
            <a:extLst>
              <a:ext uri="{FF2B5EF4-FFF2-40B4-BE49-F238E27FC236}">
                <a16:creationId xmlns:a16="http://schemas.microsoft.com/office/drawing/2014/main" id="{1472EE69-1A22-66DD-01E1-02134A3D0857}"/>
              </a:ext>
            </a:extLst>
          </p:cNvPr>
          <p:cNvCxnSpPr>
            <a:cxnSpLocks/>
            <a:stCxn id="1055" idx="2"/>
            <a:endCxn id="158" idx="0"/>
          </p:cNvCxnSpPr>
          <p:nvPr/>
        </p:nvCxnSpPr>
        <p:spPr>
          <a:xfrm>
            <a:off x="3793476" y="5615042"/>
            <a:ext cx="0" cy="179854"/>
          </a:xfrm>
          <a:prstGeom prst="straightConnector1">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39" name="ZoneTexte 38">
            <a:extLst>
              <a:ext uri="{FF2B5EF4-FFF2-40B4-BE49-F238E27FC236}">
                <a16:creationId xmlns:a16="http://schemas.microsoft.com/office/drawing/2014/main" id="{0874F9BA-6C42-9AAB-272D-47400638567D}"/>
              </a:ext>
            </a:extLst>
          </p:cNvPr>
          <p:cNvSpPr txBox="1"/>
          <p:nvPr/>
        </p:nvSpPr>
        <p:spPr>
          <a:xfrm>
            <a:off x="7008397" y="3776167"/>
            <a:ext cx="2389137" cy="230832"/>
          </a:xfrm>
          <a:prstGeom prst="rect">
            <a:avLst/>
          </a:prstGeom>
          <a:solidFill>
            <a:schemeClr val="bg2">
              <a:lumMod val="75000"/>
            </a:schemeClr>
          </a:solidFill>
        </p:spPr>
        <p:txBody>
          <a:bodyPr wrap="square" lIns="36000" rIns="36000" rtlCol="0">
            <a:spAutoFit/>
          </a:bodyPr>
          <a:lstStyle>
            <a:defPPr>
              <a:defRPr lang="en-US"/>
            </a:defPPr>
            <a:lvl1pPr algn="ct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bg1"/>
                </a:solidFill>
                <a:effectLst/>
                <a:uLnTx/>
                <a:uFillTx/>
                <a:latin typeface="Aptos" panose="020B0004020202020204"/>
                <a:ea typeface="+mn-ea"/>
                <a:cs typeface="+mn-cs"/>
              </a:rPr>
              <a:t>CPQ</a:t>
            </a:r>
          </a:p>
        </p:txBody>
      </p:sp>
      <p:sp>
        <p:nvSpPr>
          <p:cNvPr id="1053" name="ZoneTexte 1052">
            <a:extLst>
              <a:ext uri="{FF2B5EF4-FFF2-40B4-BE49-F238E27FC236}">
                <a16:creationId xmlns:a16="http://schemas.microsoft.com/office/drawing/2014/main" id="{2208F443-A0D6-7A4B-13D1-8F75278DDE64}"/>
              </a:ext>
            </a:extLst>
          </p:cNvPr>
          <p:cNvSpPr txBox="1"/>
          <p:nvPr/>
        </p:nvSpPr>
        <p:spPr>
          <a:xfrm>
            <a:off x="7109295" y="3947942"/>
            <a:ext cx="920805" cy="230832"/>
          </a:xfrm>
          <a:prstGeom prst="rect">
            <a:avLst/>
          </a:prstGeom>
          <a:solidFill>
            <a:schemeClr val="bg2">
              <a:lumMod val="90000"/>
            </a:schemeClr>
          </a:solidFill>
        </p:spPr>
        <p:txBody>
          <a:bodyPr wrap="square" lIns="36000" rIns="36000" rtlCol="0">
            <a:spAutoFit/>
          </a:bodyPr>
          <a:lstStyle>
            <a:defPPr>
              <a:defRPr lang="en-US"/>
            </a:defPPr>
            <a:lvl1pPr algn="ctr">
              <a:defRPr sz="9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Referential, CRM</a:t>
            </a:r>
          </a:p>
        </p:txBody>
      </p:sp>
      <p:sp>
        <p:nvSpPr>
          <p:cNvPr id="76" name="ZoneTexte 75">
            <a:extLst>
              <a:ext uri="{FF2B5EF4-FFF2-40B4-BE49-F238E27FC236}">
                <a16:creationId xmlns:a16="http://schemas.microsoft.com/office/drawing/2014/main" id="{09111223-F109-6580-095A-01A7C0310329}"/>
              </a:ext>
            </a:extLst>
          </p:cNvPr>
          <p:cNvSpPr txBox="1"/>
          <p:nvPr/>
        </p:nvSpPr>
        <p:spPr>
          <a:xfrm>
            <a:off x="8528628" y="3947942"/>
            <a:ext cx="707382" cy="230832"/>
          </a:xfrm>
          <a:prstGeom prst="rect">
            <a:avLst/>
          </a:prstGeom>
          <a:solidFill>
            <a:schemeClr val="bg2">
              <a:lumMod val="90000"/>
            </a:schemeClr>
          </a:solidFill>
        </p:spPr>
        <p:txBody>
          <a:bodyPr wrap="non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Aptos" panose="020B0004020202020204"/>
                <a:ea typeface="+mn-ea"/>
                <a:cs typeface="+mn-cs"/>
              </a:rPr>
              <a:t>CLM, CRM</a:t>
            </a:r>
          </a:p>
        </p:txBody>
      </p:sp>
      <p:sp>
        <p:nvSpPr>
          <p:cNvPr id="4" name="Rectangle: Rounded Corners 1">
            <a:extLst>
              <a:ext uri="{FF2B5EF4-FFF2-40B4-BE49-F238E27FC236}">
                <a16:creationId xmlns:a16="http://schemas.microsoft.com/office/drawing/2014/main" id="{D8868180-9F1E-F9FE-F4A8-56CC5EC5CD7B}"/>
              </a:ext>
            </a:extLst>
          </p:cNvPr>
          <p:cNvSpPr/>
          <p:nvPr/>
        </p:nvSpPr>
        <p:spPr>
          <a:xfrm>
            <a:off x="720320" y="1435049"/>
            <a:ext cx="938902"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Accessing OB Offerings</a:t>
            </a:r>
          </a:p>
        </p:txBody>
      </p:sp>
      <p:sp>
        <p:nvSpPr>
          <p:cNvPr id="6" name="Rectangle: Rounded Corners 5">
            <a:extLst>
              <a:ext uri="{FF2B5EF4-FFF2-40B4-BE49-F238E27FC236}">
                <a16:creationId xmlns:a16="http://schemas.microsoft.com/office/drawing/2014/main" id="{D21C734A-7AC0-C125-723A-8A2193B5DD7C}"/>
              </a:ext>
            </a:extLst>
          </p:cNvPr>
          <p:cNvSpPr/>
          <p:nvPr/>
        </p:nvSpPr>
        <p:spPr>
          <a:xfrm>
            <a:off x="735682" y="2628407"/>
            <a:ext cx="908179"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marketing material </a:t>
            </a:r>
          </a:p>
        </p:txBody>
      </p:sp>
      <p:cxnSp>
        <p:nvCxnSpPr>
          <p:cNvPr id="11" name="Straight Arrow Connector 74">
            <a:extLst>
              <a:ext uri="{FF2B5EF4-FFF2-40B4-BE49-F238E27FC236}">
                <a16:creationId xmlns:a16="http://schemas.microsoft.com/office/drawing/2014/main" id="{D7AD719A-0129-6475-03EB-EFF85D9FCD96}"/>
              </a:ext>
            </a:extLst>
          </p:cNvPr>
          <p:cNvCxnSpPr>
            <a:cxnSpLocks/>
            <a:stCxn id="4" idx="2"/>
            <a:endCxn id="18" idx="0"/>
          </p:cNvCxnSpPr>
          <p:nvPr/>
        </p:nvCxnSpPr>
        <p:spPr>
          <a:xfrm>
            <a:off x="1189771" y="1880757"/>
            <a:ext cx="0" cy="152183"/>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14" name="Rectangle: Rounded Corners 1">
            <a:extLst>
              <a:ext uri="{FF2B5EF4-FFF2-40B4-BE49-F238E27FC236}">
                <a16:creationId xmlns:a16="http://schemas.microsoft.com/office/drawing/2014/main" id="{98DECCAB-A41E-FAF9-7B52-68092B8861C5}"/>
              </a:ext>
            </a:extLst>
          </p:cNvPr>
          <p:cNvSpPr/>
          <p:nvPr/>
        </p:nvSpPr>
        <p:spPr>
          <a:xfrm>
            <a:off x="720320" y="837157"/>
            <a:ext cx="938902"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Advertisement &amp; Promotion</a:t>
            </a:r>
          </a:p>
        </p:txBody>
      </p:sp>
      <p:sp>
        <p:nvSpPr>
          <p:cNvPr id="18" name="Rectangle: Rounded Corners 86">
            <a:extLst>
              <a:ext uri="{FF2B5EF4-FFF2-40B4-BE49-F238E27FC236}">
                <a16:creationId xmlns:a16="http://schemas.microsoft.com/office/drawing/2014/main" id="{317FD9C1-FE7A-A491-7FC1-DB36CD0ABCBC}"/>
              </a:ext>
            </a:extLst>
          </p:cNvPr>
          <p:cNvSpPr/>
          <p:nvPr/>
        </p:nvSpPr>
        <p:spPr>
          <a:xfrm>
            <a:off x="729368" y="2032940"/>
            <a:ext cx="920805" cy="445708"/>
          </a:xfrm>
          <a:prstGeom prst="rect">
            <a:avLst/>
          </a:prstGeom>
          <a:solidFill>
            <a:srgbClr val="E760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Assess my needs</a:t>
            </a:r>
          </a:p>
        </p:txBody>
      </p:sp>
      <p:cxnSp>
        <p:nvCxnSpPr>
          <p:cNvPr id="19" name="Straight Arrow Connector 74">
            <a:extLst>
              <a:ext uri="{FF2B5EF4-FFF2-40B4-BE49-F238E27FC236}">
                <a16:creationId xmlns:a16="http://schemas.microsoft.com/office/drawing/2014/main" id="{9105EF71-56AF-0367-EF15-34A0C04AC498}"/>
              </a:ext>
            </a:extLst>
          </p:cNvPr>
          <p:cNvCxnSpPr>
            <a:cxnSpLocks/>
            <a:stCxn id="18" idx="2"/>
            <a:endCxn id="6" idx="0"/>
          </p:cNvCxnSpPr>
          <p:nvPr/>
        </p:nvCxnSpPr>
        <p:spPr>
          <a:xfrm>
            <a:off x="1189771" y="2478648"/>
            <a:ext cx="1" cy="149759"/>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74">
            <a:extLst>
              <a:ext uri="{FF2B5EF4-FFF2-40B4-BE49-F238E27FC236}">
                <a16:creationId xmlns:a16="http://schemas.microsoft.com/office/drawing/2014/main" id="{C757862A-A376-8DCC-0806-9CF5178DF647}"/>
              </a:ext>
            </a:extLst>
          </p:cNvPr>
          <p:cNvCxnSpPr>
            <a:cxnSpLocks/>
            <a:stCxn id="14" idx="2"/>
            <a:endCxn id="4" idx="0"/>
          </p:cNvCxnSpPr>
          <p:nvPr/>
        </p:nvCxnSpPr>
        <p:spPr>
          <a:xfrm>
            <a:off x="1189771" y="1282865"/>
            <a:ext cx="0" cy="152184"/>
          </a:xfrm>
          <a:prstGeom prst="straightConnector1">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9">
            <a:extLst>
              <a:ext uri="{FF2B5EF4-FFF2-40B4-BE49-F238E27FC236}">
                <a16:creationId xmlns:a16="http://schemas.microsoft.com/office/drawing/2014/main" id="{183AB94D-D688-B6D0-3183-B3A5291FAE60}"/>
              </a:ext>
            </a:extLst>
          </p:cNvPr>
          <p:cNvCxnSpPr>
            <a:cxnSpLocks/>
            <a:stCxn id="6" idx="3"/>
            <a:endCxn id="57" idx="1"/>
          </p:cNvCxnSpPr>
          <p:nvPr/>
        </p:nvCxnSpPr>
        <p:spPr>
          <a:xfrm flipV="1">
            <a:off x="1643861" y="2255794"/>
            <a:ext cx="391818" cy="595467"/>
          </a:xfrm>
          <a:prstGeom prst="bentConnector3">
            <a:avLst>
              <a:gd name="adj1" fmla="val 50000"/>
            </a:avLst>
          </a:prstGeom>
          <a:ln w="635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34" name="Rectangle: Rounded Corners 12">
            <a:extLst>
              <a:ext uri="{FF2B5EF4-FFF2-40B4-BE49-F238E27FC236}">
                <a16:creationId xmlns:a16="http://schemas.microsoft.com/office/drawing/2014/main" id="{F46CF8F2-8487-A5ED-0DE8-96FCE15A9E09}"/>
              </a:ext>
            </a:extLst>
          </p:cNvPr>
          <p:cNvSpPr/>
          <p:nvPr/>
        </p:nvSpPr>
        <p:spPr>
          <a:xfrm>
            <a:off x="4600872" y="2032940"/>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Quote Design</a:t>
            </a:r>
          </a:p>
        </p:txBody>
      </p:sp>
      <p:sp>
        <p:nvSpPr>
          <p:cNvPr id="37" name="Rectangle: Rounded Corners 312">
            <a:extLst>
              <a:ext uri="{FF2B5EF4-FFF2-40B4-BE49-F238E27FC236}">
                <a16:creationId xmlns:a16="http://schemas.microsoft.com/office/drawing/2014/main" id="{E410591F-890A-FFAA-6A9F-2B977825FAC3}"/>
              </a:ext>
            </a:extLst>
          </p:cNvPr>
          <p:cNvSpPr/>
          <p:nvPr/>
        </p:nvSpPr>
        <p:spPr>
          <a:xfrm>
            <a:off x="4600872" y="1435049"/>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Browsing the Contract</a:t>
            </a:r>
          </a:p>
        </p:txBody>
      </p:sp>
      <p:sp>
        <p:nvSpPr>
          <p:cNvPr id="38" name="Rectangle: Rounded Corners 70">
            <a:extLst>
              <a:ext uri="{FF2B5EF4-FFF2-40B4-BE49-F238E27FC236}">
                <a16:creationId xmlns:a16="http://schemas.microsoft.com/office/drawing/2014/main" id="{6840BA30-9374-1AEB-F032-395C823E55C2}"/>
              </a:ext>
            </a:extLst>
          </p:cNvPr>
          <p:cNvSpPr/>
          <p:nvPr/>
        </p:nvSpPr>
        <p:spPr>
          <a:xfrm>
            <a:off x="4600872" y="2628407"/>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Eligibility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(commercial &amp; technical)</a:t>
            </a:r>
          </a:p>
        </p:txBody>
      </p:sp>
      <p:cxnSp>
        <p:nvCxnSpPr>
          <p:cNvPr id="43" name="Straight Arrow Connector 74">
            <a:extLst>
              <a:ext uri="{FF2B5EF4-FFF2-40B4-BE49-F238E27FC236}">
                <a16:creationId xmlns:a16="http://schemas.microsoft.com/office/drawing/2014/main" id="{43D074F7-CA7F-C0B8-3EBC-3AF59685EA18}"/>
              </a:ext>
            </a:extLst>
          </p:cNvPr>
          <p:cNvCxnSpPr>
            <a:cxnSpLocks/>
            <a:stCxn id="37" idx="2"/>
            <a:endCxn id="34" idx="0"/>
          </p:cNvCxnSpPr>
          <p:nvPr/>
        </p:nvCxnSpPr>
        <p:spPr>
          <a:xfrm>
            <a:off x="5061275" y="1880757"/>
            <a:ext cx="0" cy="152183"/>
          </a:xfrm>
          <a:prstGeom prst="straightConnector1">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48" name="Straight Arrow Connector 74">
            <a:extLst>
              <a:ext uri="{FF2B5EF4-FFF2-40B4-BE49-F238E27FC236}">
                <a16:creationId xmlns:a16="http://schemas.microsoft.com/office/drawing/2014/main" id="{E9483200-23AE-C51A-73EF-C73D4F21F94D}"/>
              </a:ext>
            </a:extLst>
          </p:cNvPr>
          <p:cNvCxnSpPr>
            <a:cxnSpLocks/>
            <a:stCxn id="34" idx="2"/>
            <a:endCxn id="38" idx="0"/>
          </p:cNvCxnSpPr>
          <p:nvPr/>
        </p:nvCxnSpPr>
        <p:spPr>
          <a:xfrm>
            <a:off x="5061275" y="2478648"/>
            <a:ext cx="0" cy="149759"/>
          </a:xfrm>
          <a:prstGeom prst="straightConnector1">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9" name="Rectangle: Rounded Corners 312">
            <a:extLst>
              <a:ext uri="{FF2B5EF4-FFF2-40B4-BE49-F238E27FC236}">
                <a16:creationId xmlns:a16="http://schemas.microsoft.com/office/drawing/2014/main" id="{C3008BB1-157F-6429-2ADF-92B3ABEB4BD0}"/>
              </a:ext>
            </a:extLst>
          </p:cNvPr>
          <p:cNvSpPr/>
          <p:nvPr/>
        </p:nvSpPr>
        <p:spPr>
          <a:xfrm>
            <a:off x="4598366" y="837157"/>
            <a:ext cx="920805" cy="445708"/>
          </a:xfrm>
          <a:prstGeom prst="rect">
            <a:avLst/>
          </a:prstGeom>
          <a:solidFill>
            <a:srgbClr val="E7601D"/>
          </a:solidFill>
          <a:ln w="19050">
            <a:solidFill>
              <a:srgbClr val="E760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Aptos" panose="020B0004020202020204"/>
                <a:ea typeface="+mn-ea"/>
                <a:cs typeface="+mn-cs"/>
              </a:rPr>
              <a:t>Customer Onboarding</a:t>
            </a: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prstClr val="white"/>
                </a:solidFill>
                <a:effectLst/>
                <a:uLnTx/>
                <a:uFillTx/>
                <a:latin typeface="Aptos" panose="020B0004020202020204"/>
                <a:ea typeface="+mn-ea"/>
                <a:cs typeface="+mn-cs"/>
              </a:rPr>
              <a:t>(site info)</a:t>
            </a:r>
          </a:p>
        </p:txBody>
      </p:sp>
      <p:cxnSp>
        <p:nvCxnSpPr>
          <p:cNvPr id="50" name="Straight Arrow Connector 74">
            <a:extLst>
              <a:ext uri="{FF2B5EF4-FFF2-40B4-BE49-F238E27FC236}">
                <a16:creationId xmlns:a16="http://schemas.microsoft.com/office/drawing/2014/main" id="{D75CFB98-E24C-060C-0D29-23CF9236A3C7}"/>
              </a:ext>
            </a:extLst>
          </p:cNvPr>
          <p:cNvCxnSpPr>
            <a:cxnSpLocks/>
            <a:stCxn id="49" idx="1"/>
          </p:cNvCxnSpPr>
          <p:nvPr/>
        </p:nvCxnSpPr>
        <p:spPr>
          <a:xfrm rot="10800000" flipH="1" flipV="1">
            <a:off x="4598366" y="1060010"/>
            <a:ext cx="2506" cy="1028009"/>
          </a:xfrm>
          <a:prstGeom prst="bentConnector4">
            <a:avLst>
              <a:gd name="adj1" fmla="val -9122107"/>
              <a:gd name="adj2" fmla="val 100164"/>
            </a:avLst>
          </a:prstGeom>
          <a:ln w="6350">
            <a:solidFill>
              <a:schemeClr val="bg1"/>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0" name="ZoneTexte 109">
            <a:extLst>
              <a:ext uri="{FF2B5EF4-FFF2-40B4-BE49-F238E27FC236}">
                <a16:creationId xmlns:a16="http://schemas.microsoft.com/office/drawing/2014/main" id="{39B6EA11-8437-A82F-BBB7-836E0E5E4F42}"/>
              </a:ext>
            </a:extLst>
          </p:cNvPr>
          <p:cNvSpPr txBox="1"/>
          <p:nvPr/>
        </p:nvSpPr>
        <p:spPr>
          <a:xfrm>
            <a:off x="11061170" y="4997956"/>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Opportunity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sp>
        <p:nvSpPr>
          <p:cNvPr id="113" name="ZoneTexte 112">
            <a:extLst>
              <a:ext uri="{FF2B5EF4-FFF2-40B4-BE49-F238E27FC236}">
                <a16:creationId xmlns:a16="http://schemas.microsoft.com/office/drawing/2014/main" id="{5C802A53-0C43-AFDC-1004-40CA54B566BA}"/>
              </a:ext>
            </a:extLst>
          </p:cNvPr>
          <p:cNvSpPr txBox="1"/>
          <p:nvPr/>
        </p:nvSpPr>
        <p:spPr>
          <a:xfrm>
            <a:off x="11061170" y="5443664"/>
            <a:ext cx="920805" cy="23683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Sales Cadences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4" name="ZoneTexte 113">
            <a:extLst>
              <a:ext uri="{FF2B5EF4-FFF2-40B4-BE49-F238E27FC236}">
                <a16:creationId xmlns:a16="http://schemas.microsoft.com/office/drawing/2014/main" id="{88C4FEAD-8661-0644-CF23-B7AD2B7F4334}"/>
              </a:ext>
            </a:extLst>
          </p:cNvPr>
          <p:cNvSpPr txBox="1"/>
          <p:nvPr/>
        </p:nvSpPr>
        <p:spPr>
          <a:xfrm>
            <a:off x="11061170" y="5680502"/>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Opportunity Performance and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Reporting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5" name="ZoneTexte 114">
            <a:extLst>
              <a:ext uri="{FF2B5EF4-FFF2-40B4-BE49-F238E27FC236}">
                <a16:creationId xmlns:a16="http://schemas.microsoft.com/office/drawing/2014/main" id="{091FA6DD-3F17-18D6-FC63-BCB74C97B54A}"/>
              </a:ext>
            </a:extLst>
          </p:cNvPr>
          <p:cNvSpPr txBox="1"/>
          <p:nvPr/>
        </p:nvSpPr>
        <p:spPr>
          <a:xfrm>
            <a:off x="11136026" y="4573958"/>
            <a:ext cx="769607" cy="310863"/>
          </a:xfrm>
          <a:prstGeom prst="wedgeRectCallout">
            <a:avLst>
              <a:gd name="adj1" fmla="val -22019"/>
              <a:gd name="adj2" fmla="val 81093"/>
            </a:avLst>
          </a:prstGeom>
          <a:solidFill>
            <a:schemeClr val="accent4">
              <a:lumMod val="20000"/>
              <a:lumOff val="8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8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Aptos" panose="020B0004020202020204"/>
                <a:ea typeface="+mn-ea"/>
                <a:cs typeface="+mn-cs"/>
              </a:rPr>
              <a:t>All along the I BUY journey</a:t>
            </a:r>
          </a:p>
        </p:txBody>
      </p:sp>
      <p:sp>
        <p:nvSpPr>
          <p:cNvPr id="117" name="ZoneTexte 116">
            <a:extLst>
              <a:ext uri="{FF2B5EF4-FFF2-40B4-BE49-F238E27FC236}">
                <a16:creationId xmlns:a16="http://schemas.microsoft.com/office/drawing/2014/main" id="{89BEBF7C-973B-1060-3193-3289F1C46161}"/>
              </a:ext>
            </a:extLst>
          </p:cNvPr>
          <p:cNvSpPr txBox="1"/>
          <p:nvPr/>
        </p:nvSpPr>
        <p:spPr>
          <a:xfrm>
            <a:off x="11068761" y="6085471"/>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rgbClr val="303030"/>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Account Management</a:t>
            </a:r>
            <a:endParaRPr kumimoji="0" lang="en-GB" sz="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8" name="ZoneTexte 117">
            <a:extLst>
              <a:ext uri="{FF2B5EF4-FFF2-40B4-BE49-F238E27FC236}">
                <a16:creationId xmlns:a16="http://schemas.microsoft.com/office/drawing/2014/main" id="{5B45319B-1DDD-8879-C620-1875B265F03A}"/>
              </a:ext>
            </a:extLst>
          </p:cNvPr>
          <p:cNvSpPr txBox="1"/>
          <p:nvPr/>
        </p:nvSpPr>
        <p:spPr>
          <a:xfrm>
            <a:off x="11068761" y="6531179"/>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Interactions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9" name="ZoneTexte 118">
            <a:extLst>
              <a:ext uri="{FF2B5EF4-FFF2-40B4-BE49-F238E27FC236}">
                <a16:creationId xmlns:a16="http://schemas.microsoft.com/office/drawing/2014/main" id="{9AA55E26-ABA3-879F-9C36-2D646F023A2B}"/>
              </a:ext>
            </a:extLst>
          </p:cNvPr>
          <p:cNvSpPr txBox="1"/>
          <p:nvPr/>
        </p:nvSpPr>
        <p:spPr>
          <a:xfrm>
            <a:off x="9858944" y="6138783"/>
            <a:ext cx="1007143" cy="430068"/>
          </a:xfrm>
          <a:prstGeom prst="wedgeRectCallout">
            <a:avLst>
              <a:gd name="adj1" fmla="val 68073"/>
              <a:gd name="adj2" fmla="val -10313"/>
            </a:avLst>
          </a:prstGeom>
          <a:solidFill>
            <a:schemeClr val="accent4">
              <a:lumMod val="20000"/>
              <a:lumOff val="8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8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Aptos" panose="020B0004020202020204"/>
                <a:ea typeface="+mn-ea"/>
                <a:cs typeface="+mn-cs"/>
              </a:rPr>
              <a:t>Client Interactions are recorded all along the journey</a:t>
            </a:r>
          </a:p>
        </p:txBody>
      </p:sp>
      <p:sp>
        <p:nvSpPr>
          <p:cNvPr id="1025" name="Flèche : chevron 1024">
            <a:extLst>
              <a:ext uri="{FF2B5EF4-FFF2-40B4-BE49-F238E27FC236}">
                <a16:creationId xmlns:a16="http://schemas.microsoft.com/office/drawing/2014/main" id="{ACDEABE0-3F69-6A9E-88FE-58A7802BC682}"/>
              </a:ext>
            </a:extLst>
          </p:cNvPr>
          <p:cNvSpPr/>
          <p:nvPr/>
        </p:nvSpPr>
        <p:spPr>
          <a:xfrm>
            <a:off x="729368" y="496491"/>
            <a:ext cx="923986" cy="241521"/>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become aware</a:t>
            </a:r>
          </a:p>
        </p:txBody>
      </p:sp>
      <p:sp>
        <p:nvSpPr>
          <p:cNvPr id="1026" name="Flèche : chevron 1025">
            <a:extLst>
              <a:ext uri="{FF2B5EF4-FFF2-40B4-BE49-F238E27FC236}">
                <a16:creationId xmlns:a16="http://schemas.microsoft.com/office/drawing/2014/main" id="{C1A1D6DD-AFD4-B8E1-C8D7-4FBD159BA6D1}"/>
              </a:ext>
            </a:extLst>
          </p:cNvPr>
          <p:cNvSpPr/>
          <p:nvPr/>
        </p:nvSpPr>
        <p:spPr>
          <a:xfrm>
            <a:off x="1586000" y="496491"/>
            <a:ext cx="761097" cy="241521"/>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review the options</a:t>
            </a:r>
          </a:p>
        </p:txBody>
      </p:sp>
      <p:sp>
        <p:nvSpPr>
          <p:cNvPr id="1027" name="Flèche : chevron 1026">
            <a:extLst>
              <a:ext uri="{FF2B5EF4-FFF2-40B4-BE49-F238E27FC236}">
                <a16:creationId xmlns:a16="http://schemas.microsoft.com/office/drawing/2014/main" id="{C6152D4D-83ED-507A-C188-ACEFED25B13D}"/>
              </a:ext>
            </a:extLst>
          </p:cNvPr>
          <p:cNvSpPr/>
          <p:nvPr/>
        </p:nvSpPr>
        <p:spPr>
          <a:xfrm>
            <a:off x="8256732" y="496491"/>
            <a:ext cx="1110280"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negotiate and sign a contract</a:t>
            </a:r>
          </a:p>
        </p:txBody>
      </p:sp>
      <p:sp>
        <p:nvSpPr>
          <p:cNvPr id="1028" name="Flèche : chevron 1027">
            <a:extLst>
              <a:ext uri="{FF2B5EF4-FFF2-40B4-BE49-F238E27FC236}">
                <a16:creationId xmlns:a16="http://schemas.microsoft.com/office/drawing/2014/main" id="{46D2DAEA-F428-6947-7B97-4E215E3585FC}"/>
              </a:ext>
            </a:extLst>
          </p:cNvPr>
          <p:cNvSpPr/>
          <p:nvPr/>
        </p:nvSpPr>
        <p:spPr>
          <a:xfrm>
            <a:off x="7058174" y="496491"/>
            <a:ext cx="1265912"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provide requested information</a:t>
            </a:r>
          </a:p>
        </p:txBody>
      </p:sp>
      <p:sp>
        <p:nvSpPr>
          <p:cNvPr id="1032" name="Flèche : chevron 1031">
            <a:extLst>
              <a:ext uri="{FF2B5EF4-FFF2-40B4-BE49-F238E27FC236}">
                <a16:creationId xmlns:a16="http://schemas.microsoft.com/office/drawing/2014/main" id="{134A15CC-D6E8-EE26-0DF5-064AA6888626}"/>
              </a:ext>
            </a:extLst>
          </p:cNvPr>
          <p:cNvSpPr/>
          <p:nvPr/>
        </p:nvSpPr>
        <p:spPr>
          <a:xfrm>
            <a:off x="9299658" y="496491"/>
            <a:ext cx="716157"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place my order</a:t>
            </a:r>
          </a:p>
        </p:txBody>
      </p:sp>
      <p:sp>
        <p:nvSpPr>
          <p:cNvPr id="1033" name="Flèche : chevron 1032">
            <a:extLst>
              <a:ext uri="{FF2B5EF4-FFF2-40B4-BE49-F238E27FC236}">
                <a16:creationId xmlns:a16="http://schemas.microsoft.com/office/drawing/2014/main" id="{943637DA-F43F-B7B7-30D8-6B3BB159D16D}"/>
              </a:ext>
            </a:extLst>
          </p:cNvPr>
          <p:cNvSpPr/>
          <p:nvPr/>
        </p:nvSpPr>
        <p:spPr>
          <a:xfrm>
            <a:off x="9948461" y="496491"/>
            <a:ext cx="828107"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validate my order</a:t>
            </a:r>
          </a:p>
        </p:txBody>
      </p:sp>
      <p:sp>
        <p:nvSpPr>
          <p:cNvPr id="1034" name="Flèche : chevron 1033">
            <a:extLst>
              <a:ext uri="{FF2B5EF4-FFF2-40B4-BE49-F238E27FC236}">
                <a16:creationId xmlns:a16="http://schemas.microsoft.com/office/drawing/2014/main" id="{6D4E28DC-C873-7D76-66D8-E5BF7E2A13EC}"/>
              </a:ext>
            </a:extLst>
          </p:cNvPr>
          <p:cNvSpPr/>
          <p:nvPr/>
        </p:nvSpPr>
        <p:spPr>
          <a:xfrm>
            <a:off x="2279743" y="496491"/>
            <a:ext cx="980726" cy="241521"/>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research pricing / timeline / plan</a:t>
            </a:r>
          </a:p>
        </p:txBody>
      </p:sp>
      <p:sp>
        <p:nvSpPr>
          <p:cNvPr id="1036" name="Flèche : chevron 1035">
            <a:extLst>
              <a:ext uri="{FF2B5EF4-FFF2-40B4-BE49-F238E27FC236}">
                <a16:creationId xmlns:a16="http://schemas.microsoft.com/office/drawing/2014/main" id="{8F1E9075-2715-3004-8F38-E5D38D0AD791}"/>
              </a:ext>
            </a:extLst>
          </p:cNvPr>
          <p:cNvSpPr/>
          <p:nvPr/>
        </p:nvSpPr>
        <p:spPr>
          <a:xfrm>
            <a:off x="4202872" y="496491"/>
            <a:ext cx="1190188" cy="241521"/>
          </a:xfrm>
          <a:prstGeom prst="chevron">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evaluate my options</a:t>
            </a:r>
          </a:p>
        </p:txBody>
      </p:sp>
      <p:sp>
        <p:nvSpPr>
          <p:cNvPr id="1037" name="Flèche : chevron 1036">
            <a:extLst>
              <a:ext uri="{FF2B5EF4-FFF2-40B4-BE49-F238E27FC236}">
                <a16:creationId xmlns:a16="http://schemas.microsoft.com/office/drawing/2014/main" id="{13CEAE58-4CD4-6B3F-73E7-AFC69A3440E1}"/>
              </a:ext>
            </a:extLst>
          </p:cNvPr>
          <p:cNvSpPr/>
          <p:nvPr/>
        </p:nvSpPr>
        <p:spPr>
          <a:xfrm>
            <a:off x="3193115" y="496491"/>
            <a:ext cx="1077111"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engage s Sales specialist</a:t>
            </a:r>
          </a:p>
        </p:txBody>
      </p:sp>
      <p:sp>
        <p:nvSpPr>
          <p:cNvPr id="1038" name="Flèche : chevron 1037">
            <a:extLst>
              <a:ext uri="{FF2B5EF4-FFF2-40B4-BE49-F238E27FC236}">
                <a16:creationId xmlns:a16="http://schemas.microsoft.com/office/drawing/2014/main" id="{C4CA998B-BA54-C81C-7BC6-9FB53BAED420}"/>
              </a:ext>
            </a:extLst>
          </p:cNvPr>
          <p:cNvSpPr/>
          <p:nvPr/>
        </p:nvSpPr>
        <p:spPr>
          <a:xfrm>
            <a:off x="5325706" y="496491"/>
            <a:ext cx="1799822" cy="241521"/>
          </a:xfrm>
          <a:prstGeom prst="chevron">
            <a:avLst>
              <a:gd name="adj" fmla="val 50000"/>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ptos" panose="020B0004020202020204"/>
                <a:ea typeface="+mn-ea"/>
                <a:cs typeface="+mn-cs"/>
              </a:rPr>
              <a:t>I receive my pricing</a:t>
            </a:r>
          </a:p>
        </p:txBody>
      </p:sp>
      <p:sp>
        <p:nvSpPr>
          <p:cNvPr id="1041" name="TextBox 4">
            <a:extLst>
              <a:ext uri="{FF2B5EF4-FFF2-40B4-BE49-F238E27FC236}">
                <a16:creationId xmlns:a16="http://schemas.microsoft.com/office/drawing/2014/main" id="{0AD18B8B-0F90-F51F-5DF6-0CF8A0657265}"/>
              </a:ext>
            </a:extLst>
          </p:cNvPr>
          <p:cNvSpPr txBox="1"/>
          <p:nvPr/>
        </p:nvSpPr>
        <p:spPr>
          <a:xfrm>
            <a:off x="527178" y="-140908"/>
            <a:ext cx="11888681"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bg1"/>
                </a:solidFill>
                <a:effectLst/>
                <a:uLnTx/>
                <a:uFillTx/>
                <a:latin typeface="Aptos" panose="020B0004020202020204"/>
                <a:ea typeface="+mn-ea"/>
                <a:cs typeface="+mn-cs"/>
              </a:rPr>
              <a:t>2. User Journey - Manual order through a sales rep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0" i="0" u="none" strike="noStrike" kern="1200" cap="none" spc="0" normalizeH="0" baseline="0" noProof="0" dirty="0">
              <a:ln>
                <a:noFill/>
              </a:ln>
              <a:solidFill>
                <a:schemeClr val="bg1"/>
              </a:solidFill>
              <a:effectLst/>
              <a:uLnTx/>
              <a:uFillTx/>
              <a:latin typeface="Aptos" panose="020B0004020202020204"/>
              <a:ea typeface="+mn-ea"/>
              <a:cs typeface="+mn-cs"/>
            </a:endParaRPr>
          </a:p>
        </p:txBody>
      </p:sp>
      <p:sp>
        <p:nvSpPr>
          <p:cNvPr id="17" name="ZoneTexte 16">
            <a:extLst>
              <a:ext uri="{FF2B5EF4-FFF2-40B4-BE49-F238E27FC236}">
                <a16:creationId xmlns:a16="http://schemas.microsoft.com/office/drawing/2014/main" id="{58892F78-7435-5371-87DF-DF2DFC10A3AE}"/>
              </a:ext>
            </a:extLst>
          </p:cNvPr>
          <p:cNvSpPr txBox="1"/>
          <p:nvPr/>
        </p:nvSpPr>
        <p:spPr>
          <a:xfrm>
            <a:off x="9737092" y="4236262"/>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Quotation Process</a:t>
            </a:r>
            <a:endParaRPr kumimoji="0" lang="en-GB" sz="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ZoneTexte 20">
            <a:extLst>
              <a:ext uri="{FF2B5EF4-FFF2-40B4-BE49-F238E27FC236}">
                <a16:creationId xmlns:a16="http://schemas.microsoft.com/office/drawing/2014/main" id="{5DA45D42-F50F-0DB0-D259-FD08F99E8434}"/>
              </a:ext>
            </a:extLst>
          </p:cNvPr>
          <p:cNvSpPr txBox="1"/>
          <p:nvPr/>
        </p:nvSpPr>
        <p:spPr>
          <a:xfrm>
            <a:off x="8421621" y="4236263"/>
            <a:ext cx="920805" cy="445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Customer </a:t>
            </a:r>
            <a:r>
              <a:rPr kumimoji="0" lang="fr-FR" sz="9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Contracting</a:t>
            </a:r>
            <a:endParaRPr kumimoji="0" lang="en-GB"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ZoneTexte 21">
            <a:extLst>
              <a:ext uri="{FF2B5EF4-FFF2-40B4-BE49-F238E27FC236}">
                <a16:creationId xmlns:a16="http://schemas.microsoft.com/office/drawing/2014/main" id="{F0FA247A-378F-B2D5-AB59-1D46B0AB9B1B}"/>
              </a:ext>
            </a:extLst>
          </p:cNvPr>
          <p:cNvSpPr txBox="1"/>
          <p:nvPr/>
        </p:nvSpPr>
        <p:spPr>
          <a:xfrm>
            <a:off x="8421621" y="4681971"/>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Contract</a:t>
            </a:r>
            <a:r>
              <a:rPr kumimoji="0" lang="fr-FR"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dirty="0" err="1">
                <a:ln>
                  <a:noFill/>
                </a:ln>
                <a:solidFill>
                  <a:schemeClr val="bg1"/>
                </a:solidFill>
                <a:effectLst/>
                <a:uLnTx/>
                <a:uFillTx/>
                <a:latin typeface="Arial" panose="020B0604020202020204" pitchFamily="34" charset="0"/>
                <a:ea typeface="+mn-ea"/>
                <a:cs typeface="Arial" panose="020B0604020202020204" pitchFamily="34" charset="0"/>
              </a:rPr>
              <a:t>Generation</a:t>
            </a:r>
            <a:endParaRPr kumimoji="0" lang="en-GB" sz="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3" name="ZoneTexte 22">
            <a:extLst>
              <a:ext uri="{FF2B5EF4-FFF2-40B4-BE49-F238E27FC236}">
                <a16:creationId xmlns:a16="http://schemas.microsoft.com/office/drawing/2014/main" id="{CB97A195-B309-B955-B5E7-9B4D076BBEB4}"/>
              </a:ext>
            </a:extLst>
          </p:cNvPr>
          <p:cNvSpPr txBox="1"/>
          <p:nvPr/>
        </p:nvSpPr>
        <p:spPr>
          <a:xfrm>
            <a:off x="8421622" y="5058685"/>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Contract Agreement </a:t>
            </a:r>
          </a:p>
        </p:txBody>
      </p:sp>
      <p:sp>
        <p:nvSpPr>
          <p:cNvPr id="24" name="ZoneTexte 23">
            <a:extLst>
              <a:ext uri="{FF2B5EF4-FFF2-40B4-BE49-F238E27FC236}">
                <a16:creationId xmlns:a16="http://schemas.microsoft.com/office/drawing/2014/main" id="{D84172EB-6429-B905-DCB8-29B9B8681F13}"/>
              </a:ext>
            </a:extLst>
          </p:cNvPr>
          <p:cNvSpPr txBox="1"/>
          <p:nvPr/>
        </p:nvSpPr>
        <p:spPr>
          <a:xfrm>
            <a:off x="9737092" y="4674567"/>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Order Capture</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9" name="ZoneTexte 28">
            <a:extLst>
              <a:ext uri="{FF2B5EF4-FFF2-40B4-BE49-F238E27FC236}">
                <a16:creationId xmlns:a16="http://schemas.microsoft.com/office/drawing/2014/main" id="{7B5D8185-53C5-D1C1-A07D-21E072E6E8D1}"/>
              </a:ext>
            </a:extLst>
          </p:cNvPr>
          <p:cNvSpPr txBox="1"/>
          <p:nvPr/>
        </p:nvSpPr>
        <p:spPr>
          <a:xfrm>
            <a:off x="8421622" y="4870328"/>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Contract Negotiation</a:t>
            </a:r>
          </a:p>
        </p:txBody>
      </p:sp>
      <p:sp>
        <p:nvSpPr>
          <p:cNvPr id="33" name="ZoneTexte 32">
            <a:extLst>
              <a:ext uri="{FF2B5EF4-FFF2-40B4-BE49-F238E27FC236}">
                <a16:creationId xmlns:a16="http://schemas.microsoft.com/office/drawing/2014/main" id="{D04AFE6D-66ED-1902-B808-E12176A29E78}"/>
              </a:ext>
            </a:extLst>
          </p:cNvPr>
          <p:cNvSpPr txBox="1"/>
          <p:nvPr/>
        </p:nvSpPr>
        <p:spPr>
          <a:xfrm>
            <a:off x="8421622" y="5247042"/>
            <a:ext cx="920805" cy="18835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Customer Contract Lifecycle Management</a:t>
            </a:r>
          </a:p>
        </p:txBody>
      </p:sp>
      <p:cxnSp>
        <p:nvCxnSpPr>
          <p:cNvPr id="36" name="Straight Arrow Connector 49">
            <a:extLst>
              <a:ext uri="{FF2B5EF4-FFF2-40B4-BE49-F238E27FC236}">
                <a16:creationId xmlns:a16="http://schemas.microsoft.com/office/drawing/2014/main" id="{E34FF9F3-59D4-C1F5-32D9-3384472BA090}"/>
              </a:ext>
            </a:extLst>
          </p:cNvPr>
          <p:cNvCxnSpPr>
            <a:cxnSpLocks/>
            <a:stCxn id="21" idx="3"/>
            <a:endCxn id="17" idx="1"/>
          </p:cNvCxnSpPr>
          <p:nvPr/>
        </p:nvCxnSpPr>
        <p:spPr>
          <a:xfrm flipV="1">
            <a:off x="9342426" y="4459116"/>
            <a:ext cx="394666" cy="1"/>
          </a:xfrm>
          <a:prstGeom prst="straightConnector1">
            <a:avLst/>
          </a:prstGeom>
          <a:ln w="6350">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61" name="ZoneTexte 60">
            <a:extLst>
              <a:ext uri="{FF2B5EF4-FFF2-40B4-BE49-F238E27FC236}">
                <a16:creationId xmlns:a16="http://schemas.microsoft.com/office/drawing/2014/main" id="{1FC50BB9-08E2-21BD-B1FA-E9F015D61B06}"/>
              </a:ext>
            </a:extLst>
          </p:cNvPr>
          <p:cNvSpPr txBox="1"/>
          <p:nvPr/>
        </p:nvSpPr>
        <p:spPr>
          <a:xfrm>
            <a:off x="4624011" y="5902200"/>
            <a:ext cx="920805" cy="36933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36000" rIns="36000" rtlCol="0" anchor="ctr">
            <a:noAutofit/>
          </a:bodyP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Opportunity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cxnSp>
        <p:nvCxnSpPr>
          <p:cNvPr id="65" name="Straight Arrow Connector 74">
            <a:extLst>
              <a:ext uri="{FF2B5EF4-FFF2-40B4-BE49-F238E27FC236}">
                <a16:creationId xmlns:a16="http://schemas.microsoft.com/office/drawing/2014/main" id="{1F64F80B-9747-E6C3-8C47-9B6C9B837BE0}"/>
              </a:ext>
            </a:extLst>
          </p:cNvPr>
          <p:cNvCxnSpPr>
            <a:cxnSpLocks/>
            <a:stCxn id="63" idx="2"/>
            <a:endCxn id="61" idx="0"/>
          </p:cNvCxnSpPr>
          <p:nvPr/>
        </p:nvCxnSpPr>
        <p:spPr>
          <a:xfrm rot="5400000">
            <a:off x="5244963" y="5421998"/>
            <a:ext cx="319653" cy="640750"/>
          </a:xfrm>
          <a:prstGeom prst="bentConnector3">
            <a:avLst>
              <a:gd name="adj1" fmla="val 50000"/>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5" name="ZoneTexte 44">
            <a:extLst>
              <a:ext uri="{FF2B5EF4-FFF2-40B4-BE49-F238E27FC236}">
                <a16:creationId xmlns:a16="http://schemas.microsoft.com/office/drawing/2014/main" id="{F8148376-DA9A-55A9-50AD-C921D38D3A6E}"/>
              </a:ext>
            </a:extLst>
          </p:cNvPr>
          <p:cNvSpPr txBox="1"/>
          <p:nvPr/>
        </p:nvSpPr>
        <p:spPr>
          <a:xfrm>
            <a:off x="4624011" y="6271532"/>
            <a:ext cx="920805" cy="23327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Opportunity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&amp;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Categorization</a:t>
            </a:r>
            <a:endPar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2" name="ZoneTexte 51">
            <a:extLst>
              <a:ext uri="{FF2B5EF4-FFF2-40B4-BE49-F238E27FC236}">
                <a16:creationId xmlns:a16="http://schemas.microsoft.com/office/drawing/2014/main" id="{D7B6236E-1C48-DF9D-B565-DA0AD1A3BEE6}"/>
              </a:ext>
            </a:extLst>
          </p:cNvPr>
          <p:cNvSpPr txBox="1"/>
          <p:nvPr/>
        </p:nvSpPr>
        <p:spPr>
          <a:xfrm>
            <a:off x="5828754" y="6499724"/>
            <a:ext cx="920805" cy="23327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Handover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p>
        </p:txBody>
      </p:sp>
      <p:sp>
        <p:nvSpPr>
          <p:cNvPr id="56" name="ZoneTexte 55">
            <a:extLst>
              <a:ext uri="{FF2B5EF4-FFF2-40B4-BE49-F238E27FC236}">
                <a16:creationId xmlns:a16="http://schemas.microsoft.com/office/drawing/2014/main" id="{A0BF866B-FB97-6E5F-F58F-4260CEC42E57}"/>
              </a:ext>
            </a:extLst>
          </p:cNvPr>
          <p:cNvSpPr txBox="1"/>
          <p:nvPr/>
        </p:nvSpPr>
        <p:spPr>
          <a:xfrm>
            <a:off x="4624011" y="6504808"/>
            <a:ext cx="920805" cy="23327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Qualification</a:t>
            </a:r>
          </a:p>
        </p:txBody>
      </p:sp>
      <p:sp>
        <p:nvSpPr>
          <p:cNvPr id="58" name="ZoneTexte 57">
            <a:extLst>
              <a:ext uri="{FF2B5EF4-FFF2-40B4-BE49-F238E27FC236}">
                <a16:creationId xmlns:a16="http://schemas.microsoft.com/office/drawing/2014/main" id="{999417A1-3061-F99C-D144-8C5675DDFE54}"/>
              </a:ext>
            </a:extLst>
          </p:cNvPr>
          <p:cNvSpPr txBox="1"/>
          <p:nvPr/>
        </p:nvSpPr>
        <p:spPr>
          <a:xfrm>
            <a:off x="5828754" y="6266448"/>
            <a:ext cx="920805" cy="23327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Negotiation</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p>
        </p:txBody>
      </p:sp>
      <p:sp>
        <p:nvSpPr>
          <p:cNvPr id="68" name="ZoneTexte 67">
            <a:extLst>
              <a:ext uri="{FF2B5EF4-FFF2-40B4-BE49-F238E27FC236}">
                <a16:creationId xmlns:a16="http://schemas.microsoft.com/office/drawing/2014/main" id="{824C8894-C398-A19D-348D-43A789DB24BE}"/>
              </a:ext>
            </a:extLst>
          </p:cNvPr>
          <p:cNvSpPr txBox="1"/>
          <p:nvPr/>
        </p:nvSpPr>
        <p:spPr>
          <a:xfrm>
            <a:off x="5828755" y="5897116"/>
            <a:ext cx="920805" cy="36933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36000" rIns="36000" rtlCol="0" anchor="ctr">
            <a:noAutofit/>
          </a:bodyPr>
          <a:lstStyle>
            <a:defPPr>
              <a:defRPr lang="en-US"/>
            </a:defPPr>
            <a:lvl1pPr algn="ctr">
              <a:defRPr sz="900">
                <a:solidFill>
                  <a:schemeClr val="bg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Opportunity Management</a:t>
            </a:r>
            <a:endParaRPr kumimoji="0" lang="en-GB" sz="9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endParaRPr>
          </a:p>
        </p:txBody>
      </p:sp>
      <p:cxnSp>
        <p:nvCxnSpPr>
          <p:cNvPr id="70" name="Straight Arrow Connector 74">
            <a:extLst>
              <a:ext uri="{FF2B5EF4-FFF2-40B4-BE49-F238E27FC236}">
                <a16:creationId xmlns:a16="http://schemas.microsoft.com/office/drawing/2014/main" id="{A36A26C6-E672-9FC0-B348-8E6D16F50223}"/>
              </a:ext>
            </a:extLst>
          </p:cNvPr>
          <p:cNvCxnSpPr>
            <a:cxnSpLocks/>
            <a:stCxn id="63" idx="2"/>
            <a:endCxn id="68" idx="0"/>
          </p:cNvCxnSpPr>
          <p:nvPr/>
        </p:nvCxnSpPr>
        <p:spPr>
          <a:xfrm rot="16200000" flipH="1">
            <a:off x="5849877" y="5457834"/>
            <a:ext cx="314569" cy="563994"/>
          </a:xfrm>
          <a:prstGeom prst="bentConnector3">
            <a:avLst>
              <a:gd name="adj1" fmla="val 50000"/>
            </a:avLst>
          </a:prstGeom>
          <a:ln w="6350">
            <a:solidFill>
              <a:schemeClr val="accent2"/>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2" name="ZoneTexte 1">
            <a:extLst>
              <a:ext uri="{FF2B5EF4-FFF2-40B4-BE49-F238E27FC236}">
                <a16:creationId xmlns:a16="http://schemas.microsoft.com/office/drawing/2014/main" id="{3EEE67BB-6826-3708-DE87-F474B13F24C4}"/>
              </a:ext>
            </a:extLst>
          </p:cNvPr>
          <p:cNvSpPr txBox="1"/>
          <p:nvPr/>
        </p:nvSpPr>
        <p:spPr>
          <a:xfrm>
            <a:off x="731942" y="6239052"/>
            <a:ext cx="920805" cy="3108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Partner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Campaigns</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5" name="ZoneTexte 14">
            <a:extLst>
              <a:ext uri="{FF2B5EF4-FFF2-40B4-BE49-F238E27FC236}">
                <a16:creationId xmlns:a16="http://schemas.microsoft.com/office/drawing/2014/main" id="{FF427D6F-4830-2C46-8A13-F3F341633713}"/>
              </a:ext>
            </a:extLst>
          </p:cNvPr>
          <p:cNvSpPr txBox="1"/>
          <p:nvPr/>
        </p:nvSpPr>
        <p:spPr>
          <a:xfrm>
            <a:off x="4624012" y="4691867"/>
            <a:ext cx="2202304"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Creation</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 name="ZoneTexte 15">
            <a:extLst>
              <a:ext uri="{FF2B5EF4-FFF2-40B4-BE49-F238E27FC236}">
                <a16:creationId xmlns:a16="http://schemas.microsoft.com/office/drawing/2014/main" id="{EE78E3B9-C73A-3880-946E-15A924054CB5}"/>
              </a:ext>
            </a:extLst>
          </p:cNvPr>
          <p:cNvSpPr txBox="1"/>
          <p:nvPr/>
        </p:nvSpPr>
        <p:spPr>
          <a:xfrm>
            <a:off x="4624012" y="4870003"/>
            <a:ext cx="2202304"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Pricing</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42" name="ZoneTexte 41">
            <a:extLst>
              <a:ext uri="{FF2B5EF4-FFF2-40B4-BE49-F238E27FC236}">
                <a16:creationId xmlns:a16="http://schemas.microsoft.com/office/drawing/2014/main" id="{872D9F22-A54C-7EE1-9F75-3A72DBBD85F2}"/>
              </a:ext>
            </a:extLst>
          </p:cNvPr>
          <p:cNvSpPr txBox="1"/>
          <p:nvPr/>
        </p:nvSpPr>
        <p:spPr>
          <a:xfrm>
            <a:off x="4624012" y="5048140"/>
            <a:ext cx="2202304"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Eligibility</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9" name="ZoneTexte 58">
            <a:extLst>
              <a:ext uri="{FF2B5EF4-FFF2-40B4-BE49-F238E27FC236}">
                <a16:creationId xmlns:a16="http://schemas.microsoft.com/office/drawing/2014/main" id="{EC1B7BCE-2DB2-E70D-EFE6-D013E03C6CFE}"/>
              </a:ext>
            </a:extLst>
          </p:cNvPr>
          <p:cNvSpPr txBox="1"/>
          <p:nvPr/>
        </p:nvSpPr>
        <p:spPr>
          <a:xfrm>
            <a:off x="4624012" y="5226275"/>
            <a:ext cx="2202304"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Profitability</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63" name="ZoneTexte 62">
            <a:extLst>
              <a:ext uri="{FF2B5EF4-FFF2-40B4-BE49-F238E27FC236}">
                <a16:creationId xmlns:a16="http://schemas.microsoft.com/office/drawing/2014/main" id="{775ED280-B271-FDE9-33CC-99DC98B5D479}"/>
              </a:ext>
            </a:extLst>
          </p:cNvPr>
          <p:cNvSpPr txBox="1"/>
          <p:nvPr/>
        </p:nvSpPr>
        <p:spPr>
          <a:xfrm>
            <a:off x="4624012" y="5404411"/>
            <a:ext cx="2202304" cy="17813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algn="ctr">
              <a:defRPr sz="800">
                <a:solidFill>
                  <a:schemeClr val="tx1"/>
                </a:solidFill>
                <a:effectLst/>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Quote</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Offer</a:t>
            </a:r>
            <a:r>
              <a:rPr kumimoji="0" lang="fr-FR"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Customer </a:t>
            </a:r>
            <a:r>
              <a:rPr kumimoji="0" lang="fr-FR" sz="6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Approval</a:t>
            </a:r>
            <a:endParaRPr kumimoji="0" lang="en-GB" sz="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02784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C6CE3-C4E1-A3F7-4203-A85F93C113CA}"/>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1E5AEF83-5C4B-35F5-81B4-BCD72C802313}"/>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95DE09C7-5402-2C8F-1754-D72196DCB438}"/>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72B0B056-A17B-0AC0-8656-1EF79F9ABA4E}"/>
              </a:ext>
            </a:extLst>
          </p:cNvPr>
          <p:cNvSpPr txBox="1"/>
          <p:nvPr/>
        </p:nvSpPr>
        <p:spPr>
          <a:xfrm>
            <a:off x="3866130" y="3811200"/>
            <a:ext cx="8162471" cy="17200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lang="en-GB" sz="5000" kern="0" spc="-27" dirty="0">
                <a:solidFill>
                  <a:srgbClr val="FF7900"/>
                </a:solidFill>
                <a:latin typeface="Helvetica 75 Bold"/>
                <a:sym typeface="Helvetica 75 Bold"/>
              </a:rPr>
              <a:t>Newco Architecture for MVP </a:t>
            </a:r>
            <a:r>
              <a:rPr lang="en-GB" sz="4000" kern="0" spc="-27" dirty="0">
                <a:solidFill>
                  <a:srgbClr val="FF7900"/>
                </a:solidFill>
                <a:latin typeface="Helvetica 75 Bold"/>
                <a:sym typeface="Helvetica 75 Bold"/>
              </a:rPr>
              <a:t>(including applications) </a:t>
            </a:r>
            <a:endParaRPr kumimoji="0" lang="en-GB" sz="4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CA3099D4-01D9-BBB8-DDF4-18976FD837D8}"/>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6B074D9E-3C36-F6C8-747B-03761076E364}"/>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3F563146-0755-1844-0849-A70B5509DA8B}"/>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DCA7FC2E-86AC-AEE3-3E74-050474EA7089}"/>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13263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106">
            <a:extLst>
              <a:ext uri="{FF2B5EF4-FFF2-40B4-BE49-F238E27FC236}">
                <a16:creationId xmlns:a16="http://schemas.microsoft.com/office/drawing/2014/main" id="{C2336BE8-475D-58F6-2EC7-94BDD71EBD5F}"/>
              </a:ext>
            </a:extLst>
          </p:cNvPr>
          <p:cNvSpPr/>
          <p:nvPr/>
        </p:nvSpPr>
        <p:spPr>
          <a:xfrm>
            <a:off x="9845658" y="2459197"/>
            <a:ext cx="2042117" cy="1631472"/>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2" name="Title 1">
            <a:extLst>
              <a:ext uri="{FF2B5EF4-FFF2-40B4-BE49-F238E27FC236}">
                <a16:creationId xmlns:a16="http://schemas.microsoft.com/office/drawing/2014/main" id="{8A2E7367-D6B3-7134-300C-12C8ECFAC187}"/>
              </a:ext>
            </a:extLst>
          </p:cNvPr>
          <p:cNvSpPr>
            <a:spLocks noGrp="1"/>
          </p:cNvSpPr>
          <p:nvPr>
            <p:ph type="title"/>
          </p:nvPr>
        </p:nvSpPr>
        <p:spPr>
          <a:xfrm>
            <a:off x="419100" y="168438"/>
            <a:ext cx="11353800" cy="99165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defTabSz="685834" eaLnBrk="0" fontAlgn="base" hangingPunct="0">
              <a:lnSpc>
                <a:spcPct val="90000"/>
              </a:lnSpc>
              <a:spcBef>
                <a:spcPct val="0"/>
              </a:spcBef>
              <a:spcAft>
                <a:spcPct val="0"/>
              </a:spcAft>
            </a:pPr>
            <a:r>
              <a:rPr lang="en-US" sz="3600">
                <a:solidFill>
                  <a:schemeClr val="dk2"/>
                </a:solidFill>
                <a:latin typeface="Arial"/>
                <a:cs typeface="Arial"/>
                <a:sym typeface="Arial"/>
              </a:rPr>
              <a:t>End to End Architecture</a:t>
            </a:r>
          </a:p>
        </p:txBody>
      </p:sp>
      <p:sp>
        <p:nvSpPr>
          <p:cNvPr id="4" name="Rectangle 3">
            <a:extLst>
              <a:ext uri="{FF2B5EF4-FFF2-40B4-BE49-F238E27FC236}">
                <a16:creationId xmlns:a16="http://schemas.microsoft.com/office/drawing/2014/main" id="{185A9F81-49E2-E8DB-3F69-8E9C08E5551A}"/>
              </a:ext>
            </a:extLst>
          </p:cNvPr>
          <p:cNvSpPr/>
          <p:nvPr/>
        </p:nvSpPr>
        <p:spPr>
          <a:xfrm>
            <a:off x="4267006" y="3014988"/>
            <a:ext cx="2202490" cy="603981"/>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CPQ</a:t>
            </a:r>
          </a:p>
        </p:txBody>
      </p:sp>
      <p:sp>
        <p:nvSpPr>
          <p:cNvPr id="5" name="Rectangle 4">
            <a:extLst>
              <a:ext uri="{FF2B5EF4-FFF2-40B4-BE49-F238E27FC236}">
                <a16:creationId xmlns:a16="http://schemas.microsoft.com/office/drawing/2014/main" id="{9BF31573-EB11-56A0-5C75-DB4BD4C040CB}"/>
              </a:ext>
            </a:extLst>
          </p:cNvPr>
          <p:cNvSpPr/>
          <p:nvPr/>
        </p:nvSpPr>
        <p:spPr>
          <a:xfrm>
            <a:off x="4305475" y="3847012"/>
            <a:ext cx="2117913" cy="591036"/>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COM</a:t>
            </a:r>
          </a:p>
        </p:txBody>
      </p:sp>
      <p:sp>
        <p:nvSpPr>
          <p:cNvPr id="6" name="Rectangle 5">
            <a:extLst>
              <a:ext uri="{FF2B5EF4-FFF2-40B4-BE49-F238E27FC236}">
                <a16:creationId xmlns:a16="http://schemas.microsoft.com/office/drawing/2014/main" id="{C8B699E6-D3FD-002D-C368-18AF00B98B20}"/>
              </a:ext>
            </a:extLst>
          </p:cNvPr>
          <p:cNvSpPr/>
          <p:nvPr/>
        </p:nvSpPr>
        <p:spPr>
          <a:xfrm>
            <a:off x="4267006" y="4701446"/>
            <a:ext cx="2190457" cy="755003"/>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1">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SOM/ROM</a:t>
            </a:r>
          </a:p>
        </p:txBody>
      </p:sp>
      <p:sp>
        <p:nvSpPr>
          <p:cNvPr id="7" name="Rectangle 6">
            <a:extLst>
              <a:ext uri="{FF2B5EF4-FFF2-40B4-BE49-F238E27FC236}">
                <a16:creationId xmlns:a16="http://schemas.microsoft.com/office/drawing/2014/main" id="{63A930DC-A1F1-E6A4-76F4-F0B54C7BFCDC}"/>
              </a:ext>
            </a:extLst>
          </p:cNvPr>
          <p:cNvSpPr/>
          <p:nvPr/>
        </p:nvSpPr>
        <p:spPr>
          <a:xfrm>
            <a:off x="4235340" y="2337316"/>
            <a:ext cx="2272923" cy="462374"/>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CRM</a:t>
            </a:r>
          </a:p>
        </p:txBody>
      </p:sp>
      <p:sp>
        <p:nvSpPr>
          <p:cNvPr id="8" name="Rectangle 7">
            <a:extLst>
              <a:ext uri="{FF2B5EF4-FFF2-40B4-BE49-F238E27FC236}">
                <a16:creationId xmlns:a16="http://schemas.microsoft.com/office/drawing/2014/main" id="{A69C2AC7-38B1-2D6F-A0A5-7A62766FF7F7}"/>
              </a:ext>
            </a:extLst>
          </p:cNvPr>
          <p:cNvSpPr/>
          <p:nvPr/>
        </p:nvSpPr>
        <p:spPr>
          <a:xfrm>
            <a:off x="7012250" y="2296576"/>
            <a:ext cx="1422051" cy="455569"/>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EPC</a:t>
            </a:r>
          </a:p>
        </p:txBody>
      </p:sp>
      <p:sp>
        <p:nvSpPr>
          <p:cNvPr id="9" name="Rectangle 8">
            <a:extLst>
              <a:ext uri="{FF2B5EF4-FFF2-40B4-BE49-F238E27FC236}">
                <a16:creationId xmlns:a16="http://schemas.microsoft.com/office/drawing/2014/main" id="{B8218FB0-F100-8A74-1730-05E5175764B1}"/>
              </a:ext>
            </a:extLst>
          </p:cNvPr>
          <p:cNvSpPr/>
          <p:nvPr/>
        </p:nvSpPr>
        <p:spPr>
          <a:xfrm>
            <a:off x="9973843" y="2964188"/>
            <a:ext cx="1790701" cy="372371"/>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SNOW</a:t>
            </a:r>
          </a:p>
        </p:txBody>
      </p:sp>
      <p:sp>
        <p:nvSpPr>
          <p:cNvPr id="10" name="Rectangle 9">
            <a:extLst>
              <a:ext uri="{FF2B5EF4-FFF2-40B4-BE49-F238E27FC236}">
                <a16:creationId xmlns:a16="http://schemas.microsoft.com/office/drawing/2014/main" id="{A124F570-FE7C-F0D9-DE16-880A2708BC53}"/>
              </a:ext>
            </a:extLst>
          </p:cNvPr>
          <p:cNvSpPr/>
          <p:nvPr/>
        </p:nvSpPr>
        <p:spPr>
          <a:xfrm>
            <a:off x="9960927" y="3483505"/>
            <a:ext cx="1790701" cy="45811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CMDB</a:t>
            </a:r>
          </a:p>
        </p:txBody>
      </p:sp>
      <p:sp>
        <p:nvSpPr>
          <p:cNvPr id="15" name="Rectangle 14">
            <a:extLst>
              <a:ext uri="{FF2B5EF4-FFF2-40B4-BE49-F238E27FC236}">
                <a16:creationId xmlns:a16="http://schemas.microsoft.com/office/drawing/2014/main" id="{83DEB170-90B2-2B2D-FE32-17B45E77EB17}"/>
              </a:ext>
            </a:extLst>
          </p:cNvPr>
          <p:cNvSpPr/>
          <p:nvPr/>
        </p:nvSpPr>
        <p:spPr>
          <a:xfrm>
            <a:off x="7022946" y="2856227"/>
            <a:ext cx="1411356" cy="455569"/>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CLM</a:t>
            </a:r>
          </a:p>
        </p:txBody>
      </p:sp>
      <p:sp>
        <p:nvSpPr>
          <p:cNvPr id="16" name="Rectangle 15">
            <a:extLst>
              <a:ext uri="{FF2B5EF4-FFF2-40B4-BE49-F238E27FC236}">
                <a16:creationId xmlns:a16="http://schemas.microsoft.com/office/drawing/2014/main" id="{88DD1B37-C65C-AB36-5819-45812D1ED41F}"/>
              </a:ext>
            </a:extLst>
          </p:cNvPr>
          <p:cNvSpPr/>
          <p:nvPr/>
        </p:nvSpPr>
        <p:spPr>
          <a:xfrm>
            <a:off x="1143003" y="2147607"/>
            <a:ext cx="1955876" cy="2269975"/>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Referential</a:t>
            </a:r>
          </a:p>
        </p:txBody>
      </p:sp>
      <p:sp>
        <p:nvSpPr>
          <p:cNvPr id="17" name="Rectangle 16">
            <a:extLst>
              <a:ext uri="{FF2B5EF4-FFF2-40B4-BE49-F238E27FC236}">
                <a16:creationId xmlns:a16="http://schemas.microsoft.com/office/drawing/2014/main" id="{3EC7C8FA-BADF-8080-742D-026F88BD6966}"/>
              </a:ext>
            </a:extLst>
          </p:cNvPr>
          <p:cNvSpPr/>
          <p:nvPr/>
        </p:nvSpPr>
        <p:spPr>
          <a:xfrm>
            <a:off x="1143004" y="5228432"/>
            <a:ext cx="1945104" cy="372894"/>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Supplier </a:t>
            </a:r>
            <a:r>
              <a:rPr kumimoji="0" lang="en-US" sz="800" b="0" i="0" u="none" strike="noStrike" kern="1200" cap="none" spc="0" normalizeH="0" baseline="0" noProof="0" err="1">
                <a:ln>
                  <a:noFill/>
                </a:ln>
                <a:solidFill>
                  <a:schemeClr val="bg1"/>
                </a:solidFill>
                <a:effectLst/>
                <a:uLnTx/>
                <a:uFillTx/>
                <a:latin typeface="Arial"/>
                <a:ea typeface="Calibri"/>
                <a:cs typeface="Calibri"/>
                <a:sym typeface="Calibri"/>
              </a:rPr>
              <a:t>Mgmt</a:t>
            </a: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 &amp; Interface</a:t>
            </a:r>
          </a:p>
        </p:txBody>
      </p:sp>
      <p:sp>
        <p:nvSpPr>
          <p:cNvPr id="18" name="Rectangle 17">
            <a:extLst>
              <a:ext uri="{FF2B5EF4-FFF2-40B4-BE49-F238E27FC236}">
                <a16:creationId xmlns:a16="http://schemas.microsoft.com/office/drawing/2014/main" id="{8844D178-5D92-7054-2822-8E8D9549D8FE}"/>
              </a:ext>
            </a:extLst>
          </p:cNvPr>
          <p:cNvSpPr/>
          <p:nvPr/>
        </p:nvSpPr>
        <p:spPr>
          <a:xfrm>
            <a:off x="1143003" y="5650041"/>
            <a:ext cx="1945104" cy="282148"/>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License </a:t>
            </a:r>
            <a:r>
              <a:rPr kumimoji="0" lang="en-US" sz="800" b="0" i="0" u="none" strike="noStrike" kern="1200" cap="none" spc="0" normalizeH="0" baseline="0" noProof="0" err="1">
                <a:ln>
                  <a:noFill/>
                </a:ln>
                <a:solidFill>
                  <a:schemeClr val="bg1"/>
                </a:solidFill>
                <a:effectLst/>
                <a:uLnTx/>
                <a:uFillTx/>
                <a:latin typeface="Arial"/>
                <a:ea typeface="Calibri"/>
                <a:cs typeface="Calibri"/>
                <a:sym typeface="Calibri"/>
              </a:rPr>
              <a:t>Mgmt</a:t>
            </a:r>
            <a:endParaRPr kumimoji="0" lang="en-US" sz="800" b="0" i="0" u="none" strike="noStrike" kern="1200" cap="none" spc="0" normalizeH="0" baseline="0" noProof="0">
              <a:ln>
                <a:noFill/>
              </a:ln>
              <a:solidFill>
                <a:schemeClr val="bg1"/>
              </a:solidFill>
              <a:effectLst/>
              <a:uLnTx/>
              <a:uFillTx/>
              <a:latin typeface="Arial"/>
              <a:ea typeface="Calibri"/>
              <a:cs typeface="Calibri"/>
              <a:sym typeface="Calibri"/>
            </a:endParaRPr>
          </a:p>
        </p:txBody>
      </p:sp>
      <p:sp>
        <p:nvSpPr>
          <p:cNvPr id="19" name="Rectangle 18">
            <a:extLst>
              <a:ext uri="{FF2B5EF4-FFF2-40B4-BE49-F238E27FC236}">
                <a16:creationId xmlns:a16="http://schemas.microsoft.com/office/drawing/2014/main" id="{A2377CA7-F573-D03C-5D8C-47A414742A7C}"/>
              </a:ext>
            </a:extLst>
          </p:cNvPr>
          <p:cNvSpPr/>
          <p:nvPr/>
        </p:nvSpPr>
        <p:spPr>
          <a:xfrm>
            <a:off x="1143003" y="5997268"/>
            <a:ext cx="1945104" cy="425148"/>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Service eligibility, availability &amp; qualification</a:t>
            </a:r>
          </a:p>
        </p:txBody>
      </p:sp>
      <p:sp>
        <p:nvSpPr>
          <p:cNvPr id="20" name="Rectangle 19">
            <a:extLst>
              <a:ext uri="{FF2B5EF4-FFF2-40B4-BE49-F238E27FC236}">
                <a16:creationId xmlns:a16="http://schemas.microsoft.com/office/drawing/2014/main" id="{B60CD001-7F11-2CF4-C99F-293426A875BA}"/>
              </a:ext>
            </a:extLst>
          </p:cNvPr>
          <p:cNvSpPr/>
          <p:nvPr/>
        </p:nvSpPr>
        <p:spPr>
          <a:xfrm>
            <a:off x="3940537" y="6019857"/>
            <a:ext cx="1178899" cy="402559"/>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Service Activation &amp; Testing</a:t>
            </a:r>
          </a:p>
        </p:txBody>
      </p:sp>
      <p:sp>
        <p:nvSpPr>
          <p:cNvPr id="21" name="Rectangle 20">
            <a:extLst>
              <a:ext uri="{FF2B5EF4-FFF2-40B4-BE49-F238E27FC236}">
                <a16:creationId xmlns:a16="http://schemas.microsoft.com/office/drawing/2014/main" id="{D07682DD-A88C-902E-E22D-DD61287786D3}"/>
              </a:ext>
            </a:extLst>
          </p:cNvPr>
          <p:cNvSpPr/>
          <p:nvPr/>
        </p:nvSpPr>
        <p:spPr>
          <a:xfrm>
            <a:off x="5217545" y="5995045"/>
            <a:ext cx="1344879" cy="449959"/>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Network Domain Controllers</a:t>
            </a:r>
          </a:p>
        </p:txBody>
      </p:sp>
      <p:sp>
        <p:nvSpPr>
          <p:cNvPr id="49" name="Rectangle 48">
            <a:extLst>
              <a:ext uri="{FF2B5EF4-FFF2-40B4-BE49-F238E27FC236}">
                <a16:creationId xmlns:a16="http://schemas.microsoft.com/office/drawing/2014/main" id="{03DA3BBC-E0D8-8213-181E-28D4A055073A}"/>
              </a:ext>
            </a:extLst>
          </p:cNvPr>
          <p:cNvSpPr/>
          <p:nvPr/>
        </p:nvSpPr>
        <p:spPr>
          <a:xfrm>
            <a:off x="7022947" y="3417666"/>
            <a:ext cx="1396750" cy="293117"/>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Billing</a:t>
            </a:r>
          </a:p>
        </p:txBody>
      </p:sp>
      <p:sp>
        <p:nvSpPr>
          <p:cNvPr id="50" name="Rectangle 49">
            <a:extLst>
              <a:ext uri="{FF2B5EF4-FFF2-40B4-BE49-F238E27FC236}">
                <a16:creationId xmlns:a16="http://schemas.microsoft.com/office/drawing/2014/main" id="{CBE1750A-F0B3-BE8D-E52D-D74EC87BF2A6}"/>
              </a:ext>
            </a:extLst>
          </p:cNvPr>
          <p:cNvSpPr/>
          <p:nvPr/>
        </p:nvSpPr>
        <p:spPr>
          <a:xfrm>
            <a:off x="7012251" y="5227640"/>
            <a:ext cx="2405314" cy="1485075"/>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46" name="Rectangle 45">
            <a:extLst>
              <a:ext uri="{FF2B5EF4-FFF2-40B4-BE49-F238E27FC236}">
                <a16:creationId xmlns:a16="http://schemas.microsoft.com/office/drawing/2014/main" id="{6CBDD08B-B93A-B749-9BBB-48D404D4AC43}"/>
              </a:ext>
            </a:extLst>
          </p:cNvPr>
          <p:cNvSpPr/>
          <p:nvPr/>
        </p:nvSpPr>
        <p:spPr>
          <a:xfrm>
            <a:off x="7080429" y="5525193"/>
            <a:ext cx="1184590" cy="377213"/>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Notification</a:t>
            </a:r>
          </a:p>
        </p:txBody>
      </p:sp>
      <p:sp>
        <p:nvSpPr>
          <p:cNvPr id="47" name="Rectangle 46">
            <a:extLst>
              <a:ext uri="{FF2B5EF4-FFF2-40B4-BE49-F238E27FC236}">
                <a16:creationId xmlns:a16="http://schemas.microsoft.com/office/drawing/2014/main" id="{8B7373F8-C9D1-815D-10CE-69999682C845}"/>
              </a:ext>
            </a:extLst>
          </p:cNvPr>
          <p:cNvSpPr/>
          <p:nvPr/>
        </p:nvSpPr>
        <p:spPr>
          <a:xfrm>
            <a:off x="7092332" y="6077574"/>
            <a:ext cx="1172687" cy="44887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Appointment Mgmt.</a:t>
            </a:r>
          </a:p>
        </p:txBody>
      </p:sp>
      <p:sp>
        <p:nvSpPr>
          <p:cNvPr id="48" name="Rectangle 47">
            <a:extLst>
              <a:ext uri="{FF2B5EF4-FFF2-40B4-BE49-F238E27FC236}">
                <a16:creationId xmlns:a16="http://schemas.microsoft.com/office/drawing/2014/main" id="{29F66DA4-46DC-986A-3EBB-31797CC11886}"/>
              </a:ext>
            </a:extLst>
          </p:cNvPr>
          <p:cNvSpPr/>
          <p:nvPr/>
        </p:nvSpPr>
        <p:spPr>
          <a:xfrm>
            <a:off x="8401793" y="5508914"/>
            <a:ext cx="980053" cy="403981"/>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Task mgmt.</a:t>
            </a:r>
          </a:p>
        </p:txBody>
      </p:sp>
      <p:sp>
        <p:nvSpPr>
          <p:cNvPr id="51" name="TextBox 50">
            <a:extLst>
              <a:ext uri="{FF2B5EF4-FFF2-40B4-BE49-F238E27FC236}">
                <a16:creationId xmlns:a16="http://schemas.microsoft.com/office/drawing/2014/main" id="{747D93E3-4AC7-ED67-0B6F-DEF3A4E0BC36}"/>
              </a:ext>
            </a:extLst>
          </p:cNvPr>
          <p:cNvSpPr txBox="1"/>
          <p:nvPr/>
        </p:nvSpPr>
        <p:spPr>
          <a:xfrm>
            <a:off x="7574728" y="5262352"/>
            <a:ext cx="1467854"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Common Systems</a:t>
            </a:r>
          </a:p>
        </p:txBody>
      </p:sp>
      <p:sp>
        <p:nvSpPr>
          <p:cNvPr id="75" name="Rectangle 74">
            <a:extLst>
              <a:ext uri="{FF2B5EF4-FFF2-40B4-BE49-F238E27FC236}">
                <a16:creationId xmlns:a16="http://schemas.microsoft.com/office/drawing/2014/main" id="{C33E90F3-2607-D6C2-44FE-2FDA8A95D090}"/>
              </a:ext>
            </a:extLst>
          </p:cNvPr>
          <p:cNvSpPr/>
          <p:nvPr/>
        </p:nvSpPr>
        <p:spPr>
          <a:xfrm>
            <a:off x="1143002" y="1408317"/>
            <a:ext cx="10744765" cy="636267"/>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22" name="Rectangle 21">
            <a:extLst>
              <a:ext uri="{FF2B5EF4-FFF2-40B4-BE49-F238E27FC236}">
                <a16:creationId xmlns:a16="http://schemas.microsoft.com/office/drawing/2014/main" id="{1A912901-2209-EEA3-14B1-6D5BD47EE6E1}"/>
              </a:ext>
            </a:extLst>
          </p:cNvPr>
          <p:cNvSpPr/>
          <p:nvPr/>
        </p:nvSpPr>
        <p:spPr>
          <a:xfrm>
            <a:off x="3203175" y="1669490"/>
            <a:ext cx="1521990" cy="32801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Identity</a:t>
            </a:r>
          </a:p>
        </p:txBody>
      </p:sp>
      <p:sp>
        <p:nvSpPr>
          <p:cNvPr id="23" name="Rectangle 22">
            <a:extLst>
              <a:ext uri="{FF2B5EF4-FFF2-40B4-BE49-F238E27FC236}">
                <a16:creationId xmlns:a16="http://schemas.microsoft.com/office/drawing/2014/main" id="{9386FD45-0720-FECC-9D67-96D62CF8AEAB}"/>
              </a:ext>
            </a:extLst>
          </p:cNvPr>
          <p:cNvSpPr/>
          <p:nvPr/>
        </p:nvSpPr>
        <p:spPr>
          <a:xfrm>
            <a:off x="4986273" y="1669490"/>
            <a:ext cx="1521990" cy="33037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Dev Ops</a:t>
            </a:r>
          </a:p>
        </p:txBody>
      </p:sp>
      <p:sp>
        <p:nvSpPr>
          <p:cNvPr id="76" name="Rectangle 75">
            <a:extLst>
              <a:ext uri="{FF2B5EF4-FFF2-40B4-BE49-F238E27FC236}">
                <a16:creationId xmlns:a16="http://schemas.microsoft.com/office/drawing/2014/main" id="{29970B71-952C-8D94-A402-88A373E1E954}"/>
              </a:ext>
            </a:extLst>
          </p:cNvPr>
          <p:cNvSpPr/>
          <p:nvPr/>
        </p:nvSpPr>
        <p:spPr>
          <a:xfrm>
            <a:off x="1369723" y="1675103"/>
            <a:ext cx="1521990" cy="32801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API Gateway</a:t>
            </a:r>
          </a:p>
        </p:txBody>
      </p:sp>
      <p:sp>
        <p:nvSpPr>
          <p:cNvPr id="77" name="Rectangle 76">
            <a:extLst>
              <a:ext uri="{FF2B5EF4-FFF2-40B4-BE49-F238E27FC236}">
                <a16:creationId xmlns:a16="http://schemas.microsoft.com/office/drawing/2014/main" id="{ED2A9B27-E0B2-2821-AA9D-23E90E16F9B0}"/>
              </a:ext>
            </a:extLst>
          </p:cNvPr>
          <p:cNvSpPr/>
          <p:nvPr/>
        </p:nvSpPr>
        <p:spPr>
          <a:xfrm>
            <a:off x="6897706" y="1642118"/>
            <a:ext cx="1521990" cy="33037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Integration Layer</a:t>
            </a:r>
          </a:p>
        </p:txBody>
      </p:sp>
      <p:sp>
        <p:nvSpPr>
          <p:cNvPr id="78" name="Rectangle 77">
            <a:extLst>
              <a:ext uri="{FF2B5EF4-FFF2-40B4-BE49-F238E27FC236}">
                <a16:creationId xmlns:a16="http://schemas.microsoft.com/office/drawing/2014/main" id="{006681C2-C72C-E643-EDFB-2511DC434EEE}"/>
              </a:ext>
            </a:extLst>
          </p:cNvPr>
          <p:cNvSpPr/>
          <p:nvPr/>
        </p:nvSpPr>
        <p:spPr>
          <a:xfrm>
            <a:off x="9460172" y="1644220"/>
            <a:ext cx="1521990" cy="33037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Data Management</a:t>
            </a:r>
          </a:p>
        </p:txBody>
      </p:sp>
      <p:sp>
        <p:nvSpPr>
          <p:cNvPr id="79" name="TextBox 78">
            <a:extLst>
              <a:ext uri="{FF2B5EF4-FFF2-40B4-BE49-F238E27FC236}">
                <a16:creationId xmlns:a16="http://schemas.microsoft.com/office/drawing/2014/main" id="{88A50FB3-060C-7F07-35FB-CBF4360D7210}"/>
              </a:ext>
            </a:extLst>
          </p:cNvPr>
          <p:cNvSpPr txBox="1"/>
          <p:nvPr/>
        </p:nvSpPr>
        <p:spPr>
          <a:xfrm>
            <a:off x="5461849" y="1401550"/>
            <a:ext cx="1467854"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Shared Services</a:t>
            </a:r>
          </a:p>
        </p:txBody>
      </p:sp>
      <p:sp>
        <p:nvSpPr>
          <p:cNvPr id="89" name="Rectangle 88">
            <a:extLst>
              <a:ext uri="{FF2B5EF4-FFF2-40B4-BE49-F238E27FC236}">
                <a16:creationId xmlns:a16="http://schemas.microsoft.com/office/drawing/2014/main" id="{481D4AFC-363E-225B-9B01-584FF1EEEA25}"/>
              </a:ext>
            </a:extLst>
          </p:cNvPr>
          <p:cNvSpPr/>
          <p:nvPr/>
        </p:nvSpPr>
        <p:spPr>
          <a:xfrm>
            <a:off x="1143003" y="655009"/>
            <a:ext cx="10744772" cy="65674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90" name="Rectangle 89">
            <a:extLst>
              <a:ext uri="{FF2B5EF4-FFF2-40B4-BE49-F238E27FC236}">
                <a16:creationId xmlns:a16="http://schemas.microsoft.com/office/drawing/2014/main" id="{E42AD312-F402-E34E-FFF7-575EDFD69390}"/>
              </a:ext>
            </a:extLst>
          </p:cNvPr>
          <p:cNvSpPr/>
          <p:nvPr/>
        </p:nvSpPr>
        <p:spPr>
          <a:xfrm>
            <a:off x="1349004" y="882655"/>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OBS.com</a:t>
            </a:r>
          </a:p>
        </p:txBody>
      </p:sp>
      <p:sp>
        <p:nvSpPr>
          <p:cNvPr id="91" name="Rectangle 90">
            <a:extLst>
              <a:ext uri="{FF2B5EF4-FFF2-40B4-BE49-F238E27FC236}">
                <a16:creationId xmlns:a16="http://schemas.microsoft.com/office/drawing/2014/main" id="{3DEF4141-CEF9-5E50-1AF7-6B5EE7DA6690}"/>
              </a:ext>
            </a:extLst>
          </p:cNvPr>
          <p:cNvSpPr/>
          <p:nvPr/>
        </p:nvSpPr>
        <p:spPr>
          <a:xfrm>
            <a:off x="3178343" y="927701"/>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Customer Portal</a:t>
            </a:r>
          </a:p>
        </p:txBody>
      </p:sp>
      <p:sp>
        <p:nvSpPr>
          <p:cNvPr id="92" name="Rectangle 91">
            <a:extLst>
              <a:ext uri="{FF2B5EF4-FFF2-40B4-BE49-F238E27FC236}">
                <a16:creationId xmlns:a16="http://schemas.microsoft.com/office/drawing/2014/main" id="{EFFD0574-4B4D-1BBF-DC17-71FF4BB9116F}"/>
              </a:ext>
            </a:extLst>
          </p:cNvPr>
          <p:cNvSpPr/>
          <p:nvPr/>
        </p:nvSpPr>
        <p:spPr>
          <a:xfrm>
            <a:off x="5114600" y="920721"/>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Developer Portal</a:t>
            </a:r>
          </a:p>
        </p:txBody>
      </p:sp>
      <p:sp>
        <p:nvSpPr>
          <p:cNvPr id="93" name="Rectangle 92">
            <a:extLst>
              <a:ext uri="{FF2B5EF4-FFF2-40B4-BE49-F238E27FC236}">
                <a16:creationId xmlns:a16="http://schemas.microsoft.com/office/drawing/2014/main" id="{0E82F639-01CB-3F84-8C83-2A235C85D6E2}"/>
              </a:ext>
            </a:extLst>
          </p:cNvPr>
          <p:cNvSpPr/>
          <p:nvPr/>
        </p:nvSpPr>
        <p:spPr>
          <a:xfrm>
            <a:off x="7199225" y="931903"/>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Marketplace</a:t>
            </a:r>
          </a:p>
        </p:txBody>
      </p:sp>
      <p:sp>
        <p:nvSpPr>
          <p:cNvPr id="94" name="Rectangle 93">
            <a:extLst>
              <a:ext uri="{FF2B5EF4-FFF2-40B4-BE49-F238E27FC236}">
                <a16:creationId xmlns:a16="http://schemas.microsoft.com/office/drawing/2014/main" id="{D06ED090-DE5B-3035-9C87-4048965B5061}"/>
              </a:ext>
            </a:extLst>
          </p:cNvPr>
          <p:cNvSpPr/>
          <p:nvPr/>
        </p:nvSpPr>
        <p:spPr>
          <a:xfrm>
            <a:off x="8731077" y="898575"/>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Agent Support</a:t>
            </a:r>
          </a:p>
        </p:txBody>
      </p:sp>
      <p:sp>
        <p:nvSpPr>
          <p:cNvPr id="95" name="TextBox 94">
            <a:extLst>
              <a:ext uri="{FF2B5EF4-FFF2-40B4-BE49-F238E27FC236}">
                <a16:creationId xmlns:a16="http://schemas.microsoft.com/office/drawing/2014/main" id="{F387FB2D-CD54-13ED-16C4-B2747F45D015}"/>
              </a:ext>
            </a:extLst>
          </p:cNvPr>
          <p:cNvSpPr txBox="1"/>
          <p:nvPr/>
        </p:nvSpPr>
        <p:spPr>
          <a:xfrm>
            <a:off x="5329734" y="655438"/>
            <a:ext cx="1732083"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Arial"/>
                <a:ea typeface="Calibri"/>
                <a:cs typeface="Calibri"/>
                <a:sym typeface="Calibri"/>
              </a:rPr>
              <a:t>Digital Experience</a:t>
            </a:r>
          </a:p>
        </p:txBody>
      </p:sp>
      <p:sp>
        <p:nvSpPr>
          <p:cNvPr id="108" name="TextBox 107">
            <a:extLst>
              <a:ext uri="{FF2B5EF4-FFF2-40B4-BE49-F238E27FC236}">
                <a16:creationId xmlns:a16="http://schemas.microsoft.com/office/drawing/2014/main" id="{B548C1C7-7F5F-6165-FFCB-344D8331798E}"/>
              </a:ext>
            </a:extLst>
          </p:cNvPr>
          <p:cNvSpPr txBox="1"/>
          <p:nvPr/>
        </p:nvSpPr>
        <p:spPr>
          <a:xfrm>
            <a:off x="9838599" y="2539363"/>
            <a:ext cx="2056733"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457200" hangingPunct="0"/>
            <a:r>
              <a:rPr lang="en-US" sz="800">
                <a:solidFill>
                  <a:schemeClr val="bg1"/>
                </a:solidFill>
                <a:latin typeface="Arial"/>
                <a:ea typeface="Calibri"/>
                <a:cs typeface="Calibri"/>
                <a:sym typeface="Calibri"/>
              </a:rPr>
              <a:t>Service Management</a:t>
            </a:r>
          </a:p>
        </p:txBody>
      </p:sp>
      <p:sp>
        <p:nvSpPr>
          <p:cNvPr id="152" name="Rectangle 151">
            <a:extLst>
              <a:ext uri="{FF2B5EF4-FFF2-40B4-BE49-F238E27FC236}">
                <a16:creationId xmlns:a16="http://schemas.microsoft.com/office/drawing/2014/main" id="{282E217C-B836-B07A-6E0B-5E45122926D8}"/>
              </a:ext>
            </a:extLst>
          </p:cNvPr>
          <p:cNvSpPr/>
          <p:nvPr/>
        </p:nvSpPr>
        <p:spPr>
          <a:xfrm>
            <a:off x="9772231" y="4581498"/>
            <a:ext cx="2188973" cy="2156422"/>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bg1"/>
              </a:solidFill>
              <a:effectLst/>
              <a:uLnTx/>
              <a:uFillTx/>
              <a:latin typeface="Arial"/>
              <a:ea typeface="Calibri"/>
              <a:cs typeface="Calibri"/>
              <a:sym typeface="Calibri"/>
            </a:endParaRPr>
          </a:p>
        </p:txBody>
      </p:sp>
      <p:sp>
        <p:nvSpPr>
          <p:cNvPr id="11" name="Rectangle 10">
            <a:extLst>
              <a:ext uri="{FF2B5EF4-FFF2-40B4-BE49-F238E27FC236}">
                <a16:creationId xmlns:a16="http://schemas.microsoft.com/office/drawing/2014/main" id="{754861C2-0DC8-D6FC-BE68-1C41C1180DF5}"/>
              </a:ext>
            </a:extLst>
          </p:cNvPr>
          <p:cNvSpPr/>
          <p:nvPr/>
        </p:nvSpPr>
        <p:spPr>
          <a:xfrm>
            <a:off x="9849964" y="4887700"/>
            <a:ext cx="2045368" cy="42514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Observability</a:t>
            </a:r>
          </a:p>
        </p:txBody>
      </p:sp>
      <p:sp>
        <p:nvSpPr>
          <p:cNvPr id="12" name="Rectangle 11">
            <a:extLst>
              <a:ext uri="{FF2B5EF4-FFF2-40B4-BE49-F238E27FC236}">
                <a16:creationId xmlns:a16="http://schemas.microsoft.com/office/drawing/2014/main" id="{D9561BF5-3820-5666-900D-C8ED1B0401CC}"/>
              </a:ext>
            </a:extLst>
          </p:cNvPr>
          <p:cNvSpPr/>
          <p:nvPr/>
        </p:nvSpPr>
        <p:spPr>
          <a:xfrm>
            <a:off x="9849964" y="6288817"/>
            <a:ext cx="2045368" cy="42514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Monitoring</a:t>
            </a:r>
          </a:p>
        </p:txBody>
      </p:sp>
      <p:sp>
        <p:nvSpPr>
          <p:cNvPr id="13" name="Rectangle 12">
            <a:extLst>
              <a:ext uri="{FF2B5EF4-FFF2-40B4-BE49-F238E27FC236}">
                <a16:creationId xmlns:a16="http://schemas.microsoft.com/office/drawing/2014/main" id="{F6E5743A-4082-0CEE-5197-5E57F598DDE8}"/>
              </a:ext>
            </a:extLst>
          </p:cNvPr>
          <p:cNvSpPr/>
          <p:nvPr/>
        </p:nvSpPr>
        <p:spPr>
          <a:xfrm>
            <a:off x="9849964" y="5813634"/>
            <a:ext cx="2045368" cy="42514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Correlation</a:t>
            </a:r>
          </a:p>
        </p:txBody>
      </p:sp>
      <p:sp>
        <p:nvSpPr>
          <p:cNvPr id="14" name="Rectangle 13">
            <a:extLst>
              <a:ext uri="{FF2B5EF4-FFF2-40B4-BE49-F238E27FC236}">
                <a16:creationId xmlns:a16="http://schemas.microsoft.com/office/drawing/2014/main" id="{8E7C91E4-65DC-9944-508C-27D8BEB53720}"/>
              </a:ext>
            </a:extLst>
          </p:cNvPr>
          <p:cNvSpPr/>
          <p:nvPr/>
        </p:nvSpPr>
        <p:spPr>
          <a:xfrm>
            <a:off x="9849964" y="5352102"/>
            <a:ext cx="2045368" cy="42514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Diagnostics</a:t>
            </a:r>
          </a:p>
        </p:txBody>
      </p:sp>
      <p:sp>
        <p:nvSpPr>
          <p:cNvPr id="153" name="TextBox 152">
            <a:extLst>
              <a:ext uri="{FF2B5EF4-FFF2-40B4-BE49-F238E27FC236}">
                <a16:creationId xmlns:a16="http://schemas.microsoft.com/office/drawing/2014/main" id="{E8C858AF-CC62-BEC3-0AEF-E07709E07E4F}"/>
              </a:ext>
            </a:extLst>
          </p:cNvPr>
          <p:cNvSpPr txBox="1"/>
          <p:nvPr/>
        </p:nvSpPr>
        <p:spPr>
          <a:xfrm>
            <a:off x="10210912" y="4639756"/>
            <a:ext cx="1467854"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Service Assurance</a:t>
            </a:r>
          </a:p>
        </p:txBody>
      </p:sp>
      <p:sp>
        <p:nvSpPr>
          <p:cNvPr id="154" name="TextBox 153">
            <a:extLst>
              <a:ext uri="{FF2B5EF4-FFF2-40B4-BE49-F238E27FC236}">
                <a16:creationId xmlns:a16="http://schemas.microsoft.com/office/drawing/2014/main" id="{BB57F6B8-8C7D-EB83-4164-93B7A24C1FC2}"/>
              </a:ext>
            </a:extLst>
          </p:cNvPr>
          <p:cNvSpPr txBox="1"/>
          <p:nvPr/>
        </p:nvSpPr>
        <p:spPr>
          <a:xfrm>
            <a:off x="2423315" y="6471378"/>
            <a:ext cx="5713325"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Calibri"/>
                <a:cs typeface="Calibri"/>
                <a:sym typeface="Calibri"/>
              </a:rPr>
              <a:t>Network/Infrastructure</a:t>
            </a:r>
          </a:p>
        </p:txBody>
      </p:sp>
      <p:sp>
        <p:nvSpPr>
          <p:cNvPr id="158" name="Rectangle 157">
            <a:extLst>
              <a:ext uri="{FF2B5EF4-FFF2-40B4-BE49-F238E27FC236}">
                <a16:creationId xmlns:a16="http://schemas.microsoft.com/office/drawing/2014/main" id="{DECF87B7-F4D2-9729-C672-36DCD7637FE1}"/>
              </a:ext>
            </a:extLst>
          </p:cNvPr>
          <p:cNvSpPr/>
          <p:nvPr/>
        </p:nvSpPr>
        <p:spPr>
          <a:xfrm>
            <a:off x="4391751" y="4113355"/>
            <a:ext cx="1162382" cy="23485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Commercial Inventory</a:t>
            </a:r>
          </a:p>
        </p:txBody>
      </p:sp>
      <p:sp>
        <p:nvSpPr>
          <p:cNvPr id="159" name="Rectangle 158">
            <a:extLst>
              <a:ext uri="{FF2B5EF4-FFF2-40B4-BE49-F238E27FC236}">
                <a16:creationId xmlns:a16="http://schemas.microsoft.com/office/drawing/2014/main" id="{CD5945A9-D239-F4DB-95BD-F77E89B68EC3}"/>
              </a:ext>
            </a:extLst>
          </p:cNvPr>
          <p:cNvSpPr/>
          <p:nvPr/>
        </p:nvSpPr>
        <p:spPr>
          <a:xfrm>
            <a:off x="4399637" y="5060271"/>
            <a:ext cx="920953" cy="27779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Service Inventory</a:t>
            </a:r>
          </a:p>
        </p:txBody>
      </p:sp>
      <p:sp>
        <p:nvSpPr>
          <p:cNvPr id="160" name="Rectangle 159">
            <a:extLst>
              <a:ext uri="{FF2B5EF4-FFF2-40B4-BE49-F238E27FC236}">
                <a16:creationId xmlns:a16="http://schemas.microsoft.com/office/drawing/2014/main" id="{D42D8FA7-306A-00AD-5AE4-B53B204DAF44}"/>
              </a:ext>
            </a:extLst>
          </p:cNvPr>
          <p:cNvSpPr/>
          <p:nvPr/>
        </p:nvSpPr>
        <p:spPr>
          <a:xfrm>
            <a:off x="5394138" y="5060271"/>
            <a:ext cx="920953" cy="27779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Resource Inventory</a:t>
            </a:r>
          </a:p>
        </p:txBody>
      </p:sp>
      <p:sp>
        <p:nvSpPr>
          <p:cNvPr id="185" name="Rectangle 184">
            <a:extLst>
              <a:ext uri="{FF2B5EF4-FFF2-40B4-BE49-F238E27FC236}">
                <a16:creationId xmlns:a16="http://schemas.microsoft.com/office/drawing/2014/main" id="{BAA8BE10-1C74-CAB5-FC12-2175FDDEF440}"/>
              </a:ext>
            </a:extLst>
          </p:cNvPr>
          <p:cNvSpPr/>
          <p:nvPr/>
        </p:nvSpPr>
        <p:spPr>
          <a:xfrm>
            <a:off x="720247" y="6526448"/>
            <a:ext cx="316730" cy="283287"/>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186" name="TextBox 185">
            <a:extLst>
              <a:ext uri="{FF2B5EF4-FFF2-40B4-BE49-F238E27FC236}">
                <a16:creationId xmlns:a16="http://schemas.microsoft.com/office/drawing/2014/main" id="{CCFC9728-0505-4E39-B977-A3A4E9C11511}"/>
              </a:ext>
            </a:extLst>
          </p:cNvPr>
          <p:cNvSpPr txBox="1"/>
          <p:nvPr/>
        </p:nvSpPr>
        <p:spPr>
          <a:xfrm>
            <a:off x="1263188" y="6545452"/>
            <a:ext cx="2176166"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Arial"/>
                <a:ea typeface="Calibri"/>
                <a:cs typeface="Calibri"/>
                <a:sym typeface="Calibri"/>
              </a:rPr>
              <a:t>Reuse of existing Systems</a:t>
            </a:r>
          </a:p>
        </p:txBody>
      </p:sp>
      <p:sp>
        <p:nvSpPr>
          <p:cNvPr id="204" name="Rectangle 203">
            <a:extLst>
              <a:ext uri="{FF2B5EF4-FFF2-40B4-BE49-F238E27FC236}">
                <a16:creationId xmlns:a16="http://schemas.microsoft.com/office/drawing/2014/main" id="{632056C1-AAAC-5EC1-92DA-D11D41AC5091}"/>
              </a:ext>
            </a:extLst>
          </p:cNvPr>
          <p:cNvSpPr/>
          <p:nvPr/>
        </p:nvSpPr>
        <p:spPr>
          <a:xfrm>
            <a:off x="1517322" y="2438794"/>
            <a:ext cx="1318369" cy="292093"/>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Customer / </a:t>
            </a:r>
            <a:r>
              <a:rPr kumimoji="0" lang="en-US" sz="800" b="0" i="0" u="none" strike="noStrike" kern="1200" cap="none" spc="0" normalizeH="0" baseline="0" noProof="0" err="1">
                <a:ln>
                  <a:noFill/>
                </a:ln>
                <a:solidFill>
                  <a:srgbClr val="000000"/>
                </a:solidFill>
                <a:effectLst/>
                <a:uLnTx/>
                <a:uFillTx/>
                <a:latin typeface="Arial"/>
                <a:ea typeface="Calibri"/>
                <a:cs typeface="Calibri"/>
                <a:sym typeface="Calibri"/>
              </a:rPr>
              <a:t>Organisation</a:t>
            </a: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205" name="Rectangle 204">
            <a:extLst>
              <a:ext uri="{FF2B5EF4-FFF2-40B4-BE49-F238E27FC236}">
                <a16:creationId xmlns:a16="http://schemas.microsoft.com/office/drawing/2014/main" id="{37BA6732-5BCE-63B0-8687-6CA26F1330CA}"/>
              </a:ext>
            </a:extLst>
          </p:cNvPr>
          <p:cNvSpPr/>
          <p:nvPr/>
        </p:nvSpPr>
        <p:spPr>
          <a:xfrm>
            <a:off x="1505039" y="2766151"/>
            <a:ext cx="1327235" cy="270189"/>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Site</a:t>
            </a:r>
          </a:p>
        </p:txBody>
      </p:sp>
      <p:sp>
        <p:nvSpPr>
          <p:cNvPr id="206" name="Rectangle 205">
            <a:extLst>
              <a:ext uri="{FF2B5EF4-FFF2-40B4-BE49-F238E27FC236}">
                <a16:creationId xmlns:a16="http://schemas.microsoft.com/office/drawing/2014/main" id="{33968E1D-E4E7-6DEF-69B6-19B4E28C3F4C}"/>
              </a:ext>
            </a:extLst>
          </p:cNvPr>
          <p:cNvSpPr/>
          <p:nvPr/>
        </p:nvSpPr>
        <p:spPr>
          <a:xfrm>
            <a:off x="1505039" y="3771263"/>
            <a:ext cx="1327235" cy="260595"/>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Suppliers, Carrier and Vendor </a:t>
            </a:r>
            <a:r>
              <a:rPr kumimoji="0" lang="en-US" sz="800" b="0" i="0" u="none" strike="noStrike" kern="1200" cap="none" spc="0" normalizeH="0" baseline="0" noProof="0" err="1">
                <a:ln>
                  <a:noFill/>
                </a:ln>
                <a:solidFill>
                  <a:srgbClr val="000000"/>
                </a:solidFill>
                <a:effectLst/>
                <a:uLnTx/>
                <a:uFillTx/>
                <a:latin typeface="Arial"/>
                <a:ea typeface="Calibri"/>
                <a:cs typeface="Calibri"/>
                <a:sym typeface="Calibri"/>
              </a:rPr>
              <a:t>Mgmt</a:t>
            </a:r>
            <a:endParaRPr kumimoji="0" lang="en-US" sz="800" b="0" i="0" u="none" strike="noStrike" kern="1200" cap="none" spc="0" normalizeH="0" baseline="0" noProof="0">
              <a:ln>
                <a:noFill/>
              </a:ln>
              <a:solidFill>
                <a:srgbClr val="000000"/>
              </a:solidFill>
              <a:effectLst/>
              <a:uLnTx/>
              <a:uFillTx/>
              <a:latin typeface="Arial"/>
              <a:ea typeface="Calibri"/>
              <a:cs typeface="Calibri"/>
              <a:sym typeface="Calibri"/>
            </a:endParaRPr>
          </a:p>
        </p:txBody>
      </p:sp>
      <p:sp>
        <p:nvSpPr>
          <p:cNvPr id="207" name="Rectangle 206">
            <a:extLst>
              <a:ext uri="{FF2B5EF4-FFF2-40B4-BE49-F238E27FC236}">
                <a16:creationId xmlns:a16="http://schemas.microsoft.com/office/drawing/2014/main" id="{28F387EE-DB27-F41C-8D57-B53870D12C31}"/>
              </a:ext>
            </a:extLst>
          </p:cNvPr>
          <p:cNvSpPr/>
          <p:nvPr/>
        </p:nvSpPr>
        <p:spPr>
          <a:xfrm>
            <a:off x="8401793" y="6077574"/>
            <a:ext cx="977976" cy="276997"/>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000000"/>
                </a:solidFill>
                <a:effectLst/>
                <a:uLnTx/>
                <a:uFillTx/>
                <a:latin typeface="Arial"/>
                <a:ea typeface="Calibri"/>
                <a:cs typeface="Calibri"/>
                <a:sym typeface="Calibri"/>
              </a:rPr>
              <a:t>Proj</a:t>
            </a: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 Mgmt.</a:t>
            </a:r>
          </a:p>
        </p:txBody>
      </p:sp>
      <p:sp>
        <p:nvSpPr>
          <p:cNvPr id="208" name="Rectangle 207">
            <a:extLst>
              <a:ext uri="{FF2B5EF4-FFF2-40B4-BE49-F238E27FC236}">
                <a16:creationId xmlns:a16="http://schemas.microsoft.com/office/drawing/2014/main" id="{751041B9-4773-DEC6-6BA1-4A6B713176B7}"/>
              </a:ext>
            </a:extLst>
          </p:cNvPr>
          <p:cNvSpPr/>
          <p:nvPr/>
        </p:nvSpPr>
        <p:spPr>
          <a:xfrm>
            <a:off x="1513905" y="3092584"/>
            <a:ext cx="1318369" cy="292093"/>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Contract</a:t>
            </a:r>
          </a:p>
        </p:txBody>
      </p:sp>
      <p:sp>
        <p:nvSpPr>
          <p:cNvPr id="209" name="Rectangle 208">
            <a:extLst>
              <a:ext uri="{FF2B5EF4-FFF2-40B4-BE49-F238E27FC236}">
                <a16:creationId xmlns:a16="http://schemas.microsoft.com/office/drawing/2014/main" id="{A68D5C1E-FE7E-F5D1-023D-9CDEC09B2F23}"/>
              </a:ext>
            </a:extLst>
          </p:cNvPr>
          <p:cNvSpPr/>
          <p:nvPr/>
        </p:nvSpPr>
        <p:spPr>
          <a:xfrm>
            <a:off x="1514065" y="4096937"/>
            <a:ext cx="1318369" cy="292093"/>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Number Management</a:t>
            </a:r>
          </a:p>
        </p:txBody>
      </p:sp>
      <p:sp>
        <p:nvSpPr>
          <p:cNvPr id="231" name="Rectangle 230">
            <a:extLst>
              <a:ext uri="{FF2B5EF4-FFF2-40B4-BE49-F238E27FC236}">
                <a16:creationId xmlns:a16="http://schemas.microsoft.com/office/drawing/2014/main" id="{9D243830-C246-5129-9BE6-D4DF22569B7D}"/>
              </a:ext>
            </a:extLst>
          </p:cNvPr>
          <p:cNvSpPr/>
          <p:nvPr/>
        </p:nvSpPr>
        <p:spPr>
          <a:xfrm>
            <a:off x="7017077" y="3777391"/>
            <a:ext cx="1384716" cy="278679"/>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Mediation</a:t>
            </a:r>
          </a:p>
        </p:txBody>
      </p:sp>
      <p:sp>
        <p:nvSpPr>
          <p:cNvPr id="237" name="Rectangle 236">
            <a:extLst>
              <a:ext uri="{FF2B5EF4-FFF2-40B4-BE49-F238E27FC236}">
                <a16:creationId xmlns:a16="http://schemas.microsoft.com/office/drawing/2014/main" id="{13CBD1F8-6228-0B31-E6CB-D914C376C57C}"/>
              </a:ext>
            </a:extLst>
          </p:cNvPr>
          <p:cNvSpPr/>
          <p:nvPr/>
        </p:nvSpPr>
        <p:spPr>
          <a:xfrm>
            <a:off x="10211805" y="882655"/>
            <a:ext cx="1363578" cy="29758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Contact Center</a:t>
            </a:r>
          </a:p>
        </p:txBody>
      </p:sp>
      <p:sp>
        <p:nvSpPr>
          <p:cNvPr id="24" name="Rectangle 23">
            <a:extLst>
              <a:ext uri="{FF2B5EF4-FFF2-40B4-BE49-F238E27FC236}">
                <a16:creationId xmlns:a16="http://schemas.microsoft.com/office/drawing/2014/main" id="{D889DE73-0DF3-FF16-4A7A-91B6154BAAB1}"/>
              </a:ext>
            </a:extLst>
          </p:cNvPr>
          <p:cNvSpPr/>
          <p:nvPr/>
        </p:nvSpPr>
        <p:spPr>
          <a:xfrm>
            <a:off x="1513905" y="3422926"/>
            <a:ext cx="1318369" cy="292093"/>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Calibri"/>
                <a:cs typeface="Calibri"/>
                <a:sym typeface="Calibri"/>
              </a:rPr>
              <a:t>Billing Account</a:t>
            </a:r>
          </a:p>
        </p:txBody>
      </p:sp>
      <p:sp>
        <p:nvSpPr>
          <p:cNvPr id="54" name="Rectangle 53">
            <a:extLst>
              <a:ext uri="{FF2B5EF4-FFF2-40B4-BE49-F238E27FC236}">
                <a16:creationId xmlns:a16="http://schemas.microsoft.com/office/drawing/2014/main" id="{087CE4AE-A00E-DAE1-DA38-86C69515FA75}"/>
              </a:ext>
            </a:extLst>
          </p:cNvPr>
          <p:cNvSpPr/>
          <p:nvPr/>
        </p:nvSpPr>
        <p:spPr>
          <a:xfrm>
            <a:off x="7111377" y="4624554"/>
            <a:ext cx="1483899" cy="299998"/>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EDH / Data Lake</a:t>
            </a:r>
          </a:p>
        </p:txBody>
      </p:sp>
      <p:sp>
        <p:nvSpPr>
          <p:cNvPr id="81" name="Rectangle 80">
            <a:extLst>
              <a:ext uri="{FF2B5EF4-FFF2-40B4-BE49-F238E27FC236}">
                <a16:creationId xmlns:a16="http://schemas.microsoft.com/office/drawing/2014/main" id="{5CA3AB8D-FCCA-E590-C034-3288B77A5FA3}"/>
              </a:ext>
            </a:extLst>
          </p:cNvPr>
          <p:cNvSpPr/>
          <p:nvPr/>
        </p:nvSpPr>
        <p:spPr>
          <a:xfrm>
            <a:off x="1155035" y="4466398"/>
            <a:ext cx="1945104" cy="392282"/>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P&amp;L </a:t>
            </a:r>
          </a:p>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financial performance tool   </a:t>
            </a:r>
          </a:p>
        </p:txBody>
      </p:sp>
      <p:sp>
        <p:nvSpPr>
          <p:cNvPr id="96" name="Rectangle 95">
            <a:extLst>
              <a:ext uri="{FF2B5EF4-FFF2-40B4-BE49-F238E27FC236}">
                <a16:creationId xmlns:a16="http://schemas.microsoft.com/office/drawing/2014/main" id="{1A8C0826-D088-6C45-775F-6B1F7D311E75}"/>
              </a:ext>
            </a:extLst>
          </p:cNvPr>
          <p:cNvSpPr/>
          <p:nvPr/>
        </p:nvSpPr>
        <p:spPr>
          <a:xfrm>
            <a:off x="1143346" y="4890699"/>
            <a:ext cx="1945104" cy="282148"/>
          </a:xfrm>
          <a:prstGeom prst="rect">
            <a:avLst/>
          </a:prstGeom>
          <a:solidFill>
            <a:srgbClr val="827D7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chorCtr="0">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Calibri"/>
                <a:cs typeface="Calibri"/>
                <a:sym typeface="Calibri"/>
              </a:rPr>
              <a:t>Supplier PO</a:t>
            </a:r>
          </a:p>
        </p:txBody>
      </p:sp>
      <p:cxnSp>
        <p:nvCxnSpPr>
          <p:cNvPr id="52" name="Straight Connector 51">
            <a:extLst>
              <a:ext uri="{FF2B5EF4-FFF2-40B4-BE49-F238E27FC236}">
                <a16:creationId xmlns:a16="http://schemas.microsoft.com/office/drawing/2014/main" id="{F864BD49-47D8-3016-9B05-84F79D5E7E7B}"/>
              </a:ext>
            </a:extLst>
          </p:cNvPr>
          <p:cNvCxnSpPr>
            <a:stCxn id="107" idx="2"/>
            <a:endCxn id="152" idx="0"/>
          </p:cNvCxnSpPr>
          <p:nvPr/>
        </p:nvCxnSpPr>
        <p:spPr>
          <a:xfrm>
            <a:off x="10866717" y="4090669"/>
            <a:ext cx="1" cy="49082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25" name="Connector: Elbow 24">
            <a:extLst>
              <a:ext uri="{FF2B5EF4-FFF2-40B4-BE49-F238E27FC236}">
                <a16:creationId xmlns:a16="http://schemas.microsoft.com/office/drawing/2014/main" id="{7A353023-A9CD-8BD0-1D5B-21E5DD089CA4}"/>
              </a:ext>
            </a:extLst>
          </p:cNvPr>
          <p:cNvCxnSpPr>
            <a:cxnSpLocks/>
          </p:cNvCxnSpPr>
          <p:nvPr/>
        </p:nvCxnSpPr>
        <p:spPr>
          <a:xfrm flipV="1">
            <a:off x="3098879" y="2605917"/>
            <a:ext cx="1136461" cy="714092"/>
          </a:xfrm>
          <a:prstGeom prst="bentConnector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BB829AFB-0110-D5FE-0100-BE41261DD60D}"/>
              </a:ext>
            </a:extLst>
          </p:cNvPr>
          <p:cNvCxnSpPr>
            <a:cxnSpLocks/>
          </p:cNvCxnSpPr>
          <p:nvPr/>
        </p:nvCxnSpPr>
        <p:spPr>
          <a:xfrm>
            <a:off x="3098879" y="3320009"/>
            <a:ext cx="1168127" cy="34384"/>
          </a:xfrm>
          <a:prstGeom prst="bentConnector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31" name="Connector: Elbow 30">
            <a:extLst>
              <a:ext uri="{FF2B5EF4-FFF2-40B4-BE49-F238E27FC236}">
                <a16:creationId xmlns:a16="http://schemas.microsoft.com/office/drawing/2014/main" id="{C978A091-6C37-560D-88B3-D5AE2DE395F7}"/>
              </a:ext>
            </a:extLst>
          </p:cNvPr>
          <p:cNvCxnSpPr>
            <a:cxnSpLocks/>
          </p:cNvCxnSpPr>
          <p:nvPr/>
        </p:nvCxnSpPr>
        <p:spPr>
          <a:xfrm>
            <a:off x="3098879" y="3320009"/>
            <a:ext cx="1206596" cy="859935"/>
          </a:xfrm>
          <a:prstGeom prst="bentConnector3">
            <a:avLst>
              <a:gd name="adj1" fmla="val 47895"/>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34" name="Connector: Elbow 33">
            <a:extLst>
              <a:ext uri="{FF2B5EF4-FFF2-40B4-BE49-F238E27FC236}">
                <a16:creationId xmlns:a16="http://schemas.microsoft.com/office/drawing/2014/main" id="{0424D6FB-492B-663C-3018-675CA56DD51E}"/>
              </a:ext>
            </a:extLst>
          </p:cNvPr>
          <p:cNvCxnSpPr>
            <a:cxnSpLocks/>
          </p:cNvCxnSpPr>
          <p:nvPr/>
        </p:nvCxnSpPr>
        <p:spPr>
          <a:xfrm>
            <a:off x="3098879" y="3320009"/>
            <a:ext cx="1168127" cy="1796353"/>
          </a:xfrm>
          <a:prstGeom prst="bentConnector3">
            <a:avLst>
              <a:gd name="adj1" fmla="val 50000"/>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44D82117-B7CA-5C06-635B-A624EFA29D2E}"/>
              </a:ext>
            </a:extLst>
          </p:cNvPr>
          <p:cNvCxnSpPr>
            <a:cxnSpLocks/>
          </p:cNvCxnSpPr>
          <p:nvPr/>
        </p:nvCxnSpPr>
        <p:spPr>
          <a:xfrm rot="10800000" flipV="1">
            <a:off x="3100140" y="3354393"/>
            <a:ext cx="1166867" cy="1345560"/>
          </a:xfrm>
          <a:prstGeom prst="bentConnector3">
            <a:avLst>
              <a:gd name="adj1" fmla="val 3115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9932C32E-7BBA-C977-4C70-BCA8C2F6AFA0}"/>
              </a:ext>
            </a:extLst>
          </p:cNvPr>
          <p:cNvCxnSpPr>
            <a:cxnSpLocks/>
          </p:cNvCxnSpPr>
          <p:nvPr/>
        </p:nvCxnSpPr>
        <p:spPr>
          <a:xfrm rot="10800000" flipV="1">
            <a:off x="3088450" y="3354393"/>
            <a:ext cx="1178556" cy="1714794"/>
          </a:xfrm>
          <a:prstGeom prst="bentConnector3">
            <a:avLst>
              <a:gd name="adj1" fmla="val 50718"/>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712AA3FC-A843-4100-1A34-F402422E2C25}"/>
              </a:ext>
            </a:extLst>
          </p:cNvPr>
          <p:cNvCxnSpPr>
            <a:cxnSpLocks/>
          </p:cNvCxnSpPr>
          <p:nvPr/>
        </p:nvCxnSpPr>
        <p:spPr>
          <a:xfrm rot="5400000" flipH="1">
            <a:off x="4204387" y="4336015"/>
            <a:ext cx="41570" cy="2274127"/>
          </a:xfrm>
          <a:prstGeom prst="bentConnector4">
            <a:avLst>
              <a:gd name="adj1" fmla="val -549916"/>
              <a:gd name="adj2" fmla="val 74080"/>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59" name="Connector: Elbow 58">
            <a:extLst>
              <a:ext uri="{FF2B5EF4-FFF2-40B4-BE49-F238E27FC236}">
                <a16:creationId xmlns:a16="http://schemas.microsoft.com/office/drawing/2014/main" id="{E9A07140-3A20-B40C-D84F-26B11C20FF34}"/>
              </a:ext>
            </a:extLst>
          </p:cNvPr>
          <p:cNvCxnSpPr>
            <a:cxnSpLocks/>
          </p:cNvCxnSpPr>
          <p:nvPr/>
        </p:nvCxnSpPr>
        <p:spPr>
          <a:xfrm rot="5400000">
            <a:off x="4057838" y="4524132"/>
            <a:ext cx="334666" cy="2274128"/>
          </a:xfrm>
          <a:prstGeom prst="bentConnector2">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64" name="Connector: Elbow 63">
            <a:extLst>
              <a:ext uri="{FF2B5EF4-FFF2-40B4-BE49-F238E27FC236}">
                <a16:creationId xmlns:a16="http://schemas.microsoft.com/office/drawing/2014/main" id="{340E9AC2-49A7-27F1-B086-7D9686D572C0}"/>
              </a:ext>
            </a:extLst>
          </p:cNvPr>
          <p:cNvCxnSpPr>
            <a:cxnSpLocks/>
          </p:cNvCxnSpPr>
          <p:nvPr/>
        </p:nvCxnSpPr>
        <p:spPr>
          <a:xfrm rot="5400000">
            <a:off x="4664407" y="5359443"/>
            <a:ext cx="563408" cy="832248"/>
          </a:xfrm>
          <a:prstGeom prst="bentConnector3">
            <a:avLst>
              <a:gd name="adj1" fmla="val 60272"/>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67" name="Connector: Elbow 66">
            <a:extLst>
              <a:ext uri="{FF2B5EF4-FFF2-40B4-BE49-F238E27FC236}">
                <a16:creationId xmlns:a16="http://schemas.microsoft.com/office/drawing/2014/main" id="{36548EA3-F94A-B05D-86AB-0C006B454419}"/>
              </a:ext>
            </a:extLst>
          </p:cNvPr>
          <p:cNvCxnSpPr>
            <a:cxnSpLocks/>
          </p:cNvCxnSpPr>
          <p:nvPr/>
        </p:nvCxnSpPr>
        <p:spPr>
          <a:xfrm rot="16200000" flipH="1">
            <a:off x="5356812" y="5499286"/>
            <a:ext cx="538596" cy="527750"/>
          </a:xfrm>
          <a:prstGeom prst="bentConnector3">
            <a:avLst>
              <a:gd name="adj1" fmla="val 6504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73" name="Connector: Elbow 72">
            <a:extLst>
              <a:ext uri="{FF2B5EF4-FFF2-40B4-BE49-F238E27FC236}">
                <a16:creationId xmlns:a16="http://schemas.microsoft.com/office/drawing/2014/main" id="{C67417BC-3C32-CD8F-2F00-B8AA46DF80E7}"/>
              </a:ext>
            </a:extLst>
          </p:cNvPr>
          <p:cNvCxnSpPr>
            <a:cxnSpLocks/>
          </p:cNvCxnSpPr>
          <p:nvPr/>
        </p:nvCxnSpPr>
        <p:spPr>
          <a:xfrm flipV="1">
            <a:off x="3088107" y="5116362"/>
            <a:ext cx="1178899" cy="1130894"/>
          </a:xfrm>
          <a:prstGeom prst="bentConnector3">
            <a:avLst>
              <a:gd name="adj1" fmla="val 65709"/>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62131AE0-F6CC-3637-25C8-98D236F9B577}"/>
              </a:ext>
            </a:extLst>
          </p:cNvPr>
          <p:cNvCxnSpPr>
            <a:cxnSpLocks/>
          </p:cNvCxnSpPr>
          <p:nvPr/>
        </p:nvCxnSpPr>
        <p:spPr>
          <a:xfrm flipH="1">
            <a:off x="5368251" y="2837104"/>
            <a:ext cx="3551" cy="215298"/>
          </a:xfrm>
          <a:prstGeom prst="straightConnector1">
            <a:avLst/>
          </a:prstGeom>
          <a:ln>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1C00A8D8-D45D-AFE0-8624-2A2B3B9F012B}"/>
              </a:ext>
            </a:extLst>
          </p:cNvPr>
          <p:cNvCxnSpPr>
            <a:cxnSpLocks/>
          </p:cNvCxnSpPr>
          <p:nvPr/>
        </p:nvCxnSpPr>
        <p:spPr>
          <a:xfrm flipH="1">
            <a:off x="5364432" y="3656383"/>
            <a:ext cx="3819" cy="228043"/>
          </a:xfrm>
          <a:prstGeom prst="straightConnector1">
            <a:avLst/>
          </a:prstGeom>
          <a:ln>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a:extLst>
              <a:ext uri="{FF2B5EF4-FFF2-40B4-BE49-F238E27FC236}">
                <a16:creationId xmlns:a16="http://schemas.microsoft.com/office/drawing/2014/main" id="{DACF8801-EBA9-4167-AAF1-D6CF64B153B4}"/>
              </a:ext>
            </a:extLst>
          </p:cNvPr>
          <p:cNvCxnSpPr>
            <a:cxnSpLocks/>
          </p:cNvCxnSpPr>
          <p:nvPr/>
        </p:nvCxnSpPr>
        <p:spPr>
          <a:xfrm flipH="1">
            <a:off x="5362235" y="4475462"/>
            <a:ext cx="2197" cy="263398"/>
          </a:xfrm>
          <a:prstGeom prst="straightConnector1">
            <a:avLst/>
          </a:prstGeom>
          <a:ln>
            <a:solidFill>
              <a:schemeClr val="bg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103" name="Connector: Elbow 102">
            <a:extLst>
              <a:ext uri="{FF2B5EF4-FFF2-40B4-BE49-F238E27FC236}">
                <a16:creationId xmlns:a16="http://schemas.microsoft.com/office/drawing/2014/main" id="{D1B56FEC-C4A1-B86E-EB1C-44F1D2922A23}"/>
              </a:ext>
            </a:extLst>
          </p:cNvPr>
          <p:cNvCxnSpPr>
            <a:cxnSpLocks/>
          </p:cNvCxnSpPr>
          <p:nvPr/>
        </p:nvCxnSpPr>
        <p:spPr>
          <a:xfrm flipV="1">
            <a:off x="6469496" y="3121426"/>
            <a:ext cx="553450" cy="232967"/>
          </a:xfrm>
          <a:prstGeom prst="bentConnector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05" name="Connector: Elbow 104">
            <a:extLst>
              <a:ext uri="{FF2B5EF4-FFF2-40B4-BE49-F238E27FC236}">
                <a16:creationId xmlns:a16="http://schemas.microsoft.com/office/drawing/2014/main" id="{7A696F54-3AD7-98E3-8461-3F750E600A78}"/>
              </a:ext>
            </a:extLst>
          </p:cNvPr>
          <p:cNvCxnSpPr>
            <a:cxnSpLocks/>
          </p:cNvCxnSpPr>
          <p:nvPr/>
        </p:nvCxnSpPr>
        <p:spPr>
          <a:xfrm flipV="1">
            <a:off x="6423388" y="3601639"/>
            <a:ext cx="599559" cy="578305"/>
          </a:xfrm>
          <a:prstGeom prst="bentConnector3">
            <a:avLst>
              <a:gd name="adj1" fmla="val 50000"/>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10" name="Connector: Elbow 109">
            <a:extLst>
              <a:ext uri="{FF2B5EF4-FFF2-40B4-BE49-F238E27FC236}">
                <a16:creationId xmlns:a16="http://schemas.microsoft.com/office/drawing/2014/main" id="{08DBC587-5DE9-FE83-9132-F9F27D0D0EEE}"/>
              </a:ext>
            </a:extLst>
          </p:cNvPr>
          <p:cNvCxnSpPr>
            <a:cxnSpLocks/>
            <a:stCxn id="5" idx="3"/>
            <a:endCxn id="54" idx="1"/>
          </p:cNvCxnSpPr>
          <p:nvPr/>
        </p:nvCxnSpPr>
        <p:spPr>
          <a:xfrm>
            <a:off x="6423388" y="4142530"/>
            <a:ext cx="687989" cy="632023"/>
          </a:xfrm>
          <a:prstGeom prst="bentConnector3">
            <a:avLst>
              <a:gd name="adj1" fmla="val 44953"/>
            </a:avLst>
          </a:prstGeom>
          <a:ln>
            <a:tailEnd type="triangle"/>
          </a:ln>
        </p:spPr>
        <p:style>
          <a:lnRef idx="1">
            <a:schemeClr val="dk1"/>
          </a:lnRef>
          <a:fillRef idx="0">
            <a:schemeClr val="dk1"/>
          </a:fillRef>
          <a:effectRef idx="0">
            <a:schemeClr val="dk1"/>
          </a:effectRef>
          <a:fontRef idx="minor">
            <a:schemeClr val="tx1"/>
          </a:fontRef>
        </p:style>
      </p:cxnSp>
      <p:cxnSp>
        <p:nvCxnSpPr>
          <p:cNvPr id="113" name="Connector: Elbow 112">
            <a:extLst>
              <a:ext uri="{FF2B5EF4-FFF2-40B4-BE49-F238E27FC236}">
                <a16:creationId xmlns:a16="http://schemas.microsoft.com/office/drawing/2014/main" id="{20DFAB59-481D-D3EB-E6F6-BAFA49766CE4}"/>
              </a:ext>
            </a:extLst>
          </p:cNvPr>
          <p:cNvCxnSpPr>
            <a:cxnSpLocks/>
            <a:stCxn id="6" idx="3"/>
            <a:endCxn id="54" idx="1"/>
          </p:cNvCxnSpPr>
          <p:nvPr/>
        </p:nvCxnSpPr>
        <p:spPr>
          <a:xfrm flipV="1">
            <a:off x="6457463" y="4774553"/>
            <a:ext cx="653914" cy="30439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17" name="Connector: Elbow 116">
            <a:extLst>
              <a:ext uri="{FF2B5EF4-FFF2-40B4-BE49-F238E27FC236}">
                <a16:creationId xmlns:a16="http://schemas.microsoft.com/office/drawing/2014/main" id="{3FDE34D6-8A75-FA1C-8632-A38F2084D4F8}"/>
              </a:ext>
            </a:extLst>
          </p:cNvPr>
          <p:cNvCxnSpPr>
            <a:cxnSpLocks/>
          </p:cNvCxnSpPr>
          <p:nvPr/>
        </p:nvCxnSpPr>
        <p:spPr>
          <a:xfrm>
            <a:off x="6508263" y="2605917"/>
            <a:ext cx="603114" cy="2206050"/>
          </a:xfrm>
          <a:prstGeom prst="bentConnector3">
            <a:avLst>
              <a:gd name="adj1" fmla="val 36566"/>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22" name="Connector: Elbow 121">
            <a:extLst>
              <a:ext uri="{FF2B5EF4-FFF2-40B4-BE49-F238E27FC236}">
                <a16:creationId xmlns:a16="http://schemas.microsoft.com/office/drawing/2014/main" id="{50F50084-C750-2A58-D32C-64CF08416B91}"/>
              </a:ext>
            </a:extLst>
          </p:cNvPr>
          <p:cNvCxnSpPr>
            <a:cxnSpLocks/>
          </p:cNvCxnSpPr>
          <p:nvPr/>
        </p:nvCxnSpPr>
        <p:spPr>
          <a:xfrm>
            <a:off x="6469496" y="3354393"/>
            <a:ext cx="641881" cy="1457574"/>
          </a:xfrm>
          <a:prstGeom prst="bentConnector3">
            <a:avLst>
              <a:gd name="adj1" fmla="val 3918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27" name="Connector: Elbow 126">
            <a:extLst>
              <a:ext uri="{FF2B5EF4-FFF2-40B4-BE49-F238E27FC236}">
                <a16:creationId xmlns:a16="http://schemas.microsoft.com/office/drawing/2014/main" id="{C68D3B5A-D56F-4F7D-A06D-4A7B28B81C74}"/>
              </a:ext>
            </a:extLst>
          </p:cNvPr>
          <p:cNvCxnSpPr>
            <a:cxnSpLocks/>
          </p:cNvCxnSpPr>
          <p:nvPr/>
        </p:nvCxnSpPr>
        <p:spPr>
          <a:xfrm flipV="1">
            <a:off x="6457463" y="3312347"/>
            <a:ext cx="3388195" cy="1804015"/>
          </a:xfrm>
          <a:prstGeom prst="bentConnector3">
            <a:avLst>
              <a:gd name="adj1" fmla="val 81429"/>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29" name="Connector: Elbow 128">
            <a:extLst>
              <a:ext uri="{FF2B5EF4-FFF2-40B4-BE49-F238E27FC236}">
                <a16:creationId xmlns:a16="http://schemas.microsoft.com/office/drawing/2014/main" id="{6CDC08AD-B0C7-95C3-D636-3FF2BDEAEEE8}"/>
              </a:ext>
            </a:extLst>
          </p:cNvPr>
          <p:cNvCxnSpPr>
            <a:cxnSpLocks/>
          </p:cNvCxnSpPr>
          <p:nvPr/>
        </p:nvCxnSpPr>
        <p:spPr>
          <a:xfrm flipV="1">
            <a:off x="6423388" y="3312347"/>
            <a:ext cx="3422270" cy="867597"/>
          </a:xfrm>
          <a:prstGeom prst="bentConnector3">
            <a:avLst>
              <a:gd name="adj1" fmla="val 81345"/>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34" name="Straight Arrow Connector 133">
            <a:extLst>
              <a:ext uri="{FF2B5EF4-FFF2-40B4-BE49-F238E27FC236}">
                <a16:creationId xmlns:a16="http://schemas.microsoft.com/office/drawing/2014/main" id="{2F698FD7-C252-8B63-F6FB-BAA47C4141F9}"/>
              </a:ext>
            </a:extLst>
          </p:cNvPr>
          <p:cNvCxnSpPr/>
          <p:nvPr/>
        </p:nvCxnSpPr>
        <p:spPr>
          <a:xfrm>
            <a:off x="10866717" y="2044584"/>
            <a:ext cx="0" cy="39421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41" name="Connector: Elbow 140">
            <a:extLst>
              <a:ext uri="{FF2B5EF4-FFF2-40B4-BE49-F238E27FC236}">
                <a16:creationId xmlns:a16="http://schemas.microsoft.com/office/drawing/2014/main" id="{7D8FDFBF-480B-5E75-8DE9-B7069B04D065}"/>
              </a:ext>
            </a:extLst>
          </p:cNvPr>
          <p:cNvCxnSpPr>
            <a:cxnSpLocks/>
            <a:stCxn id="8" idx="0"/>
          </p:cNvCxnSpPr>
          <p:nvPr/>
        </p:nvCxnSpPr>
        <p:spPr>
          <a:xfrm rot="16200000" flipV="1">
            <a:off x="7580257" y="2153557"/>
            <a:ext cx="263139" cy="229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5" name="Connector: Elbow 144">
            <a:extLst>
              <a:ext uri="{FF2B5EF4-FFF2-40B4-BE49-F238E27FC236}">
                <a16:creationId xmlns:a16="http://schemas.microsoft.com/office/drawing/2014/main" id="{7275D2F1-4E2B-C42E-9AF4-8F856E4FE311}"/>
              </a:ext>
            </a:extLst>
          </p:cNvPr>
          <p:cNvCxnSpPr>
            <a:cxnSpLocks/>
          </p:cNvCxnSpPr>
          <p:nvPr/>
        </p:nvCxnSpPr>
        <p:spPr>
          <a:xfrm rot="16200000" flipV="1">
            <a:off x="5201995" y="2204922"/>
            <a:ext cx="330049" cy="9567"/>
          </a:xfrm>
          <a:prstGeom prst="bentConnector3">
            <a:avLst>
              <a:gd name="adj1" fmla="val 50000"/>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63" name="Connector: Elbow 162">
            <a:extLst>
              <a:ext uri="{FF2B5EF4-FFF2-40B4-BE49-F238E27FC236}">
                <a16:creationId xmlns:a16="http://schemas.microsoft.com/office/drawing/2014/main" id="{D8353946-AC4E-EF7A-1218-57E035EE43C9}"/>
              </a:ext>
            </a:extLst>
          </p:cNvPr>
          <p:cNvCxnSpPr>
            <a:cxnSpLocks/>
          </p:cNvCxnSpPr>
          <p:nvPr/>
        </p:nvCxnSpPr>
        <p:spPr>
          <a:xfrm>
            <a:off x="6423388" y="4179944"/>
            <a:ext cx="588863" cy="1827648"/>
          </a:xfrm>
          <a:prstGeom prst="bentConnector3">
            <a:avLst>
              <a:gd name="adj1" fmla="val 32310"/>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167" name="Connector: Elbow 166">
            <a:extLst>
              <a:ext uri="{FF2B5EF4-FFF2-40B4-BE49-F238E27FC236}">
                <a16:creationId xmlns:a16="http://schemas.microsoft.com/office/drawing/2014/main" id="{94EDCE70-BFB8-992F-1350-B2DE4C36DF9D}"/>
              </a:ext>
            </a:extLst>
          </p:cNvPr>
          <p:cNvCxnSpPr>
            <a:cxnSpLocks/>
          </p:cNvCxnSpPr>
          <p:nvPr/>
        </p:nvCxnSpPr>
        <p:spPr>
          <a:xfrm>
            <a:off x="6457463" y="5116362"/>
            <a:ext cx="554788" cy="891230"/>
          </a:xfrm>
          <a:prstGeom prst="bentConnector3">
            <a:avLst>
              <a:gd name="adj1" fmla="val 31223"/>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sp>
        <p:nvSpPr>
          <p:cNvPr id="173" name="TextBox 172">
            <a:extLst>
              <a:ext uri="{FF2B5EF4-FFF2-40B4-BE49-F238E27FC236}">
                <a16:creationId xmlns:a16="http://schemas.microsoft.com/office/drawing/2014/main" id="{7EF39403-F2DD-56DE-CABA-B0A80BF29EC3}"/>
              </a:ext>
            </a:extLst>
          </p:cNvPr>
          <p:cNvSpPr txBox="1"/>
          <p:nvPr/>
        </p:nvSpPr>
        <p:spPr>
          <a:xfrm>
            <a:off x="8534618" y="2337316"/>
            <a:ext cx="1210724"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457200" rtl="0" eaLnBrk="1" fontAlgn="auto" latinLnBrk="0" hangingPunct="0">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chemeClr val="bg1"/>
                </a:solidFill>
                <a:effectLst/>
                <a:uLnTx/>
                <a:uFillTx/>
                <a:latin typeface="Arial"/>
                <a:ea typeface="Calibri"/>
                <a:cs typeface="Calibri"/>
                <a:sym typeface="Calibri"/>
              </a:rPr>
              <a:t>Consumed by all systems needing Product definition in catalogue driven architecture)</a:t>
            </a:r>
          </a:p>
        </p:txBody>
      </p:sp>
    </p:spTree>
    <p:extLst>
      <p:ext uri="{BB962C8B-B14F-4D97-AF65-F5344CB8AC3E}">
        <p14:creationId xmlns:p14="http://schemas.microsoft.com/office/powerpoint/2010/main" val="387648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B88678C-0CCF-D741-4589-A2AF455A72D7}"/>
              </a:ext>
            </a:extLst>
          </p:cNvPr>
          <p:cNvPicPr>
            <a:picLocks noChangeAspect="1"/>
          </p:cNvPicPr>
          <p:nvPr/>
        </p:nvPicPr>
        <p:blipFill>
          <a:blip r:embed="rId2"/>
          <a:srcRect b="7943"/>
          <a:stretch/>
        </p:blipFill>
        <p:spPr>
          <a:xfrm>
            <a:off x="1795692" y="3692955"/>
            <a:ext cx="8491285" cy="3169763"/>
          </a:xfrm>
          <a:prstGeom prst="rect">
            <a:avLst/>
          </a:prstGeom>
        </p:spPr>
      </p:pic>
      <p:pic>
        <p:nvPicPr>
          <p:cNvPr id="4" name="Image 3">
            <a:extLst>
              <a:ext uri="{FF2B5EF4-FFF2-40B4-BE49-F238E27FC236}">
                <a16:creationId xmlns:a16="http://schemas.microsoft.com/office/drawing/2014/main" id="{2ED1AFB1-875A-38F0-621C-5C639B1FF0E6}"/>
              </a:ext>
            </a:extLst>
          </p:cNvPr>
          <p:cNvPicPr>
            <a:picLocks noChangeAspect="1"/>
          </p:cNvPicPr>
          <p:nvPr/>
        </p:nvPicPr>
        <p:blipFill>
          <a:blip r:embed="rId3"/>
          <a:srcRect t="1293"/>
          <a:stretch/>
        </p:blipFill>
        <p:spPr>
          <a:xfrm>
            <a:off x="1775058" y="-113123"/>
            <a:ext cx="8532552" cy="3806077"/>
          </a:xfrm>
          <a:prstGeom prst="rect">
            <a:avLst/>
          </a:prstGeom>
        </p:spPr>
      </p:pic>
    </p:spTree>
    <p:extLst>
      <p:ext uri="{BB962C8B-B14F-4D97-AF65-F5344CB8AC3E}">
        <p14:creationId xmlns:p14="http://schemas.microsoft.com/office/powerpoint/2010/main" val="39911131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81C89-4F3F-F553-A45A-6370F4F842C4}"/>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28F4D7E7-19DC-1803-DCF9-CE88EE32892B}"/>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DD2BE386-6F9C-61CE-DA9A-6001BF08115E}"/>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A2FE40FD-A81C-D783-038F-B1172E28ECB3}"/>
              </a:ext>
            </a:extLst>
          </p:cNvPr>
          <p:cNvSpPr txBox="1"/>
          <p:nvPr/>
        </p:nvSpPr>
        <p:spPr>
          <a:xfrm>
            <a:off x="3866131" y="3811200"/>
            <a:ext cx="7502446" cy="1194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rPr>
              <a:t>CPQ E2E </a:t>
            </a:r>
            <a:r>
              <a:rPr lang="en-GB" sz="5000" kern="0" spc="-27" dirty="0">
                <a:solidFill>
                  <a:srgbClr val="FF7900"/>
                </a:solidFill>
                <a:latin typeface="Helvetica 75 Bold"/>
                <a:sym typeface="Helvetica 75 Bold"/>
              </a:rPr>
              <a:t>process flow </a:t>
            </a: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4C18B4D8-63DB-9016-0EEF-3DEB05BE3EBA}"/>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518498D0-74E7-B133-2229-3462A311E15E}"/>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120D4312-82C7-1461-8889-41AB03C86591}"/>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620171EF-C1F9-7AFA-923B-FFFB008F2D9E}"/>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75082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779D4-51C3-CED7-9EC3-0E4640647883}"/>
            </a:ext>
          </a:extLst>
        </p:cNvPr>
        <p:cNvGrpSpPr/>
        <p:nvPr/>
      </p:nvGrpSpPr>
      <p:grpSpPr>
        <a:xfrm>
          <a:off x="0" y="0"/>
          <a:ext cx="0" cy="0"/>
          <a:chOff x="0" y="0"/>
          <a:chExt cx="0" cy="0"/>
        </a:xfrm>
      </p:grpSpPr>
      <p:cxnSp>
        <p:nvCxnSpPr>
          <p:cNvPr id="1034" name="Connecteur : en angle 1033">
            <a:extLst>
              <a:ext uri="{FF2B5EF4-FFF2-40B4-BE49-F238E27FC236}">
                <a16:creationId xmlns:a16="http://schemas.microsoft.com/office/drawing/2014/main" id="{6EB423DD-97DF-5953-0688-D3B6DC5C9F5E}"/>
              </a:ext>
            </a:extLst>
          </p:cNvPr>
          <p:cNvCxnSpPr>
            <a:cxnSpLocks/>
            <a:stCxn id="1030" idx="2"/>
            <a:endCxn id="29" idx="0"/>
          </p:cNvCxnSpPr>
          <p:nvPr/>
        </p:nvCxnSpPr>
        <p:spPr>
          <a:xfrm rot="5400000">
            <a:off x="8030335" y="1073082"/>
            <a:ext cx="586969" cy="1"/>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 coins arrondis 28">
            <a:extLst>
              <a:ext uri="{FF2B5EF4-FFF2-40B4-BE49-F238E27FC236}">
                <a16:creationId xmlns:a16="http://schemas.microsoft.com/office/drawing/2014/main" id="{D80AEA5A-F21D-CE06-EBC3-E909407F53CA}"/>
              </a:ext>
            </a:extLst>
          </p:cNvPr>
          <p:cNvSpPr/>
          <p:nvPr/>
        </p:nvSpPr>
        <p:spPr>
          <a:xfrm>
            <a:off x="7878439" y="1366567"/>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Retrieve Quotes (Self-serve)</a:t>
            </a:r>
          </a:p>
        </p:txBody>
      </p:sp>
      <p:cxnSp>
        <p:nvCxnSpPr>
          <p:cNvPr id="3" name="Connecteur : en angle 2">
            <a:extLst>
              <a:ext uri="{FF2B5EF4-FFF2-40B4-BE49-F238E27FC236}">
                <a16:creationId xmlns:a16="http://schemas.microsoft.com/office/drawing/2014/main" id="{54E7BAB1-2813-EBCF-65AE-A21D985B7431}"/>
              </a:ext>
            </a:extLst>
          </p:cNvPr>
          <p:cNvCxnSpPr>
            <a:cxnSpLocks/>
            <a:stCxn id="33" idx="0"/>
            <a:endCxn id="35" idx="0"/>
          </p:cNvCxnSpPr>
          <p:nvPr/>
        </p:nvCxnSpPr>
        <p:spPr>
          <a:xfrm rot="5400000" flipH="1" flipV="1">
            <a:off x="1888223" y="1479847"/>
            <a:ext cx="12700" cy="1653753"/>
          </a:xfrm>
          <a:prstGeom prst="bentConnector3">
            <a:avLst>
              <a:gd name="adj1" fmla="val 6395748"/>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 coins arrondis 4">
            <a:extLst>
              <a:ext uri="{FF2B5EF4-FFF2-40B4-BE49-F238E27FC236}">
                <a16:creationId xmlns:a16="http://schemas.microsoft.com/office/drawing/2014/main" id="{2B95057F-ABA6-46A1-417B-E2EFB2DFCC6F}"/>
              </a:ext>
            </a:extLst>
          </p:cNvPr>
          <p:cNvSpPr/>
          <p:nvPr/>
        </p:nvSpPr>
        <p:spPr>
          <a:xfrm>
            <a:off x="50348" y="1846680"/>
            <a:ext cx="809780" cy="225101"/>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Creation </a:t>
            </a:r>
          </a:p>
        </p:txBody>
      </p:sp>
      <p:sp>
        <p:nvSpPr>
          <p:cNvPr id="6" name="Rectangle : coins arrondis 5">
            <a:extLst>
              <a:ext uri="{FF2B5EF4-FFF2-40B4-BE49-F238E27FC236}">
                <a16:creationId xmlns:a16="http://schemas.microsoft.com/office/drawing/2014/main" id="{A2841C50-1F92-3012-5D9B-2CFE47C645EC}"/>
              </a:ext>
            </a:extLst>
          </p:cNvPr>
          <p:cNvSpPr/>
          <p:nvPr/>
        </p:nvSpPr>
        <p:spPr>
          <a:xfrm>
            <a:off x="76452" y="2189707"/>
            <a:ext cx="736164" cy="43960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Quote Offer Initialization   </a:t>
            </a:r>
          </a:p>
        </p:txBody>
      </p:sp>
      <p:sp>
        <p:nvSpPr>
          <p:cNvPr id="7" name="Rectangle : coins arrondis 6">
            <a:extLst>
              <a:ext uri="{FF2B5EF4-FFF2-40B4-BE49-F238E27FC236}">
                <a16:creationId xmlns:a16="http://schemas.microsoft.com/office/drawing/2014/main" id="{5BAB137D-31B7-BD2C-DCA1-359661ECDE5F}"/>
              </a:ext>
            </a:extLst>
          </p:cNvPr>
          <p:cNvSpPr/>
          <p:nvPr/>
        </p:nvSpPr>
        <p:spPr>
          <a:xfrm>
            <a:off x="1870657" y="2189679"/>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Add site to quote </a:t>
            </a:r>
          </a:p>
        </p:txBody>
      </p:sp>
      <p:sp>
        <p:nvSpPr>
          <p:cNvPr id="8" name="Rectangle : coins arrondis 7">
            <a:extLst>
              <a:ext uri="{FF2B5EF4-FFF2-40B4-BE49-F238E27FC236}">
                <a16:creationId xmlns:a16="http://schemas.microsoft.com/office/drawing/2014/main" id="{38A68A3A-DD29-ECB2-67B0-9135D722CF5E}"/>
              </a:ext>
            </a:extLst>
          </p:cNvPr>
          <p:cNvSpPr/>
          <p:nvPr/>
        </p:nvSpPr>
        <p:spPr>
          <a:xfrm>
            <a:off x="2977137" y="2189679"/>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Retrieve eligible Product </a:t>
            </a:r>
          </a:p>
        </p:txBody>
      </p:sp>
      <p:sp>
        <p:nvSpPr>
          <p:cNvPr id="9" name="Rectangle : coins arrondis 8">
            <a:extLst>
              <a:ext uri="{FF2B5EF4-FFF2-40B4-BE49-F238E27FC236}">
                <a16:creationId xmlns:a16="http://schemas.microsoft.com/office/drawing/2014/main" id="{1C541B9F-B0EC-41B6-966A-0F7054075090}"/>
              </a:ext>
            </a:extLst>
          </p:cNvPr>
          <p:cNvSpPr/>
          <p:nvPr/>
        </p:nvSpPr>
        <p:spPr>
          <a:xfrm>
            <a:off x="4598650" y="3828439"/>
            <a:ext cx="736164" cy="400596"/>
          </a:xfrm>
          <a:prstGeom prst="roundRect">
            <a:avLst>
              <a:gd name="adj" fmla="val 7931"/>
            </a:avLst>
          </a:prstGeom>
          <a:solidFill>
            <a:schemeClr val="bg1">
              <a:lumMod val="85000"/>
            </a:schemeClr>
          </a:solidFill>
          <a:ln w="25400" cap="flat" cmpd="sng" algn="ctr">
            <a:solidFill>
              <a:srgbClr val="00B050"/>
            </a:solidFill>
            <a:prstDash val="solid"/>
          </a:ln>
          <a:effectLst/>
        </p:spPr>
        <p:txBody>
          <a:bodyPr rtlCol="0" anchor="ctr"/>
          <a:lstStyle/>
          <a:p>
            <a:pPr algn="ctr" defTabSz="1219170">
              <a:defRPr/>
            </a:pPr>
            <a:r>
              <a:rPr lang="en-US" sz="700" b="1" kern="0">
                <a:solidFill>
                  <a:srgbClr val="000000"/>
                </a:solidFill>
                <a:latin typeface="Helvetica 75 Bold"/>
              </a:rPr>
              <a:t>L3 - Technical Eligibility </a:t>
            </a:r>
          </a:p>
        </p:txBody>
      </p:sp>
      <p:sp>
        <p:nvSpPr>
          <p:cNvPr id="10" name="Rectangle : coins arrondis 9">
            <a:extLst>
              <a:ext uri="{FF2B5EF4-FFF2-40B4-BE49-F238E27FC236}">
                <a16:creationId xmlns:a16="http://schemas.microsoft.com/office/drawing/2014/main" id="{D48E965C-C4B0-B147-002C-6DBEE55F5B4A}"/>
              </a:ext>
            </a:extLst>
          </p:cNvPr>
          <p:cNvSpPr/>
          <p:nvPr/>
        </p:nvSpPr>
        <p:spPr>
          <a:xfrm>
            <a:off x="2913255" y="3812687"/>
            <a:ext cx="736164" cy="400596"/>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L3 -Commercial Eligibility </a:t>
            </a:r>
          </a:p>
        </p:txBody>
      </p:sp>
      <p:sp>
        <p:nvSpPr>
          <p:cNvPr id="11" name="Rectangle : coins arrondis 10">
            <a:extLst>
              <a:ext uri="{FF2B5EF4-FFF2-40B4-BE49-F238E27FC236}">
                <a16:creationId xmlns:a16="http://schemas.microsoft.com/office/drawing/2014/main" id="{A8D02CBB-1806-C09D-7ED2-92BBDE60552A}"/>
              </a:ext>
            </a:extLst>
          </p:cNvPr>
          <p:cNvSpPr/>
          <p:nvPr/>
        </p:nvSpPr>
        <p:spPr>
          <a:xfrm>
            <a:off x="4598650" y="2189679"/>
            <a:ext cx="736164"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Configure Product &amp; view Pricing </a:t>
            </a:r>
          </a:p>
        </p:txBody>
      </p:sp>
      <p:sp>
        <p:nvSpPr>
          <p:cNvPr id="12" name="Rectangle : coins arrondis 11">
            <a:extLst>
              <a:ext uri="{FF2B5EF4-FFF2-40B4-BE49-F238E27FC236}">
                <a16:creationId xmlns:a16="http://schemas.microsoft.com/office/drawing/2014/main" id="{2CA222C6-2A92-D6A7-6F16-3F5169C17C57}"/>
              </a:ext>
            </a:extLst>
          </p:cNvPr>
          <p:cNvSpPr/>
          <p:nvPr/>
        </p:nvSpPr>
        <p:spPr>
          <a:xfrm>
            <a:off x="7324437" y="2199032"/>
            <a:ext cx="736164" cy="429415"/>
          </a:xfrm>
          <a:prstGeom prst="roundRect">
            <a:avLst>
              <a:gd name="adj" fmla="val 7931"/>
            </a:avLst>
          </a:prstGeom>
          <a:solidFill>
            <a:schemeClr val="bg1">
              <a:lumMod val="85000"/>
            </a:schemeClr>
          </a:solidFill>
          <a:ln w="25400" cap="flat" cmpd="sng" algn="ctr">
            <a:solidFill>
              <a:srgbClr val="00B050"/>
            </a:solidFill>
            <a:prstDash val="solid"/>
          </a:ln>
          <a:effectLst/>
        </p:spPr>
        <p:txBody>
          <a:bodyPr rtlCol="0" anchor="ctr"/>
          <a:lstStyle/>
          <a:p>
            <a:pPr algn="ctr" defTabSz="1219170"/>
            <a:r>
              <a:rPr lang="en-US" sz="700" b="1" kern="0">
                <a:solidFill>
                  <a:srgbClr val="000000"/>
                </a:solidFill>
                <a:latin typeface="Helvetica 75 Bold"/>
              </a:rPr>
              <a:t>L3 - Quote Offer submission to Customer</a:t>
            </a:r>
          </a:p>
        </p:txBody>
      </p:sp>
      <p:sp>
        <p:nvSpPr>
          <p:cNvPr id="13" name="Rectangle : coins arrondis 12">
            <a:extLst>
              <a:ext uri="{FF2B5EF4-FFF2-40B4-BE49-F238E27FC236}">
                <a16:creationId xmlns:a16="http://schemas.microsoft.com/office/drawing/2014/main" id="{E3721D8A-252D-A269-DB97-9781DD105705}"/>
              </a:ext>
            </a:extLst>
          </p:cNvPr>
          <p:cNvSpPr/>
          <p:nvPr/>
        </p:nvSpPr>
        <p:spPr>
          <a:xfrm>
            <a:off x="10322400" y="2194800"/>
            <a:ext cx="704385"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Request for contract </a:t>
            </a:r>
          </a:p>
        </p:txBody>
      </p:sp>
      <p:sp>
        <p:nvSpPr>
          <p:cNvPr id="14" name="Rectangle : coins arrondis 13">
            <a:extLst>
              <a:ext uri="{FF2B5EF4-FFF2-40B4-BE49-F238E27FC236}">
                <a16:creationId xmlns:a16="http://schemas.microsoft.com/office/drawing/2014/main" id="{8F98380E-42F0-B2FD-E1C8-D1D178A3DE9E}"/>
              </a:ext>
            </a:extLst>
          </p:cNvPr>
          <p:cNvSpPr/>
          <p:nvPr/>
        </p:nvSpPr>
        <p:spPr>
          <a:xfrm>
            <a:off x="11193269" y="2196281"/>
            <a:ext cx="608400" cy="42645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Convert quote to order </a:t>
            </a:r>
          </a:p>
        </p:txBody>
      </p:sp>
      <p:cxnSp>
        <p:nvCxnSpPr>
          <p:cNvPr id="15" name="Connecteur droit avec flèche 14">
            <a:extLst>
              <a:ext uri="{FF2B5EF4-FFF2-40B4-BE49-F238E27FC236}">
                <a16:creationId xmlns:a16="http://schemas.microsoft.com/office/drawing/2014/main" id="{52776B49-180C-4ED8-3691-76D40DA013EA}"/>
              </a:ext>
            </a:extLst>
          </p:cNvPr>
          <p:cNvCxnSpPr>
            <a:cxnSpLocks/>
            <a:stCxn id="6" idx="3"/>
            <a:endCxn id="33" idx="1"/>
          </p:cNvCxnSpPr>
          <p:nvPr/>
        </p:nvCxnSpPr>
        <p:spPr>
          <a:xfrm>
            <a:off x="812616" y="2409508"/>
            <a:ext cx="117479"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6D4106E3-DCCF-CEBA-9FB3-B463B8483497}"/>
              </a:ext>
            </a:extLst>
          </p:cNvPr>
          <p:cNvCxnSpPr>
            <a:cxnSpLocks/>
            <a:stCxn id="7" idx="3"/>
            <a:endCxn id="35" idx="1"/>
          </p:cNvCxnSpPr>
          <p:nvPr/>
        </p:nvCxnSpPr>
        <p:spPr>
          <a:xfrm>
            <a:off x="2479057" y="2409506"/>
            <a:ext cx="104791" cy="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7D6B4F1F-3C97-FF79-A690-571B1A793414}"/>
              </a:ext>
            </a:extLst>
          </p:cNvPr>
          <p:cNvCxnSpPr>
            <a:cxnSpLocks/>
            <a:stCxn id="13" idx="3"/>
            <a:endCxn id="14" idx="1"/>
          </p:cNvCxnSpPr>
          <p:nvPr/>
        </p:nvCxnSpPr>
        <p:spPr>
          <a:xfrm flipV="1">
            <a:off x="11026785" y="2409507"/>
            <a:ext cx="166484" cy="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035BCB2B-7CE1-7549-406D-12D5A7275C08}"/>
              </a:ext>
            </a:extLst>
          </p:cNvPr>
          <p:cNvCxnSpPr>
            <a:cxnSpLocks/>
            <a:stCxn id="8" idx="2"/>
            <a:endCxn id="10" idx="0"/>
          </p:cNvCxnSpPr>
          <p:nvPr/>
        </p:nvCxnSpPr>
        <p:spPr>
          <a:xfrm>
            <a:off x="3281337" y="2629333"/>
            <a:ext cx="0" cy="1183354"/>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BC94A393-0780-319C-AE1D-6F754AB461C4}"/>
              </a:ext>
            </a:extLst>
          </p:cNvPr>
          <p:cNvCxnSpPr>
            <a:cxnSpLocks/>
            <a:stCxn id="11" idx="2"/>
            <a:endCxn id="9" idx="0"/>
          </p:cNvCxnSpPr>
          <p:nvPr/>
        </p:nvCxnSpPr>
        <p:spPr>
          <a:xfrm>
            <a:off x="4966732" y="2629333"/>
            <a:ext cx="0" cy="1199106"/>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0" name="Image 29">
            <a:extLst>
              <a:ext uri="{FF2B5EF4-FFF2-40B4-BE49-F238E27FC236}">
                <a16:creationId xmlns:a16="http://schemas.microsoft.com/office/drawing/2014/main" id="{E590BB8F-F0D1-E34D-3CC1-B15D6C9BDECE}"/>
              </a:ext>
            </a:extLst>
          </p:cNvPr>
          <p:cNvPicPr>
            <a:picLocks noChangeAspect="1"/>
          </p:cNvPicPr>
          <p:nvPr/>
        </p:nvPicPr>
        <p:blipFill>
          <a:blip r:embed="rId3">
            <a:duotone>
              <a:prstClr val="black"/>
              <a:srgbClr val="D9C3A5">
                <a:tint val="50000"/>
                <a:satMod val="180000"/>
              </a:srgbClr>
            </a:duotone>
          </a:blip>
          <a:stretch>
            <a:fillRect/>
          </a:stretch>
        </p:blipFill>
        <p:spPr>
          <a:xfrm>
            <a:off x="6551389" y="2047190"/>
            <a:ext cx="90553" cy="91093"/>
          </a:xfrm>
          <a:prstGeom prst="rect">
            <a:avLst/>
          </a:prstGeom>
          <a:noFill/>
        </p:spPr>
      </p:pic>
      <p:pic>
        <p:nvPicPr>
          <p:cNvPr id="31" name="Image 30">
            <a:extLst>
              <a:ext uri="{FF2B5EF4-FFF2-40B4-BE49-F238E27FC236}">
                <a16:creationId xmlns:a16="http://schemas.microsoft.com/office/drawing/2014/main" id="{1D47C470-75FC-E3EF-6CED-64A89440BF22}"/>
              </a:ext>
            </a:extLst>
          </p:cNvPr>
          <p:cNvPicPr>
            <a:picLocks noChangeAspect="1"/>
          </p:cNvPicPr>
          <p:nvPr/>
        </p:nvPicPr>
        <p:blipFill>
          <a:blip r:embed="rId3">
            <a:duotone>
              <a:prstClr val="black"/>
              <a:srgbClr val="D9C3A5">
                <a:tint val="50000"/>
                <a:satMod val="180000"/>
              </a:srgbClr>
            </a:duotone>
          </a:blip>
          <a:stretch>
            <a:fillRect/>
          </a:stretch>
        </p:blipFill>
        <p:spPr>
          <a:xfrm>
            <a:off x="10183867" y="2044352"/>
            <a:ext cx="90553" cy="91093"/>
          </a:xfrm>
          <a:prstGeom prst="rect">
            <a:avLst/>
          </a:prstGeom>
          <a:noFill/>
        </p:spPr>
      </p:pic>
      <p:pic>
        <p:nvPicPr>
          <p:cNvPr id="32" name="Image 31">
            <a:extLst>
              <a:ext uri="{FF2B5EF4-FFF2-40B4-BE49-F238E27FC236}">
                <a16:creationId xmlns:a16="http://schemas.microsoft.com/office/drawing/2014/main" id="{CD29FB5A-CA43-9304-F448-83DAB9D6480C}"/>
              </a:ext>
            </a:extLst>
          </p:cNvPr>
          <p:cNvPicPr>
            <a:picLocks noChangeAspect="1"/>
          </p:cNvPicPr>
          <p:nvPr/>
        </p:nvPicPr>
        <p:blipFill>
          <a:blip r:embed="rId3">
            <a:duotone>
              <a:prstClr val="black"/>
              <a:srgbClr val="D9C3A5">
                <a:tint val="50000"/>
                <a:satMod val="180000"/>
              </a:srgbClr>
            </a:duotone>
          </a:blip>
          <a:stretch>
            <a:fillRect/>
          </a:stretch>
        </p:blipFill>
        <p:spPr>
          <a:xfrm>
            <a:off x="11509065" y="2044352"/>
            <a:ext cx="90553" cy="91093"/>
          </a:xfrm>
          <a:prstGeom prst="rect">
            <a:avLst/>
          </a:prstGeom>
          <a:noFill/>
        </p:spPr>
      </p:pic>
      <p:sp>
        <p:nvSpPr>
          <p:cNvPr id="33" name="Losange 32">
            <a:extLst>
              <a:ext uri="{FF2B5EF4-FFF2-40B4-BE49-F238E27FC236}">
                <a16:creationId xmlns:a16="http://schemas.microsoft.com/office/drawing/2014/main" id="{DD89E6F6-7FEB-04B0-38BD-7C45BE834A71}"/>
              </a:ext>
            </a:extLst>
          </p:cNvPr>
          <p:cNvSpPr/>
          <p:nvPr/>
        </p:nvSpPr>
        <p:spPr>
          <a:xfrm>
            <a:off x="930095" y="2306723"/>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dirty="0">
                <a:solidFill>
                  <a:srgbClr val="FF7900"/>
                </a:solidFill>
                <a:latin typeface="Helvetica 75 Bold"/>
              </a:rPr>
              <a:t>X</a:t>
            </a:r>
            <a:endParaRPr lang="en-US" sz="800" b="1" dirty="0">
              <a:solidFill>
                <a:srgbClr val="FF7900"/>
              </a:solidFill>
              <a:latin typeface="Helvetica 75 Bold"/>
            </a:endParaRPr>
          </a:p>
        </p:txBody>
      </p:sp>
      <p:cxnSp>
        <p:nvCxnSpPr>
          <p:cNvPr id="34" name="Connecteur droit avec flèche 33">
            <a:extLst>
              <a:ext uri="{FF2B5EF4-FFF2-40B4-BE49-F238E27FC236}">
                <a16:creationId xmlns:a16="http://schemas.microsoft.com/office/drawing/2014/main" id="{A770F7F8-24A2-8452-7AF4-D16C2516002F}"/>
              </a:ext>
            </a:extLst>
          </p:cNvPr>
          <p:cNvCxnSpPr>
            <a:cxnSpLocks/>
            <a:endCxn id="7" idx="1"/>
          </p:cNvCxnSpPr>
          <p:nvPr/>
        </p:nvCxnSpPr>
        <p:spPr>
          <a:xfrm flipV="1">
            <a:off x="1140718" y="2409506"/>
            <a:ext cx="729939" cy="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Losange 34">
            <a:extLst>
              <a:ext uri="{FF2B5EF4-FFF2-40B4-BE49-F238E27FC236}">
                <a16:creationId xmlns:a16="http://schemas.microsoft.com/office/drawing/2014/main" id="{09033F9D-A9F4-D94F-AE46-AEFD43832A96}"/>
              </a:ext>
            </a:extLst>
          </p:cNvPr>
          <p:cNvSpPr/>
          <p:nvPr/>
        </p:nvSpPr>
        <p:spPr>
          <a:xfrm>
            <a:off x="2583848" y="2306723"/>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36" name="Connecteur droit avec flèche 35">
            <a:extLst>
              <a:ext uri="{FF2B5EF4-FFF2-40B4-BE49-F238E27FC236}">
                <a16:creationId xmlns:a16="http://schemas.microsoft.com/office/drawing/2014/main" id="{0E5CE0D3-F16A-EEC2-44F6-D65245BBA41B}"/>
              </a:ext>
            </a:extLst>
          </p:cNvPr>
          <p:cNvCxnSpPr>
            <a:cxnSpLocks/>
            <a:stCxn id="35" idx="3"/>
            <a:endCxn id="8" idx="1"/>
          </p:cNvCxnSpPr>
          <p:nvPr/>
        </p:nvCxnSpPr>
        <p:spPr>
          <a:xfrm flipV="1">
            <a:off x="2846351" y="2409506"/>
            <a:ext cx="130786" cy="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 coins arrondis 36">
            <a:extLst>
              <a:ext uri="{FF2B5EF4-FFF2-40B4-BE49-F238E27FC236}">
                <a16:creationId xmlns:a16="http://schemas.microsoft.com/office/drawing/2014/main" id="{6CD3D099-A2B1-94FD-120D-F3084CB9125F}"/>
              </a:ext>
            </a:extLst>
          </p:cNvPr>
          <p:cNvSpPr/>
          <p:nvPr/>
        </p:nvSpPr>
        <p:spPr>
          <a:xfrm>
            <a:off x="3779813" y="2189679"/>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Add Product to quote </a:t>
            </a:r>
          </a:p>
        </p:txBody>
      </p:sp>
      <p:sp>
        <p:nvSpPr>
          <p:cNvPr id="39" name="Losange 38">
            <a:extLst>
              <a:ext uri="{FF2B5EF4-FFF2-40B4-BE49-F238E27FC236}">
                <a16:creationId xmlns:a16="http://schemas.microsoft.com/office/drawing/2014/main" id="{0ADCEB8A-9C5F-6733-3606-301D6B58E60E}"/>
              </a:ext>
            </a:extLst>
          </p:cNvPr>
          <p:cNvSpPr/>
          <p:nvPr/>
        </p:nvSpPr>
        <p:spPr>
          <a:xfrm>
            <a:off x="5455636" y="2313208"/>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40" name="Connecteur droit avec flèche 39">
            <a:extLst>
              <a:ext uri="{FF2B5EF4-FFF2-40B4-BE49-F238E27FC236}">
                <a16:creationId xmlns:a16="http://schemas.microsoft.com/office/drawing/2014/main" id="{509E0465-5F1F-0907-F95C-59FEE1271E1B}"/>
              </a:ext>
            </a:extLst>
          </p:cNvPr>
          <p:cNvCxnSpPr>
            <a:cxnSpLocks/>
            <a:stCxn id="8" idx="3"/>
            <a:endCxn id="37" idx="1"/>
          </p:cNvCxnSpPr>
          <p:nvPr/>
        </p:nvCxnSpPr>
        <p:spPr>
          <a:xfrm>
            <a:off x="3585537" y="2409506"/>
            <a:ext cx="19427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FD8F421F-3A59-256A-F99E-6843AF93FEF7}"/>
              </a:ext>
            </a:extLst>
          </p:cNvPr>
          <p:cNvCxnSpPr>
            <a:cxnSpLocks/>
            <a:stCxn id="37" idx="3"/>
          </p:cNvCxnSpPr>
          <p:nvPr/>
        </p:nvCxnSpPr>
        <p:spPr>
          <a:xfrm>
            <a:off x="4388213" y="2409506"/>
            <a:ext cx="184497"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ED2278FA-7F65-FC05-760E-7A987D3F0B80}"/>
              </a:ext>
            </a:extLst>
          </p:cNvPr>
          <p:cNvCxnSpPr>
            <a:cxnSpLocks/>
            <a:endCxn id="39" idx="1"/>
          </p:cNvCxnSpPr>
          <p:nvPr/>
        </p:nvCxnSpPr>
        <p:spPr>
          <a:xfrm>
            <a:off x="5302389" y="2415991"/>
            <a:ext cx="153247" cy="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AF1DEA97-B8FB-3C13-5DC5-89512907FC9D}"/>
              </a:ext>
            </a:extLst>
          </p:cNvPr>
          <p:cNvCxnSpPr>
            <a:cxnSpLocks/>
            <a:stCxn id="39" idx="3"/>
            <a:endCxn id="1071" idx="1"/>
          </p:cNvCxnSpPr>
          <p:nvPr/>
        </p:nvCxnSpPr>
        <p:spPr>
          <a:xfrm flipV="1">
            <a:off x="5718139" y="2412230"/>
            <a:ext cx="133214" cy="3763"/>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4" name="Losange 43">
            <a:extLst>
              <a:ext uri="{FF2B5EF4-FFF2-40B4-BE49-F238E27FC236}">
                <a16:creationId xmlns:a16="http://schemas.microsoft.com/office/drawing/2014/main" id="{C8203153-7665-F4DD-BDD6-B8FDEFA16EA5}"/>
              </a:ext>
            </a:extLst>
          </p:cNvPr>
          <p:cNvSpPr/>
          <p:nvPr/>
        </p:nvSpPr>
        <p:spPr>
          <a:xfrm>
            <a:off x="8192567" y="2306723"/>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dirty="0">
                <a:solidFill>
                  <a:srgbClr val="FF7900"/>
                </a:solidFill>
                <a:latin typeface="Helvetica 75 Bold"/>
              </a:rPr>
              <a:t>X</a:t>
            </a:r>
            <a:endParaRPr lang="en-US" sz="800" b="1" dirty="0">
              <a:solidFill>
                <a:srgbClr val="FF7900"/>
              </a:solidFill>
              <a:latin typeface="Helvetica 75 Bold"/>
            </a:endParaRPr>
          </a:p>
        </p:txBody>
      </p:sp>
      <p:cxnSp>
        <p:nvCxnSpPr>
          <p:cNvPr id="45" name="Connecteur droit avec flèche 44">
            <a:extLst>
              <a:ext uri="{FF2B5EF4-FFF2-40B4-BE49-F238E27FC236}">
                <a16:creationId xmlns:a16="http://schemas.microsoft.com/office/drawing/2014/main" id="{8D8331A7-3CD4-E600-0664-ACEBA56E06D1}"/>
              </a:ext>
            </a:extLst>
          </p:cNvPr>
          <p:cNvCxnSpPr>
            <a:cxnSpLocks/>
            <a:stCxn id="44" idx="3"/>
            <a:endCxn id="1033" idx="1"/>
          </p:cNvCxnSpPr>
          <p:nvPr/>
        </p:nvCxnSpPr>
        <p:spPr>
          <a:xfrm>
            <a:off x="8455070" y="2409508"/>
            <a:ext cx="122075"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 coins arrondis 45">
            <a:extLst>
              <a:ext uri="{FF2B5EF4-FFF2-40B4-BE49-F238E27FC236}">
                <a16:creationId xmlns:a16="http://schemas.microsoft.com/office/drawing/2014/main" id="{785A83A9-0370-191A-3A3F-171379FC142B}"/>
              </a:ext>
            </a:extLst>
          </p:cNvPr>
          <p:cNvSpPr/>
          <p:nvPr/>
        </p:nvSpPr>
        <p:spPr>
          <a:xfrm>
            <a:off x="1755457" y="1855443"/>
            <a:ext cx="838801" cy="23316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Creation </a:t>
            </a:r>
          </a:p>
        </p:txBody>
      </p:sp>
      <p:sp>
        <p:nvSpPr>
          <p:cNvPr id="47" name="Rectangle : coins arrondis 46">
            <a:extLst>
              <a:ext uri="{FF2B5EF4-FFF2-40B4-BE49-F238E27FC236}">
                <a16:creationId xmlns:a16="http://schemas.microsoft.com/office/drawing/2014/main" id="{17789AAC-9921-516D-334A-779A0DEC3F2E}"/>
              </a:ext>
            </a:extLst>
          </p:cNvPr>
          <p:cNvSpPr/>
          <p:nvPr/>
        </p:nvSpPr>
        <p:spPr>
          <a:xfrm>
            <a:off x="2861937" y="1855443"/>
            <a:ext cx="838801" cy="23316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Creation </a:t>
            </a:r>
          </a:p>
        </p:txBody>
      </p:sp>
      <p:sp>
        <p:nvSpPr>
          <p:cNvPr id="48" name="Rectangle : coins arrondis 47">
            <a:extLst>
              <a:ext uri="{FF2B5EF4-FFF2-40B4-BE49-F238E27FC236}">
                <a16:creationId xmlns:a16="http://schemas.microsoft.com/office/drawing/2014/main" id="{F662C69D-F755-49A8-FB57-0F0655D0B84A}"/>
              </a:ext>
            </a:extLst>
          </p:cNvPr>
          <p:cNvSpPr/>
          <p:nvPr/>
        </p:nvSpPr>
        <p:spPr>
          <a:xfrm>
            <a:off x="3727545" y="1855443"/>
            <a:ext cx="838801" cy="23316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Creation </a:t>
            </a:r>
          </a:p>
        </p:txBody>
      </p:sp>
      <p:sp>
        <p:nvSpPr>
          <p:cNvPr id="49" name="Rectangle : coins arrondis 48">
            <a:extLst>
              <a:ext uri="{FF2B5EF4-FFF2-40B4-BE49-F238E27FC236}">
                <a16:creationId xmlns:a16="http://schemas.microsoft.com/office/drawing/2014/main" id="{9748CA54-9FA4-8BE5-5A6A-F1131501435E}"/>
              </a:ext>
            </a:extLst>
          </p:cNvPr>
          <p:cNvSpPr/>
          <p:nvPr/>
        </p:nvSpPr>
        <p:spPr>
          <a:xfrm>
            <a:off x="2819360" y="4290248"/>
            <a:ext cx="923954" cy="204875"/>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a:solidFill>
                  <a:srgbClr val="FFFFFF">
                    <a:lumMod val="65000"/>
                  </a:srgbClr>
                </a:solidFill>
                <a:latin typeface="Helvetica 75 Bold"/>
              </a:rPr>
              <a:t>L2 - Q</a:t>
            </a:r>
            <a:r>
              <a:rPr lang="en-US" sz="700" b="1" kern="0" dirty="0" err="1">
                <a:solidFill>
                  <a:srgbClr val="FFFFFF">
                    <a:lumMod val="65000"/>
                  </a:srgbClr>
                </a:solidFill>
                <a:latin typeface="Helvetica 75 Bold"/>
              </a:rPr>
              <a:t>uote</a:t>
            </a:r>
            <a:r>
              <a:rPr lang="en-US" sz="700" b="1" kern="0" dirty="0">
                <a:solidFill>
                  <a:srgbClr val="FFFFFF">
                    <a:lumMod val="65000"/>
                  </a:srgbClr>
                </a:solidFill>
                <a:latin typeface="Helvetica 75 Bold"/>
              </a:rPr>
              <a:t> Offer Eligibility  </a:t>
            </a:r>
          </a:p>
        </p:txBody>
      </p:sp>
      <p:sp>
        <p:nvSpPr>
          <p:cNvPr id="50" name="Rectangle : coins arrondis 49">
            <a:extLst>
              <a:ext uri="{FF2B5EF4-FFF2-40B4-BE49-F238E27FC236}">
                <a16:creationId xmlns:a16="http://schemas.microsoft.com/office/drawing/2014/main" id="{D5DEEEA7-60BD-3176-7DE1-DD64160DE29D}"/>
              </a:ext>
            </a:extLst>
          </p:cNvPr>
          <p:cNvSpPr/>
          <p:nvPr/>
        </p:nvSpPr>
        <p:spPr>
          <a:xfrm>
            <a:off x="4504755" y="4290248"/>
            <a:ext cx="923954" cy="204875"/>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Eligibility  </a:t>
            </a:r>
          </a:p>
        </p:txBody>
      </p:sp>
      <p:sp>
        <p:nvSpPr>
          <p:cNvPr id="51" name="Rectangle : coins arrondis 50">
            <a:extLst>
              <a:ext uri="{FF2B5EF4-FFF2-40B4-BE49-F238E27FC236}">
                <a16:creationId xmlns:a16="http://schemas.microsoft.com/office/drawing/2014/main" id="{FE7BE3DF-E198-727F-38C6-320A5DD5458A}"/>
              </a:ext>
            </a:extLst>
          </p:cNvPr>
          <p:cNvSpPr/>
          <p:nvPr/>
        </p:nvSpPr>
        <p:spPr>
          <a:xfrm>
            <a:off x="4593212" y="1868197"/>
            <a:ext cx="747041" cy="207661"/>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Pricing  </a:t>
            </a:r>
          </a:p>
        </p:txBody>
      </p:sp>
      <p:sp>
        <p:nvSpPr>
          <p:cNvPr id="52" name="Rectangle : coins arrondis 51">
            <a:extLst>
              <a:ext uri="{FF2B5EF4-FFF2-40B4-BE49-F238E27FC236}">
                <a16:creationId xmlns:a16="http://schemas.microsoft.com/office/drawing/2014/main" id="{D91BA9F6-2B36-9BC5-FEA4-17B46A93A5D5}"/>
              </a:ext>
            </a:extLst>
          </p:cNvPr>
          <p:cNvSpPr/>
          <p:nvPr/>
        </p:nvSpPr>
        <p:spPr>
          <a:xfrm>
            <a:off x="6152106" y="1895922"/>
            <a:ext cx="1028801" cy="165180"/>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a:solidFill>
                  <a:srgbClr val="FFFFFF">
                    <a:lumMod val="65000"/>
                  </a:srgbClr>
                </a:solidFill>
                <a:latin typeface="Helvetica 75 Bold"/>
              </a:rPr>
              <a:t>L2 - Q</a:t>
            </a:r>
            <a:r>
              <a:rPr lang="en-US" sz="700" b="1" kern="0" dirty="0" err="1">
                <a:solidFill>
                  <a:srgbClr val="FFFFFF">
                    <a:lumMod val="65000"/>
                  </a:srgbClr>
                </a:solidFill>
                <a:latin typeface="Helvetica 75 Bold"/>
              </a:rPr>
              <a:t>uote</a:t>
            </a:r>
            <a:r>
              <a:rPr lang="en-US" sz="700" b="1" kern="0" dirty="0">
                <a:solidFill>
                  <a:srgbClr val="FFFFFF">
                    <a:lumMod val="65000"/>
                  </a:srgbClr>
                </a:solidFill>
                <a:latin typeface="Helvetica 75 Bold"/>
              </a:rPr>
              <a:t> Offer Customer approval  </a:t>
            </a:r>
          </a:p>
        </p:txBody>
      </p:sp>
      <p:sp>
        <p:nvSpPr>
          <p:cNvPr id="53" name="Rectangle : coins arrondis 52">
            <a:extLst>
              <a:ext uri="{FF2B5EF4-FFF2-40B4-BE49-F238E27FC236}">
                <a16:creationId xmlns:a16="http://schemas.microsoft.com/office/drawing/2014/main" id="{A6635406-E05B-6C24-6201-C28FA9B61EF9}"/>
              </a:ext>
            </a:extLst>
          </p:cNvPr>
          <p:cNvSpPr/>
          <p:nvPr/>
        </p:nvSpPr>
        <p:spPr>
          <a:xfrm>
            <a:off x="10168273" y="1885100"/>
            <a:ext cx="1051298" cy="173854"/>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Offer Customer approval  </a:t>
            </a:r>
          </a:p>
        </p:txBody>
      </p:sp>
      <p:sp>
        <p:nvSpPr>
          <p:cNvPr id="54" name="Rectangle : coins arrondis 53">
            <a:extLst>
              <a:ext uri="{FF2B5EF4-FFF2-40B4-BE49-F238E27FC236}">
                <a16:creationId xmlns:a16="http://schemas.microsoft.com/office/drawing/2014/main" id="{16F472BB-3AAB-34D5-7ABB-B2EC0DDE1570}"/>
              </a:ext>
            </a:extLst>
          </p:cNvPr>
          <p:cNvSpPr/>
          <p:nvPr/>
        </p:nvSpPr>
        <p:spPr>
          <a:xfrm>
            <a:off x="11041264" y="1868197"/>
            <a:ext cx="943809" cy="207661"/>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lumMod val="65000"/>
                  </a:srgbClr>
                </a:solidFill>
                <a:latin typeface="Helvetica 75 Bold"/>
              </a:rPr>
              <a:t>L2 - Q</a:t>
            </a:r>
            <a:r>
              <a:rPr lang="en-US" sz="700" b="1" kern="0" err="1">
                <a:solidFill>
                  <a:srgbClr val="FFFFFF">
                    <a:lumMod val="65000"/>
                  </a:srgbClr>
                </a:solidFill>
                <a:latin typeface="Helvetica 75 Bold"/>
              </a:rPr>
              <a:t>uote</a:t>
            </a:r>
            <a:r>
              <a:rPr lang="en-US" sz="700" b="1" kern="0">
                <a:solidFill>
                  <a:srgbClr val="FFFFFF">
                    <a:lumMod val="65000"/>
                  </a:srgbClr>
                </a:solidFill>
                <a:latin typeface="Helvetica 75 Bold"/>
              </a:rPr>
              <a:t> order Capture</a:t>
            </a:r>
          </a:p>
        </p:txBody>
      </p:sp>
      <p:sp>
        <p:nvSpPr>
          <p:cNvPr id="58" name="Rectangle : coins arrondis 57">
            <a:extLst>
              <a:ext uri="{FF2B5EF4-FFF2-40B4-BE49-F238E27FC236}">
                <a16:creationId xmlns:a16="http://schemas.microsoft.com/office/drawing/2014/main" id="{FF88B1AC-4AD4-FD5A-FB9B-928795974197}"/>
              </a:ext>
            </a:extLst>
          </p:cNvPr>
          <p:cNvSpPr/>
          <p:nvPr/>
        </p:nvSpPr>
        <p:spPr>
          <a:xfrm>
            <a:off x="714039" y="2604245"/>
            <a:ext cx="805553" cy="22842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Site/ non-site </a:t>
            </a:r>
            <a:r>
              <a:rPr lang="fr-FR" sz="700" b="1" kern="0" dirty="0" err="1">
                <a:solidFill>
                  <a:srgbClr val="FFFFFF"/>
                </a:solidFill>
                <a:latin typeface="Helvetica 75 Bold"/>
              </a:rPr>
              <a:t>based</a:t>
            </a:r>
            <a:r>
              <a:rPr lang="fr-FR" sz="700" b="1" kern="0" dirty="0">
                <a:solidFill>
                  <a:srgbClr val="FFFFFF"/>
                </a:solidFill>
                <a:latin typeface="Helvetica 75 Bold"/>
              </a:rPr>
              <a:t> </a:t>
            </a:r>
            <a:r>
              <a:rPr lang="fr-FR" sz="700" b="1" kern="0" dirty="0" err="1">
                <a:solidFill>
                  <a:srgbClr val="FFFFFF"/>
                </a:solidFill>
                <a:latin typeface="Helvetica 75 Bold"/>
              </a:rPr>
              <a:t>product</a:t>
            </a:r>
            <a:r>
              <a:rPr lang="fr-FR" sz="700" b="1" kern="0" dirty="0">
                <a:solidFill>
                  <a:srgbClr val="FFFFFF"/>
                </a:solidFill>
                <a:latin typeface="Helvetica 75 Bold"/>
              </a:rPr>
              <a:t> ? </a:t>
            </a:r>
            <a:endParaRPr lang="en-US" sz="700" b="1" kern="0" dirty="0">
              <a:solidFill>
                <a:srgbClr val="FFFFFF"/>
              </a:solidFill>
              <a:latin typeface="Helvetica 75 Bold"/>
            </a:endParaRPr>
          </a:p>
        </p:txBody>
      </p:sp>
      <p:sp>
        <p:nvSpPr>
          <p:cNvPr id="59" name="Rectangle : coins arrondis 58">
            <a:extLst>
              <a:ext uri="{FF2B5EF4-FFF2-40B4-BE49-F238E27FC236}">
                <a16:creationId xmlns:a16="http://schemas.microsoft.com/office/drawing/2014/main" id="{FEC8A254-907A-C19C-E318-42DD4F83C9D8}"/>
              </a:ext>
            </a:extLst>
          </p:cNvPr>
          <p:cNvSpPr/>
          <p:nvPr/>
        </p:nvSpPr>
        <p:spPr>
          <a:xfrm>
            <a:off x="5591647" y="2472254"/>
            <a:ext cx="404988" cy="76389"/>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NO</a:t>
            </a:r>
            <a:endParaRPr lang="en-US" sz="700" b="1" kern="0">
              <a:solidFill>
                <a:srgbClr val="FFFFFF"/>
              </a:solidFill>
              <a:latin typeface="Helvetica 75 Bold"/>
            </a:endParaRPr>
          </a:p>
        </p:txBody>
      </p:sp>
      <p:sp>
        <p:nvSpPr>
          <p:cNvPr id="60" name="Rectangle : coins arrondis 59">
            <a:extLst>
              <a:ext uri="{FF2B5EF4-FFF2-40B4-BE49-F238E27FC236}">
                <a16:creationId xmlns:a16="http://schemas.microsoft.com/office/drawing/2014/main" id="{256B0919-1EE2-FA25-36A3-0A0EF1F0DDE1}"/>
              </a:ext>
            </a:extLst>
          </p:cNvPr>
          <p:cNvSpPr/>
          <p:nvPr/>
        </p:nvSpPr>
        <p:spPr>
          <a:xfrm>
            <a:off x="5204902" y="2047535"/>
            <a:ext cx="781551" cy="263850"/>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Updates </a:t>
            </a:r>
            <a:r>
              <a:rPr lang="fr-FR" sz="700" b="1" kern="0" err="1">
                <a:solidFill>
                  <a:srgbClr val="FFFFFF"/>
                </a:solidFill>
                <a:latin typeface="Helvetica 75 Bold"/>
              </a:rPr>
              <a:t>required</a:t>
            </a:r>
            <a:r>
              <a:rPr lang="fr-FR" sz="700" b="1" kern="0">
                <a:solidFill>
                  <a:srgbClr val="FFFFFF"/>
                </a:solidFill>
                <a:latin typeface="Helvetica 75 Bold"/>
              </a:rPr>
              <a:t> ? </a:t>
            </a:r>
            <a:endParaRPr lang="en-US" sz="700" b="1" kern="0">
              <a:solidFill>
                <a:srgbClr val="FFFFFF"/>
              </a:solidFill>
              <a:latin typeface="Helvetica 75 Bold"/>
            </a:endParaRPr>
          </a:p>
        </p:txBody>
      </p:sp>
      <p:sp>
        <p:nvSpPr>
          <p:cNvPr id="1024" name="Rectangle : coins arrondis 1023">
            <a:extLst>
              <a:ext uri="{FF2B5EF4-FFF2-40B4-BE49-F238E27FC236}">
                <a16:creationId xmlns:a16="http://schemas.microsoft.com/office/drawing/2014/main" id="{42DE4201-99FF-D4F8-89F0-32FFF74CA641}"/>
              </a:ext>
            </a:extLst>
          </p:cNvPr>
          <p:cNvSpPr/>
          <p:nvPr/>
        </p:nvSpPr>
        <p:spPr>
          <a:xfrm>
            <a:off x="1239410" y="2261933"/>
            <a:ext cx="534028" cy="227276"/>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Site-</a:t>
            </a:r>
            <a:r>
              <a:rPr lang="fr-FR" sz="700" b="1" kern="0" err="1">
                <a:solidFill>
                  <a:srgbClr val="FFFFFF"/>
                </a:solidFill>
                <a:latin typeface="Helvetica 75 Bold"/>
              </a:rPr>
              <a:t>based</a:t>
            </a:r>
            <a:r>
              <a:rPr lang="fr-FR" sz="700" b="1" kern="0">
                <a:solidFill>
                  <a:srgbClr val="FFFFFF"/>
                </a:solidFill>
                <a:latin typeface="Helvetica 75 Bold"/>
              </a:rPr>
              <a:t> </a:t>
            </a:r>
            <a:endParaRPr lang="en-US" sz="700" b="1" kern="0">
              <a:solidFill>
                <a:srgbClr val="FFFFFF"/>
              </a:solidFill>
              <a:latin typeface="Helvetica 75 Bold"/>
            </a:endParaRPr>
          </a:p>
        </p:txBody>
      </p:sp>
      <p:sp>
        <p:nvSpPr>
          <p:cNvPr id="1025" name="Rectangle : coins arrondis 1024">
            <a:extLst>
              <a:ext uri="{FF2B5EF4-FFF2-40B4-BE49-F238E27FC236}">
                <a16:creationId xmlns:a16="http://schemas.microsoft.com/office/drawing/2014/main" id="{5D13DB0A-1E30-75B1-30DA-87AA1C8D3EBD}"/>
              </a:ext>
            </a:extLst>
          </p:cNvPr>
          <p:cNvSpPr/>
          <p:nvPr/>
        </p:nvSpPr>
        <p:spPr>
          <a:xfrm>
            <a:off x="812616" y="1644741"/>
            <a:ext cx="550204" cy="332366"/>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Non site-</a:t>
            </a:r>
            <a:r>
              <a:rPr lang="fr-FR" sz="700" b="1" kern="0" dirty="0" err="1">
                <a:solidFill>
                  <a:srgbClr val="FFFFFF"/>
                </a:solidFill>
                <a:latin typeface="Helvetica 75 Bold"/>
              </a:rPr>
              <a:t>based</a:t>
            </a:r>
            <a:r>
              <a:rPr lang="fr-FR" sz="700" b="1" kern="0" dirty="0">
                <a:solidFill>
                  <a:srgbClr val="FFFFFF"/>
                </a:solidFill>
                <a:latin typeface="Helvetica 75 Bold"/>
              </a:rPr>
              <a:t> </a:t>
            </a:r>
            <a:endParaRPr lang="en-US" sz="700" b="1" kern="0" dirty="0">
              <a:solidFill>
                <a:srgbClr val="FFFFFF"/>
              </a:solidFill>
              <a:latin typeface="Helvetica 75 Bold"/>
            </a:endParaRPr>
          </a:p>
        </p:txBody>
      </p:sp>
      <p:sp>
        <p:nvSpPr>
          <p:cNvPr id="1027" name="Rectangle : coins arrondis 1026">
            <a:extLst>
              <a:ext uri="{FF2B5EF4-FFF2-40B4-BE49-F238E27FC236}">
                <a16:creationId xmlns:a16="http://schemas.microsoft.com/office/drawing/2014/main" id="{86329073-A001-CD5F-E752-BE9DE8F2F1A7}"/>
              </a:ext>
            </a:extLst>
          </p:cNvPr>
          <p:cNvSpPr/>
          <p:nvPr/>
        </p:nvSpPr>
        <p:spPr>
          <a:xfrm>
            <a:off x="5680601" y="3820515"/>
            <a:ext cx="890758"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Modify, Delete product in quote </a:t>
            </a:r>
          </a:p>
        </p:txBody>
      </p:sp>
      <p:sp>
        <p:nvSpPr>
          <p:cNvPr id="1028" name="Losange 1027">
            <a:extLst>
              <a:ext uri="{FF2B5EF4-FFF2-40B4-BE49-F238E27FC236}">
                <a16:creationId xmlns:a16="http://schemas.microsoft.com/office/drawing/2014/main" id="{4C828AD8-98AC-4465-6DB5-C8403EDAA275}"/>
              </a:ext>
            </a:extLst>
          </p:cNvPr>
          <p:cNvSpPr/>
          <p:nvPr/>
        </p:nvSpPr>
        <p:spPr>
          <a:xfrm>
            <a:off x="9518861" y="3925953"/>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sp>
        <p:nvSpPr>
          <p:cNvPr id="1033" name="Rectangle : coins arrondis 1032">
            <a:extLst>
              <a:ext uri="{FF2B5EF4-FFF2-40B4-BE49-F238E27FC236}">
                <a16:creationId xmlns:a16="http://schemas.microsoft.com/office/drawing/2014/main" id="{952A2DCA-97BD-F3CB-6A8F-21F5072172B3}"/>
              </a:ext>
            </a:extLst>
          </p:cNvPr>
          <p:cNvSpPr/>
          <p:nvPr/>
        </p:nvSpPr>
        <p:spPr>
          <a:xfrm>
            <a:off x="8577145" y="2194800"/>
            <a:ext cx="809780"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Capture customer approval of quote </a:t>
            </a:r>
          </a:p>
        </p:txBody>
      </p:sp>
      <p:sp>
        <p:nvSpPr>
          <p:cNvPr id="1035" name="Rectangle : coins arrondis 1034">
            <a:extLst>
              <a:ext uri="{FF2B5EF4-FFF2-40B4-BE49-F238E27FC236}">
                <a16:creationId xmlns:a16="http://schemas.microsoft.com/office/drawing/2014/main" id="{83FDC5A5-FBD9-705C-D6FA-0EFDCB5D5685}"/>
              </a:ext>
            </a:extLst>
          </p:cNvPr>
          <p:cNvSpPr/>
          <p:nvPr/>
        </p:nvSpPr>
        <p:spPr>
          <a:xfrm>
            <a:off x="8467635" y="1889437"/>
            <a:ext cx="1028801" cy="165180"/>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a:solidFill>
                  <a:srgbClr val="FFFFFF">
                    <a:lumMod val="65000"/>
                  </a:srgbClr>
                </a:solidFill>
                <a:latin typeface="Helvetica 75 Bold"/>
              </a:rPr>
              <a:t>L2 - Q</a:t>
            </a:r>
            <a:r>
              <a:rPr lang="en-US" sz="700" b="1" kern="0" dirty="0" err="1">
                <a:solidFill>
                  <a:srgbClr val="FFFFFF">
                    <a:lumMod val="65000"/>
                  </a:srgbClr>
                </a:solidFill>
                <a:latin typeface="Helvetica 75 Bold"/>
              </a:rPr>
              <a:t>uote</a:t>
            </a:r>
            <a:r>
              <a:rPr lang="en-US" sz="700" b="1" kern="0" dirty="0">
                <a:solidFill>
                  <a:srgbClr val="FFFFFF">
                    <a:lumMod val="65000"/>
                  </a:srgbClr>
                </a:solidFill>
                <a:latin typeface="Helvetica 75 Bold"/>
              </a:rPr>
              <a:t> Offer Customer approval  </a:t>
            </a:r>
          </a:p>
        </p:txBody>
      </p:sp>
      <p:cxnSp>
        <p:nvCxnSpPr>
          <p:cNvPr id="1037" name="Connecteur droit avec flèche 1036">
            <a:extLst>
              <a:ext uri="{FF2B5EF4-FFF2-40B4-BE49-F238E27FC236}">
                <a16:creationId xmlns:a16="http://schemas.microsoft.com/office/drawing/2014/main" id="{38A2A673-4770-7517-F42B-782914085513}"/>
              </a:ext>
            </a:extLst>
          </p:cNvPr>
          <p:cNvCxnSpPr>
            <a:cxnSpLocks/>
            <a:stCxn id="1042" idx="3"/>
            <a:endCxn id="13" idx="1"/>
          </p:cNvCxnSpPr>
          <p:nvPr/>
        </p:nvCxnSpPr>
        <p:spPr>
          <a:xfrm>
            <a:off x="9781364" y="2409508"/>
            <a:ext cx="54103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42" name="Losange 1041">
            <a:extLst>
              <a:ext uri="{FF2B5EF4-FFF2-40B4-BE49-F238E27FC236}">
                <a16:creationId xmlns:a16="http://schemas.microsoft.com/office/drawing/2014/main" id="{16D3E70A-E3ED-24FF-0BA2-C173AB6E7C62}"/>
              </a:ext>
            </a:extLst>
          </p:cNvPr>
          <p:cNvSpPr/>
          <p:nvPr/>
        </p:nvSpPr>
        <p:spPr>
          <a:xfrm>
            <a:off x="9518861" y="2306723"/>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1043" name="Connecteur droit avec flèche 1042">
            <a:extLst>
              <a:ext uri="{FF2B5EF4-FFF2-40B4-BE49-F238E27FC236}">
                <a16:creationId xmlns:a16="http://schemas.microsoft.com/office/drawing/2014/main" id="{8A632FBD-56D6-4F23-7DD6-A4E805E4F591}"/>
              </a:ext>
            </a:extLst>
          </p:cNvPr>
          <p:cNvCxnSpPr>
            <a:cxnSpLocks/>
            <a:stCxn id="1033" idx="3"/>
            <a:endCxn id="1042" idx="1"/>
          </p:cNvCxnSpPr>
          <p:nvPr/>
        </p:nvCxnSpPr>
        <p:spPr>
          <a:xfrm>
            <a:off x="9386925" y="2409508"/>
            <a:ext cx="13193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47" name="Rectangle : coins arrondis 1046">
            <a:extLst>
              <a:ext uri="{FF2B5EF4-FFF2-40B4-BE49-F238E27FC236}">
                <a16:creationId xmlns:a16="http://schemas.microsoft.com/office/drawing/2014/main" id="{89328B4A-6404-9FDF-D3AB-E9B2CA22544B}"/>
              </a:ext>
            </a:extLst>
          </p:cNvPr>
          <p:cNvSpPr/>
          <p:nvPr/>
        </p:nvSpPr>
        <p:spPr>
          <a:xfrm>
            <a:off x="9288587" y="1983982"/>
            <a:ext cx="839830" cy="195080"/>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err="1">
                <a:solidFill>
                  <a:srgbClr val="FFFFFF"/>
                </a:solidFill>
                <a:latin typeface="Helvetica 75 Bold"/>
              </a:rPr>
              <a:t>Quote</a:t>
            </a:r>
            <a:r>
              <a:rPr lang="fr-FR" sz="700" b="1" kern="0">
                <a:solidFill>
                  <a:srgbClr val="FFFFFF"/>
                </a:solidFill>
                <a:latin typeface="Helvetica 75 Bold"/>
              </a:rPr>
              <a:t> </a:t>
            </a:r>
            <a:r>
              <a:rPr lang="fr-FR" sz="700" b="1" kern="0" err="1">
                <a:solidFill>
                  <a:srgbClr val="FFFFFF"/>
                </a:solidFill>
                <a:latin typeface="Helvetica 75 Bold"/>
              </a:rPr>
              <a:t>approved</a:t>
            </a:r>
            <a:r>
              <a:rPr lang="fr-FR" sz="700" b="1" kern="0">
                <a:solidFill>
                  <a:srgbClr val="FFFFFF"/>
                </a:solidFill>
                <a:latin typeface="Helvetica 75 Bold"/>
              </a:rPr>
              <a:t> by </a:t>
            </a:r>
            <a:r>
              <a:rPr lang="fr-FR" sz="700" b="1" kern="0" err="1">
                <a:solidFill>
                  <a:srgbClr val="FFFFFF"/>
                </a:solidFill>
                <a:latin typeface="Helvetica 75 Bold"/>
              </a:rPr>
              <a:t>customer</a:t>
            </a:r>
            <a:r>
              <a:rPr lang="fr-FR" sz="700" b="1" kern="0">
                <a:solidFill>
                  <a:srgbClr val="FFFFFF"/>
                </a:solidFill>
                <a:latin typeface="Helvetica 75 Bold"/>
              </a:rPr>
              <a:t> ? </a:t>
            </a:r>
            <a:endParaRPr lang="en-US" sz="700" b="1" kern="0">
              <a:solidFill>
                <a:srgbClr val="FFFFFF"/>
              </a:solidFill>
              <a:latin typeface="Helvetica 75 Bold"/>
            </a:endParaRPr>
          </a:p>
        </p:txBody>
      </p:sp>
      <p:cxnSp>
        <p:nvCxnSpPr>
          <p:cNvPr id="1048" name="Connecteur droit avec flèche 1047">
            <a:extLst>
              <a:ext uri="{FF2B5EF4-FFF2-40B4-BE49-F238E27FC236}">
                <a16:creationId xmlns:a16="http://schemas.microsoft.com/office/drawing/2014/main" id="{FF9445EC-505D-236D-E543-2B65CF392449}"/>
              </a:ext>
            </a:extLst>
          </p:cNvPr>
          <p:cNvCxnSpPr>
            <a:cxnSpLocks/>
            <a:stCxn id="1042" idx="2"/>
            <a:endCxn id="1028" idx="0"/>
          </p:cNvCxnSpPr>
          <p:nvPr/>
        </p:nvCxnSpPr>
        <p:spPr>
          <a:xfrm>
            <a:off x="9650113" y="2512292"/>
            <a:ext cx="0" cy="141366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54" name="Connecteur : en angle 1053">
            <a:extLst>
              <a:ext uri="{FF2B5EF4-FFF2-40B4-BE49-F238E27FC236}">
                <a16:creationId xmlns:a16="http://schemas.microsoft.com/office/drawing/2014/main" id="{84AD9D71-6D58-4D9B-BFD4-BDFBC5C51C1E}"/>
              </a:ext>
            </a:extLst>
          </p:cNvPr>
          <p:cNvCxnSpPr>
            <a:cxnSpLocks/>
            <a:stCxn id="4" idx="2"/>
            <a:endCxn id="35" idx="3"/>
          </p:cNvCxnSpPr>
          <p:nvPr/>
        </p:nvCxnSpPr>
        <p:spPr>
          <a:xfrm rot="5400000" flipH="1">
            <a:off x="2785141" y="2470718"/>
            <a:ext cx="3044972" cy="2922552"/>
          </a:xfrm>
          <a:prstGeom prst="bentConnector4">
            <a:avLst>
              <a:gd name="adj1" fmla="val -7507"/>
              <a:gd name="adj2" fmla="val 100264"/>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59" name="Rectangle : coins arrondis 1058">
            <a:extLst>
              <a:ext uri="{FF2B5EF4-FFF2-40B4-BE49-F238E27FC236}">
                <a16:creationId xmlns:a16="http://schemas.microsoft.com/office/drawing/2014/main" id="{E3C500A4-12F9-5780-0BFE-EFC8552C9E23}"/>
              </a:ext>
            </a:extLst>
          </p:cNvPr>
          <p:cNvSpPr/>
          <p:nvPr/>
        </p:nvSpPr>
        <p:spPr>
          <a:xfrm>
            <a:off x="9822122" y="2339395"/>
            <a:ext cx="385061" cy="122340"/>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YES</a:t>
            </a:r>
            <a:endParaRPr lang="en-US" sz="700" b="1" kern="0">
              <a:solidFill>
                <a:srgbClr val="FFFFFF"/>
              </a:solidFill>
              <a:latin typeface="Helvetica 75 Bold"/>
            </a:endParaRPr>
          </a:p>
        </p:txBody>
      </p:sp>
      <p:sp>
        <p:nvSpPr>
          <p:cNvPr id="1060" name="Rectangle : coins arrondis 1059">
            <a:extLst>
              <a:ext uri="{FF2B5EF4-FFF2-40B4-BE49-F238E27FC236}">
                <a16:creationId xmlns:a16="http://schemas.microsoft.com/office/drawing/2014/main" id="{17BAD179-A6D4-2F68-F637-9937BF6510C9}"/>
              </a:ext>
            </a:extLst>
          </p:cNvPr>
          <p:cNvSpPr/>
          <p:nvPr/>
        </p:nvSpPr>
        <p:spPr>
          <a:xfrm>
            <a:off x="9457948" y="3427753"/>
            <a:ext cx="384328" cy="98085"/>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NO</a:t>
            </a:r>
            <a:endParaRPr lang="en-US" sz="700" b="1" kern="0" dirty="0">
              <a:solidFill>
                <a:srgbClr val="FFFFFF"/>
              </a:solidFill>
              <a:latin typeface="Helvetica 75 Bold"/>
            </a:endParaRPr>
          </a:p>
        </p:txBody>
      </p:sp>
      <p:sp>
        <p:nvSpPr>
          <p:cNvPr id="1061" name="Rectangle : coins arrondis 1060">
            <a:extLst>
              <a:ext uri="{FF2B5EF4-FFF2-40B4-BE49-F238E27FC236}">
                <a16:creationId xmlns:a16="http://schemas.microsoft.com/office/drawing/2014/main" id="{6873740F-DBB1-FF9C-E249-BC3C37905D0A}"/>
              </a:ext>
            </a:extLst>
          </p:cNvPr>
          <p:cNvSpPr/>
          <p:nvPr/>
        </p:nvSpPr>
        <p:spPr>
          <a:xfrm>
            <a:off x="9230836" y="4211557"/>
            <a:ext cx="855151" cy="204541"/>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err="1">
                <a:solidFill>
                  <a:srgbClr val="FFFFFF"/>
                </a:solidFill>
                <a:latin typeface="Helvetica 75 Bold"/>
              </a:rPr>
              <a:t>Make</a:t>
            </a:r>
            <a:r>
              <a:rPr lang="fr-FR" sz="700" b="1" kern="0">
                <a:solidFill>
                  <a:srgbClr val="FFFFFF"/>
                </a:solidFill>
                <a:latin typeface="Helvetica 75 Bold"/>
              </a:rPr>
              <a:t> changes to </a:t>
            </a:r>
            <a:r>
              <a:rPr lang="fr-FR" sz="700" b="1" kern="0" err="1">
                <a:solidFill>
                  <a:srgbClr val="FFFFFF"/>
                </a:solidFill>
                <a:latin typeface="Helvetica 75 Bold"/>
              </a:rPr>
              <a:t>quote</a:t>
            </a:r>
            <a:r>
              <a:rPr lang="fr-FR" sz="700" b="1" kern="0">
                <a:solidFill>
                  <a:srgbClr val="FFFFFF"/>
                </a:solidFill>
                <a:latin typeface="Helvetica 75 Bold"/>
              </a:rPr>
              <a:t> ? </a:t>
            </a:r>
            <a:endParaRPr lang="en-US" sz="700" b="1" kern="0">
              <a:solidFill>
                <a:srgbClr val="FFFFFF"/>
              </a:solidFill>
              <a:latin typeface="Helvetica 75 Bold"/>
            </a:endParaRPr>
          </a:p>
        </p:txBody>
      </p:sp>
      <p:sp>
        <p:nvSpPr>
          <p:cNvPr id="1062" name="Losange 1061">
            <a:extLst>
              <a:ext uri="{FF2B5EF4-FFF2-40B4-BE49-F238E27FC236}">
                <a16:creationId xmlns:a16="http://schemas.microsoft.com/office/drawing/2014/main" id="{F25C6E11-3213-4772-D92F-9C0F297229C5}"/>
              </a:ext>
            </a:extLst>
          </p:cNvPr>
          <p:cNvSpPr/>
          <p:nvPr/>
        </p:nvSpPr>
        <p:spPr>
          <a:xfrm>
            <a:off x="11931523" y="2296444"/>
            <a:ext cx="238639" cy="226127"/>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1063" name="Connecteur droit avec flèche 1062">
            <a:extLst>
              <a:ext uri="{FF2B5EF4-FFF2-40B4-BE49-F238E27FC236}">
                <a16:creationId xmlns:a16="http://schemas.microsoft.com/office/drawing/2014/main" id="{23CDA6BD-7DB7-C8CA-7299-2E58775C78F0}"/>
              </a:ext>
            </a:extLst>
          </p:cNvPr>
          <p:cNvCxnSpPr>
            <a:cxnSpLocks/>
            <a:stCxn id="14" idx="3"/>
            <a:endCxn id="1062" idx="1"/>
          </p:cNvCxnSpPr>
          <p:nvPr/>
        </p:nvCxnSpPr>
        <p:spPr>
          <a:xfrm>
            <a:off x="11801669" y="2409507"/>
            <a:ext cx="129854" cy="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66" name="Connecteur : en angle 1065">
            <a:extLst>
              <a:ext uri="{FF2B5EF4-FFF2-40B4-BE49-F238E27FC236}">
                <a16:creationId xmlns:a16="http://schemas.microsoft.com/office/drawing/2014/main" id="{01756019-A50E-C97B-B64E-CD6CCCFE9CB5}"/>
              </a:ext>
            </a:extLst>
          </p:cNvPr>
          <p:cNvCxnSpPr>
            <a:cxnSpLocks/>
            <a:stCxn id="1028" idx="3"/>
            <a:endCxn id="1062" idx="2"/>
          </p:cNvCxnSpPr>
          <p:nvPr/>
        </p:nvCxnSpPr>
        <p:spPr>
          <a:xfrm flipV="1">
            <a:off x="9781364" y="2522571"/>
            <a:ext cx="2269479" cy="1506167"/>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69" name="Connecteur droit avec flèche 1068">
            <a:extLst>
              <a:ext uri="{FF2B5EF4-FFF2-40B4-BE49-F238E27FC236}">
                <a16:creationId xmlns:a16="http://schemas.microsoft.com/office/drawing/2014/main" id="{904B783A-306E-261C-8388-CDA4BF3BFFCF}"/>
              </a:ext>
            </a:extLst>
          </p:cNvPr>
          <p:cNvCxnSpPr>
            <a:cxnSpLocks/>
            <a:stCxn id="1074" idx="6"/>
            <a:endCxn id="1076" idx="2"/>
          </p:cNvCxnSpPr>
          <p:nvPr/>
        </p:nvCxnSpPr>
        <p:spPr>
          <a:xfrm>
            <a:off x="573810" y="5978418"/>
            <a:ext cx="11334785"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72" name="Rectangle : coins arrondis 1071">
            <a:extLst>
              <a:ext uri="{FF2B5EF4-FFF2-40B4-BE49-F238E27FC236}">
                <a16:creationId xmlns:a16="http://schemas.microsoft.com/office/drawing/2014/main" id="{DCB9AD86-B19F-6C2B-2B46-41D67CD35E26}"/>
              </a:ext>
            </a:extLst>
          </p:cNvPr>
          <p:cNvSpPr/>
          <p:nvPr/>
        </p:nvSpPr>
        <p:spPr>
          <a:xfrm>
            <a:off x="5897107" y="6089667"/>
            <a:ext cx="736164"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Quote State Model </a:t>
            </a:r>
          </a:p>
        </p:txBody>
      </p:sp>
      <p:sp>
        <p:nvSpPr>
          <p:cNvPr id="1050" name="Rectangle : coins arrondis 1049">
            <a:extLst>
              <a:ext uri="{FF2B5EF4-FFF2-40B4-BE49-F238E27FC236}">
                <a16:creationId xmlns:a16="http://schemas.microsoft.com/office/drawing/2014/main" id="{60032BD0-1296-7550-7F4D-B113CD8877A8}"/>
              </a:ext>
            </a:extLst>
          </p:cNvPr>
          <p:cNvSpPr/>
          <p:nvPr/>
        </p:nvSpPr>
        <p:spPr>
          <a:xfrm>
            <a:off x="10229143" y="3959306"/>
            <a:ext cx="384328" cy="151831"/>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NO</a:t>
            </a:r>
            <a:endParaRPr lang="en-US" sz="700" b="1" kern="0">
              <a:solidFill>
                <a:srgbClr val="FFFFFF"/>
              </a:solidFill>
              <a:latin typeface="Helvetica 75 Bold"/>
            </a:endParaRPr>
          </a:p>
        </p:txBody>
      </p:sp>
      <p:sp>
        <p:nvSpPr>
          <p:cNvPr id="1056" name="Ellipse 1055">
            <a:extLst>
              <a:ext uri="{FF2B5EF4-FFF2-40B4-BE49-F238E27FC236}">
                <a16:creationId xmlns:a16="http://schemas.microsoft.com/office/drawing/2014/main" id="{7667B436-CAE9-D126-E5F1-5AB88A7FC34E}"/>
              </a:ext>
            </a:extLst>
          </p:cNvPr>
          <p:cNvSpPr/>
          <p:nvPr/>
        </p:nvSpPr>
        <p:spPr>
          <a:xfrm>
            <a:off x="334712" y="2940428"/>
            <a:ext cx="219643" cy="217271"/>
          </a:xfrm>
          <a:prstGeom prst="ellipse">
            <a:avLst/>
          </a:prstGeom>
          <a:solidFill>
            <a:srgbClr val="00B050"/>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cxnSp>
        <p:nvCxnSpPr>
          <p:cNvPr id="1057" name="Connecteur droit avec flèche 1056">
            <a:extLst>
              <a:ext uri="{FF2B5EF4-FFF2-40B4-BE49-F238E27FC236}">
                <a16:creationId xmlns:a16="http://schemas.microsoft.com/office/drawing/2014/main" id="{40118081-5DF4-85C0-DC3E-6AADA6F969C4}"/>
              </a:ext>
            </a:extLst>
          </p:cNvPr>
          <p:cNvCxnSpPr>
            <a:cxnSpLocks/>
            <a:stCxn id="1056" idx="0"/>
            <a:endCxn id="6" idx="2"/>
          </p:cNvCxnSpPr>
          <p:nvPr/>
        </p:nvCxnSpPr>
        <p:spPr>
          <a:xfrm flipV="1">
            <a:off x="444534" y="2629308"/>
            <a:ext cx="0" cy="31112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65" name="Ellipse 1064">
            <a:extLst>
              <a:ext uri="{FF2B5EF4-FFF2-40B4-BE49-F238E27FC236}">
                <a16:creationId xmlns:a16="http://schemas.microsoft.com/office/drawing/2014/main" id="{F08A6971-D6F3-C5B7-6A59-D945F9832D2B}"/>
              </a:ext>
            </a:extLst>
          </p:cNvPr>
          <p:cNvSpPr/>
          <p:nvPr/>
        </p:nvSpPr>
        <p:spPr>
          <a:xfrm>
            <a:off x="11941020" y="1774116"/>
            <a:ext cx="219643" cy="217271"/>
          </a:xfrm>
          <a:prstGeom prst="ellipse">
            <a:avLst/>
          </a:prstGeom>
          <a:solidFill>
            <a:srgbClr val="FF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cxnSp>
        <p:nvCxnSpPr>
          <p:cNvPr id="1067" name="Connecteur droit avec flèche 1066">
            <a:extLst>
              <a:ext uri="{FF2B5EF4-FFF2-40B4-BE49-F238E27FC236}">
                <a16:creationId xmlns:a16="http://schemas.microsoft.com/office/drawing/2014/main" id="{F4DE1EB0-7B7A-897F-3EEE-6163F2B92BA2}"/>
              </a:ext>
            </a:extLst>
          </p:cNvPr>
          <p:cNvCxnSpPr>
            <a:cxnSpLocks/>
            <a:stCxn id="1062" idx="0"/>
            <a:endCxn id="1065" idx="4"/>
          </p:cNvCxnSpPr>
          <p:nvPr/>
        </p:nvCxnSpPr>
        <p:spPr>
          <a:xfrm flipH="1" flipV="1">
            <a:off x="12050842" y="1991387"/>
            <a:ext cx="1" cy="30505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74" name="Ellipse 1073">
            <a:extLst>
              <a:ext uri="{FF2B5EF4-FFF2-40B4-BE49-F238E27FC236}">
                <a16:creationId xmlns:a16="http://schemas.microsoft.com/office/drawing/2014/main" id="{319DD85E-8853-E55D-51DA-C24FB6893291}"/>
              </a:ext>
            </a:extLst>
          </p:cNvPr>
          <p:cNvSpPr/>
          <p:nvPr/>
        </p:nvSpPr>
        <p:spPr>
          <a:xfrm>
            <a:off x="354167" y="5869782"/>
            <a:ext cx="219643" cy="217271"/>
          </a:xfrm>
          <a:prstGeom prst="ellipse">
            <a:avLst/>
          </a:prstGeom>
          <a:solidFill>
            <a:srgbClr val="00B050"/>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sp>
        <p:nvSpPr>
          <p:cNvPr id="1076" name="Ellipse 1075">
            <a:extLst>
              <a:ext uri="{FF2B5EF4-FFF2-40B4-BE49-F238E27FC236}">
                <a16:creationId xmlns:a16="http://schemas.microsoft.com/office/drawing/2014/main" id="{290E4A7A-0FCE-23DC-0D90-2D820F78E624}"/>
              </a:ext>
            </a:extLst>
          </p:cNvPr>
          <p:cNvSpPr/>
          <p:nvPr/>
        </p:nvSpPr>
        <p:spPr>
          <a:xfrm>
            <a:off x="11908595" y="5869782"/>
            <a:ext cx="219643" cy="217271"/>
          </a:xfrm>
          <a:prstGeom prst="ellipse">
            <a:avLst/>
          </a:prstGeom>
          <a:solidFill>
            <a:srgbClr val="FF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sp>
        <p:nvSpPr>
          <p:cNvPr id="21" name="Rectangle : coins arrondis 20">
            <a:extLst>
              <a:ext uri="{FF2B5EF4-FFF2-40B4-BE49-F238E27FC236}">
                <a16:creationId xmlns:a16="http://schemas.microsoft.com/office/drawing/2014/main" id="{3CC0E900-82EF-D8CB-7B9C-C93EB7868DA1}"/>
              </a:ext>
            </a:extLst>
          </p:cNvPr>
          <p:cNvSpPr/>
          <p:nvPr/>
        </p:nvSpPr>
        <p:spPr>
          <a:xfrm>
            <a:off x="2201025" y="5028850"/>
            <a:ext cx="1006071" cy="278730"/>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err="1">
                <a:solidFill>
                  <a:srgbClr val="FFFFFF"/>
                </a:solidFill>
                <a:latin typeface="Helvetica 75 Bold"/>
              </a:rPr>
              <a:t>Delete</a:t>
            </a:r>
            <a:r>
              <a:rPr lang="fr-FR" sz="700" b="1" kern="0" dirty="0">
                <a:solidFill>
                  <a:srgbClr val="FFFFFF"/>
                </a:solidFill>
                <a:latin typeface="Helvetica 75 Bold"/>
              </a:rPr>
              <a:t> </a:t>
            </a:r>
            <a:r>
              <a:rPr lang="fr-FR" sz="700" b="1" kern="0" dirty="0" err="1">
                <a:solidFill>
                  <a:srgbClr val="FFFFFF"/>
                </a:solidFill>
                <a:latin typeface="Helvetica 75 Bold"/>
              </a:rPr>
              <a:t>product</a:t>
            </a:r>
            <a:r>
              <a:rPr lang="fr-FR" sz="700" b="1" kern="0" dirty="0">
                <a:solidFill>
                  <a:srgbClr val="FFFFFF"/>
                </a:solidFill>
                <a:latin typeface="Helvetica 75 Bold"/>
              </a:rPr>
              <a:t> &amp; enter new </a:t>
            </a:r>
            <a:r>
              <a:rPr lang="fr-FR" sz="700" b="1" kern="0" dirty="0" err="1">
                <a:solidFill>
                  <a:srgbClr val="FFFFFF"/>
                </a:solidFill>
                <a:latin typeface="Helvetica 75 Bold"/>
              </a:rPr>
              <a:t>eligibility</a:t>
            </a:r>
            <a:r>
              <a:rPr lang="fr-FR" sz="700" b="1" kern="0" dirty="0">
                <a:solidFill>
                  <a:srgbClr val="FFFFFF"/>
                </a:solidFill>
                <a:latin typeface="Helvetica 75 Bold"/>
              </a:rPr>
              <a:t> </a:t>
            </a:r>
            <a:r>
              <a:rPr lang="fr-FR" sz="700" b="1" kern="0" dirty="0" err="1">
                <a:solidFill>
                  <a:srgbClr val="FFFFFF"/>
                </a:solidFill>
                <a:latin typeface="Helvetica 75 Bold"/>
              </a:rPr>
              <a:t>parameters</a:t>
            </a:r>
            <a:endParaRPr lang="en-US" sz="700" b="1" kern="0" dirty="0">
              <a:solidFill>
                <a:srgbClr val="FFFFFF"/>
              </a:solidFill>
              <a:latin typeface="Helvetica 75 Bold"/>
            </a:endParaRPr>
          </a:p>
        </p:txBody>
      </p:sp>
      <p:sp>
        <p:nvSpPr>
          <p:cNvPr id="4" name="Losange 3">
            <a:extLst>
              <a:ext uri="{FF2B5EF4-FFF2-40B4-BE49-F238E27FC236}">
                <a16:creationId xmlns:a16="http://schemas.microsoft.com/office/drawing/2014/main" id="{F485D284-A5ED-BE7C-43A8-BDA34AA05458}"/>
              </a:ext>
            </a:extLst>
          </p:cNvPr>
          <p:cNvSpPr/>
          <p:nvPr/>
        </p:nvSpPr>
        <p:spPr>
          <a:xfrm>
            <a:off x="5637651" y="5248911"/>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27" name="Connecteur : en angle 26">
            <a:extLst>
              <a:ext uri="{FF2B5EF4-FFF2-40B4-BE49-F238E27FC236}">
                <a16:creationId xmlns:a16="http://schemas.microsoft.com/office/drawing/2014/main" id="{EB1975EA-6B8C-4290-5D33-3A24561BE365}"/>
              </a:ext>
            </a:extLst>
          </p:cNvPr>
          <p:cNvCxnSpPr>
            <a:cxnSpLocks/>
            <a:stCxn id="4" idx="1"/>
          </p:cNvCxnSpPr>
          <p:nvPr/>
        </p:nvCxnSpPr>
        <p:spPr>
          <a:xfrm rot="10800000">
            <a:off x="3699093" y="2444636"/>
            <a:ext cx="1938558" cy="2907060"/>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 coins arrondis 25">
            <a:extLst>
              <a:ext uri="{FF2B5EF4-FFF2-40B4-BE49-F238E27FC236}">
                <a16:creationId xmlns:a16="http://schemas.microsoft.com/office/drawing/2014/main" id="{D61357C1-F9D2-CBA6-A24B-81484B2D9492}"/>
              </a:ext>
            </a:extLst>
          </p:cNvPr>
          <p:cNvSpPr/>
          <p:nvPr/>
        </p:nvSpPr>
        <p:spPr>
          <a:xfrm>
            <a:off x="3247184" y="4698697"/>
            <a:ext cx="854143" cy="283113"/>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err="1">
                <a:solidFill>
                  <a:srgbClr val="FFFFFF"/>
                </a:solidFill>
                <a:latin typeface="Helvetica 75 Bold"/>
              </a:rPr>
              <a:t>Delete</a:t>
            </a:r>
            <a:r>
              <a:rPr lang="fr-FR" sz="700" b="1" kern="0" dirty="0">
                <a:solidFill>
                  <a:srgbClr val="FFFFFF"/>
                </a:solidFill>
                <a:latin typeface="Helvetica 75 Bold"/>
              </a:rPr>
              <a:t> Product </a:t>
            </a:r>
            <a:r>
              <a:rPr lang="fr-FR" sz="700" b="1" kern="0" dirty="0" err="1">
                <a:solidFill>
                  <a:srgbClr val="FFFFFF"/>
                </a:solidFill>
                <a:latin typeface="Helvetica 75 Bold"/>
              </a:rPr>
              <a:t>from</a:t>
            </a:r>
            <a:r>
              <a:rPr lang="fr-FR" sz="700" b="1" kern="0" dirty="0">
                <a:solidFill>
                  <a:srgbClr val="FFFFFF"/>
                </a:solidFill>
                <a:latin typeface="Helvetica 75 Bold"/>
              </a:rPr>
              <a:t> </a:t>
            </a:r>
            <a:r>
              <a:rPr lang="fr-FR" sz="700" b="1" kern="0" dirty="0" err="1">
                <a:solidFill>
                  <a:srgbClr val="FFFFFF"/>
                </a:solidFill>
                <a:latin typeface="Helvetica 75 Bold"/>
              </a:rPr>
              <a:t>quote</a:t>
            </a:r>
            <a:r>
              <a:rPr lang="fr-FR" sz="700" b="1" kern="0" dirty="0">
                <a:solidFill>
                  <a:srgbClr val="FFFFFF"/>
                </a:solidFill>
                <a:latin typeface="Helvetica 75 Bold"/>
              </a:rPr>
              <a:t> </a:t>
            </a:r>
            <a:endParaRPr lang="en-US" sz="700" b="1" kern="0" dirty="0">
              <a:solidFill>
                <a:srgbClr val="FFFFFF"/>
              </a:solidFill>
              <a:latin typeface="Helvetica 75 Bold"/>
            </a:endParaRPr>
          </a:p>
        </p:txBody>
      </p:sp>
      <p:cxnSp>
        <p:nvCxnSpPr>
          <p:cNvPr id="1040" name="Connecteur : en angle 1039">
            <a:extLst>
              <a:ext uri="{FF2B5EF4-FFF2-40B4-BE49-F238E27FC236}">
                <a16:creationId xmlns:a16="http://schemas.microsoft.com/office/drawing/2014/main" id="{C468BDB4-0973-7252-BBDE-ADE2F8A1057F}"/>
              </a:ext>
            </a:extLst>
          </p:cNvPr>
          <p:cNvCxnSpPr>
            <a:cxnSpLocks/>
          </p:cNvCxnSpPr>
          <p:nvPr/>
        </p:nvCxnSpPr>
        <p:spPr>
          <a:xfrm rot="10800000">
            <a:off x="4460848" y="2409510"/>
            <a:ext cx="161698" cy="2318907"/>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68" name="Connecteur : en angle 1067">
            <a:extLst>
              <a:ext uri="{FF2B5EF4-FFF2-40B4-BE49-F238E27FC236}">
                <a16:creationId xmlns:a16="http://schemas.microsoft.com/office/drawing/2014/main" id="{82053F28-69CE-B346-78BA-6C93530B24C6}"/>
              </a:ext>
            </a:extLst>
          </p:cNvPr>
          <p:cNvCxnSpPr>
            <a:cxnSpLocks/>
            <a:endCxn id="4" idx="0"/>
          </p:cNvCxnSpPr>
          <p:nvPr/>
        </p:nvCxnSpPr>
        <p:spPr>
          <a:xfrm>
            <a:off x="5553149" y="4734901"/>
            <a:ext cx="215754" cy="514010"/>
          </a:xfrm>
          <a:prstGeom prst="bentConnector2">
            <a:avLst/>
          </a:prstGeom>
          <a:ln w="19050"/>
        </p:spPr>
        <p:style>
          <a:lnRef idx="1">
            <a:schemeClr val="accent1"/>
          </a:lnRef>
          <a:fillRef idx="0">
            <a:schemeClr val="accent1"/>
          </a:fillRef>
          <a:effectRef idx="0">
            <a:schemeClr val="accent1"/>
          </a:effectRef>
          <a:fontRef idx="minor">
            <a:schemeClr val="tx1"/>
          </a:fontRef>
        </p:style>
      </p:cxnSp>
      <p:sp>
        <p:nvSpPr>
          <p:cNvPr id="1071" name="Losange 1070">
            <a:extLst>
              <a:ext uri="{FF2B5EF4-FFF2-40B4-BE49-F238E27FC236}">
                <a16:creationId xmlns:a16="http://schemas.microsoft.com/office/drawing/2014/main" id="{100C968E-C97F-F2D7-767E-F882EF431550}"/>
              </a:ext>
            </a:extLst>
          </p:cNvPr>
          <p:cNvSpPr/>
          <p:nvPr/>
        </p:nvSpPr>
        <p:spPr>
          <a:xfrm>
            <a:off x="5851353" y="2316463"/>
            <a:ext cx="216945" cy="191534"/>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a:solidFill>
                  <a:srgbClr val="FF7900"/>
                </a:solidFill>
                <a:latin typeface="Helvetica 75 Bold"/>
              </a:rPr>
              <a:t>X</a:t>
            </a:r>
            <a:endParaRPr lang="en-US" sz="800" b="1">
              <a:solidFill>
                <a:srgbClr val="FF7900"/>
              </a:solidFill>
              <a:latin typeface="Helvetica 75 Bold"/>
            </a:endParaRPr>
          </a:p>
        </p:txBody>
      </p:sp>
      <p:cxnSp>
        <p:nvCxnSpPr>
          <p:cNvPr id="1081" name="Connecteur : en angle 1080">
            <a:extLst>
              <a:ext uri="{FF2B5EF4-FFF2-40B4-BE49-F238E27FC236}">
                <a16:creationId xmlns:a16="http://schemas.microsoft.com/office/drawing/2014/main" id="{29910CC7-BA84-CD88-8A25-AF2E79FE7EB8}"/>
              </a:ext>
            </a:extLst>
          </p:cNvPr>
          <p:cNvCxnSpPr>
            <a:cxnSpLocks/>
            <a:stCxn id="1027" idx="2"/>
            <a:endCxn id="4" idx="3"/>
          </p:cNvCxnSpPr>
          <p:nvPr/>
        </p:nvCxnSpPr>
        <p:spPr>
          <a:xfrm rot="5400000">
            <a:off x="5462184" y="4687900"/>
            <a:ext cx="1101766" cy="225826"/>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84" name="Connecteur : en angle 1083">
            <a:extLst>
              <a:ext uri="{FF2B5EF4-FFF2-40B4-BE49-F238E27FC236}">
                <a16:creationId xmlns:a16="http://schemas.microsoft.com/office/drawing/2014/main" id="{0083D48F-1643-E750-0E7E-AF37889650C8}"/>
              </a:ext>
            </a:extLst>
          </p:cNvPr>
          <p:cNvCxnSpPr>
            <a:cxnSpLocks/>
            <a:stCxn id="39" idx="2"/>
            <a:endCxn id="1027" idx="0"/>
          </p:cNvCxnSpPr>
          <p:nvPr/>
        </p:nvCxnSpPr>
        <p:spPr>
          <a:xfrm rot="16200000" flipH="1">
            <a:off x="5205565" y="2900100"/>
            <a:ext cx="1301738" cy="539092"/>
          </a:xfrm>
          <a:prstGeom prst="bentConnector3">
            <a:avLst>
              <a:gd name="adj1" fmla="val 72418"/>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 coins arrondis 56">
            <a:extLst>
              <a:ext uri="{FF2B5EF4-FFF2-40B4-BE49-F238E27FC236}">
                <a16:creationId xmlns:a16="http://schemas.microsoft.com/office/drawing/2014/main" id="{7338B872-E8C9-5F91-295D-830F83CB69F8}"/>
              </a:ext>
            </a:extLst>
          </p:cNvPr>
          <p:cNvSpPr/>
          <p:nvPr/>
        </p:nvSpPr>
        <p:spPr>
          <a:xfrm>
            <a:off x="5872807" y="3525838"/>
            <a:ext cx="504462" cy="170650"/>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a:solidFill>
                  <a:srgbClr val="FFFFFF"/>
                </a:solidFill>
                <a:latin typeface="Helvetica 75 Bold"/>
              </a:rPr>
              <a:t>YES</a:t>
            </a:r>
            <a:endParaRPr lang="en-US" sz="700" b="1" kern="0">
              <a:solidFill>
                <a:srgbClr val="FFFFFF"/>
              </a:solidFill>
              <a:latin typeface="Helvetica 75 Bold"/>
            </a:endParaRPr>
          </a:p>
        </p:txBody>
      </p:sp>
      <p:cxnSp>
        <p:nvCxnSpPr>
          <p:cNvPr id="1092" name="Connecteur droit avec flèche 1091">
            <a:extLst>
              <a:ext uri="{FF2B5EF4-FFF2-40B4-BE49-F238E27FC236}">
                <a16:creationId xmlns:a16="http://schemas.microsoft.com/office/drawing/2014/main" id="{82D3682D-6113-5547-9D18-56C0EE97F98A}"/>
              </a:ext>
            </a:extLst>
          </p:cNvPr>
          <p:cNvCxnSpPr>
            <a:cxnSpLocks/>
            <a:stCxn id="1071" idx="3"/>
            <a:endCxn id="56" idx="1"/>
          </p:cNvCxnSpPr>
          <p:nvPr/>
        </p:nvCxnSpPr>
        <p:spPr>
          <a:xfrm>
            <a:off x="6068298" y="2412230"/>
            <a:ext cx="231211" cy="188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06" name="Rectangle : coins arrondis 1105">
            <a:extLst>
              <a:ext uri="{FF2B5EF4-FFF2-40B4-BE49-F238E27FC236}">
                <a16:creationId xmlns:a16="http://schemas.microsoft.com/office/drawing/2014/main" id="{A47E56CE-D084-BFD7-94C9-FBC657B8EE4D}"/>
              </a:ext>
            </a:extLst>
          </p:cNvPr>
          <p:cNvSpPr/>
          <p:nvPr/>
        </p:nvSpPr>
        <p:spPr>
          <a:xfrm>
            <a:off x="5566498" y="2644435"/>
            <a:ext cx="854575" cy="33778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err="1">
                <a:solidFill>
                  <a:srgbClr val="FFFFFF"/>
                </a:solidFill>
                <a:latin typeface="Helvetica 75 Bold"/>
              </a:rPr>
              <a:t>Does</a:t>
            </a:r>
            <a:r>
              <a:rPr lang="fr-FR" sz="700" b="1" kern="0" dirty="0">
                <a:solidFill>
                  <a:srgbClr val="FFFFFF"/>
                </a:solidFill>
                <a:latin typeface="Helvetica 75 Bold"/>
              </a:rPr>
              <a:t> the </a:t>
            </a:r>
            <a:r>
              <a:rPr lang="fr-FR" sz="700" b="1" kern="0" dirty="0" err="1">
                <a:solidFill>
                  <a:srgbClr val="FFFFFF"/>
                </a:solidFill>
                <a:latin typeface="Helvetica 75 Bold"/>
              </a:rPr>
              <a:t>customer</a:t>
            </a:r>
            <a:r>
              <a:rPr lang="fr-FR" sz="700" b="1" kern="0" dirty="0">
                <a:solidFill>
                  <a:srgbClr val="FFFFFF"/>
                </a:solidFill>
                <a:latin typeface="Helvetica 75 Bold"/>
              </a:rPr>
              <a:t> </a:t>
            </a:r>
            <a:r>
              <a:rPr lang="fr-FR" sz="700" b="1" kern="0" dirty="0" err="1">
                <a:solidFill>
                  <a:srgbClr val="FFFFFF"/>
                </a:solidFill>
                <a:latin typeface="Helvetica 75 Bold"/>
              </a:rPr>
              <a:t>require</a:t>
            </a:r>
            <a:r>
              <a:rPr lang="fr-FR" sz="700" b="1" kern="0" dirty="0">
                <a:solidFill>
                  <a:srgbClr val="FFFFFF"/>
                </a:solidFill>
                <a:latin typeface="Helvetica 75 Bold"/>
              </a:rPr>
              <a:t> </a:t>
            </a:r>
            <a:r>
              <a:rPr lang="fr-FR" sz="700" b="1" kern="0" dirty="0" err="1">
                <a:solidFill>
                  <a:srgbClr val="FFFFFF"/>
                </a:solidFill>
                <a:latin typeface="Helvetica 75 Bold"/>
              </a:rPr>
              <a:t>quote</a:t>
            </a:r>
            <a:r>
              <a:rPr lang="fr-FR" sz="700" b="1" kern="0" dirty="0">
                <a:solidFill>
                  <a:srgbClr val="FFFFFF"/>
                </a:solidFill>
                <a:latin typeface="Helvetica 75 Bold"/>
              </a:rPr>
              <a:t> document ? </a:t>
            </a:r>
            <a:endParaRPr lang="en-US" sz="700" b="1" kern="0" dirty="0">
              <a:solidFill>
                <a:srgbClr val="FFFFFF"/>
              </a:solidFill>
              <a:latin typeface="Helvetica 75 Bold"/>
            </a:endParaRPr>
          </a:p>
        </p:txBody>
      </p:sp>
      <p:sp>
        <p:nvSpPr>
          <p:cNvPr id="1108" name="Rectangle : coins arrondis 1107">
            <a:extLst>
              <a:ext uri="{FF2B5EF4-FFF2-40B4-BE49-F238E27FC236}">
                <a16:creationId xmlns:a16="http://schemas.microsoft.com/office/drawing/2014/main" id="{6D4163B1-42D9-D311-DC45-18F13153B16F}"/>
              </a:ext>
            </a:extLst>
          </p:cNvPr>
          <p:cNvSpPr/>
          <p:nvPr/>
        </p:nvSpPr>
        <p:spPr>
          <a:xfrm>
            <a:off x="5926589" y="2417069"/>
            <a:ext cx="447882" cy="186758"/>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YES</a:t>
            </a:r>
            <a:endParaRPr lang="en-US" sz="700" b="1" kern="0" dirty="0">
              <a:solidFill>
                <a:srgbClr val="FFFFFF"/>
              </a:solidFill>
              <a:latin typeface="Helvetica 75 Bold"/>
            </a:endParaRPr>
          </a:p>
        </p:txBody>
      </p:sp>
      <p:cxnSp>
        <p:nvCxnSpPr>
          <p:cNvPr id="1109" name="Connecteur : en angle 1108">
            <a:extLst>
              <a:ext uri="{FF2B5EF4-FFF2-40B4-BE49-F238E27FC236}">
                <a16:creationId xmlns:a16="http://schemas.microsoft.com/office/drawing/2014/main" id="{1C584D17-5D9C-5CDF-AC42-E14F4703AFB0}"/>
              </a:ext>
            </a:extLst>
          </p:cNvPr>
          <p:cNvCxnSpPr>
            <a:cxnSpLocks/>
            <a:stCxn id="1071" idx="0"/>
            <a:endCxn id="38" idx="2"/>
          </p:cNvCxnSpPr>
          <p:nvPr/>
        </p:nvCxnSpPr>
        <p:spPr>
          <a:xfrm rot="5400000" flipH="1" flipV="1">
            <a:off x="5253569" y="1604264"/>
            <a:ext cx="1418457" cy="5942"/>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07" name="Rectangle : coins arrondis 1106">
            <a:extLst>
              <a:ext uri="{FF2B5EF4-FFF2-40B4-BE49-F238E27FC236}">
                <a16:creationId xmlns:a16="http://schemas.microsoft.com/office/drawing/2014/main" id="{19F140EF-F5ED-B55C-B74B-8A34B5A03EC5}"/>
              </a:ext>
            </a:extLst>
          </p:cNvPr>
          <p:cNvSpPr/>
          <p:nvPr/>
        </p:nvSpPr>
        <p:spPr>
          <a:xfrm>
            <a:off x="5769948" y="1555090"/>
            <a:ext cx="394942" cy="138444"/>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NO</a:t>
            </a:r>
            <a:endParaRPr lang="en-US" sz="700" b="1" kern="0" dirty="0">
              <a:solidFill>
                <a:srgbClr val="FFFFFF"/>
              </a:solidFill>
              <a:latin typeface="Helvetica 75 Bold"/>
            </a:endParaRPr>
          </a:p>
        </p:txBody>
      </p:sp>
      <p:cxnSp>
        <p:nvCxnSpPr>
          <p:cNvPr id="1112" name="Connecteur droit avec flèche 1111">
            <a:extLst>
              <a:ext uri="{FF2B5EF4-FFF2-40B4-BE49-F238E27FC236}">
                <a16:creationId xmlns:a16="http://schemas.microsoft.com/office/drawing/2014/main" id="{446114BD-F321-F262-6BDE-B92A860C5CF9}"/>
              </a:ext>
            </a:extLst>
          </p:cNvPr>
          <p:cNvCxnSpPr>
            <a:cxnSpLocks/>
            <a:stCxn id="1028" idx="1"/>
            <a:endCxn id="1027" idx="3"/>
          </p:cNvCxnSpPr>
          <p:nvPr/>
        </p:nvCxnSpPr>
        <p:spPr>
          <a:xfrm flipH="1">
            <a:off x="6571359" y="4028738"/>
            <a:ext cx="2947502" cy="64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49" name="Rectangle : coins arrondis 1048">
            <a:extLst>
              <a:ext uri="{FF2B5EF4-FFF2-40B4-BE49-F238E27FC236}">
                <a16:creationId xmlns:a16="http://schemas.microsoft.com/office/drawing/2014/main" id="{ABB6A4C3-5EDA-0955-347B-0294FA5E593A}"/>
              </a:ext>
            </a:extLst>
          </p:cNvPr>
          <p:cNvSpPr/>
          <p:nvPr/>
        </p:nvSpPr>
        <p:spPr>
          <a:xfrm>
            <a:off x="7939888" y="3998911"/>
            <a:ext cx="469206" cy="122501"/>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YES</a:t>
            </a:r>
            <a:endParaRPr lang="en-US" sz="700" b="1" kern="0" dirty="0">
              <a:solidFill>
                <a:srgbClr val="FFFFFF"/>
              </a:solidFill>
              <a:latin typeface="Helvetica 75 Bold"/>
            </a:endParaRPr>
          </a:p>
        </p:txBody>
      </p:sp>
      <p:sp>
        <p:nvSpPr>
          <p:cNvPr id="1039" name="Rectangle : coins arrondis 1038">
            <a:extLst>
              <a:ext uri="{FF2B5EF4-FFF2-40B4-BE49-F238E27FC236}">
                <a16:creationId xmlns:a16="http://schemas.microsoft.com/office/drawing/2014/main" id="{9CA2B18C-3BDB-1126-081D-E702B7E46EA9}"/>
              </a:ext>
            </a:extLst>
          </p:cNvPr>
          <p:cNvSpPr/>
          <p:nvPr/>
        </p:nvSpPr>
        <p:spPr>
          <a:xfrm>
            <a:off x="4609576" y="4571217"/>
            <a:ext cx="1099213" cy="314398"/>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Change configuration of </a:t>
            </a:r>
            <a:r>
              <a:rPr lang="fr-FR" sz="700" b="1" kern="0" dirty="0" err="1">
                <a:solidFill>
                  <a:srgbClr val="FFFFFF"/>
                </a:solidFill>
                <a:latin typeface="Helvetica 75 Bold"/>
              </a:rPr>
              <a:t>product</a:t>
            </a:r>
            <a:r>
              <a:rPr lang="fr-FR" sz="700" b="1" kern="0" dirty="0">
                <a:solidFill>
                  <a:srgbClr val="FFFFFF"/>
                </a:solidFill>
                <a:latin typeface="Helvetica 75 Bold"/>
              </a:rPr>
              <a:t> in </a:t>
            </a:r>
            <a:r>
              <a:rPr lang="fr-FR" sz="700" b="1" kern="0" dirty="0" err="1">
                <a:solidFill>
                  <a:srgbClr val="FFFFFF"/>
                </a:solidFill>
                <a:latin typeface="Helvetica 75 Bold"/>
              </a:rPr>
              <a:t>quote</a:t>
            </a:r>
            <a:r>
              <a:rPr lang="fr-FR" sz="700" b="1" kern="0" dirty="0">
                <a:solidFill>
                  <a:srgbClr val="FFFFFF"/>
                </a:solidFill>
                <a:latin typeface="Helvetica 75 Bold"/>
              </a:rPr>
              <a:t> </a:t>
            </a:r>
            <a:endParaRPr lang="en-US" sz="700" b="1" kern="0" dirty="0">
              <a:solidFill>
                <a:srgbClr val="FFFFFF"/>
              </a:solidFill>
              <a:latin typeface="Helvetica 75 Bold"/>
            </a:endParaRPr>
          </a:p>
        </p:txBody>
      </p:sp>
      <p:sp>
        <p:nvSpPr>
          <p:cNvPr id="28" name="Title 1">
            <a:extLst>
              <a:ext uri="{FF2B5EF4-FFF2-40B4-BE49-F238E27FC236}">
                <a16:creationId xmlns:a16="http://schemas.microsoft.com/office/drawing/2014/main" id="{9CB4E90F-3B4E-8B3C-D25C-A6DF402D2D0C}"/>
              </a:ext>
            </a:extLst>
          </p:cNvPr>
          <p:cNvSpPr txBox="1">
            <a:spLocks/>
          </p:cNvSpPr>
          <p:nvPr/>
        </p:nvSpPr>
        <p:spPr>
          <a:xfrm>
            <a:off x="309553" y="246289"/>
            <a:ext cx="11353800" cy="723850"/>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27" normalizeH="0" baseline="0" noProof="0" dirty="0">
                <a:ln>
                  <a:noFill/>
                </a:ln>
                <a:effectLst/>
                <a:uLnTx/>
                <a:uFillTx/>
                <a:latin typeface="Helvetica 75 Bold"/>
                <a:ea typeface="+mj-ea"/>
                <a:cs typeface="+mj-cs"/>
              </a:rPr>
              <a:t>CPQ- E2E process flow (MVP)</a:t>
            </a:r>
            <a:endParaRPr lang="en-GB" sz="2400" dirty="0">
              <a:latin typeface="Helvetica 75 Bold"/>
            </a:endParaRPr>
          </a:p>
          <a:p>
            <a:pPr marL="0" marR="0" lvl="0" indent="0" algn="l" defTabSz="1219261" rtl="0" eaLnBrk="1" fontAlgn="auto" latinLnBrk="0" hangingPunct="1">
              <a:lnSpc>
                <a:spcPct val="90000"/>
              </a:lnSpc>
              <a:spcBef>
                <a:spcPct val="0"/>
              </a:spcBef>
              <a:spcAft>
                <a:spcPts val="0"/>
              </a:spcAft>
              <a:buClrTx/>
              <a:buSzTx/>
              <a:buFontTx/>
              <a:buNone/>
              <a:tabLst/>
              <a:defRPr/>
            </a:pPr>
            <a:r>
              <a:rPr lang="en-GB" sz="2400" dirty="0">
                <a:solidFill>
                  <a:schemeClr val="bg1"/>
                </a:solidFill>
                <a:latin typeface="Helvetica 75 Bold"/>
              </a:rPr>
              <a:t>OB-serve &amp; Self </a:t>
            </a:r>
            <a:r>
              <a:rPr lang="en-GB" sz="2400" dirty="0" err="1">
                <a:solidFill>
                  <a:schemeClr val="bg1"/>
                </a:solidFill>
                <a:latin typeface="Helvetica 75 Bold"/>
              </a:rPr>
              <a:t>Serve</a:t>
            </a:r>
            <a:r>
              <a:rPr lang="en-GB" sz="2400" dirty="0" err="1">
                <a:solidFill>
                  <a:schemeClr val="tx1"/>
                </a:solidFill>
                <a:latin typeface="Helvetica 75 Bold"/>
              </a:rPr>
              <a:t>draft</a:t>
            </a:r>
            <a:r>
              <a:rPr lang="en-GB" sz="2400" dirty="0">
                <a:solidFill>
                  <a:schemeClr val="tx1"/>
                </a:solidFill>
                <a:latin typeface="Helvetica 75 Bold"/>
              </a:rPr>
              <a:t>)</a:t>
            </a:r>
          </a:p>
        </p:txBody>
      </p:sp>
      <p:sp>
        <p:nvSpPr>
          <p:cNvPr id="38" name="Rectangle : coins arrondis 37">
            <a:extLst>
              <a:ext uri="{FF2B5EF4-FFF2-40B4-BE49-F238E27FC236}">
                <a16:creationId xmlns:a16="http://schemas.microsoft.com/office/drawing/2014/main" id="{899995BC-3287-6757-D39A-244916E27049}"/>
              </a:ext>
            </a:extLst>
          </p:cNvPr>
          <p:cNvSpPr/>
          <p:nvPr/>
        </p:nvSpPr>
        <p:spPr>
          <a:xfrm>
            <a:off x="5520389" y="468591"/>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Cart saved for later</a:t>
            </a:r>
          </a:p>
        </p:txBody>
      </p:sp>
      <p:sp>
        <p:nvSpPr>
          <p:cNvPr id="55" name="Rectangle : coins arrondis 54">
            <a:extLst>
              <a:ext uri="{FF2B5EF4-FFF2-40B4-BE49-F238E27FC236}">
                <a16:creationId xmlns:a16="http://schemas.microsoft.com/office/drawing/2014/main" id="{90B1B514-5128-8D1A-26B7-E8246AB155D0}"/>
              </a:ext>
            </a:extLst>
          </p:cNvPr>
          <p:cNvSpPr/>
          <p:nvPr/>
        </p:nvSpPr>
        <p:spPr>
          <a:xfrm>
            <a:off x="6879058" y="468591"/>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Price and quote expiry </a:t>
            </a:r>
          </a:p>
        </p:txBody>
      </p:sp>
      <p:sp>
        <p:nvSpPr>
          <p:cNvPr id="56" name="Rectangle : coins arrondis 55">
            <a:extLst>
              <a:ext uri="{FF2B5EF4-FFF2-40B4-BE49-F238E27FC236}">
                <a16:creationId xmlns:a16="http://schemas.microsoft.com/office/drawing/2014/main" id="{BED30FC4-D067-87A3-E358-18732ACCB9AD}"/>
              </a:ext>
            </a:extLst>
          </p:cNvPr>
          <p:cNvSpPr/>
          <p:nvPr/>
        </p:nvSpPr>
        <p:spPr>
          <a:xfrm>
            <a:off x="6299509" y="2199403"/>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Quote Document generate</a:t>
            </a:r>
          </a:p>
        </p:txBody>
      </p:sp>
      <p:sp>
        <p:nvSpPr>
          <p:cNvPr id="1030" name="Losange 1029">
            <a:extLst>
              <a:ext uri="{FF2B5EF4-FFF2-40B4-BE49-F238E27FC236}">
                <a16:creationId xmlns:a16="http://schemas.microsoft.com/office/drawing/2014/main" id="{C8FB7336-77F1-F5FF-9F79-EDEB26116C36}"/>
              </a:ext>
            </a:extLst>
          </p:cNvPr>
          <p:cNvSpPr/>
          <p:nvPr/>
        </p:nvSpPr>
        <p:spPr>
          <a:xfrm>
            <a:off x="8192567" y="574029"/>
            <a:ext cx="262503" cy="20556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dirty="0">
                <a:solidFill>
                  <a:srgbClr val="FF7900"/>
                </a:solidFill>
                <a:latin typeface="Helvetica 75 Bold"/>
              </a:rPr>
              <a:t>X</a:t>
            </a:r>
            <a:endParaRPr lang="en-US" sz="800" b="1" dirty="0">
              <a:solidFill>
                <a:srgbClr val="FF7900"/>
              </a:solidFill>
              <a:latin typeface="Helvetica 75 Bold"/>
            </a:endParaRPr>
          </a:p>
        </p:txBody>
      </p:sp>
      <p:sp>
        <p:nvSpPr>
          <p:cNvPr id="1032" name="Rectangle : coins arrondis 1031">
            <a:extLst>
              <a:ext uri="{FF2B5EF4-FFF2-40B4-BE49-F238E27FC236}">
                <a16:creationId xmlns:a16="http://schemas.microsoft.com/office/drawing/2014/main" id="{1FC7D050-C89E-5E60-8A98-672246428D31}"/>
              </a:ext>
            </a:extLst>
          </p:cNvPr>
          <p:cNvSpPr/>
          <p:nvPr/>
        </p:nvSpPr>
        <p:spPr>
          <a:xfrm>
            <a:off x="7644185" y="72614"/>
            <a:ext cx="1359265" cy="550902"/>
          </a:xfrm>
          <a:prstGeom prst="roundRect">
            <a:avLst>
              <a:gd name="adj" fmla="val 7931"/>
            </a:avLst>
          </a:prstGeom>
          <a:noFill/>
          <a:ln w="25400" cap="flat" cmpd="sng" algn="ctr">
            <a:noFill/>
            <a:prstDash val="solid"/>
          </a:ln>
          <a:effectLst/>
        </p:spPr>
        <p:txBody>
          <a:bodyPr rtlCol="0" anchor="ctr"/>
          <a:lstStyle/>
          <a:p>
            <a:pPr algn="ctr" defTabSz="1219170">
              <a:defRPr/>
            </a:pPr>
            <a:r>
              <a:rPr lang="fr-FR" sz="700" b="1" kern="0" dirty="0" err="1">
                <a:solidFill>
                  <a:srgbClr val="FFFFFF"/>
                </a:solidFill>
                <a:latin typeface="Helvetica 75 Bold"/>
              </a:rPr>
              <a:t>Does</a:t>
            </a:r>
            <a:r>
              <a:rPr lang="fr-FR" sz="700" b="1" kern="0" dirty="0">
                <a:solidFill>
                  <a:srgbClr val="FFFFFF"/>
                </a:solidFill>
                <a:latin typeface="Helvetica 75 Bold"/>
              </a:rPr>
              <a:t> the </a:t>
            </a:r>
            <a:r>
              <a:rPr lang="fr-FR" sz="700" b="1" kern="0" dirty="0" err="1">
                <a:solidFill>
                  <a:srgbClr val="FFFFFF"/>
                </a:solidFill>
                <a:latin typeface="Helvetica 75 Bold"/>
              </a:rPr>
              <a:t>customer</a:t>
            </a:r>
            <a:r>
              <a:rPr lang="fr-FR" sz="700" b="1" kern="0" dirty="0">
                <a:solidFill>
                  <a:srgbClr val="FFFFFF"/>
                </a:solidFill>
                <a:latin typeface="Helvetica 75 Bold"/>
              </a:rPr>
              <a:t> open </a:t>
            </a:r>
            <a:r>
              <a:rPr lang="fr-FR" sz="700" b="1" kern="0" dirty="0" err="1">
                <a:solidFill>
                  <a:srgbClr val="FFFFFF"/>
                </a:solidFill>
                <a:latin typeface="Helvetica 75 Bold"/>
              </a:rPr>
              <a:t>his</a:t>
            </a:r>
            <a:r>
              <a:rPr lang="fr-FR" sz="700" b="1" kern="0" dirty="0">
                <a:solidFill>
                  <a:srgbClr val="FFFFFF"/>
                </a:solidFill>
                <a:latin typeface="Helvetica 75 Bold"/>
              </a:rPr>
              <a:t> </a:t>
            </a:r>
            <a:r>
              <a:rPr lang="fr-FR" sz="700" b="1" kern="0" dirty="0" err="1">
                <a:solidFill>
                  <a:srgbClr val="FFFFFF"/>
                </a:solidFill>
                <a:latin typeface="Helvetica 75 Bold"/>
              </a:rPr>
              <a:t>cart</a:t>
            </a:r>
            <a:r>
              <a:rPr lang="fr-FR" sz="700" b="1" kern="0" dirty="0">
                <a:solidFill>
                  <a:srgbClr val="FFFFFF"/>
                </a:solidFill>
                <a:latin typeface="Helvetica 75 Bold"/>
              </a:rPr>
              <a:t> </a:t>
            </a:r>
            <a:r>
              <a:rPr lang="fr-FR" sz="700" b="1" kern="0" dirty="0" err="1">
                <a:solidFill>
                  <a:srgbClr val="FFFFFF"/>
                </a:solidFill>
                <a:latin typeface="Helvetica 75 Bold"/>
              </a:rPr>
              <a:t>after</a:t>
            </a:r>
            <a:r>
              <a:rPr lang="fr-FR" sz="700" b="1" kern="0" dirty="0">
                <a:solidFill>
                  <a:srgbClr val="FFFFFF"/>
                </a:solidFill>
                <a:latin typeface="Helvetica 75 Bold"/>
              </a:rPr>
              <a:t> log in back </a:t>
            </a:r>
            <a:r>
              <a:rPr lang="fr-FR" sz="700" b="1" kern="0" dirty="0" err="1">
                <a:solidFill>
                  <a:srgbClr val="FFFFFF"/>
                </a:solidFill>
                <a:latin typeface="Helvetica 75 Bold"/>
              </a:rPr>
              <a:t>again</a:t>
            </a:r>
            <a:r>
              <a:rPr lang="fr-FR" sz="700" b="1" kern="0" dirty="0">
                <a:solidFill>
                  <a:srgbClr val="FFFFFF"/>
                </a:solidFill>
                <a:latin typeface="Helvetica 75 Bold"/>
              </a:rPr>
              <a:t> ? </a:t>
            </a:r>
            <a:endParaRPr lang="en-US" sz="700" b="1" kern="0" dirty="0">
              <a:solidFill>
                <a:srgbClr val="FFFFFF"/>
              </a:solidFill>
              <a:latin typeface="Helvetica 75 Bold"/>
            </a:endParaRPr>
          </a:p>
        </p:txBody>
      </p:sp>
      <p:sp>
        <p:nvSpPr>
          <p:cNvPr id="1044" name="Rectangle : coins arrondis 1043">
            <a:extLst>
              <a:ext uri="{FF2B5EF4-FFF2-40B4-BE49-F238E27FC236}">
                <a16:creationId xmlns:a16="http://schemas.microsoft.com/office/drawing/2014/main" id="{C342C8CC-C4A9-6413-84AC-E5D5FF3C29CE}"/>
              </a:ext>
            </a:extLst>
          </p:cNvPr>
          <p:cNvSpPr/>
          <p:nvPr/>
        </p:nvSpPr>
        <p:spPr>
          <a:xfrm>
            <a:off x="8135054" y="980808"/>
            <a:ext cx="381053" cy="157993"/>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YES</a:t>
            </a:r>
            <a:endParaRPr lang="en-US" sz="700" b="1" kern="0" dirty="0">
              <a:solidFill>
                <a:srgbClr val="FFFFFF"/>
              </a:solidFill>
              <a:latin typeface="Helvetica 75 Bold"/>
            </a:endParaRPr>
          </a:p>
        </p:txBody>
      </p:sp>
      <p:cxnSp>
        <p:nvCxnSpPr>
          <p:cNvPr id="1045" name="Connecteur : en angle 1044">
            <a:extLst>
              <a:ext uri="{FF2B5EF4-FFF2-40B4-BE49-F238E27FC236}">
                <a16:creationId xmlns:a16="http://schemas.microsoft.com/office/drawing/2014/main" id="{7FDB8FD4-CB07-B29B-6D96-8AA06FF3ED5F}"/>
              </a:ext>
            </a:extLst>
          </p:cNvPr>
          <p:cNvCxnSpPr>
            <a:cxnSpLocks/>
            <a:stCxn id="1030" idx="3"/>
            <a:endCxn id="1065" idx="0"/>
          </p:cNvCxnSpPr>
          <p:nvPr/>
        </p:nvCxnSpPr>
        <p:spPr>
          <a:xfrm>
            <a:off x="8455070" y="676814"/>
            <a:ext cx="3595772" cy="1097302"/>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53" name="Rectangle : coins arrondis 1052">
            <a:extLst>
              <a:ext uri="{FF2B5EF4-FFF2-40B4-BE49-F238E27FC236}">
                <a16:creationId xmlns:a16="http://schemas.microsoft.com/office/drawing/2014/main" id="{E75D739E-FC7F-27D1-0912-CE85CE8D2ACA}"/>
              </a:ext>
            </a:extLst>
          </p:cNvPr>
          <p:cNvSpPr/>
          <p:nvPr/>
        </p:nvSpPr>
        <p:spPr>
          <a:xfrm>
            <a:off x="9091407" y="627772"/>
            <a:ext cx="394942" cy="98083"/>
          </a:xfrm>
          <a:prstGeom prst="roundRect">
            <a:avLst>
              <a:gd name="adj" fmla="val 7931"/>
            </a:avLst>
          </a:prstGeom>
          <a:solidFill>
            <a:schemeClr val="tx1"/>
          </a:solidFill>
          <a:ln w="25400" cap="flat" cmpd="sng" algn="ctr">
            <a:noFill/>
            <a:prstDash val="solid"/>
          </a:ln>
          <a:effectLst/>
        </p:spPr>
        <p:txBody>
          <a:bodyPr rtlCol="0" anchor="ctr"/>
          <a:lstStyle/>
          <a:p>
            <a:pPr algn="ctr" defTabSz="1219170">
              <a:defRPr/>
            </a:pPr>
            <a:r>
              <a:rPr lang="fr-FR" sz="700" b="1" kern="0" dirty="0">
                <a:solidFill>
                  <a:srgbClr val="FFFFFF"/>
                </a:solidFill>
                <a:latin typeface="Helvetica 75 Bold"/>
              </a:rPr>
              <a:t>NO</a:t>
            </a:r>
            <a:endParaRPr lang="en-US" sz="700" b="1" kern="0" dirty="0">
              <a:solidFill>
                <a:srgbClr val="FFFFFF"/>
              </a:solidFill>
              <a:latin typeface="Helvetica 75 Bold"/>
            </a:endParaRPr>
          </a:p>
        </p:txBody>
      </p:sp>
      <p:cxnSp>
        <p:nvCxnSpPr>
          <p:cNvPr id="1073" name="Connecteur : en angle 1072">
            <a:extLst>
              <a:ext uri="{FF2B5EF4-FFF2-40B4-BE49-F238E27FC236}">
                <a16:creationId xmlns:a16="http://schemas.microsoft.com/office/drawing/2014/main" id="{36380462-C255-1CAC-4F10-5D5CA41CDE08}"/>
              </a:ext>
            </a:extLst>
          </p:cNvPr>
          <p:cNvCxnSpPr>
            <a:cxnSpLocks/>
            <a:stCxn id="29" idx="2"/>
            <a:endCxn id="44" idx="0"/>
          </p:cNvCxnSpPr>
          <p:nvPr/>
        </p:nvCxnSpPr>
        <p:spPr>
          <a:xfrm rot="16200000" flipH="1">
            <a:off x="8068448" y="2051351"/>
            <a:ext cx="510741" cy="1"/>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82" name="Connecteur droit avec flèche 1081">
            <a:extLst>
              <a:ext uri="{FF2B5EF4-FFF2-40B4-BE49-F238E27FC236}">
                <a16:creationId xmlns:a16="http://schemas.microsoft.com/office/drawing/2014/main" id="{B6E9E47A-BCEA-2807-26C5-1EC044BC6AAE}"/>
              </a:ext>
            </a:extLst>
          </p:cNvPr>
          <p:cNvCxnSpPr>
            <a:cxnSpLocks/>
            <a:stCxn id="55" idx="3"/>
            <a:endCxn id="1030" idx="1"/>
          </p:cNvCxnSpPr>
          <p:nvPr/>
        </p:nvCxnSpPr>
        <p:spPr>
          <a:xfrm flipV="1">
            <a:off x="7769816" y="676814"/>
            <a:ext cx="422751" cy="648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0" name="Connecteur droit avec flèche 1109">
            <a:extLst>
              <a:ext uri="{FF2B5EF4-FFF2-40B4-BE49-F238E27FC236}">
                <a16:creationId xmlns:a16="http://schemas.microsoft.com/office/drawing/2014/main" id="{4BB2E0D2-4484-90B8-65E6-EB9297C232DB}"/>
              </a:ext>
            </a:extLst>
          </p:cNvPr>
          <p:cNvCxnSpPr>
            <a:cxnSpLocks/>
            <a:stCxn id="38" idx="3"/>
            <a:endCxn id="55" idx="1"/>
          </p:cNvCxnSpPr>
          <p:nvPr/>
        </p:nvCxnSpPr>
        <p:spPr>
          <a:xfrm>
            <a:off x="6411147" y="683299"/>
            <a:ext cx="46791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6" name="Connecteur droit avec flèche 1115">
            <a:extLst>
              <a:ext uri="{FF2B5EF4-FFF2-40B4-BE49-F238E27FC236}">
                <a16:creationId xmlns:a16="http://schemas.microsoft.com/office/drawing/2014/main" id="{C53EF449-EE2B-E04D-958B-7B566DB949CA}"/>
              </a:ext>
            </a:extLst>
          </p:cNvPr>
          <p:cNvCxnSpPr>
            <a:cxnSpLocks/>
            <a:stCxn id="56" idx="3"/>
            <a:endCxn id="12" idx="1"/>
          </p:cNvCxnSpPr>
          <p:nvPr/>
        </p:nvCxnSpPr>
        <p:spPr>
          <a:xfrm flipV="1">
            <a:off x="7190267" y="2413740"/>
            <a:ext cx="134170" cy="37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0" name="Connecteur droit avec flèche 1119">
            <a:extLst>
              <a:ext uri="{FF2B5EF4-FFF2-40B4-BE49-F238E27FC236}">
                <a16:creationId xmlns:a16="http://schemas.microsoft.com/office/drawing/2014/main" id="{F61CDA57-124A-75AD-DC60-E8442E9B3726}"/>
              </a:ext>
            </a:extLst>
          </p:cNvPr>
          <p:cNvCxnSpPr>
            <a:cxnSpLocks/>
            <a:stCxn id="12" idx="3"/>
            <a:endCxn id="44" idx="1"/>
          </p:cNvCxnSpPr>
          <p:nvPr/>
        </p:nvCxnSpPr>
        <p:spPr>
          <a:xfrm flipV="1">
            <a:off x="8060601" y="2409508"/>
            <a:ext cx="131966" cy="423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41" name="Rectangle : coins arrondis 1140">
            <a:extLst>
              <a:ext uri="{FF2B5EF4-FFF2-40B4-BE49-F238E27FC236}">
                <a16:creationId xmlns:a16="http://schemas.microsoft.com/office/drawing/2014/main" id="{19ADB0C9-B6CD-9E50-A52F-435A70D7ACB0}"/>
              </a:ext>
            </a:extLst>
          </p:cNvPr>
          <p:cNvSpPr/>
          <p:nvPr/>
        </p:nvSpPr>
        <p:spPr>
          <a:xfrm>
            <a:off x="178692" y="3991200"/>
            <a:ext cx="540000" cy="216000"/>
          </a:xfrm>
          <a:prstGeom prst="roundRect">
            <a:avLst>
              <a:gd name="adj" fmla="val 7931"/>
            </a:avLst>
          </a:prstGeom>
          <a:solidFill>
            <a:schemeClr val="accent1">
              <a:lumMod val="20000"/>
              <a:lumOff val="80000"/>
            </a:schemeClr>
          </a:solidFill>
          <a:ln w="19050" cap="flat" cmpd="sng" algn="ctr">
            <a:solidFill>
              <a:schemeClr val="accent1"/>
            </a:solidFill>
            <a:prstDash val="solid"/>
          </a:ln>
          <a:effectLst/>
        </p:spPr>
        <p:txBody>
          <a:bodyPr rtlCol="0" anchor="ctr"/>
          <a:lstStyle/>
          <a:p>
            <a:pPr algn="ctr" defTabSz="1219170">
              <a:defRPr/>
            </a:pPr>
            <a:endParaRPr lang="en-US" sz="700" b="1" kern="0" dirty="0">
              <a:solidFill>
                <a:srgbClr val="000000"/>
              </a:solidFill>
              <a:latin typeface="Helvetica 75 Bold"/>
            </a:endParaRPr>
          </a:p>
        </p:txBody>
      </p:sp>
      <p:sp>
        <p:nvSpPr>
          <p:cNvPr id="1142" name="Rectangle : coins arrondis 1141">
            <a:extLst>
              <a:ext uri="{FF2B5EF4-FFF2-40B4-BE49-F238E27FC236}">
                <a16:creationId xmlns:a16="http://schemas.microsoft.com/office/drawing/2014/main" id="{552DDA29-65B9-CE8C-A657-12703774A773}"/>
              </a:ext>
            </a:extLst>
          </p:cNvPr>
          <p:cNvSpPr/>
          <p:nvPr/>
        </p:nvSpPr>
        <p:spPr>
          <a:xfrm>
            <a:off x="178691" y="4297760"/>
            <a:ext cx="540000" cy="216000"/>
          </a:xfrm>
          <a:prstGeom prst="roundRect">
            <a:avLst>
              <a:gd name="adj" fmla="val 7931"/>
            </a:avLst>
          </a:prstGeom>
          <a:solidFill>
            <a:schemeClr val="bg1">
              <a:lumMod val="85000"/>
            </a:schemeClr>
          </a:solidFill>
          <a:ln w="19050" cap="flat" cmpd="sng" algn="ctr">
            <a:solidFill>
              <a:srgbClr val="00B050"/>
            </a:solidFill>
            <a:prstDash val="solid"/>
          </a:ln>
          <a:effectLst/>
        </p:spPr>
        <p:txBody>
          <a:bodyPr rtlCol="0" anchor="ctr"/>
          <a:lstStyle/>
          <a:p>
            <a:pPr algn="ctr" defTabSz="1219170">
              <a:defRPr/>
            </a:pPr>
            <a:endParaRPr lang="en-US" sz="700" b="1" kern="0" dirty="0">
              <a:solidFill>
                <a:srgbClr val="000000"/>
              </a:solidFill>
              <a:latin typeface="Helvetica 75 Bold"/>
            </a:endParaRPr>
          </a:p>
        </p:txBody>
      </p:sp>
      <p:sp>
        <p:nvSpPr>
          <p:cNvPr id="1143" name="Rectangle : coins arrondis 1142">
            <a:extLst>
              <a:ext uri="{FF2B5EF4-FFF2-40B4-BE49-F238E27FC236}">
                <a16:creationId xmlns:a16="http://schemas.microsoft.com/office/drawing/2014/main" id="{EA2619DD-4C20-E58C-2224-DE053ED83D7A}"/>
              </a:ext>
            </a:extLst>
          </p:cNvPr>
          <p:cNvSpPr/>
          <p:nvPr/>
        </p:nvSpPr>
        <p:spPr>
          <a:xfrm>
            <a:off x="178692" y="3677809"/>
            <a:ext cx="540000" cy="216000"/>
          </a:xfrm>
          <a:prstGeom prst="roundRect">
            <a:avLst>
              <a:gd name="adj" fmla="val 7931"/>
            </a:avLst>
          </a:prstGeom>
          <a:solidFill>
            <a:schemeClr val="accent3"/>
          </a:solidFill>
          <a:ln w="19050" cap="flat" cmpd="sng" algn="ctr">
            <a:solidFill>
              <a:schemeClr val="accent1"/>
            </a:solidFill>
            <a:prstDash val="solid"/>
          </a:ln>
          <a:effectLst/>
        </p:spPr>
        <p:txBody>
          <a:bodyPr rtlCol="0" anchor="ctr"/>
          <a:lstStyle/>
          <a:p>
            <a:pPr algn="ctr" defTabSz="1219170">
              <a:defRPr/>
            </a:pPr>
            <a:endParaRPr lang="en-US" sz="700" b="1" kern="0" dirty="0">
              <a:solidFill>
                <a:srgbClr val="000000"/>
              </a:solidFill>
              <a:latin typeface="Helvetica 75 Bold"/>
            </a:endParaRPr>
          </a:p>
        </p:txBody>
      </p:sp>
      <p:sp>
        <p:nvSpPr>
          <p:cNvPr id="1144" name="Rectangle : coins arrondis 1143">
            <a:extLst>
              <a:ext uri="{FF2B5EF4-FFF2-40B4-BE49-F238E27FC236}">
                <a16:creationId xmlns:a16="http://schemas.microsoft.com/office/drawing/2014/main" id="{59FCDDFD-68F7-A652-311E-02C3752A1713}"/>
              </a:ext>
            </a:extLst>
          </p:cNvPr>
          <p:cNvSpPr/>
          <p:nvPr/>
        </p:nvSpPr>
        <p:spPr>
          <a:xfrm>
            <a:off x="684941" y="3669738"/>
            <a:ext cx="805553" cy="228428"/>
          </a:xfrm>
          <a:prstGeom prst="roundRect">
            <a:avLst>
              <a:gd name="adj" fmla="val 7931"/>
            </a:avLst>
          </a:prstGeom>
          <a:noFill/>
          <a:ln w="25400" cap="flat" cmpd="sng" algn="ctr">
            <a:noFill/>
            <a:prstDash val="solid"/>
          </a:ln>
          <a:effectLst/>
        </p:spPr>
        <p:txBody>
          <a:bodyPr rtlCol="0" anchor="ctr"/>
          <a:lstStyle/>
          <a:p>
            <a:pPr defTabSz="1219170">
              <a:defRPr/>
            </a:pPr>
            <a:r>
              <a:rPr lang="fr-FR" sz="700" b="1" kern="0" dirty="0">
                <a:solidFill>
                  <a:srgbClr val="FFFFFF"/>
                </a:solidFill>
                <a:latin typeface="Helvetica 75 Bold"/>
              </a:rPr>
              <a:t>MVP </a:t>
            </a:r>
            <a:r>
              <a:rPr lang="fr-FR" sz="700" b="1" kern="0" dirty="0" err="1">
                <a:solidFill>
                  <a:srgbClr val="FFFFFF"/>
                </a:solidFill>
                <a:latin typeface="Helvetica 75 Bold"/>
              </a:rPr>
              <a:t>Features</a:t>
            </a:r>
            <a:endParaRPr lang="en-US" sz="700" b="1" kern="0" dirty="0">
              <a:solidFill>
                <a:srgbClr val="FFFFFF"/>
              </a:solidFill>
              <a:latin typeface="Helvetica 75 Bold"/>
            </a:endParaRPr>
          </a:p>
        </p:txBody>
      </p:sp>
      <p:sp>
        <p:nvSpPr>
          <p:cNvPr id="1145" name="Rectangle : coins arrondis 1144">
            <a:extLst>
              <a:ext uri="{FF2B5EF4-FFF2-40B4-BE49-F238E27FC236}">
                <a16:creationId xmlns:a16="http://schemas.microsoft.com/office/drawing/2014/main" id="{2A1A11DA-0A0E-0C0F-5D36-2E5FDA642B9E}"/>
              </a:ext>
            </a:extLst>
          </p:cNvPr>
          <p:cNvSpPr/>
          <p:nvPr/>
        </p:nvSpPr>
        <p:spPr>
          <a:xfrm>
            <a:off x="690109" y="3981467"/>
            <a:ext cx="1009886" cy="228428"/>
          </a:xfrm>
          <a:prstGeom prst="roundRect">
            <a:avLst>
              <a:gd name="adj" fmla="val 7931"/>
            </a:avLst>
          </a:prstGeom>
          <a:noFill/>
          <a:ln w="25400" cap="flat" cmpd="sng" algn="ctr">
            <a:noFill/>
            <a:prstDash val="solid"/>
          </a:ln>
          <a:effectLst/>
        </p:spPr>
        <p:txBody>
          <a:bodyPr rtlCol="0" anchor="ctr"/>
          <a:lstStyle/>
          <a:p>
            <a:pPr defTabSz="1219170">
              <a:defRPr/>
            </a:pPr>
            <a:r>
              <a:rPr lang="fr-FR" sz="700" b="1" kern="0" dirty="0">
                <a:solidFill>
                  <a:srgbClr val="FFFFFF"/>
                </a:solidFill>
                <a:latin typeface="Helvetica 75 Bold"/>
              </a:rPr>
              <a:t>New MVP </a:t>
            </a:r>
            <a:r>
              <a:rPr lang="fr-FR" sz="700" b="1" kern="0" dirty="0" err="1">
                <a:solidFill>
                  <a:srgbClr val="FFFFFF"/>
                </a:solidFill>
                <a:latin typeface="Helvetica 75 Bold"/>
              </a:rPr>
              <a:t>Features</a:t>
            </a:r>
            <a:endParaRPr lang="en-US" sz="700" b="1" kern="0" dirty="0">
              <a:solidFill>
                <a:srgbClr val="FFFFFF"/>
              </a:solidFill>
              <a:latin typeface="Helvetica 75 Bold"/>
            </a:endParaRPr>
          </a:p>
        </p:txBody>
      </p:sp>
      <p:sp>
        <p:nvSpPr>
          <p:cNvPr id="1146" name="Rectangle : coins arrondis 1145">
            <a:extLst>
              <a:ext uri="{FF2B5EF4-FFF2-40B4-BE49-F238E27FC236}">
                <a16:creationId xmlns:a16="http://schemas.microsoft.com/office/drawing/2014/main" id="{5D6753F1-3B35-2E8B-EC8E-01E859E83730}"/>
              </a:ext>
            </a:extLst>
          </p:cNvPr>
          <p:cNvSpPr/>
          <p:nvPr/>
        </p:nvSpPr>
        <p:spPr>
          <a:xfrm>
            <a:off x="685618" y="4298048"/>
            <a:ext cx="805553" cy="228428"/>
          </a:xfrm>
          <a:prstGeom prst="roundRect">
            <a:avLst>
              <a:gd name="adj" fmla="val 7931"/>
            </a:avLst>
          </a:prstGeom>
          <a:noFill/>
          <a:ln w="25400" cap="flat" cmpd="sng" algn="ctr">
            <a:noFill/>
            <a:prstDash val="solid"/>
          </a:ln>
          <a:effectLst/>
        </p:spPr>
        <p:txBody>
          <a:bodyPr rtlCol="0" anchor="ctr"/>
          <a:lstStyle/>
          <a:p>
            <a:pPr defTabSz="1219170">
              <a:defRPr/>
            </a:pPr>
            <a:r>
              <a:rPr lang="fr-FR" sz="700" b="1" kern="0" dirty="0">
                <a:solidFill>
                  <a:srgbClr val="FFFFFF"/>
                </a:solidFill>
                <a:latin typeface="Helvetica 75 Bold"/>
              </a:rPr>
              <a:t>MMP </a:t>
            </a:r>
            <a:r>
              <a:rPr lang="fr-FR" sz="700" b="1" kern="0" dirty="0" err="1">
                <a:solidFill>
                  <a:srgbClr val="FFFFFF"/>
                </a:solidFill>
                <a:latin typeface="Helvetica 75 Bold"/>
              </a:rPr>
              <a:t>Features</a:t>
            </a:r>
            <a:endParaRPr lang="en-US" sz="700" b="1" kern="0" dirty="0">
              <a:solidFill>
                <a:srgbClr val="FFFFFF"/>
              </a:solidFill>
              <a:latin typeface="Helvetica 75 Bold"/>
            </a:endParaRPr>
          </a:p>
        </p:txBody>
      </p:sp>
      <p:sp>
        <p:nvSpPr>
          <p:cNvPr id="1159" name="Rectangle 1158">
            <a:extLst>
              <a:ext uri="{FF2B5EF4-FFF2-40B4-BE49-F238E27FC236}">
                <a16:creationId xmlns:a16="http://schemas.microsoft.com/office/drawing/2014/main" id="{CEEEB84C-A0A7-9C4C-C815-736AC82E9C08}"/>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000000"/>
                </a:solidFill>
              </a:rPr>
              <a:t>DRAFT</a:t>
            </a:r>
          </a:p>
        </p:txBody>
      </p:sp>
      <p:sp>
        <p:nvSpPr>
          <p:cNvPr id="1064" name="Rectangle : coins arrondis 1063">
            <a:extLst>
              <a:ext uri="{FF2B5EF4-FFF2-40B4-BE49-F238E27FC236}">
                <a16:creationId xmlns:a16="http://schemas.microsoft.com/office/drawing/2014/main" id="{61270883-204C-ADCE-0383-4E542E92B93F}"/>
              </a:ext>
            </a:extLst>
          </p:cNvPr>
          <p:cNvSpPr/>
          <p:nvPr/>
        </p:nvSpPr>
        <p:spPr>
          <a:xfrm>
            <a:off x="7899854" y="1350829"/>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Retrieve Quotes (Self-serve)</a:t>
            </a:r>
          </a:p>
        </p:txBody>
      </p:sp>
      <p:sp>
        <p:nvSpPr>
          <p:cNvPr id="1070" name="Rectangle : coins arrondis 1069">
            <a:extLst>
              <a:ext uri="{FF2B5EF4-FFF2-40B4-BE49-F238E27FC236}">
                <a16:creationId xmlns:a16="http://schemas.microsoft.com/office/drawing/2014/main" id="{271ACDFA-59FE-EE36-53AE-0FA1805A96E3}"/>
              </a:ext>
            </a:extLst>
          </p:cNvPr>
          <p:cNvSpPr/>
          <p:nvPr/>
        </p:nvSpPr>
        <p:spPr>
          <a:xfrm>
            <a:off x="97867" y="2173969"/>
            <a:ext cx="736164" cy="43960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Quote Offer Initialization   </a:t>
            </a:r>
          </a:p>
        </p:txBody>
      </p:sp>
      <p:sp>
        <p:nvSpPr>
          <p:cNvPr id="1075" name="Rectangle : coins arrondis 1074">
            <a:extLst>
              <a:ext uri="{FF2B5EF4-FFF2-40B4-BE49-F238E27FC236}">
                <a16:creationId xmlns:a16="http://schemas.microsoft.com/office/drawing/2014/main" id="{160E2DF3-8806-A772-11C1-EE0399990AAB}"/>
              </a:ext>
            </a:extLst>
          </p:cNvPr>
          <p:cNvSpPr/>
          <p:nvPr/>
        </p:nvSpPr>
        <p:spPr>
          <a:xfrm>
            <a:off x="1892072" y="2173941"/>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Add site to quote </a:t>
            </a:r>
          </a:p>
        </p:txBody>
      </p:sp>
      <p:sp>
        <p:nvSpPr>
          <p:cNvPr id="1077" name="Rectangle : coins arrondis 1076">
            <a:extLst>
              <a:ext uri="{FF2B5EF4-FFF2-40B4-BE49-F238E27FC236}">
                <a16:creationId xmlns:a16="http://schemas.microsoft.com/office/drawing/2014/main" id="{D53335CA-E346-BD4D-C7C0-7B9D2BB0638A}"/>
              </a:ext>
            </a:extLst>
          </p:cNvPr>
          <p:cNvSpPr/>
          <p:nvPr/>
        </p:nvSpPr>
        <p:spPr>
          <a:xfrm>
            <a:off x="2998552" y="2173941"/>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Retrieve eligible Product </a:t>
            </a:r>
          </a:p>
        </p:txBody>
      </p:sp>
      <p:sp>
        <p:nvSpPr>
          <p:cNvPr id="1078" name="Rectangle : coins arrondis 1077">
            <a:extLst>
              <a:ext uri="{FF2B5EF4-FFF2-40B4-BE49-F238E27FC236}">
                <a16:creationId xmlns:a16="http://schemas.microsoft.com/office/drawing/2014/main" id="{9928775B-DB49-864F-ADD3-256B794B80C7}"/>
              </a:ext>
            </a:extLst>
          </p:cNvPr>
          <p:cNvSpPr/>
          <p:nvPr/>
        </p:nvSpPr>
        <p:spPr>
          <a:xfrm>
            <a:off x="4620065" y="3812701"/>
            <a:ext cx="736164" cy="400596"/>
          </a:xfrm>
          <a:prstGeom prst="roundRect">
            <a:avLst>
              <a:gd name="adj" fmla="val 7931"/>
            </a:avLst>
          </a:prstGeom>
          <a:solidFill>
            <a:schemeClr val="bg1">
              <a:lumMod val="85000"/>
            </a:schemeClr>
          </a:solidFill>
          <a:ln w="25400" cap="flat" cmpd="sng" algn="ctr">
            <a:solidFill>
              <a:srgbClr val="00B050"/>
            </a:solidFill>
            <a:prstDash val="solid"/>
          </a:ln>
          <a:effectLst/>
        </p:spPr>
        <p:txBody>
          <a:bodyPr rtlCol="0" anchor="ctr"/>
          <a:lstStyle/>
          <a:p>
            <a:pPr algn="ctr" defTabSz="1219170">
              <a:defRPr/>
            </a:pPr>
            <a:r>
              <a:rPr lang="en-US" sz="700" b="1" kern="0">
                <a:solidFill>
                  <a:srgbClr val="000000"/>
                </a:solidFill>
                <a:latin typeface="Helvetica 75 Bold"/>
              </a:rPr>
              <a:t>L3 - Technical Eligibility </a:t>
            </a:r>
          </a:p>
        </p:txBody>
      </p:sp>
      <p:sp>
        <p:nvSpPr>
          <p:cNvPr id="1079" name="Rectangle : coins arrondis 1078">
            <a:extLst>
              <a:ext uri="{FF2B5EF4-FFF2-40B4-BE49-F238E27FC236}">
                <a16:creationId xmlns:a16="http://schemas.microsoft.com/office/drawing/2014/main" id="{FF085BE4-86F3-ADEE-B84D-B11DE55DAEAA}"/>
              </a:ext>
            </a:extLst>
          </p:cNvPr>
          <p:cNvSpPr/>
          <p:nvPr/>
        </p:nvSpPr>
        <p:spPr>
          <a:xfrm>
            <a:off x="2934670" y="3796949"/>
            <a:ext cx="736164" cy="400596"/>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L3 -Commercial Eligibility </a:t>
            </a:r>
          </a:p>
        </p:txBody>
      </p:sp>
      <p:sp>
        <p:nvSpPr>
          <p:cNvPr id="1080" name="Rectangle : coins arrondis 1079">
            <a:extLst>
              <a:ext uri="{FF2B5EF4-FFF2-40B4-BE49-F238E27FC236}">
                <a16:creationId xmlns:a16="http://schemas.microsoft.com/office/drawing/2014/main" id="{34C01441-5D85-A192-79DD-565015E168F2}"/>
              </a:ext>
            </a:extLst>
          </p:cNvPr>
          <p:cNvSpPr/>
          <p:nvPr/>
        </p:nvSpPr>
        <p:spPr>
          <a:xfrm>
            <a:off x="4620065" y="2173941"/>
            <a:ext cx="736164"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Configure Product &amp; view Pricing </a:t>
            </a:r>
          </a:p>
        </p:txBody>
      </p:sp>
      <p:sp>
        <p:nvSpPr>
          <p:cNvPr id="1083" name="Rectangle : coins arrondis 1082">
            <a:extLst>
              <a:ext uri="{FF2B5EF4-FFF2-40B4-BE49-F238E27FC236}">
                <a16:creationId xmlns:a16="http://schemas.microsoft.com/office/drawing/2014/main" id="{E46E697A-D49A-AC4F-ED93-825C758B9689}"/>
              </a:ext>
            </a:extLst>
          </p:cNvPr>
          <p:cNvSpPr/>
          <p:nvPr/>
        </p:nvSpPr>
        <p:spPr>
          <a:xfrm>
            <a:off x="7345852" y="2183294"/>
            <a:ext cx="736164" cy="429415"/>
          </a:xfrm>
          <a:prstGeom prst="roundRect">
            <a:avLst>
              <a:gd name="adj" fmla="val 7931"/>
            </a:avLst>
          </a:prstGeom>
          <a:solidFill>
            <a:schemeClr val="bg1">
              <a:lumMod val="85000"/>
            </a:schemeClr>
          </a:solidFill>
          <a:ln w="25400" cap="flat" cmpd="sng" algn="ctr">
            <a:solidFill>
              <a:srgbClr val="00B050"/>
            </a:solidFill>
            <a:prstDash val="solid"/>
          </a:ln>
          <a:effectLst/>
        </p:spPr>
        <p:txBody>
          <a:bodyPr rtlCol="0" anchor="ctr"/>
          <a:lstStyle/>
          <a:p>
            <a:pPr algn="ctr" defTabSz="1219170"/>
            <a:r>
              <a:rPr lang="en-US" sz="700" b="1" kern="0">
                <a:solidFill>
                  <a:srgbClr val="000000"/>
                </a:solidFill>
                <a:latin typeface="Helvetica 75 Bold"/>
              </a:rPr>
              <a:t>L3 - Quote Offer submission to Customer</a:t>
            </a:r>
          </a:p>
        </p:txBody>
      </p:sp>
      <p:sp>
        <p:nvSpPr>
          <p:cNvPr id="1085" name="Rectangle : coins arrondis 1084">
            <a:extLst>
              <a:ext uri="{FF2B5EF4-FFF2-40B4-BE49-F238E27FC236}">
                <a16:creationId xmlns:a16="http://schemas.microsoft.com/office/drawing/2014/main" id="{06E27B16-2B98-1393-5E31-9E807AE7F48B}"/>
              </a:ext>
            </a:extLst>
          </p:cNvPr>
          <p:cNvSpPr/>
          <p:nvPr/>
        </p:nvSpPr>
        <p:spPr>
          <a:xfrm>
            <a:off x="3801228" y="2173941"/>
            <a:ext cx="608400" cy="43965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a:solidFill>
                  <a:srgbClr val="000000"/>
                </a:solidFill>
                <a:latin typeface="Helvetica 75 Bold"/>
              </a:rPr>
              <a:t>L3 – Add Product to quote </a:t>
            </a:r>
          </a:p>
        </p:txBody>
      </p:sp>
      <p:sp>
        <p:nvSpPr>
          <p:cNvPr id="1086" name="Rectangle : coins arrondis 1085">
            <a:extLst>
              <a:ext uri="{FF2B5EF4-FFF2-40B4-BE49-F238E27FC236}">
                <a16:creationId xmlns:a16="http://schemas.microsoft.com/office/drawing/2014/main" id="{A286B5FF-37AC-CC6A-483F-E4F258EE4405}"/>
              </a:ext>
            </a:extLst>
          </p:cNvPr>
          <p:cNvSpPr/>
          <p:nvPr/>
        </p:nvSpPr>
        <p:spPr>
          <a:xfrm>
            <a:off x="5702016" y="3804777"/>
            <a:ext cx="890758"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Modify, Delete product in quote </a:t>
            </a:r>
          </a:p>
        </p:txBody>
      </p:sp>
      <p:sp>
        <p:nvSpPr>
          <p:cNvPr id="1087" name="Rectangle : coins arrondis 1086">
            <a:extLst>
              <a:ext uri="{FF2B5EF4-FFF2-40B4-BE49-F238E27FC236}">
                <a16:creationId xmlns:a16="http://schemas.microsoft.com/office/drawing/2014/main" id="{F6237FB8-3FE6-59F9-1BDC-3307B80AC2F0}"/>
              </a:ext>
            </a:extLst>
          </p:cNvPr>
          <p:cNvSpPr/>
          <p:nvPr/>
        </p:nvSpPr>
        <p:spPr>
          <a:xfrm>
            <a:off x="8598560" y="2179062"/>
            <a:ext cx="809780" cy="4294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Capture customer approval of quote </a:t>
            </a:r>
          </a:p>
        </p:txBody>
      </p:sp>
      <p:sp>
        <p:nvSpPr>
          <p:cNvPr id="1088" name="Rectangle : coins arrondis 1087">
            <a:extLst>
              <a:ext uri="{FF2B5EF4-FFF2-40B4-BE49-F238E27FC236}">
                <a16:creationId xmlns:a16="http://schemas.microsoft.com/office/drawing/2014/main" id="{4D5DCEED-68E5-212A-2B43-41E7388FFD40}"/>
              </a:ext>
            </a:extLst>
          </p:cNvPr>
          <p:cNvSpPr/>
          <p:nvPr/>
        </p:nvSpPr>
        <p:spPr>
          <a:xfrm>
            <a:off x="5541804" y="452853"/>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Cart saved for later</a:t>
            </a:r>
          </a:p>
        </p:txBody>
      </p:sp>
      <p:sp>
        <p:nvSpPr>
          <p:cNvPr id="1089" name="Rectangle : coins arrondis 1088">
            <a:extLst>
              <a:ext uri="{FF2B5EF4-FFF2-40B4-BE49-F238E27FC236}">
                <a16:creationId xmlns:a16="http://schemas.microsoft.com/office/drawing/2014/main" id="{FE85C126-EDAB-D135-C38E-690E679C9213}"/>
              </a:ext>
            </a:extLst>
          </p:cNvPr>
          <p:cNvSpPr/>
          <p:nvPr/>
        </p:nvSpPr>
        <p:spPr>
          <a:xfrm>
            <a:off x="6900473" y="452853"/>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Price and quote expiry </a:t>
            </a:r>
          </a:p>
        </p:txBody>
      </p:sp>
      <p:sp>
        <p:nvSpPr>
          <p:cNvPr id="1090" name="Rectangle : coins arrondis 1089">
            <a:extLst>
              <a:ext uri="{FF2B5EF4-FFF2-40B4-BE49-F238E27FC236}">
                <a16:creationId xmlns:a16="http://schemas.microsoft.com/office/drawing/2014/main" id="{A2C14D15-E206-B057-D18A-A557FC1DA60B}"/>
              </a:ext>
            </a:extLst>
          </p:cNvPr>
          <p:cNvSpPr/>
          <p:nvPr/>
        </p:nvSpPr>
        <p:spPr>
          <a:xfrm>
            <a:off x="6320924" y="2183665"/>
            <a:ext cx="890758" cy="429415"/>
          </a:xfrm>
          <a:prstGeom prst="roundRect">
            <a:avLst>
              <a:gd name="adj" fmla="val 7931"/>
            </a:avLst>
          </a:prstGeom>
          <a:solidFill>
            <a:schemeClr val="accent1">
              <a:lumMod val="20000"/>
              <a:lumOff val="80000"/>
            </a:schemeClr>
          </a:solidFill>
          <a:ln w="25400" cap="flat" cmpd="sng" algn="ctr">
            <a:solidFill>
              <a:schemeClr val="accent1"/>
            </a:solidFill>
            <a:prstDash val="solid"/>
          </a:ln>
          <a:effectLst/>
        </p:spPr>
        <p:txBody>
          <a:bodyPr rtlCol="0" anchor="ctr"/>
          <a:lstStyle/>
          <a:p>
            <a:pPr algn="ctr" defTabSz="1219170">
              <a:defRPr/>
            </a:pPr>
            <a:r>
              <a:rPr lang="en-US" sz="700" b="1" kern="0" dirty="0">
                <a:solidFill>
                  <a:srgbClr val="000000"/>
                </a:solidFill>
                <a:latin typeface="Helvetica 75 Bold"/>
              </a:rPr>
              <a:t>L3 – Quote Document generate</a:t>
            </a:r>
          </a:p>
        </p:txBody>
      </p:sp>
    </p:spTree>
    <p:extLst>
      <p:ext uri="{BB962C8B-B14F-4D97-AF65-F5344CB8AC3E}">
        <p14:creationId xmlns:p14="http://schemas.microsoft.com/office/powerpoint/2010/main" val="146944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C0F4E-772F-8384-7B7E-2DE67E7220A0}"/>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1C2E68B7-C799-33B3-BC73-D595EF84C826}"/>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734FD3CE-B794-49B9-267E-23F54DAE9D4C}"/>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CDD109FE-B3FA-4668-1FA9-30A6DEC6CB47}"/>
              </a:ext>
            </a:extLst>
          </p:cNvPr>
          <p:cNvSpPr txBox="1"/>
          <p:nvPr/>
        </p:nvSpPr>
        <p:spPr>
          <a:xfrm>
            <a:off x="3866131" y="3811200"/>
            <a:ext cx="7502446" cy="1194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lang="en-GB" sz="5000" kern="0" spc="-27" dirty="0">
                <a:solidFill>
                  <a:srgbClr val="FF7900"/>
                </a:solidFill>
                <a:latin typeface="Helvetica 75 Bold"/>
                <a:sym typeface="Helvetica 75 Bold"/>
              </a:rPr>
              <a:t>Newco Use-cases</a:t>
            </a: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0B006F00-4545-5180-FED8-3F59B6DF8DE1}"/>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6D6462C8-5FFE-5A23-69FB-7FBB4632E4E1}"/>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753056CA-C107-FE4F-16B0-241C62E2AE52}"/>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28FFC0CF-F5E0-07B5-A5D2-EB7E25587C1B}"/>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316702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11E40F-23A2-26AE-1F4D-57BEEDBACB1B}"/>
              </a:ext>
            </a:extLst>
          </p:cNvPr>
          <p:cNvSpPr/>
          <p:nvPr/>
        </p:nvSpPr>
        <p:spPr>
          <a:xfrm>
            <a:off x="521110" y="509789"/>
            <a:ext cx="11248103" cy="1645444"/>
          </a:xfrm>
          <a:prstGeom prst="rect">
            <a:avLst/>
          </a:prstGeom>
          <a:noFill/>
          <a:ln>
            <a:solidFill>
              <a:schemeClr val="bg2"/>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a:solidFill>
                  <a:schemeClr val="bg1"/>
                </a:solidFill>
              </a:rPr>
              <a:t>1. Nominal Case – Simple Orders inc. Self Serve/MACD</a:t>
            </a:r>
          </a:p>
        </p:txBody>
      </p:sp>
      <p:sp>
        <p:nvSpPr>
          <p:cNvPr id="4" name="Title 1">
            <a:extLst>
              <a:ext uri="{FF2B5EF4-FFF2-40B4-BE49-F238E27FC236}">
                <a16:creationId xmlns:a16="http://schemas.microsoft.com/office/drawing/2014/main" id="{7392B034-D4EA-A8E8-AA09-F45A5F513CED}"/>
              </a:ext>
            </a:extLst>
          </p:cNvPr>
          <p:cNvSpPr txBox="1">
            <a:spLocks/>
          </p:cNvSpPr>
          <p:nvPr/>
        </p:nvSpPr>
        <p:spPr>
          <a:xfrm>
            <a:off x="71284" y="127560"/>
            <a:ext cx="10515600" cy="362462"/>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400" dirty="0">
                <a:solidFill>
                  <a:schemeClr val="bg1"/>
                </a:solidFill>
              </a:rPr>
              <a:t>High-Level Summary of Scenarios</a:t>
            </a:r>
          </a:p>
        </p:txBody>
      </p:sp>
      <p:sp>
        <p:nvSpPr>
          <p:cNvPr id="5" name="Rectangle 4">
            <a:extLst>
              <a:ext uri="{FF2B5EF4-FFF2-40B4-BE49-F238E27FC236}">
                <a16:creationId xmlns:a16="http://schemas.microsoft.com/office/drawing/2014/main" id="{450B667E-ED96-A1E4-4556-CF1CC34A37CF}"/>
              </a:ext>
            </a:extLst>
          </p:cNvPr>
          <p:cNvSpPr/>
          <p:nvPr/>
        </p:nvSpPr>
        <p:spPr>
          <a:xfrm>
            <a:off x="750971" y="1042739"/>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Firm Quote</a:t>
            </a:r>
          </a:p>
        </p:txBody>
      </p:sp>
      <p:sp>
        <p:nvSpPr>
          <p:cNvPr id="7" name="Rectangle 6">
            <a:extLst>
              <a:ext uri="{FF2B5EF4-FFF2-40B4-BE49-F238E27FC236}">
                <a16:creationId xmlns:a16="http://schemas.microsoft.com/office/drawing/2014/main" id="{9536C02C-DFA0-9B9E-DE8B-DD94AF0EBA3C}"/>
              </a:ext>
            </a:extLst>
          </p:cNvPr>
          <p:cNvSpPr/>
          <p:nvPr/>
        </p:nvSpPr>
        <p:spPr>
          <a:xfrm>
            <a:off x="5762367" y="659284"/>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Commercial Order</a:t>
            </a:r>
          </a:p>
        </p:txBody>
      </p:sp>
      <p:sp>
        <p:nvSpPr>
          <p:cNvPr id="9" name="Rectangle 8">
            <a:extLst>
              <a:ext uri="{FF2B5EF4-FFF2-40B4-BE49-F238E27FC236}">
                <a16:creationId xmlns:a16="http://schemas.microsoft.com/office/drawing/2014/main" id="{C89F1A64-AEAD-1FCA-9995-1BD7C46B2942}"/>
              </a:ext>
            </a:extLst>
          </p:cNvPr>
          <p:cNvSpPr/>
          <p:nvPr/>
        </p:nvSpPr>
        <p:spPr>
          <a:xfrm>
            <a:off x="3453309" y="924755"/>
            <a:ext cx="1581665" cy="569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t>Service Contract: </a:t>
            </a:r>
            <a:r>
              <a:rPr lang="en-GB" sz="1200"/>
              <a:t>Order Form T&amp;Cs</a:t>
            </a:r>
          </a:p>
        </p:txBody>
      </p:sp>
      <p:sp>
        <p:nvSpPr>
          <p:cNvPr id="10" name="Rectangle 9">
            <a:extLst>
              <a:ext uri="{FF2B5EF4-FFF2-40B4-BE49-F238E27FC236}">
                <a16:creationId xmlns:a16="http://schemas.microsoft.com/office/drawing/2014/main" id="{1175369B-8C14-E9CF-8D85-654ACF8EC3AE}"/>
              </a:ext>
            </a:extLst>
          </p:cNvPr>
          <p:cNvSpPr/>
          <p:nvPr/>
        </p:nvSpPr>
        <p:spPr>
          <a:xfrm>
            <a:off x="3276326" y="1677480"/>
            <a:ext cx="1581665" cy="413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t>Service Contract: </a:t>
            </a:r>
            <a:r>
              <a:rPr lang="en-GB" sz="1200"/>
              <a:t>Order Form</a:t>
            </a:r>
          </a:p>
        </p:txBody>
      </p:sp>
      <p:cxnSp>
        <p:nvCxnSpPr>
          <p:cNvPr id="12" name="Connector: Elbow 11">
            <a:extLst>
              <a:ext uri="{FF2B5EF4-FFF2-40B4-BE49-F238E27FC236}">
                <a16:creationId xmlns:a16="http://schemas.microsoft.com/office/drawing/2014/main" id="{8D2D1AAF-7CCD-3750-10D4-668A94D022A1}"/>
              </a:ext>
            </a:extLst>
          </p:cNvPr>
          <p:cNvCxnSpPr>
            <a:stCxn id="5" idx="3"/>
            <a:endCxn id="9" idx="1"/>
          </p:cNvCxnSpPr>
          <p:nvPr/>
        </p:nvCxnSpPr>
        <p:spPr>
          <a:xfrm>
            <a:off x="2332636" y="1203523"/>
            <a:ext cx="1120673" cy="611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B099EC18-3C5B-D838-A572-4FF87E6EAAEE}"/>
              </a:ext>
            </a:extLst>
          </p:cNvPr>
          <p:cNvCxnSpPr>
            <a:stCxn id="5" idx="3"/>
            <a:endCxn id="7" idx="1"/>
          </p:cNvCxnSpPr>
          <p:nvPr/>
        </p:nvCxnSpPr>
        <p:spPr>
          <a:xfrm flipV="1">
            <a:off x="2332636" y="820068"/>
            <a:ext cx="3429731" cy="383455"/>
          </a:xfrm>
          <a:prstGeom prst="bentConnector3">
            <a:avLst>
              <a:gd name="adj1" fmla="val 1387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C6DAAA7D-F5BD-9FE8-B8F6-E03E13FC8BA8}"/>
              </a:ext>
            </a:extLst>
          </p:cNvPr>
          <p:cNvCxnSpPr>
            <a:stCxn id="5" idx="3"/>
            <a:endCxn id="10" idx="1"/>
          </p:cNvCxnSpPr>
          <p:nvPr/>
        </p:nvCxnSpPr>
        <p:spPr>
          <a:xfrm>
            <a:off x="2332636" y="1203523"/>
            <a:ext cx="943690" cy="68049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C4E108EB-8A94-6D4E-D5A2-11803055559D}"/>
              </a:ext>
            </a:extLst>
          </p:cNvPr>
          <p:cNvSpPr/>
          <p:nvPr/>
        </p:nvSpPr>
        <p:spPr>
          <a:xfrm>
            <a:off x="5624052" y="1062402"/>
            <a:ext cx="6046838" cy="9714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GB" sz="900" i="1" dirty="0">
                <a:solidFill>
                  <a:schemeClr val="bg1"/>
                </a:solidFill>
              </a:rPr>
              <a:t>Customer is proceeding as directly to an order as they can, with a simple firm quote that can be automatically converted to an order – this can be done by a Sales Agent or by the customer through self-serve.</a:t>
            </a:r>
          </a:p>
          <a:p>
            <a:pPr marL="171450" indent="-171450">
              <a:buFont typeface="Arial" panose="020B0604020202020204" pitchFamily="34" charset="0"/>
              <a:buChar char="•"/>
            </a:pPr>
            <a:r>
              <a:rPr lang="en-GB" sz="900" i="1" dirty="0">
                <a:solidFill>
                  <a:schemeClr val="bg1"/>
                </a:solidFill>
              </a:rPr>
              <a:t>If the customer has no existing contract, Short Order Form Contract is created outlining the T&amp;Cs for that order and subsequent orders falling under the parameters of that contract.</a:t>
            </a:r>
          </a:p>
          <a:p>
            <a:pPr marL="171450" indent="-171450">
              <a:buFont typeface="Arial" panose="020B0604020202020204" pitchFamily="34" charset="0"/>
              <a:buChar char="•"/>
            </a:pPr>
            <a:r>
              <a:rPr lang="en-GB" sz="900" i="1" dirty="0">
                <a:solidFill>
                  <a:schemeClr val="bg1"/>
                </a:solidFill>
              </a:rPr>
              <a:t>Order Form is generated for the confirmation of what the customer is ordering. All Order Forms will reference either an MSA or Short Order Form Contract.</a:t>
            </a:r>
          </a:p>
          <a:p>
            <a:pPr marL="171450" indent="-171450">
              <a:buFont typeface="Arial" panose="020B0604020202020204" pitchFamily="34" charset="0"/>
              <a:buChar char="•"/>
            </a:pPr>
            <a:r>
              <a:rPr lang="en-GB" sz="900" i="1" dirty="0">
                <a:solidFill>
                  <a:schemeClr val="bg1"/>
                </a:solidFill>
              </a:rPr>
              <a:t>Commercial Order is released upon signing of the Service Contract: Order From</a:t>
            </a:r>
          </a:p>
        </p:txBody>
      </p:sp>
      <p:sp>
        <p:nvSpPr>
          <p:cNvPr id="23" name="Rectangle 22">
            <a:extLst>
              <a:ext uri="{FF2B5EF4-FFF2-40B4-BE49-F238E27FC236}">
                <a16:creationId xmlns:a16="http://schemas.microsoft.com/office/drawing/2014/main" id="{16DD44FA-F688-6BF9-1A49-DF558AF36A99}"/>
              </a:ext>
            </a:extLst>
          </p:cNvPr>
          <p:cNvSpPr/>
          <p:nvPr/>
        </p:nvSpPr>
        <p:spPr>
          <a:xfrm>
            <a:off x="521110" y="2208409"/>
            <a:ext cx="11248103" cy="2130405"/>
          </a:xfrm>
          <a:prstGeom prst="rect">
            <a:avLst/>
          </a:prstGeom>
          <a:noFill/>
          <a:ln>
            <a:solidFill>
              <a:schemeClr val="bg2"/>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a:solidFill>
                  <a:schemeClr val="bg1"/>
                </a:solidFill>
              </a:rPr>
              <a:t>2. RFP Case – Complex Request Requiring MSA and Project</a:t>
            </a:r>
          </a:p>
        </p:txBody>
      </p:sp>
      <p:sp>
        <p:nvSpPr>
          <p:cNvPr id="24" name="Rectangle 23">
            <a:extLst>
              <a:ext uri="{FF2B5EF4-FFF2-40B4-BE49-F238E27FC236}">
                <a16:creationId xmlns:a16="http://schemas.microsoft.com/office/drawing/2014/main" id="{5B6D58D7-5760-CEB1-96C7-141638D97450}"/>
              </a:ext>
            </a:extLst>
          </p:cNvPr>
          <p:cNvSpPr/>
          <p:nvPr/>
        </p:nvSpPr>
        <p:spPr>
          <a:xfrm>
            <a:off x="3065655" y="3057467"/>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Firm Quote</a:t>
            </a:r>
          </a:p>
        </p:txBody>
      </p:sp>
      <p:sp>
        <p:nvSpPr>
          <p:cNvPr id="25" name="Rectangle 24">
            <a:extLst>
              <a:ext uri="{FF2B5EF4-FFF2-40B4-BE49-F238E27FC236}">
                <a16:creationId xmlns:a16="http://schemas.microsoft.com/office/drawing/2014/main" id="{F0D2CB5F-1A3A-A866-BF87-E05193144199}"/>
              </a:ext>
            </a:extLst>
          </p:cNvPr>
          <p:cNvSpPr/>
          <p:nvPr/>
        </p:nvSpPr>
        <p:spPr>
          <a:xfrm>
            <a:off x="5010866" y="3195095"/>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Commercial Order</a:t>
            </a:r>
          </a:p>
        </p:txBody>
      </p:sp>
      <p:sp>
        <p:nvSpPr>
          <p:cNvPr id="27" name="Rectangle 26">
            <a:extLst>
              <a:ext uri="{FF2B5EF4-FFF2-40B4-BE49-F238E27FC236}">
                <a16:creationId xmlns:a16="http://schemas.microsoft.com/office/drawing/2014/main" id="{7137BF3C-53B8-1179-9D6A-93CB317D51BC}"/>
              </a:ext>
            </a:extLst>
          </p:cNvPr>
          <p:cNvSpPr/>
          <p:nvPr/>
        </p:nvSpPr>
        <p:spPr>
          <a:xfrm>
            <a:off x="3364818" y="3720963"/>
            <a:ext cx="1581665" cy="3928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t>Service Contract: </a:t>
            </a:r>
            <a:r>
              <a:rPr lang="en-GB" sz="1200"/>
              <a:t>Order Form</a:t>
            </a:r>
          </a:p>
        </p:txBody>
      </p:sp>
      <p:cxnSp>
        <p:nvCxnSpPr>
          <p:cNvPr id="29" name="Connector: Elbow 28">
            <a:extLst>
              <a:ext uri="{FF2B5EF4-FFF2-40B4-BE49-F238E27FC236}">
                <a16:creationId xmlns:a16="http://schemas.microsoft.com/office/drawing/2014/main" id="{83B9B621-E80C-450D-9B79-E3FBD1F70052}"/>
              </a:ext>
            </a:extLst>
          </p:cNvPr>
          <p:cNvCxnSpPr>
            <a:stCxn id="24" idx="3"/>
            <a:endCxn id="25" idx="1"/>
          </p:cNvCxnSpPr>
          <p:nvPr/>
        </p:nvCxnSpPr>
        <p:spPr>
          <a:xfrm>
            <a:off x="4647320" y="3218251"/>
            <a:ext cx="363546" cy="13762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0D70A5D9-26D9-8C02-E70D-87AB97AF92AB}"/>
              </a:ext>
            </a:extLst>
          </p:cNvPr>
          <p:cNvCxnSpPr>
            <a:cxnSpLocks/>
            <a:stCxn id="24" idx="2"/>
            <a:endCxn id="27" idx="0"/>
          </p:cNvCxnSpPr>
          <p:nvPr/>
        </p:nvCxnSpPr>
        <p:spPr>
          <a:xfrm rot="16200000" flipH="1">
            <a:off x="3835105" y="3400417"/>
            <a:ext cx="341928" cy="29916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CF35C256-E542-1964-C413-4FA8AD8CB53E}"/>
              </a:ext>
            </a:extLst>
          </p:cNvPr>
          <p:cNvSpPr/>
          <p:nvPr/>
        </p:nvSpPr>
        <p:spPr>
          <a:xfrm>
            <a:off x="6765811" y="2248634"/>
            <a:ext cx="4905079" cy="20185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GB" sz="900" i="1" dirty="0">
                <a:solidFill>
                  <a:schemeClr val="bg1"/>
                </a:solidFill>
              </a:rPr>
              <a:t>The customer issues an RFP to OB. During the course of developing the proposal, a project quote is generated containing all sites, services and service configurations required to deliver the customer’s solution. A bid project manager may be assigned to establish demand.</a:t>
            </a:r>
          </a:p>
          <a:p>
            <a:pPr marL="171450" indent="-171450">
              <a:buFont typeface="Arial" panose="020B0604020202020204" pitchFamily="34" charset="0"/>
              <a:buChar char="•"/>
            </a:pPr>
            <a:r>
              <a:rPr lang="en-GB" sz="900" i="1" dirty="0">
                <a:solidFill>
                  <a:schemeClr val="bg1"/>
                </a:solidFill>
              </a:rPr>
              <a:t>From the project quote an MSA is generated. Once signed, the project can be planned and initiated. This involves decomposing the project quote into deliverable orders. This would be achieved through the creation of a series of firm quotes which can be raised to deliver phases of the project in accordance with the planning agreed between the project manager and the client. It should be possible to select sites and services specified in the project quote for delivery. </a:t>
            </a:r>
            <a:r>
              <a:rPr lang="en-GB" sz="900" i="1" dirty="0">
                <a:solidFill>
                  <a:srgbClr val="FF0000"/>
                </a:solidFill>
              </a:rPr>
              <a:t>While generally a Firm Quote should result in an Order Form to release an order, consideration should be given to aggregating the Order Form for a batch or phase of orders to simplify what the customer will need to sign.</a:t>
            </a:r>
          </a:p>
          <a:p>
            <a:pPr marL="171450" indent="-171450">
              <a:buFont typeface="Arial" panose="020B0604020202020204" pitchFamily="34" charset="0"/>
              <a:buChar char="•"/>
            </a:pPr>
            <a:r>
              <a:rPr lang="en-GB" sz="900" i="1" dirty="0">
                <a:solidFill>
                  <a:schemeClr val="bg1"/>
                </a:solidFill>
              </a:rPr>
              <a:t>Flexibility here needs to be provided such that the customer can change the sites, services, and service configurations beyond the scope of what is specific in the project quote.</a:t>
            </a:r>
          </a:p>
        </p:txBody>
      </p:sp>
      <p:sp>
        <p:nvSpPr>
          <p:cNvPr id="32" name="Rectangle 31">
            <a:extLst>
              <a:ext uri="{FF2B5EF4-FFF2-40B4-BE49-F238E27FC236}">
                <a16:creationId xmlns:a16="http://schemas.microsoft.com/office/drawing/2014/main" id="{76FC9D8C-64E6-B011-CEE3-B79FF7A2CBB4}"/>
              </a:ext>
            </a:extLst>
          </p:cNvPr>
          <p:cNvSpPr/>
          <p:nvPr/>
        </p:nvSpPr>
        <p:spPr>
          <a:xfrm>
            <a:off x="521110" y="4403800"/>
            <a:ext cx="11248103" cy="2257815"/>
          </a:xfrm>
          <a:prstGeom prst="rect">
            <a:avLst/>
          </a:prstGeom>
          <a:noFill/>
          <a:ln>
            <a:solidFill>
              <a:schemeClr val="bg2"/>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400">
                <a:solidFill>
                  <a:srgbClr val="FF0000"/>
                </a:solidFill>
              </a:rPr>
              <a:t>3. Agile Project Case – Complex Request Incrementally Delivered through Project</a:t>
            </a:r>
          </a:p>
        </p:txBody>
      </p:sp>
      <p:sp>
        <p:nvSpPr>
          <p:cNvPr id="33" name="Rectangle 32">
            <a:extLst>
              <a:ext uri="{FF2B5EF4-FFF2-40B4-BE49-F238E27FC236}">
                <a16:creationId xmlns:a16="http://schemas.microsoft.com/office/drawing/2014/main" id="{C3829B44-E574-6911-0C89-039838B3E627}"/>
              </a:ext>
            </a:extLst>
          </p:cNvPr>
          <p:cNvSpPr/>
          <p:nvPr/>
        </p:nvSpPr>
        <p:spPr>
          <a:xfrm>
            <a:off x="750971" y="5284592"/>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Firm Quote</a:t>
            </a:r>
          </a:p>
        </p:txBody>
      </p:sp>
      <p:sp>
        <p:nvSpPr>
          <p:cNvPr id="34" name="Rectangle 33">
            <a:extLst>
              <a:ext uri="{FF2B5EF4-FFF2-40B4-BE49-F238E27FC236}">
                <a16:creationId xmlns:a16="http://schemas.microsoft.com/office/drawing/2014/main" id="{73578AB5-45DA-FE64-D5AE-9D7829FEDCF7}"/>
              </a:ext>
            </a:extLst>
          </p:cNvPr>
          <p:cNvSpPr/>
          <p:nvPr/>
        </p:nvSpPr>
        <p:spPr>
          <a:xfrm>
            <a:off x="3559939" y="5019121"/>
            <a:ext cx="1581665" cy="321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Commercial Order</a:t>
            </a:r>
          </a:p>
        </p:txBody>
      </p:sp>
      <p:sp>
        <p:nvSpPr>
          <p:cNvPr id="35" name="Rectangle 34">
            <a:extLst>
              <a:ext uri="{FF2B5EF4-FFF2-40B4-BE49-F238E27FC236}">
                <a16:creationId xmlns:a16="http://schemas.microsoft.com/office/drawing/2014/main" id="{CE62D2E2-AD91-77DC-B03A-53D13BB30F07}"/>
              </a:ext>
            </a:extLst>
          </p:cNvPr>
          <p:cNvSpPr/>
          <p:nvPr/>
        </p:nvSpPr>
        <p:spPr>
          <a:xfrm>
            <a:off x="3001025" y="5481233"/>
            <a:ext cx="1581665" cy="53005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t>Service Contract: </a:t>
            </a:r>
            <a:r>
              <a:rPr lang="en-GB" sz="1200"/>
              <a:t>Short Order Form Contract</a:t>
            </a:r>
          </a:p>
        </p:txBody>
      </p:sp>
      <p:sp>
        <p:nvSpPr>
          <p:cNvPr id="36" name="Rectangle 35">
            <a:extLst>
              <a:ext uri="{FF2B5EF4-FFF2-40B4-BE49-F238E27FC236}">
                <a16:creationId xmlns:a16="http://schemas.microsoft.com/office/drawing/2014/main" id="{9BCFA636-EF7B-AA0E-37B9-63E76432E298}"/>
              </a:ext>
            </a:extLst>
          </p:cNvPr>
          <p:cNvSpPr/>
          <p:nvPr/>
        </p:nvSpPr>
        <p:spPr>
          <a:xfrm>
            <a:off x="2824045" y="6174965"/>
            <a:ext cx="1581665" cy="413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t>Service Contract: </a:t>
            </a:r>
            <a:r>
              <a:rPr lang="en-GB" sz="1200"/>
              <a:t>Order Form</a:t>
            </a:r>
          </a:p>
        </p:txBody>
      </p:sp>
      <p:cxnSp>
        <p:nvCxnSpPr>
          <p:cNvPr id="37" name="Connector: Elbow 36">
            <a:extLst>
              <a:ext uri="{FF2B5EF4-FFF2-40B4-BE49-F238E27FC236}">
                <a16:creationId xmlns:a16="http://schemas.microsoft.com/office/drawing/2014/main" id="{AAB7D06B-E79D-D703-CAB6-83668413C4C7}"/>
              </a:ext>
            </a:extLst>
          </p:cNvPr>
          <p:cNvCxnSpPr>
            <a:cxnSpLocks/>
            <a:stCxn id="33" idx="3"/>
            <a:endCxn id="35" idx="1"/>
          </p:cNvCxnSpPr>
          <p:nvPr/>
        </p:nvCxnSpPr>
        <p:spPr>
          <a:xfrm>
            <a:off x="2332636" y="5445376"/>
            <a:ext cx="668389" cy="3008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5F62E7CC-0FBF-46D2-1072-97D5A14DF365}"/>
              </a:ext>
            </a:extLst>
          </p:cNvPr>
          <p:cNvCxnSpPr>
            <a:stCxn id="33" idx="3"/>
            <a:endCxn id="34" idx="1"/>
          </p:cNvCxnSpPr>
          <p:nvPr/>
        </p:nvCxnSpPr>
        <p:spPr>
          <a:xfrm flipV="1">
            <a:off x="2332636" y="5179905"/>
            <a:ext cx="1227303" cy="265471"/>
          </a:xfrm>
          <a:prstGeom prst="bentConnector3">
            <a:avLst>
              <a:gd name="adj1" fmla="val 2676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549BA16A-9C6C-6B7A-139D-A367D298D5C7}"/>
              </a:ext>
            </a:extLst>
          </p:cNvPr>
          <p:cNvCxnSpPr>
            <a:stCxn id="33" idx="3"/>
            <a:endCxn id="36" idx="1"/>
          </p:cNvCxnSpPr>
          <p:nvPr/>
        </p:nvCxnSpPr>
        <p:spPr>
          <a:xfrm>
            <a:off x="2332636" y="5445376"/>
            <a:ext cx="491409" cy="93612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9E289638-77BC-D82C-CF45-6FC9BE13F596}"/>
              </a:ext>
            </a:extLst>
          </p:cNvPr>
          <p:cNvSpPr/>
          <p:nvPr/>
        </p:nvSpPr>
        <p:spPr>
          <a:xfrm>
            <a:off x="6765810" y="4692278"/>
            <a:ext cx="4905080" cy="18957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GB" sz="900" i="1" dirty="0">
                <a:solidFill>
                  <a:schemeClr val="bg1"/>
                </a:solidFill>
              </a:rPr>
              <a:t>In this scenario, the customer lines up a series of orders delivered as a part of an agile project, with an overall solution delivered as (for example) an MVP, which is then iterated upon to deliver a Viable Product.</a:t>
            </a:r>
          </a:p>
          <a:p>
            <a:pPr marL="171450" indent="-171450">
              <a:buFont typeface="Arial" panose="020B0604020202020204" pitchFamily="34" charset="0"/>
              <a:buChar char="•"/>
            </a:pPr>
            <a:r>
              <a:rPr lang="en-GB" sz="900" i="1" dirty="0">
                <a:solidFill>
                  <a:schemeClr val="bg1"/>
                </a:solidFill>
              </a:rPr>
              <a:t>A series of Firm Quotes are raised as order entry. The contract is a Short Order Form essentially with standard T&amp;Cs, and no project quote is generated here.</a:t>
            </a:r>
          </a:p>
          <a:p>
            <a:pPr marL="171450" indent="-171450">
              <a:buFont typeface="Arial" panose="020B0604020202020204" pitchFamily="34" charset="0"/>
              <a:buChar char="•"/>
            </a:pPr>
            <a:r>
              <a:rPr lang="en-GB" sz="900" i="1" dirty="0">
                <a:solidFill>
                  <a:schemeClr val="bg1"/>
                </a:solidFill>
              </a:rPr>
              <a:t>An agile project shows no structural difference from a standard project except that it does not reference a project quote.</a:t>
            </a:r>
          </a:p>
          <a:p>
            <a:pPr marL="171450" indent="-171450">
              <a:buFont typeface="Arial" panose="020B0604020202020204" pitchFamily="34" charset="0"/>
              <a:buChar char="•"/>
            </a:pPr>
            <a:r>
              <a:rPr lang="en-GB" sz="900" i="1" dirty="0">
                <a:solidFill>
                  <a:schemeClr val="bg1"/>
                </a:solidFill>
              </a:rPr>
              <a:t>At some point as the project incrementally delivers upon the solution the customer is requesting, the customer may wish to negotiate on their pricing and terms, and therefore an MSA will be raised. </a:t>
            </a:r>
          </a:p>
          <a:p>
            <a:pPr marL="171450" indent="-171450">
              <a:buFont typeface="Arial" panose="020B0604020202020204" pitchFamily="34" charset="0"/>
              <a:buChar char="•"/>
            </a:pPr>
            <a:r>
              <a:rPr lang="en-GB" sz="900" i="1" dirty="0">
                <a:solidFill>
                  <a:srgbClr val="FF0000"/>
                </a:solidFill>
              </a:rPr>
              <a:t>Question: how will the MSA be generated given the absence of a Project Quote to drive it.</a:t>
            </a:r>
          </a:p>
          <a:p>
            <a:pPr marL="171450" indent="-171450">
              <a:buFont typeface="Arial" panose="020B0604020202020204" pitchFamily="34" charset="0"/>
              <a:buChar char="•"/>
            </a:pPr>
            <a:r>
              <a:rPr lang="en-GB" sz="900" i="1" dirty="0">
                <a:solidFill>
                  <a:srgbClr val="FF0000"/>
                </a:solidFill>
              </a:rPr>
              <a:t>Question: how will updates to the existing inventory of services be made to realign pricing and terms for those services to the MSA?</a:t>
            </a:r>
          </a:p>
        </p:txBody>
      </p:sp>
      <p:sp>
        <p:nvSpPr>
          <p:cNvPr id="41" name="Rectangle 40">
            <a:extLst>
              <a:ext uri="{FF2B5EF4-FFF2-40B4-BE49-F238E27FC236}">
                <a16:creationId xmlns:a16="http://schemas.microsoft.com/office/drawing/2014/main" id="{E6E1AFC8-7C2E-98FB-4D24-ECFCFAF7C518}"/>
              </a:ext>
            </a:extLst>
          </p:cNvPr>
          <p:cNvSpPr/>
          <p:nvPr/>
        </p:nvSpPr>
        <p:spPr>
          <a:xfrm>
            <a:off x="697612" y="2688183"/>
            <a:ext cx="1581665" cy="32757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t>Project Quote</a:t>
            </a:r>
          </a:p>
        </p:txBody>
      </p:sp>
      <p:sp>
        <p:nvSpPr>
          <p:cNvPr id="42" name="Rectangle 41">
            <a:extLst>
              <a:ext uri="{FF2B5EF4-FFF2-40B4-BE49-F238E27FC236}">
                <a16:creationId xmlns:a16="http://schemas.microsoft.com/office/drawing/2014/main" id="{E6157447-3A84-CF87-0102-0DAA078D111D}"/>
              </a:ext>
            </a:extLst>
          </p:cNvPr>
          <p:cNvSpPr/>
          <p:nvPr/>
        </p:nvSpPr>
        <p:spPr>
          <a:xfrm>
            <a:off x="3065655" y="2533912"/>
            <a:ext cx="3600619" cy="32569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t>Project</a:t>
            </a:r>
          </a:p>
        </p:txBody>
      </p:sp>
      <p:sp>
        <p:nvSpPr>
          <p:cNvPr id="43" name="Rectangle 42">
            <a:extLst>
              <a:ext uri="{FF2B5EF4-FFF2-40B4-BE49-F238E27FC236}">
                <a16:creationId xmlns:a16="http://schemas.microsoft.com/office/drawing/2014/main" id="{47F4E6CC-FCB4-C0FF-07A7-7D3A6B44A4CE}"/>
              </a:ext>
            </a:extLst>
          </p:cNvPr>
          <p:cNvSpPr/>
          <p:nvPr/>
        </p:nvSpPr>
        <p:spPr>
          <a:xfrm>
            <a:off x="975203" y="3557175"/>
            <a:ext cx="1581665" cy="32757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MSA</a:t>
            </a:r>
          </a:p>
        </p:txBody>
      </p:sp>
      <p:cxnSp>
        <p:nvCxnSpPr>
          <p:cNvPr id="45" name="Connector: Elbow 44">
            <a:extLst>
              <a:ext uri="{FF2B5EF4-FFF2-40B4-BE49-F238E27FC236}">
                <a16:creationId xmlns:a16="http://schemas.microsoft.com/office/drawing/2014/main" id="{AFD3C66F-31F5-10A1-C635-866C1362E48A}"/>
              </a:ext>
            </a:extLst>
          </p:cNvPr>
          <p:cNvCxnSpPr>
            <a:cxnSpLocks/>
            <a:stCxn id="41" idx="2"/>
            <a:endCxn id="43" idx="0"/>
          </p:cNvCxnSpPr>
          <p:nvPr/>
        </p:nvCxnSpPr>
        <p:spPr>
          <a:xfrm rot="16200000" flipH="1">
            <a:off x="1356531" y="3147669"/>
            <a:ext cx="541419" cy="27759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B46AE73B-DF8A-5278-D3D4-A338B318CC2E}"/>
              </a:ext>
            </a:extLst>
          </p:cNvPr>
          <p:cNvCxnSpPr>
            <a:stCxn id="9" idx="2"/>
            <a:endCxn id="10" idx="0"/>
          </p:cNvCxnSpPr>
          <p:nvPr/>
        </p:nvCxnSpPr>
        <p:spPr>
          <a:xfrm rot="5400000">
            <a:off x="4064166" y="1497504"/>
            <a:ext cx="182970" cy="176983"/>
          </a:xfrm>
          <a:prstGeom prst="bentConnector3">
            <a:avLst/>
          </a:prstGeom>
          <a:ln>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2" name="Connector: Elbow 61">
            <a:extLst>
              <a:ext uri="{FF2B5EF4-FFF2-40B4-BE49-F238E27FC236}">
                <a16:creationId xmlns:a16="http://schemas.microsoft.com/office/drawing/2014/main" id="{3EC27BF7-8DEB-B0C2-25BC-F6090009145C}"/>
              </a:ext>
            </a:extLst>
          </p:cNvPr>
          <p:cNvCxnSpPr>
            <a:cxnSpLocks/>
            <a:stCxn id="27" idx="1"/>
            <a:endCxn id="43" idx="3"/>
          </p:cNvCxnSpPr>
          <p:nvPr/>
        </p:nvCxnSpPr>
        <p:spPr>
          <a:xfrm rot="10800000">
            <a:off x="2556868" y="3720962"/>
            <a:ext cx="807950" cy="196430"/>
          </a:xfrm>
          <a:prstGeom prst="bentConnector3">
            <a:avLst/>
          </a:prstGeom>
          <a:ln>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51F712D2-AD53-84D9-762B-ED7412C346D0}"/>
              </a:ext>
            </a:extLst>
          </p:cNvPr>
          <p:cNvCxnSpPr>
            <a:cxnSpLocks/>
            <a:stCxn id="41" idx="3"/>
            <a:endCxn id="24" idx="1"/>
          </p:cNvCxnSpPr>
          <p:nvPr/>
        </p:nvCxnSpPr>
        <p:spPr>
          <a:xfrm>
            <a:off x="2279277" y="2851970"/>
            <a:ext cx="786378" cy="36628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22BD13F6-C547-CC1C-EDF4-8C6BB49295BF}"/>
              </a:ext>
            </a:extLst>
          </p:cNvPr>
          <p:cNvSpPr txBox="1"/>
          <p:nvPr/>
        </p:nvSpPr>
        <p:spPr>
          <a:xfrm>
            <a:off x="2632281" y="2815280"/>
            <a:ext cx="425073" cy="230832"/>
          </a:xfrm>
          <a:prstGeom prst="rect">
            <a:avLst/>
          </a:prstGeom>
          <a:noFill/>
        </p:spPr>
        <p:txBody>
          <a:bodyPr wrap="square" rtlCol="0">
            <a:spAutoFit/>
          </a:bodyPr>
          <a:lstStyle/>
          <a:p>
            <a:r>
              <a:rPr lang="en-GB" sz="900"/>
              <a:t>1:n</a:t>
            </a:r>
          </a:p>
        </p:txBody>
      </p:sp>
      <p:sp>
        <p:nvSpPr>
          <p:cNvPr id="74" name="TextBox 73">
            <a:extLst>
              <a:ext uri="{FF2B5EF4-FFF2-40B4-BE49-F238E27FC236}">
                <a16:creationId xmlns:a16="http://schemas.microsoft.com/office/drawing/2014/main" id="{6F40CEE4-2418-4B7F-58F6-75296242BE0B}"/>
              </a:ext>
            </a:extLst>
          </p:cNvPr>
          <p:cNvSpPr txBox="1"/>
          <p:nvPr/>
        </p:nvSpPr>
        <p:spPr>
          <a:xfrm>
            <a:off x="4673756" y="3016174"/>
            <a:ext cx="425073" cy="230832"/>
          </a:xfrm>
          <a:prstGeom prst="rect">
            <a:avLst/>
          </a:prstGeom>
          <a:noFill/>
        </p:spPr>
        <p:txBody>
          <a:bodyPr wrap="square" rtlCol="0">
            <a:spAutoFit/>
          </a:bodyPr>
          <a:lstStyle/>
          <a:p>
            <a:r>
              <a:rPr lang="en-GB" sz="900"/>
              <a:t>1:n</a:t>
            </a:r>
          </a:p>
        </p:txBody>
      </p:sp>
      <p:sp>
        <p:nvSpPr>
          <p:cNvPr id="2" name="TextBox 1">
            <a:extLst>
              <a:ext uri="{FF2B5EF4-FFF2-40B4-BE49-F238E27FC236}">
                <a16:creationId xmlns:a16="http://schemas.microsoft.com/office/drawing/2014/main" id="{1B31C2CA-9A2E-5CBB-51EF-13DF5112ACCA}"/>
              </a:ext>
            </a:extLst>
          </p:cNvPr>
          <p:cNvSpPr txBox="1"/>
          <p:nvPr/>
        </p:nvSpPr>
        <p:spPr>
          <a:xfrm>
            <a:off x="4116160" y="3500647"/>
            <a:ext cx="1498059" cy="230832"/>
          </a:xfrm>
          <a:prstGeom prst="rect">
            <a:avLst/>
          </a:prstGeom>
          <a:noFill/>
        </p:spPr>
        <p:txBody>
          <a:bodyPr wrap="square" rtlCol="0">
            <a:spAutoFit/>
          </a:bodyPr>
          <a:lstStyle/>
          <a:p>
            <a:r>
              <a:rPr lang="en-GB" sz="900"/>
              <a:t>n:1 (signing for a phase)</a:t>
            </a:r>
          </a:p>
        </p:txBody>
      </p:sp>
      <p:sp>
        <p:nvSpPr>
          <p:cNvPr id="3" name="Rectangle 2">
            <a:extLst>
              <a:ext uri="{FF2B5EF4-FFF2-40B4-BE49-F238E27FC236}">
                <a16:creationId xmlns:a16="http://schemas.microsoft.com/office/drawing/2014/main" id="{3DB09048-9DE0-B13E-8507-1A882060B96A}"/>
              </a:ext>
            </a:extLst>
          </p:cNvPr>
          <p:cNvSpPr/>
          <p:nvPr/>
        </p:nvSpPr>
        <p:spPr>
          <a:xfrm>
            <a:off x="756557" y="4692278"/>
            <a:ext cx="5690297" cy="2424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t>Agile Project</a:t>
            </a:r>
          </a:p>
        </p:txBody>
      </p:sp>
      <p:sp>
        <p:nvSpPr>
          <p:cNvPr id="11" name="Rectangle 10">
            <a:extLst>
              <a:ext uri="{FF2B5EF4-FFF2-40B4-BE49-F238E27FC236}">
                <a16:creationId xmlns:a16="http://schemas.microsoft.com/office/drawing/2014/main" id="{A65EC148-D939-0B62-4376-57D6975F8697}"/>
              </a:ext>
            </a:extLst>
          </p:cNvPr>
          <p:cNvSpPr/>
          <p:nvPr/>
        </p:nvSpPr>
        <p:spPr>
          <a:xfrm>
            <a:off x="4865189" y="5700642"/>
            <a:ext cx="1581665" cy="32757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MSA</a:t>
            </a:r>
          </a:p>
        </p:txBody>
      </p:sp>
      <p:sp>
        <p:nvSpPr>
          <p:cNvPr id="15" name="TextBox 14">
            <a:extLst>
              <a:ext uri="{FF2B5EF4-FFF2-40B4-BE49-F238E27FC236}">
                <a16:creationId xmlns:a16="http://schemas.microsoft.com/office/drawing/2014/main" id="{E633CB18-5441-0683-AE67-8E1663C14D53}"/>
              </a:ext>
            </a:extLst>
          </p:cNvPr>
          <p:cNvSpPr txBox="1"/>
          <p:nvPr/>
        </p:nvSpPr>
        <p:spPr>
          <a:xfrm>
            <a:off x="2663548" y="4959856"/>
            <a:ext cx="425073" cy="230832"/>
          </a:xfrm>
          <a:prstGeom prst="rect">
            <a:avLst/>
          </a:prstGeom>
          <a:noFill/>
        </p:spPr>
        <p:txBody>
          <a:bodyPr wrap="square" rtlCol="0">
            <a:spAutoFit/>
          </a:bodyPr>
          <a:lstStyle/>
          <a:p>
            <a:r>
              <a:rPr lang="en-GB" sz="900"/>
              <a:t>n:n</a:t>
            </a:r>
          </a:p>
        </p:txBody>
      </p:sp>
      <p:cxnSp>
        <p:nvCxnSpPr>
          <p:cNvPr id="17" name="Connector: Elbow 16">
            <a:extLst>
              <a:ext uri="{FF2B5EF4-FFF2-40B4-BE49-F238E27FC236}">
                <a16:creationId xmlns:a16="http://schemas.microsoft.com/office/drawing/2014/main" id="{291A3F18-C6F4-BFE7-E659-C669A0FE76CA}"/>
              </a:ext>
            </a:extLst>
          </p:cNvPr>
          <p:cNvCxnSpPr>
            <a:cxnSpLocks/>
            <a:stCxn id="35" idx="2"/>
            <a:endCxn id="36" idx="0"/>
          </p:cNvCxnSpPr>
          <p:nvPr/>
        </p:nvCxnSpPr>
        <p:spPr>
          <a:xfrm rot="5400000">
            <a:off x="3621529" y="6004636"/>
            <a:ext cx="163678" cy="176980"/>
          </a:xfrm>
          <a:prstGeom prst="bentConnector3">
            <a:avLst>
              <a:gd name="adj1" fmla="val 50000"/>
            </a:avLst>
          </a:prstGeom>
          <a:ln>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6E50050-58DF-FFAD-50DC-73E292C423DD}"/>
              </a:ext>
            </a:extLst>
          </p:cNvPr>
          <p:cNvCxnSpPr>
            <a:cxnSpLocks/>
            <a:stCxn id="11" idx="2"/>
            <a:endCxn id="36" idx="3"/>
          </p:cNvCxnSpPr>
          <p:nvPr/>
        </p:nvCxnSpPr>
        <p:spPr>
          <a:xfrm rot="5400000">
            <a:off x="4854224" y="5579701"/>
            <a:ext cx="353285" cy="1250312"/>
          </a:xfrm>
          <a:prstGeom prst="bentConnector2">
            <a:avLst/>
          </a:prstGeom>
          <a:ln>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55C3F19A-A83D-F124-1BFF-077C219318EB}"/>
              </a:ext>
            </a:extLst>
          </p:cNvPr>
          <p:cNvCxnSpPr>
            <a:stCxn id="35" idx="3"/>
            <a:endCxn id="11" idx="1"/>
          </p:cNvCxnSpPr>
          <p:nvPr/>
        </p:nvCxnSpPr>
        <p:spPr>
          <a:xfrm>
            <a:off x="4582690" y="5746260"/>
            <a:ext cx="282499" cy="11816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2364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F8221-B938-61B6-D4BB-D986B913339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B12702-F81A-19ED-7FFF-CCBE65B78651}"/>
              </a:ext>
            </a:extLst>
          </p:cNvPr>
          <p:cNvSpPr txBox="1"/>
          <p:nvPr/>
        </p:nvSpPr>
        <p:spPr>
          <a:xfrm>
            <a:off x="108372" y="1815"/>
            <a:ext cx="115137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bg1"/>
                </a:solidFill>
                <a:effectLst/>
                <a:uLnTx/>
                <a:uFillTx/>
                <a:latin typeface="Aptos" panose="020B0004020202020204"/>
                <a:ea typeface="+mn-ea"/>
                <a:cs typeface="+mn-cs"/>
              </a:rPr>
              <a:t>E2E Use Case Criteria Definition</a:t>
            </a:r>
          </a:p>
        </p:txBody>
      </p:sp>
      <p:sp>
        <p:nvSpPr>
          <p:cNvPr id="2" name="TextBox 1">
            <a:extLst>
              <a:ext uri="{FF2B5EF4-FFF2-40B4-BE49-F238E27FC236}">
                <a16:creationId xmlns:a16="http://schemas.microsoft.com/office/drawing/2014/main" id="{DCB09E07-4614-21C2-0E8D-8627AC6C125D}"/>
              </a:ext>
            </a:extLst>
          </p:cNvPr>
          <p:cNvSpPr txBox="1"/>
          <p:nvPr/>
        </p:nvSpPr>
        <p:spPr>
          <a:xfrm>
            <a:off x="262441" y="401925"/>
            <a:ext cx="11513746" cy="276999"/>
          </a:xfrm>
          <a:prstGeom prst="rect">
            <a:avLst/>
          </a:prstGeom>
          <a:noFill/>
        </p:spPr>
        <p:txBody>
          <a:bodyPr wrap="square" lIns="0" tIns="45720" rIns="0" bIns="45720" rtlCol="0" anchor="t">
            <a:spAutoFit/>
          </a:bodyPr>
          <a:lstStyle/>
          <a:p>
            <a:pPr marL="90170" marR="0" lvl="0" indent="-8064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i="0" u="none" strike="noStrike" kern="1200" cap="none" spc="0" normalizeH="0" baseline="0" noProof="0">
                <a:ln>
                  <a:noFill/>
                </a:ln>
                <a:solidFill>
                  <a:prstClr val="black"/>
                </a:solidFill>
                <a:effectLst/>
                <a:uLnTx/>
                <a:uFillTx/>
                <a:latin typeface="Aptos" panose="020B0004020202020204"/>
                <a:ea typeface="+mn-ea"/>
                <a:cs typeface="+mn-cs"/>
              </a:rPr>
              <a:t>Before we can explore the use cases in detail it is important to define what is meant by the terminology presented in those use cases.</a:t>
            </a:r>
            <a:endParaRPr kumimoji="0" lang="en-GB" sz="1200" i="0" u="none" strike="noStrike" kern="1200" cap="none" spc="0" normalizeH="0" baseline="0" noProof="0">
              <a:ln>
                <a:noFill/>
              </a:ln>
              <a:solidFill>
                <a:srgbClr val="000000"/>
              </a:solidFill>
              <a:effectLst/>
              <a:uLnTx/>
              <a:uFillTx/>
              <a:latin typeface="Aptos" panose="020B0004020202020204"/>
              <a:ea typeface="+mn-ea"/>
              <a:cs typeface="+mn-cs"/>
            </a:endParaRPr>
          </a:p>
        </p:txBody>
      </p:sp>
      <p:graphicFrame>
        <p:nvGraphicFramePr>
          <p:cNvPr id="3" name="Table 2">
            <a:extLst>
              <a:ext uri="{FF2B5EF4-FFF2-40B4-BE49-F238E27FC236}">
                <a16:creationId xmlns:a16="http://schemas.microsoft.com/office/drawing/2014/main" id="{7374621C-4D1A-1AD1-E1F6-0CA61C0DE5DD}"/>
              </a:ext>
            </a:extLst>
          </p:cNvPr>
          <p:cNvGraphicFramePr>
            <a:graphicFrameLocks noGrp="1"/>
          </p:cNvGraphicFramePr>
          <p:nvPr>
            <p:extLst>
              <p:ext uri="{D42A27DB-BD31-4B8C-83A1-F6EECF244321}">
                <p14:modId xmlns:p14="http://schemas.microsoft.com/office/powerpoint/2010/main" val="2204946819"/>
              </p:ext>
            </p:extLst>
          </p:nvPr>
        </p:nvGraphicFramePr>
        <p:xfrm>
          <a:off x="262441" y="678924"/>
          <a:ext cx="11513746" cy="5403386"/>
        </p:xfrm>
        <a:graphic>
          <a:graphicData uri="http://schemas.openxmlformats.org/drawingml/2006/table">
            <a:tbl>
              <a:tblPr firstRow="1" bandRow="1">
                <a:tableStyleId>{5C22544A-7EE6-4342-B048-85BDC9FD1C3A}</a:tableStyleId>
              </a:tblPr>
              <a:tblGrid>
                <a:gridCol w="1688425">
                  <a:extLst>
                    <a:ext uri="{9D8B030D-6E8A-4147-A177-3AD203B41FA5}">
                      <a16:colId xmlns:a16="http://schemas.microsoft.com/office/drawing/2014/main" val="1273575426"/>
                    </a:ext>
                  </a:extLst>
                </a:gridCol>
                <a:gridCol w="9825321">
                  <a:extLst>
                    <a:ext uri="{9D8B030D-6E8A-4147-A177-3AD203B41FA5}">
                      <a16:colId xmlns:a16="http://schemas.microsoft.com/office/drawing/2014/main" val="4020048899"/>
                    </a:ext>
                  </a:extLst>
                </a:gridCol>
              </a:tblGrid>
              <a:tr h="282746">
                <a:tc>
                  <a:txBody>
                    <a:bodyPr/>
                    <a:lstStyle/>
                    <a:p>
                      <a:r>
                        <a:rPr lang="en-GB" sz="1200"/>
                        <a:t>Term</a:t>
                      </a:r>
                    </a:p>
                  </a:txBody>
                  <a:tcPr/>
                </a:tc>
                <a:tc>
                  <a:txBody>
                    <a:bodyPr/>
                    <a:lstStyle/>
                    <a:p>
                      <a:r>
                        <a:rPr lang="en-GB" sz="1200"/>
                        <a:t>Definition</a:t>
                      </a:r>
                    </a:p>
                  </a:txBody>
                  <a:tcPr/>
                </a:tc>
                <a:extLst>
                  <a:ext uri="{0D108BD9-81ED-4DB2-BD59-A6C34878D82A}">
                    <a16:rowId xmlns:a16="http://schemas.microsoft.com/office/drawing/2014/main" val="1492729328"/>
                  </a:ext>
                </a:extLst>
              </a:tr>
              <a:tr h="1413729">
                <a:tc>
                  <a:txBody>
                    <a:bodyPr/>
                    <a:lstStyle/>
                    <a:p>
                      <a:r>
                        <a:rPr lang="en-GB" sz="1200" dirty="0">
                          <a:solidFill>
                            <a:schemeClr val="bg1"/>
                          </a:solidFill>
                        </a:rPr>
                        <a:t>Simple</a:t>
                      </a:r>
                    </a:p>
                  </a:txBody>
                  <a:tcPr>
                    <a:solidFill>
                      <a:schemeClr val="tx1">
                        <a:lumMod val="75000"/>
                        <a:lumOff val="25000"/>
                      </a:schemeClr>
                    </a:solidFill>
                  </a:tcPr>
                </a:tc>
                <a:tc>
                  <a:txBody>
                    <a:bodyPr/>
                    <a:lstStyle/>
                    <a:p>
                      <a:r>
                        <a:rPr lang="en-GB" sz="1200" dirty="0">
                          <a:solidFill>
                            <a:schemeClr val="bg1"/>
                          </a:solidFill>
                        </a:rPr>
                        <a:t>Referring to the services purchased by the customer and the mode of purchasing, we consider simple vs complex as a scale along which at the simple end, we are considering:</a:t>
                      </a:r>
                    </a:p>
                    <a:p>
                      <a:pPr marL="171450" indent="-171450">
                        <a:buFont typeface="Arial" panose="020B0604020202020204" pitchFamily="34" charset="0"/>
                        <a:buChar char="•"/>
                      </a:pPr>
                      <a:r>
                        <a:rPr lang="en-GB" sz="1200" dirty="0">
                          <a:solidFill>
                            <a:schemeClr val="bg1"/>
                          </a:solidFill>
                        </a:rPr>
                        <a:t>Standard catalogue services – services already configured within the catalogue for wide scale use by Orange Business customers. Pricing is standard and no negotiation occurs on the pricing.</a:t>
                      </a:r>
                    </a:p>
                    <a:p>
                      <a:pPr marL="171450" indent="-171450">
                        <a:buFont typeface="Arial" panose="020B0604020202020204" pitchFamily="34" charset="0"/>
                        <a:buChar char="•"/>
                      </a:pPr>
                      <a:r>
                        <a:rPr lang="en-GB" sz="1200" dirty="0">
                          <a:solidFill>
                            <a:schemeClr val="bg1"/>
                          </a:solidFill>
                        </a:rPr>
                        <a:t>Standard T&amp;Cs – contracting is based on the Standard T&amp;Cs and Service Publication T&amp;Cs with no negotiation.</a:t>
                      </a:r>
                    </a:p>
                    <a:p>
                      <a:pPr marL="171450" indent="-171450">
                        <a:buFont typeface="Arial" panose="020B0604020202020204" pitchFamily="34" charset="0"/>
                        <a:buChar char="•"/>
                      </a:pPr>
                      <a:r>
                        <a:rPr lang="en-GB" sz="1200" dirty="0">
                          <a:solidFill>
                            <a:schemeClr val="bg1"/>
                          </a:solidFill>
                        </a:rPr>
                        <a:t>Transactional opportunity types – where the purchase flow is simplified.</a:t>
                      </a:r>
                    </a:p>
                    <a:p>
                      <a:pPr marL="171450" indent="-171450">
                        <a:buFont typeface="Arial" panose="020B0604020202020204" pitchFamily="34" charset="0"/>
                        <a:buChar char="•"/>
                      </a:pPr>
                      <a:r>
                        <a:rPr lang="en-GB" sz="1200" dirty="0">
                          <a:solidFill>
                            <a:schemeClr val="bg1"/>
                          </a:solidFill>
                        </a:rPr>
                        <a:t>Quote type are generally firm.</a:t>
                      </a:r>
                    </a:p>
                    <a:p>
                      <a:pPr marL="171450" indent="-171450">
                        <a:buFont typeface="Arial" panose="020B0604020202020204" pitchFamily="34" charset="0"/>
                        <a:buChar char="•"/>
                      </a:pPr>
                      <a:r>
                        <a:rPr lang="en-GB" sz="1200" dirty="0">
                          <a:solidFill>
                            <a:schemeClr val="bg1"/>
                          </a:solidFill>
                        </a:rPr>
                        <a:t>Available by digital channels as well as via an agent.</a:t>
                      </a:r>
                    </a:p>
                  </a:txBody>
                  <a:tcPr>
                    <a:solidFill>
                      <a:schemeClr val="tx1">
                        <a:lumMod val="75000"/>
                        <a:lumOff val="25000"/>
                      </a:schemeClr>
                    </a:solidFill>
                  </a:tcPr>
                </a:tc>
                <a:extLst>
                  <a:ext uri="{0D108BD9-81ED-4DB2-BD59-A6C34878D82A}">
                    <a16:rowId xmlns:a16="http://schemas.microsoft.com/office/drawing/2014/main" val="3393796925"/>
                  </a:ext>
                </a:extLst>
              </a:tr>
              <a:tr h="1225232">
                <a:tc>
                  <a:txBody>
                    <a:bodyPr/>
                    <a:lstStyle/>
                    <a:p>
                      <a:r>
                        <a:rPr lang="en-GB" sz="1200">
                          <a:solidFill>
                            <a:schemeClr val="bg1"/>
                          </a:solidFill>
                        </a:rPr>
                        <a:t>Complex</a:t>
                      </a:r>
                    </a:p>
                  </a:txBody>
                  <a:tcPr>
                    <a:solidFill>
                      <a:schemeClr val="tx1">
                        <a:lumMod val="75000"/>
                        <a:lumOff val="25000"/>
                      </a:schemeClr>
                    </a:solidFill>
                  </a:tcPr>
                </a:tc>
                <a:tc>
                  <a:txBody>
                    <a:bodyPr/>
                    <a:lstStyle/>
                    <a:p>
                      <a:r>
                        <a:rPr lang="en-GB" sz="1200" dirty="0">
                          <a:solidFill>
                            <a:schemeClr val="bg1"/>
                          </a:solidFill>
                        </a:rPr>
                        <a:t>Referring to the services purchased by the customer and the mode of purchasing, we consider simple vs complex as a scale along which at the complex end, we are considering:</a:t>
                      </a:r>
                    </a:p>
                    <a:p>
                      <a:pPr marL="171450" indent="-171450">
                        <a:buFont typeface="Arial" panose="020B0604020202020204" pitchFamily="34" charset="0"/>
                        <a:buChar char="•"/>
                      </a:pPr>
                      <a:r>
                        <a:rPr lang="en-GB" sz="1200" dirty="0">
                          <a:solidFill>
                            <a:schemeClr val="bg1"/>
                          </a:solidFill>
                        </a:rPr>
                        <a:t>A combination of standard catalogue services and bespoke services, where bespoke services are not already offered in by Orange Business and therefore require a degree of customisation to provide to customers. Additionally pricing is negotiable by the customer, resulting is customer-specific pricing.</a:t>
                      </a:r>
                    </a:p>
                    <a:p>
                      <a:pPr marL="171450" indent="-171450">
                        <a:buFont typeface="Arial" panose="020B0604020202020204" pitchFamily="34" charset="0"/>
                        <a:buChar char="•"/>
                      </a:pPr>
                      <a:r>
                        <a:rPr lang="en-GB" sz="1200" dirty="0">
                          <a:solidFill>
                            <a:schemeClr val="bg1"/>
                          </a:solidFill>
                        </a:rPr>
                        <a:t>MSA – where contracting T&amp;Cs and Service Publication T&amp;Cs are negotiable by the customer.</a:t>
                      </a:r>
                    </a:p>
                    <a:p>
                      <a:pPr marL="171450" indent="-171450">
                        <a:buFont typeface="Arial" panose="020B0604020202020204" pitchFamily="34" charset="0"/>
                        <a:buChar char="•"/>
                      </a:pPr>
                      <a:r>
                        <a:rPr lang="en-GB" sz="1200" dirty="0">
                          <a:solidFill>
                            <a:schemeClr val="bg1"/>
                          </a:solidFill>
                        </a:rPr>
                        <a:t>Solution opportunity types – where the purchase flow will go through solution design and a project to build that solution.</a:t>
                      </a:r>
                    </a:p>
                    <a:p>
                      <a:pPr marL="171450" indent="-171450">
                        <a:buFont typeface="Arial" panose="020B0604020202020204" pitchFamily="34" charset="0"/>
                        <a:buChar char="•"/>
                      </a:pPr>
                      <a:r>
                        <a:rPr lang="en-GB" sz="1200" dirty="0">
                          <a:solidFill>
                            <a:schemeClr val="bg1"/>
                          </a:solidFill>
                        </a:rPr>
                        <a:t>Quote types are generally project</a:t>
                      </a:r>
                    </a:p>
                    <a:p>
                      <a:pPr marL="171450" indent="-171450">
                        <a:buFont typeface="Arial" panose="020B0604020202020204" pitchFamily="34" charset="0"/>
                        <a:buChar char="•"/>
                      </a:pPr>
                      <a:r>
                        <a:rPr lang="en-GB" sz="1200" dirty="0">
                          <a:solidFill>
                            <a:schemeClr val="bg1"/>
                          </a:solidFill>
                        </a:rPr>
                        <a:t>Available by agent and requiring the mobilisation of resources to scope and deliver services to the customer.</a:t>
                      </a:r>
                    </a:p>
                  </a:txBody>
                  <a:tcPr>
                    <a:solidFill>
                      <a:schemeClr val="tx1">
                        <a:lumMod val="75000"/>
                        <a:lumOff val="25000"/>
                      </a:schemeClr>
                    </a:solidFill>
                  </a:tcPr>
                </a:tc>
                <a:extLst>
                  <a:ext uri="{0D108BD9-81ED-4DB2-BD59-A6C34878D82A}">
                    <a16:rowId xmlns:a16="http://schemas.microsoft.com/office/drawing/2014/main" val="1311036222"/>
                  </a:ext>
                </a:extLst>
              </a:tr>
              <a:tr h="471243">
                <a:tc>
                  <a:txBody>
                    <a:bodyPr/>
                    <a:lstStyle/>
                    <a:p>
                      <a:r>
                        <a:rPr lang="en-GB" sz="1200">
                          <a:solidFill>
                            <a:schemeClr val="bg1"/>
                          </a:solidFill>
                        </a:rPr>
                        <a:t>Organic Growth</a:t>
                      </a:r>
                    </a:p>
                  </a:txBody>
                  <a:tcPr>
                    <a:solidFill>
                      <a:schemeClr val="tx1">
                        <a:lumMod val="75000"/>
                        <a:lumOff val="25000"/>
                      </a:schemeClr>
                    </a:solidFill>
                  </a:tcPr>
                </a:tc>
                <a:tc>
                  <a:txBody>
                    <a:bodyPr/>
                    <a:lstStyle/>
                    <a:p>
                      <a:r>
                        <a:rPr lang="en-GB" sz="1200" dirty="0">
                          <a:solidFill>
                            <a:schemeClr val="bg1"/>
                          </a:solidFill>
                        </a:rPr>
                        <a:t>Although Organic Growth can refer to situations by which existing customers can purchase new services or change existing services, for the purposes of this set of use cases, we will consider Organic Growth containing the addition of new services (with the assumption that the remaining use cases, including modification, all refer to existing customer), broken down into the above definition of simple vs complex.</a:t>
                      </a:r>
                    </a:p>
                  </a:txBody>
                  <a:tcPr>
                    <a:solidFill>
                      <a:schemeClr val="tx1">
                        <a:lumMod val="75000"/>
                        <a:lumOff val="25000"/>
                      </a:schemeClr>
                    </a:solidFill>
                  </a:tcPr>
                </a:tc>
                <a:extLst>
                  <a:ext uri="{0D108BD9-81ED-4DB2-BD59-A6C34878D82A}">
                    <a16:rowId xmlns:a16="http://schemas.microsoft.com/office/drawing/2014/main" val="1785414356"/>
                  </a:ext>
                </a:extLst>
              </a:tr>
              <a:tr h="848237">
                <a:tc>
                  <a:txBody>
                    <a:bodyPr/>
                    <a:lstStyle/>
                    <a:p>
                      <a:r>
                        <a:rPr lang="en-GB" sz="1200">
                          <a:solidFill>
                            <a:schemeClr val="bg1"/>
                          </a:solidFill>
                        </a:rPr>
                        <a:t>Modification</a:t>
                      </a:r>
                    </a:p>
                  </a:txBody>
                  <a:tcPr>
                    <a:solidFill>
                      <a:schemeClr val="tx1">
                        <a:lumMod val="75000"/>
                        <a:lumOff val="25000"/>
                      </a:schemeClr>
                    </a:solidFill>
                  </a:tcPr>
                </a:tc>
                <a:tc>
                  <a:txBody>
                    <a:bodyPr/>
                    <a:lstStyle/>
                    <a:p>
                      <a:r>
                        <a:rPr lang="en-GB" sz="1200" dirty="0">
                          <a:solidFill>
                            <a:schemeClr val="bg1"/>
                          </a:solidFill>
                        </a:rPr>
                        <a:t>Modification can entail MACD scenarios. For the purposes of exploring the use cases below we will define modification as a technical change to a service which may or may not entail a commercial change to that service – essentially the ‘C’ in MACD.</a:t>
                      </a:r>
                    </a:p>
                    <a:p>
                      <a:r>
                        <a:rPr lang="en-GB" sz="1200" dirty="0">
                          <a:solidFill>
                            <a:schemeClr val="bg1"/>
                          </a:solidFill>
                        </a:rPr>
                        <a:t>For clarity on the remaining use cases of a MACD: </a:t>
                      </a:r>
                    </a:p>
                    <a:p>
                      <a:pPr marL="171450" indent="-171450">
                        <a:buFont typeface="Arial" panose="020B0604020202020204" pitchFamily="34" charset="0"/>
                        <a:buChar char="•"/>
                      </a:pPr>
                      <a:r>
                        <a:rPr lang="en-GB" sz="1200" dirty="0">
                          <a:solidFill>
                            <a:schemeClr val="bg1"/>
                          </a:solidFill>
                        </a:rPr>
                        <a:t>Move is covered by its own use case</a:t>
                      </a:r>
                    </a:p>
                    <a:p>
                      <a:pPr marL="171450" indent="-171450">
                        <a:buFont typeface="Arial" panose="020B0604020202020204" pitchFamily="34" charset="0"/>
                        <a:buChar char="•"/>
                      </a:pPr>
                      <a:r>
                        <a:rPr lang="en-GB" sz="1200" dirty="0">
                          <a:solidFill>
                            <a:schemeClr val="bg1"/>
                          </a:solidFill>
                        </a:rPr>
                        <a:t>Add is covered by the four use cases for Simple and Complex</a:t>
                      </a:r>
                    </a:p>
                    <a:p>
                      <a:pPr marL="171450" indent="-171450">
                        <a:buFont typeface="Arial" panose="020B0604020202020204" pitchFamily="34" charset="0"/>
                        <a:buChar char="•"/>
                      </a:pPr>
                      <a:r>
                        <a:rPr lang="en-GB" sz="1200" dirty="0">
                          <a:solidFill>
                            <a:schemeClr val="bg1"/>
                          </a:solidFill>
                        </a:rPr>
                        <a:t>Delete is covered by the Cease use case</a:t>
                      </a:r>
                    </a:p>
                  </a:txBody>
                  <a:tcPr>
                    <a:solidFill>
                      <a:schemeClr val="tx1">
                        <a:lumMod val="75000"/>
                        <a:lumOff val="25000"/>
                      </a:schemeClr>
                    </a:solidFill>
                  </a:tcPr>
                </a:tc>
                <a:extLst>
                  <a:ext uri="{0D108BD9-81ED-4DB2-BD59-A6C34878D82A}">
                    <a16:rowId xmlns:a16="http://schemas.microsoft.com/office/drawing/2014/main" val="165695405"/>
                  </a:ext>
                </a:extLst>
              </a:tr>
            </a:tbl>
          </a:graphicData>
        </a:graphic>
      </p:graphicFrame>
    </p:spTree>
    <p:extLst>
      <p:ext uri="{BB962C8B-B14F-4D97-AF65-F5344CB8AC3E}">
        <p14:creationId xmlns:p14="http://schemas.microsoft.com/office/powerpoint/2010/main" val="1632518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AAD32-EFC6-9579-826F-61ADD56FAA1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993AEE-0F53-E180-C4EE-6D908DFD8401}"/>
              </a:ext>
            </a:extLst>
          </p:cNvPr>
          <p:cNvSpPr txBox="1"/>
          <p:nvPr/>
        </p:nvSpPr>
        <p:spPr>
          <a:xfrm>
            <a:off x="108372" y="1815"/>
            <a:ext cx="115137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bg1"/>
                </a:solidFill>
                <a:effectLst/>
                <a:uLnTx/>
                <a:uFillTx/>
                <a:latin typeface="Aptos" panose="020B0004020202020204"/>
                <a:ea typeface="+mn-ea"/>
                <a:cs typeface="+mn-cs"/>
              </a:rPr>
              <a:t>E2E Use Cases (1)</a:t>
            </a:r>
          </a:p>
        </p:txBody>
      </p:sp>
      <p:sp>
        <p:nvSpPr>
          <p:cNvPr id="2" name="TextBox 1">
            <a:extLst>
              <a:ext uri="{FF2B5EF4-FFF2-40B4-BE49-F238E27FC236}">
                <a16:creationId xmlns:a16="http://schemas.microsoft.com/office/drawing/2014/main" id="{52C5F87C-B034-4421-C454-13B7C2AE7302}"/>
              </a:ext>
            </a:extLst>
          </p:cNvPr>
          <p:cNvSpPr txBox="1"/>
          <p:nvPr/>
        </p:nvSpPr>
        <p:spPr>
          <a:xfrm>
            <a:off x="262441" y="401925"/>
            <a:ext cx="11513746" cy="461665"/>
          </a:xfrm>
          <a:prstGeom prst="rect">
            <a:avLst/>
          </a:prstGeom>
          <a:noFill/>
        </p:spPr>
        <p:txBody>
          <a:bodyPr wrap="square" lIns="0" tIns="45720" rIns="0" bIns="45720" rtlCol="0" anchor="t">
            <a:spAutoFit/>
          </a:bodyPr>
          <a:lstStyle/>
          <a:p>
            <a:pPr marL="90170" marR="0" lvl="0" indent="-8064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i="0" u="none" strike="noStrike" kern="1200" cap="none" spc="0" normalizeH="0" baseline="0" noProof="0" dirty="0">
                <a:ln>
                  <a:noFill/>
                </a:ln>
                <a:solidFill>
                  <a:schemeClr val="bg1"/>
                </a:solidFill>
                <a:effectLst/>
                <a:uLnTx/>
                <a:uFillTx/>
                <a:latin typeface="Aptos" panose="020B0004020202020204"/>
                <a:ea typeface="+mn-ea"/>
                <a:cs typeface="+mn-cs"/>
              </a:rPr>
              <a:t>To establish the roadmap for developing capabilities and features, the intention is the road-test the sub-capabilities the Customer Journey team has mapped, against a clear set of end-to-end use cases, expanded on below.</a:t>
            </a:r>
          </a:p>
        </p:txBody>
      </p:sp>
      <p:graphicFrame>
        <p:nvGraphicFramePr>
          <p:cNvPr id="3" name="Table 2">
            <a:extLst>
              <a:ext uri="{FF2B5EF4-FFF2-40B4-BE49-F238E27FC236}">
                <a16:creationId xmlns:a16="http://schemas.microsoft.com/office/drawing/2014/main" id="{855A4CFF-8516-8BBA-05A9-D416C865AC25}"/>
              </a:ext>
            </a:extLst>
          </p:cNvPr>
          <p:cNvGraphicFramePr>
            <a:graphicFrameLocks noGrp="1"/>
          </p:cNvGraphicFramePr>
          <p:nvPr>
            <p:extLst>
              <p:ext uri="{D42A27DB-BD31-4B8C-83A1-F6EECF244321}">
                <p14:modId xmlns:p14="http://schemas.microsoft.com/office/powerpoint/2010/main" val="3186724659"/>
              </p:ext>
            </p:extLst>
          </p:nvPr>
        </p:nvGraphicFramePr>
        <p:xfrm>
          <a:off x="262441" y="873781"/>
          <a:ext cx="11513746" cy="5760720"/>
        </p:xfrm>
        <a:graphic>
          <a:graphicData uri="http://schemas.openxmlformats.org/drawingml/2006/table">
            <a:tbl>
              <a:tblPr firstRow="1" bandRow="1">
                <a:tableStyleId>{5C22544A-7EE6-4342-B048-85BDC9FD1C3A}</a:tableStyleId>
              </a:tblPr>
              <a:tblGrid>
                <a:gridCol w="1256356">
                  <a:extLst>
                    <a:ext uri="{9D8B030D-6E8A-4147-A177-3AD203B41FA5}">
                      <a16:colId xmlns:a16="http://schemas.microsoft.com/office/drawing/2014/main" val="1273575426"/>
                    </a:ext>
                  </a:extLst>
                </a:gridCol>
                <a:gridCol w="707045">
                  <a:extLst>
                    <a:ext uri="{9D8B030D-6E8A-4147-A177-3AD203B41FA5}">
                      <a16:colId xmlns:a16="http://schemas.microsoft.com/office/drawing/2014/main" val="2803193856"/>
                    </a:ext>
                  </a:extLst>
                </a:gridCol>
                <a:gridCol w="661737">
                  <a:extLst>
                    <a:ext uri="{9D8B030D-6E8A-4147-A177-3AD203B41FA5}">
                      <a16:colId xmlns:a16="http://schemas.microsoft.com/office/drawing/2014/main" val="2784744360"/>
                    </a:ext>
                  </a:extLst>
                </a:gridCol>
                <a:gridCol w="8888608">
                  <a:extLst>
                    <a:ext uri="{9D8B030D-6E8A-4147-A177-3AD203B41FA5}">
                      <a16:colId xmlns:a16="http://schemas.microsoft.com/office/drawing/2014/main" val="4020048899"/>
                    </a:ext>
                  </a:extLst>
                </a:gridCol>
              </a:tblGrid>
              <a:tr h="268470">
                <a:tc>
                  <a:txBody>
                    <a:bodyPr/>
                    <a:lstStyle/>
                    <a:p>
                      <a:r>
                        <a:rPr lang="en-GB" sz="1200"/>
                        <a:t>Use Case</a:t>
                      </a:r>
                    </a:p>
                  </a:txBody>
                  <a:tcPr/>
                </a:tc>
                <a:tc>
                  <a:txBody>
                    <a:bodyPr/>
                    <a:lstStyle/>
                    <a:p>
                      <a:r>
                        <a:rPr lang="en-GB" sz="1200"/>
                        <a:t>Area</a:t>
                      </a:r>
                    </a:p>
                  </a:txBody>
                  <a:tcPr/>
                </a:tc>
                <a:tc>
                  <a:txBody>
                    <a:bodyPr/>
                    <a:lstStyle/>
                    <a:p>
                      <a:r>
                        <a:rPr lang="en-GB" sz="1200"/>
                        <a:t>Scope</a:t>
                      </a:r>
                    </a:p>
                  </a:txBody>
                  <a:tcPr/>
                </a:tc>
                <a:tc>
                  <a:txBody>
                    <a:bodyPr/>
                    <a:lstStyle/>
                    <a:p>
                      <a:r>
                        <a:rPr lang="en-GB" sz="1200"/>
                        <a:t>Detail</a:t>
                      </a:r>
                    </a:p>
                  </a:txBody>
                  <a:tcPr/>
                </a:tc>
                <a:extLst>
                  <a:ext uri="{0D108BD9-81ED-4DB2-BD59-A6C34878D82A}">
                    <a16:rowId xmlns:a16="http://schemas.microsoft.com/office/drawing/2014/main" val="1492729328"/>
                  </a:ext>
                </a:extLst>
              </a:tr>
              <a:tr h="330990">
                <a:tc>
                  <a:txBody>
                    <a:bodyPr/>
                    <a:lstStyle/>
                    <a:p>
                      <a:r>
                        <a:rPr lang="en-GB" sz="1200" dirty="0">
                          <a:solidFill>
                            <a:schemeClr val="bg1"/>
                          </a:solidFill>
                        </a:rPr>
                        <a:t>New Acquisition – Simple, Standard</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MMP</a:t>
                      </a:r>
                    </a:p>
                  </a:txBody>
                  <a:tcPr>
                    <a:solidFill>
                      <a:schemeClr val="tx1">
                        <a:lumMod val="75000"/>
                        <a:lumOff val="25000"/>
                      </a:schemeClr>
                    </a:solidFill>
                  </a:tcPr>
                </a:tc>
                <a:tc>
                  <a:txBody>
                    <a:bodyPr/>
                    <a:lstStyle/>
                    <a:p>
                      <a:r>
                        <a:rPr lang="en-GB" sz="1200">
                          <a:solidFill>
                            <a:schemeClr val="bg1"/>
                          </a:solidFill>
                        </a:rPr>
                        <a:t>New customer selecting and configuring standard catalogue services from Orange Business, signing a Standard T&amp;Cs Service Contract and proceeding into Ordering.</a:t>
                      </a:r>
                    </a:p>
                  </a:txBody>
                  <a:tcPr>
                    <a:solidFill>
                      <a:schemeClr val="tx1">
                        <a:lumMod val="75000"/>
                        <a:lumOff val="25000"/>
                      </a:schemeClr>
                    </a:solidFill>
                  </a:tcPr>
                </a:tc>
                <a:extLst>
                  <a:ext uri="{0D108BD9-81ED-4DB2-BD59-A6C34878D82A}">
                    <a16:rowId xmlns:a16="http://schemas.microsoft.com/office/drawing/2014/main" val="3393796925"/>
                  </a:ext>
                </a:extLst>
              </a:tr>
              <a:tr h="330990">
                <a:tc>
                  <a:txBody>
                    <a:bodyPr/>
                    <a:lstStyle/>
                    <a:p>
                      <a:r>
                        <a:rPr lang="en-GB" sz="1200" dirty="0">
                          <a:solidFill>
                            <a:schemeClr val="bg1"/>
                          </a:solidFill>
                        </a:rPr>
                        <a:t>New Acquisition – Complex</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MMP</a:t>
                      </a:r>
                    </a:p>
                  </a:txBody>
                  <a:tcPr>
                    <a:solidFill>
                      <a:schemeClr val="tx1">
                        <a:lumMod val="75000"/>
                        <a:lumOff val="25000"/>
                      </a:schemeClr>
                    </a:solidFill>
                  </a:tcPr>
                </a:tc>
                <a:tc>
                  <a:txBody>
                    <a:bodyPr/>
                    <a:lstStyle/>
                    <a:p>
                      <a:r>
                        <a:rPr lang="en-GB" sz="1200">
                          <a:solidFill>
                            <a:schemeClr val="bg1"/>
                          </a:solidFill>
                        </a:rPr>
                        <a:t>New customer seeking a bespoke services, or submitting an RFP, leading into solution design, MSA creation, negotiation. May result in the creation of a build project to manage ordering across a number of phases.</a:t>
                      </a:r>
                    </a:p>
                  </a:txBody>
                  <a:tcPr>
                    <a:solidFill>
                      <a:schemeClr val="tx1">
                        <a:lumMod val="75000"/>
                        <a:lumOff val="25000"/>
                      </a:schemeClr>
                    </a:solidFill>
                  </a:tcPr>
                </a:tc>
                <a:extLst>
                  <a:ext uri="{0D108BD9-81ED-4DB2-BD59-A6C34878D82A}">
                    <a16:rowId xmlns:a16="http://schemas.microsoft.com/office/drawing/2014/main" val="1311036222"/>
                  </a:ext>
                </a:extLst>
              </a:tr>
              <a:tr h="330990">
                <a:tc>
                  <a:txBody>
                    <a:bodyPr/>
                    <a:lstStyle/>
                    <a:p>
                      <a:r>
                        <a:rPr lang="en-GB" sz="1200">
                          <a:solidFill>
                            <a:schemeClr val="bg1"/>
                          </a:solidFill>
                        </a:rPr>
                        <a:t>Organic Growth – Simple, Standard</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MVP</a:t>
                      </a:r>
                    </a:p>
                  </a:txBody>
                  <a:tcPr>
                    <a:solidFill>
                      <a:schemeClr val="tx1">
                        <a:lumMod val="75000"/>
                        <a:lumOff val="25000"/>
                      </a:schemeClr>
                    </a:solidFill>
                  </a:tcPr>
                </a:tc>
                <a:tc>
                  <a:txBody>
                    <a:bodyPr/>
                    <a:lstStyle/>
                    <a:p>
                      <a:r>
                        <a:rPr lang="en-GB" sz="1200" dirty="0">
                          <a:solidFill>
                            <a:schemeClr val="bg1"/>
                          </a:solidFill>
                        </a:rPr>
                        <a:t>Existing customer selecting and configuring standard catalogue services from Orange Business, covered under either an MSA or Standard T&amp;Cs Service Contract and proceeding into Ordering</a:t>
                      </a:r>
                    </a:p>
                  </a:txBody>
                  <a:tcPr>
                    <a:solidFill>
                      <a:schemeClr val="tx1">
                        <a:lumMod val="75000"/>
                        <a:lumOff val="25000"/>
                      </a:schemeClr>
                    </a:solidFill>
                  </a:tcPr>
                </a:tc>
                <a:extLst>
                  <a:ext uri="{0D108BD9-81ED-4DB2-BD59-A6C34878D82A}">
                    <a16:rowId xmlns:a16="http://schemas.microsoft.com/office/drawing/2014/main" val="1785414356"/>
                  </a:ext>
                </a:extLst>
              </a:tr>
              <a:tr h="330990">
                <a:tc>
                  <a:txBody>
                    <a:bodyPr/>
                    <a:lstStyle/>
                    <a:p>
                      <a:r>
                        <a:rPr lang="en-GB" sz="1200">
                          <a:solidFill>
                            <a:schemeClr val="bg1"/>
                          </a:solidFill>
                        </a:rPr>
                        <a:t>Organic Growth – Complex</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MMP</a:t>
                      </a:r>
                    </a:p>
                  </a:txBody>
                  <a:tcPr>
                    <a:solidFill>
                      <a:schemeClr val="tx1">
                        <a:lumMod val="75000"/>
                        <a:lumOff val="25000"/>
                      </a:schemeClr>
                    </a:solidFill>
                  </a:tcPr>
                </a:tc>
                <a:tc>
                  <a:txBody>
                    <a:bodyPr/>
                    <a:lstStyle/>
                    <a:p>
                      <a:r>
                        <a:rPr lang="en-GB" sz="1200">
                          <a:solidFill>
                            <a:schemeClr val="bg1"/>
                          </a:solidFill>
                        </a:rPr>
                        <a:t>Existing customer seeking bespoke services, or submitting an RFP,  leading into solution design, potentially renegotiating their MSA. May result in the creation of a build project to manage ordering across a number of phases.</a:t>
                      </a:r>
                    </a:p>
                  </a:txBody>
                  <a:tcPr>
                    <a:solidFill>
                      <a:schemeClr val="tx1">
                        <a:lumMod val="75000"/>
                        <a:lumOff val="25000"/>
                      </a:schemeClr>
                    </a:solidFill>
                  </a:tcPr>
                </a:tc>
                <a:extLst>
                  <a:ext uri="{0D108BD9-81ED-4DB2-BD59-A6C34878D82A}">
                    <a16:rowId xmlns:a16="http://schemas.microsoft.com/office/drawing/2014/main" val="3143638253"/>
                  </a:ext>
                </a:extLst>
              </a:tr>
              <a:tr h="308924">
                <a:tc>
                  <a:txBody>
                    <a:bodyPr/>
                    <a:lstStyle/>
                    <a:p>
                      <a:r>
                        <a:rPr lang="en-GB" sz="1200">
                          <a:solidFill>
                            <a:schemeClr val="bg1"/>
                          </a:solidFill>
                        </a:rPr>
                        <a:t>Modification</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MMP</a:t>
                      </a:r>
                    </a:p>
                  </a:txBody>
                  <a:tcPr>
                    <a:solidFill>
                      <a:schemeClr val="tx1">
                        <a:lumMod val="75000"/>
                        <a:lumOff val="25000"/>
                      </a:schemeClr>
                    </a:solidFill>
                  </a:tcPr>
                </a:tc>
                <a:tc>
                  <a:txBody>
                    <a:bodyPr/>
                    <a:lstStyle/>
                    <a:p>
                      <a:r>
                        <a:rPr lang="en-GB" sz="1200" dirty="0">
                          <a:solidFill>
                            <a:schemeClr val="bg1"/>
                          </a:solidFill>
                        </a:rPr>
                        <a:t>Existing customer undergoing changes, initiated by the Customer or by Orange Business:</a:t>
                      </a:r>
                    </a:p>
                    <a:p>
                      <a:pPr marL="171450" indent="-171450">
                        <a:buFont typeface="Arial" panose="020B0604020202020204" pitchFamily="34" charset="0"/>
                        <a:buChar char="•"/>
                      </a:pPr>
                      <a:r>
                        <a:rPr lang="en-GB" sz="1200" dirty="0">
                          <a:solidFill>
                            <a:schemeClr val="bg1"/>
                          </a:solidFill>
                        </a:rPr>
                        <a:t>Technical modifications to an existing service with commercial changes</a:t>
                      </a:r>
                    </a:p>
                    <a:p>
                      <a:pPr marL="171450" indent="-171450">
                        <a:buFont typeface="Arial" panose="020B0604020202020204" pitchFamily="34" charset="0"/>
                        <a:buChar char="•"/>
                      </a:pPr>
                      <a:r>
                        <a:rPr lang="en-GB" sz="1200" dirty="0">
                          <a:solidFill>
                            <a:schemeClr val="bg1"/>
                          </a:solidFill>
                        </a:rPr>
                        <a:t>Technical modifications to an existing service without commercial changes</a:t>
                      </a:r>
                    </a:p>
                    <a:p>
                      <a:pPr marL="171450" indent="-171450">
                        <a:buFont typeface="Arial" panose="020B0604020202020204" pitchFamily="34" charset="0"/>
                        <a:buChar char="•"/>
                      </a:pPr>
                      <a:r>
                        <a:rPr lang="en-GB" sz="1200" dirty="0">
                          <a:solidFill>
                            <a:schemeClr val="bg1"/>
                          </a:solidFill>
                        </a:rPr>
                        <a:t>Billing changes</a:t>
                      </a:r>
                    </a:p>
                  </a:txBody>
                  <a:tcPr>
                    <a:solidFill>
                      <a:schemeClr val="tx1">
                        <a:lumMod val="75000"/>
                        <a:lumOff val="25000"/>
                      </a:schemeClr>
                    </a:solidFill>
                  </a:tcPr>
                </a:tc>
                <a:extLst>
                  <a:ext uri="{0D108BD9-81ED-4DB2-BD59-A6C34878D82A}">
                    <a16:rowId xmlns:a16="http://schemas.microsoft.com/office/drawing/2014/main" val="165695405"/>
                  </a:ext>
                </a:extLst>
              </a:tr>
              <a:tr h="308924">
                <a:tc>
                  <a:txBody>
                    <a:bodyPr/>
                    <a:lstStyle/>
                    <a:p>
                      <a:r>
                        <a:rPr lang="en-GB" sz="1200">
                          <a:solidFill>
                            <a:schemeClr val="bg1"/>
                          </a:solidFill>
                        </a:rPr>
                        <a:t>Complex Modification (Migration)</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Post-MMP</a:t>
                      </a:r>
                    </a:p>
                  </a:txBody>
                  <a:tcPr>
                    <a:solidFill>
                      <a:schemeClr val="tx1">
                        <a:lumMod val="75000"/>
                        <a:lumOff val="25000"/>
                      </a:schemeClr>
                    </a:solidFill>
                  </a:tcPr>
                </a:tc>
                <a:tc>
                  <a:txBody>
                    <a:bodyPr/>
                    <a:lstStyle/>
                    <a:p>
                      <a:r>
                        <a:rPr lang="en-GB" sz="1200" dirty="0">
                          <a:solidFill>
                            <a:schemeClr val="bg1"/>
                          </a:solidFill>
                        </a:rPr>
                        <a:t>Existing customer has all services of a particular offer migrated from legacy offering to new offering, e.g. BVPN to SD-WAN</a:t>
                      </a:r>
                    </a:p>
                  </a:txBody>
                  <a:tcPr>
                    <a:solidFill>
                      <a:schemeClr val="tx1">
                        <a:lumMod val="75000"/>
                        <a:lumOff val="25000"/>
                      </a:schemeClr>
                    </a:solidFill>
                  </a:tcPr>
                </a:tc>
                <a:extLst>
                  <a:ext uri="{0D108BD9-81ED-4DB2-BD59-A6C34878D82A}">
                    <a16:rowId xmlns:a16="http://schemas.microsoft.com/office/drawing/2014/main" val="2971681921"/>
                  </a:ext>
                </a:extLst>
              </a:tr>
              <a:tr h="330990">
                <a:tc>
                  <a:txBody>
                    <a:bodyPr/>
                    <a:lstStyle/>
                    <a:p>
                      <a:r>
                        <a:rPr lang="en-GB" sz="1200">
                          <a:solidFill>
                            <a:schemeClr val="bg1"/>
                          </a:solidFill>
                        </a:rPr>
                        <a:t>Move</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dirty="0">
                          <a:solidFill>
                            <a:schemeClr val="bg1"/>
                          </a:solidFill>
                        </a:rPr>
                        <a:t>Existing customer moves the some or all of the services at a site to a new site. We should also consider bulk use cases where multiple site moves need to be facilitated.</a:t>
                      </a:r>
                    </a:p>
                  </a:txBody>
                  <a:tcPr>
                    <a:solidFill>
                      <a:schemeClr val="tx1">
                        <a:lumMod val="75000"/>
                        <a:lumOff val="25000"/>
                      </a:schemeClr>
                    </a:solidFill>
                  </a:tcPr>
                </a:tc>
                <a:extLst>
                  <a:ext uri="{0D108BD9-81ED-4DB2-BD59-A6C34878D82A}">
                    <a16:rowId xmlns:a16="http://schemas.microsoft.com/office/drawing/2014/main" val="1173585055"/>
                  </a:ext>
                </a:extLst>
              </a:tr>
              <a:tr h="330990">
                <a:tc>
                  <a:txBody>
                    <a:bodyPr/>
                    <a:lstStyle/>
                    <a:p>
                      <a:r>
                        <a:rPr lang="en-GB" sz="1200">
                          <a:solidFill>
                            <a:schemeClr val="bg1"/>
                          </a:solidFill>
                        </a:rPr>
                        <a:t>Mergers and Acquisition</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dirty="0">
                          <a:solidFill>
                            <a:schemeClr val="bg1"/>
                          </a:solidFill>
                        </a:rPr>
                        <a:t>Existing customer merging with another company (existing or new) requiring change of customer information, migration of services under a new entity. </a:t>
                      </a:r>
                    </a:p>
                  </a:txBody>
                  <a:tcPr>
                    <a:solidFill>
                      <a:schemeClr val="tx1">
                        <a:lumMod val="75000"/>
                        <a:lumOff val="25000"/>
                      </a:schemeClr>
                    </a:solidFill>
                  </a:tcPr>
                </a:tc>
                <a:extLst>
                  <a:ext uri="{0D108BD9-81ED-4DB2-BD59-A6C34878D82A}">
                    <a16:rowId xmlns:a16="http://schemas.microsoft.com/office/drawing/2014/main" val="3860806831"/>
                  </a:ext>
                </a:extLst>
              </a:tr>
              <a:tr h="268470">
                <a:tc>
                  <a:txBody>
                    <a:bodyPr/>
                    <a:lstStyle/>
                    <a:p>
                      <a:r>
                        <a:rPr lang="en-GB" sz="1200">
                          <a:solidFill>
                            <a:schemeClr val="bg1"/>
                          </a:solidFill>
                        </a:rPr>
                        <a:t>Cease (Delete)</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dirty="0">
                          <a:solidFill>
                            <a:schemeClr val="bg1"/>
                          </a:solidFill>
                        </a:rPr>
                        <a:t>Considering the sub-use cases needed to manage the cease of a service, and/or a site, and/or, a contract.</a:t>
                      </a:r>
                    </a:p>
                  </a:txBody>
                  <a:tcPr>
                    <a:solidFill>
                      <a:schemeClr val="tx1">
                        <a:lumMod val="75000"/>
                        <a:lumOff val="25000"/>
                      </a:schemeClr>
                    </a:solidFill>
                  </a:tcPr>
                </a:tc>
                <a:extLst>
                  <a:ext uri="{0D108BD9-81ED-4DB2-BD59-A6C34878D82A}">
                    <a16:rowId xmlns:a16="http://schemas.microsoft.com/office/drawing/2014/main" val="1575504649"/>
                  </a:ext>
                </a:extLst>
              </a:tr>
              <a:tr h="268470">
                <a:tc>
                  <a:txBody>
                    <a:bodyPr/>
                    <a:lstStyle/>
                    <a:p>
                      <a:r>
                        <a:rPr lang="en-GB" sz="1200" dirty="0">
                          <a:solidFill>
                            <a:schemeClr val="bg1"/>
                          </a:solidFill>
                        </a:rPr>
                        <a:t>In-flight Order Changes</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dirty="0">
                          <a:solidFill>
                            <a:schemeClr val="bg1"/>
                          </a:solidFill>
                        </a:rPr>
                        <a:t>The modification of an inflight order, part way through fulfilment, either initiated by Orange Business or by the customer.</a:t>
                      </a:r>
                    </a:p>
                  </a:txBody>
                  <a:tcPr>
                    <a:solidFill>
                      <a:schemeClr val="tx1">
                        <a:lumMod val="75000"/>
                        <a:lumOff val="25000"/>
                      </a:schemeClr>
                    </a:solidFill>
                  </a:tcPr>
                </a:tc>
                <a:extLst>
                  <a:ext uri="{0D108BD9-81ED-4DB2-BD59-A6C34878D82A}">
                    <a16:rowId xmlns:a16="http://schemas.microsoft.com/office/drawing/2014/main" val="3898913316"/>
                  </a:ext>
                </a:extLst>
              </a:tr>
            </a:tbl>
          </a:graphicData>
        </a:graphic>
      </p:graphicFrame>
    </p:spTree>
    <p:extLst>
      <p:ext uri="{BB962C8B-B14F-4D97-AF65-F5344CB8AC3E}">
        <p14:creationId xmlns:p14="http://schemas.microsoft.com/office/powerpoint/2010/main" val="2146987106"/>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18DE1-EF4B-35B1-5AFF-DED3EA0660A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9890A0-72F7-DE18-BCC5-1B38879B9C51}"/>
              </a:ext>
            </a:extLst>
          </p:cNvPr>
          <p:cNvSpPr txBox="1"/>
          <p:nvPr/>
        </p:nvSpPr>
        <p:spPr>
          <a:xfrm>
            <a:off x="108372" y="1815"/>
            <a:ext cx="115137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bg1"/>
                </a:solidFill>
                <a:effectLst/>
                <a:uLnTx/>
                <a:uFillTx/>
                <a:latin typeface="Aptos" panose="020B0004020202020204"/>
                <a:ea typeface="+mn-ea"/>
                <a:cs typeface="+mn-cs"/>
              </a:rPr>
              <a:t>Use Cases (2)</a:t>
            </a:r>
          </a:p>
        </p:txBody>
      </p:sp>
      <p:graphicFrame>
        <p:nvGraphicFramePr>
          <p:cNvPr id="3" name="Table 2">
            <a:extLst>
              <a:ext uri="{FF2B5EF4-FFF2-40B4-BE49-F238E27FC236}">
                <a16:creationId xmlns:a16="http://schemas.microsoft.com/office/drawing/2014/main" id="{B5EA8022-7C3B-F0D2-286A-68FA65755CA5}"/>
              </a:ext>
            </a:extLst>
          </p:cNvPr>
          <p:cNvGraphicFramePr>
            <a:graphicFrameLocks noGrp="1"/>
          </p:cNvGraphicFramePr>
          <p:nvPr>
            <p:extLst>
              <p:ext uri="{D42A27DB-BD31-4B8C-83A1-F6EECF244321}">
                <p14:modId xmlns:p14="http://schemas.microsoft.com/office/powerpoint/2010/main" val="3287870031"/>
              </p:ext>
            </p:extLst>
          </p:nvPr>
        </p:nvGraphicFramePr>
        <p:xfrm>
          <a:off x="262441" y="401925"/>
          <a:ext cx="11513746" cy="1645920"/>
        </p:xfrm>
        <a:graphic>
          <a:graphicData uri="http://schemas.openxmlformats.org/drawingml/2006/table">
            <a:tbl>
              <a:tblPr firstRow="1" bandRow="1">
                <a:tableStyleId>{5C22544A-7EE6-4342-B048-85BDC9FD1C3A}</a:tableStyleId>
              </a:tblPr>
              <a:tblGrid>
                <a:gridCol w="1256356">
                  <a:extLst>
                    <a:ext uri="{9D8B030D-6E8A-4147-A177-3AD203B41FA5}">
                      <a16:colId xmlns:a16="http://schemas.microsoft.com/office/drawing/2014/main" val="1273575426"/>
                    </a:ext>
                  </a:extLst>
                </a:gridCol>
                <a:gridCol w="707045">
                  <a:extLst>
                    <a:ext uri="{9D8B030D-6E8A-4147-A177-3AD203B41FA5}">
                      <a16:colId xmlns:a16="http://schemas.microsoft.com/office/drawing/2014/main" val="2803193856"/>
                    </a:ext>
                  </a:extLst>
                </a:gridCol>
                <a:gridCol w="661737">
                  <a:extLst>
                    <a:ext uri="{9D8B030D-6E8A-4147-A177-3AD203B41FA5}">
                      <a16:colId xmlns:a16="http://schemas.microsoft.com/office/drawing/2014/main" val="2784744360"/>
                    </a:ext>
                  </a:extLst>
                </a:gridCol>
                <a:gridCol w="8888608">
                  <a:extLst>
                    <a:ext uri="{9D8B030D-6E8A-4147-A177-3AD203B41FA5}">
                      <a16:colId xmlns:a16="http://schemas.microsoft.com/office/drawing/2014/main" val="4020048899"/>
                    </a:ext>
                  </a:extLst>
                </a:gridCol>
              </a:tblGrid>
              <a:tr h="268470">
                <a:tc>
                  <a:txBody>
                    <a:bodyPr/>
                    <a:lstStyle/>
                    <a:p>
                      <a:r>
                        <a:rPr lang="en-GB" sz="1200"/>
                        <a:t>Use Case</a:t>
                      </a:r>
                    </a:p>
                  </a:txBody>
                  <a:tcPr/>
                </a:tc>
                <a:tc>
                  <a:txBody>
                    <a:bodyPr/>
                    <a:lstStyle/>
                    <a:p>
                      <a:r>
                        <a:rPr lang="en-GB" sz="1200"/>
                        <a:t>Area</a:t>
                      </a:r>
                    </a:p>
                  </a:txBody>
                  <a:tcPr/>
                </a:tc>
                <a:tc>
                  <a:txBody>
                    <a:bodyPr/>
                    <a:lstStyle/>
                    <a:p>
                      <a:r>
                        <a:rPr lang="en-GB" sz="1200"/>
                        <a:t>Scope</a:t>
                      </a:r>
                    </a:p>
                  </a:txBody>
                  <a:tcPr/>
                </a:tc>
                <a:tc>
                  <a:txBody>
                    <a:bodyPr/>
                    <a:lstStyle/>
                    <a:p>
                      <a:r>
                        <a:rPr lang="en-GB" sz="1200"/>
                        <a:t>Detail</a:t>
                      </a:r>
                    </a:p>
                  </a:txBody>
                  <a:tcPr/>
                </a:tc>
                <a:extLst>
                  <a:ext uri="{0D108BD9-81ED-4DB2-BD59-A6C34878D82A}">
                    <a16:rowId xmlns:a16="http://schemas.microsoft.com/office/drawing/2014/main" val="1492729328"/>
                  </a:ext>
                </a:extLst>
              </a:tr>
              <a:tr h="330990">
                <a:tc>
                  <a:txBody>
                    <a:bodyPr/>
                    <a:lstStyle/>
                    <a:p>
                      <a:r>
                        <a:rPr lang="en-GB" sz="1200" dirty="0">
                          <a:solidFill>
                            <a:schemeClr val="bg1"/>
                          </a:solidFill>
                        </a:rPr>
                        <a:t>Renewal</a:t>
                      </a:r>
                    </a:p>
                  </a:txBody>
                  <a:tcPr>
                    <a:solidFill>
                      <a:schemeClr val="tx1">
                        <a:lumMod val="75000"/>
                        <a:lumOff val="25000"/>
                      </a:schemeClr>
                    </a:solidFill>
                  </a:tcPr>
                </a:tc>
                <a:tc>
                  <a:txBody>
                    <a:bodyPr/>
                    <a:lstStyle/>
                    <a:p>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a:solidFill>
                            <a:schemeClr val="bg1"/>
                          </a:solidFill>
                        </a:rPr>
                        <a:t>A renewal of an existing customer’s contract, either initiated by Orange Business or by the customer.</a:t>
                      </a:r>
                    </a:p>
                  </a:txBody>
                  <a:tcPr>
                    <a:solidFill>
                      <a:schemeClr val="tx1">
                        <a:lumMod val="75000"/>
                        <a:lumOff val="25000"/>
                      </a:schemeClr>
                    </a:solidFill>
                  </a:tcPr>
                </a:tc>
                <a:extLst>
                  <a:ext uri="{0D108BD9-81ED-4DB2-BD59-A6C34878D82A}">
                    <a16:rowId xmlns:a16="http://schemas.microsoft.com/office/drawing/2014/main" val="378891992"/>
                  </a:ext>
                </a:extLst>
              </a:tr>
              <a:tr h="330990">
                <a:tc>
                  <a:txBody>
                    <a:bodyPr/>
                    <a:lstStyle/>
                    <a:p>
                      <a:r>
                        <a:rPr lang="en-GB" sz="1200">
                          <a:solidFill>
                            <a:schemeClr val="bg1"/>
                          </a:solidFill>
                        </a:rPr>
                        <a:t>Suspend &amp; Resume</a:t>
                      </a:r>
                    </a:p>
                  </a:txBody>
                  <a:tcPr>
                    <a:solidFill>
                      <a:schemeClr val="tx1">
                        <a:lumMod val="75000"/>
                        <a:lumOff val="25000"/>
                      </a:schemeClr>
                    </a:solidFill>
                  </a:tcPr>
                </a:tc>
                <a:tc>
                  <a:txBody>
                    <a:bodyPr/>
                    <a:lstStyle/>
                    <a:p>
                      <a:r>
                        <a:rPr lang="en-GB" sz="1200" dirty="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a:solidFill>
                            <a:schemeClr val="bg1"/>
                          </a:solidFill>
                        </a:rPr>
                        <a:t>Existing customer’s services are suspended and later resumed. This can be either driven by OB in response to customer circumstances, e.g. non-payment of invoices, or by the customer.</a:t>
                      </a:r>
                    </a:p>
                  </a:txBody>
                  <a:tcPr>
                    <a:solidFill>
                      <a:schemeClr val="tx1">
                        <a:lumMod val="75000"/>
                        <a:lumOff val="25000"/>
                      </a:schemeClr>
                    </a:solidFill>
                  </a:tcPr>
                </a:tc>
                <a:extLst>
                  <a:ext uri="{0D108BD9-81ED-4DB2-BD59-A6C34878D82A}">
                    <a16:rowId xmlns:a16="http://schemas.microsoft.com/office/drawing/2014/main" val="3393796925"/>
                  </a:ext>
                </a:extLst>
              </a:tr>
              <a:tr h="330990">
                <a:tc>
                  <a:txBody>
                    <a:bodyPr/>
                    <a:lstStyle/>
                    <a:p>
                      <a:r>
                        <a:rPr lang="en-GB" sz="1200" dirty="0">
                          <a:solidFill>
                            <a:schemeClr val="bg1"/>
                          </a:solidFill>
                        </a:rPr>
                        <a:t>Inflation</a:t>
                      </a:r>
                    </a:p>
                  </a:txBody>
                  <a:tcPr>
                    <a:solidFill>
                      <a:schemeClr val="tx1">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rPr>
                        <a:t>L2Q / O2B</a:t>
                      </a:r>
                    </a:p>
                  </a:txBody>
                  <a:tcPr>
                    <a:solidFill>
                      <a:schemeClr val="tx1">
                        <a:lumMod val="75000"/>
                        <a:lumOff val="25000"/>
                      </a:schemeClr>
                    </a:solidFill>
                  </a:tcPr>
                </a:tc>
                <a:tc>
                  <a:txBody>
                    <a:bodyPr/>
                    <a:lstStyle/>
                    <a:p>
                      <a:r>
                        <a:rPr lang="en-GB" sz="1200">
                          <a:solidFill>
                            <a:schemeClr val="bg1"/>
                          </a:solidFill>
                        </a:rPr>
                        <a:t>Post MMP</a:t>
                      </a:r>
                    </a:p>
                  </a:txBody>
                  <a:tcPr>
                    <a:solidFill>
                      <a:schemeClr val="tx1">
                        <a:lumMod val="75000"/>
                        <a:lumOff val="25000"/>
                      </a:schemeClr>
                    </a:solidFill>
                  </a:tcPr>
                </a:tc>
                <a:tc>
                  <a:txBody>
                    <a:bodyPr/>
                    <a:lstStyle/>
                    <a:p>
                      <a:r>
                        <a:rPr lang="en-GB" sz="1200" dirty="0">
                          <a:solidFill>
                            <a:schemeClr val="bg1"/>
                          </a:solidFill>
                        </a:rPr>
                        <a:t>Existing customer’s pricing is automatically uplifted due to inflation, requiring notification of the customer and application of uplifted prices.</a:t>
                      </a:r>
                    </a:p>
                  </a:txBody>
                  <a:tcPr>
                    <a:solidFill>
                      <a:schemeClr val="tx1">
                        <a:lumMod val="75000"/>
                        <a:lumOff val="25000"/>
                      </a:schemeClr>
                    </a:solidFill>
                  </a:tcPr>
                </a:tc>
                <a:extLst>
                  <a:ext uri="{0D108BD9-81ED-4DB2-BD59-A6C34878D82A}">
                    <a16:rowId xmlns:a16="http://schemas.microsoft.com/office/drawing/2014/main" val="1775312436"/>
                  </a:ext>
                </a:extLst>
              </a:tr>
            </a:tbl>
          </a:graphicData>
        </a:graphic>
      </p:graphicFrame>
    </p:spTree>
    <p:extLst>
      <p:ext uri="{BB962C8B-B14F-4D97-AF65-F5344CB8AC3E}">
        <p14:creationId xmlns:p14="http://schemas.microsoft.com/office/powerpoint/2010/main" val="2459748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F9AC7-D5F2-961E-64C8-E65C51A06E93}"/>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655E225F-E459-2F3A-3DED-C908F961C051}"/>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30A40D68-D928-ABE9-B40B-199CE9595A1C}"/>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51C1D5F6-F613-18EB-4198-1BD4D2958743}"/>
              </a:ext>
            </a:extLst>
          </p:cNvPr>
          <p:cNvSpPr txBox="1"/>
          <p:nvPr/>
        </p:nvSpPr>
        <p:spPr>
          <a:xfrm>
            <a:off x="3866131" y="3811200"/>
            <a:ext cx="7502446" cy="11943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MVP/MMP Scope </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E864A88E-BF97-2DFE-E328-D9F3B78D08AD}"/>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806F98D4-D2AF-56DD-4886-3106E60A3AFD}"/>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629656BA-3F5D-5DAB-6FB5-6E5C515C6F67}"/>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484E0FAC-F951-F752-A68E-C37CCE89CEBD}"/>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1097548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E359-622C-DBAB-0009-1874FF83F36F}"/>
            </a:ext>
          </a:extLst>
        </p:cNvPr>
        <p:cNvGrpSpPr/>
        <p:nvPr/>
      </p:nvGrpSpPr>
      <p:grpSpPr>
        <a:xfrm>
          <a:off x="0" y="0"/>
          <a:ext cx="0" cy="0"/>
          <a:chOff x="0" y="0"/>
          <a:chExt cx="0" cy="0"/>
        </a:xfrm>
      </p:grpSpPr>
      <p:cxnSp>
        <p:nvCxnSpPr>
          <p:cNvPr id="264" name="Connecteur droit 263">
            <a:extLst>
              <a:ext uri="{FF2B5EF4-FFF2-40B4-BE49-F238E27FC236}">
                <a16:creationId xmlns:a16="http://schemas.microsoft.com/office/drawing/2014/main" id="{B72A9A83-3A73-0C39-77CD-F8BE2068673F}"/>
              </a:ext>
            </a:extLst>
          </p:cNvPr>
          <p:cNvCxnSpPr/>
          <p:nvPr/>
        </p:nvCxnSpPr>
        <p:spPr>
          <a:xfrm>
            <a:off x="0" y="2273768"/>
            <a:ext cx="121920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F69E66AB-F5C6-6600-241C-C68191F5F29E}"/>
              </a:ext>
            </a:extLst>
          </p:cNvPr>
          <p:cNvSpPr>
            <a:spLocks noGrp="1"/>
          </p:cNvSpPr>
          <p:nvPr>
            <p:ph type="title"/>
          </p:nvPr>
        </p:nvSpPr>
        <p:spPr/>
        <p:txBody>
          <a:bodyPr/>
          <a:lstStyle/>
          <a:p>
            <a:r>
              <a:rPr kumimoji="0" lang="en-US"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Targeted MVP quotation journey - Scopeless Internet</a:t>
            </a:r>
            <a:b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br>
            <a:r>
              <a:rPr lang="en-US" sz="2000">
                <a:solidFill>
                  <a:srgbClr val="000000"/>
                </a:solidFill>
              </a:rPr>
              <a:t>Underlying quotation processes supporting the customer/user experience</a:t>
            </a:r>
            <a:endParaRPr lang="en-US" sz="2400"/>
          </a:p>
        </p:txBody>
      </p:sp>
      <p:sp>
        <p:nvSpPr>
          <p:cNvPr id="4" name="Titre 1">
            <a:extLst>
              <a:ext uri="{FF2B5EF4-FFF2-40B4-BE49-F238E27FC236}">
                <a16:creationId xmlns:a16="http://schemas.microsoft.com/office/drawing/2014/main" id="{49FC9EC1-C8C8-20E8-4854-7757989EEA80}"/>
              </a:ext>
            </a:extLst>
          </p:cNvPr>
          <p:cNvSpPr txBox="1">
            <a:spLocks/>
          </p:cNvSpPr>
          <p:nvPr/>
        </p:nvSpPr>
        <p:spPr>
          <a:xfrm>
            <a:off x="111346" y="1114198"/>
            <a:ext cx="1296214" cy="172416"/>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a:ln>
                  <a:noFill/>
                </a:ln>
                <a:solidFill>
                  <a:srgbClr val="000000"/>
                </a:solidFill>
                <a:effectLst/>
                <a:uLnTx/>
                <a:uFillTx/>
                <a:latin typeface="Helvetica 75 Bold" panose="020B0804020202020204" pitchFamily="34" charset="0"/>
                <a:ea typeface="+mj-ea"/>
                <a:cs typeface="+mj-cs"/>
              </a:rPr>
              <a:t>Customer</a:t>
            </a:r>
            <a:endParaRPr kumimoji="0" lang="en-US" sz="1200" b="1" i="0" u="none" strike="noStrike" kern="1200" cap="none" spc="-27" normalizeH="0" baseline="0" noProof="0">
              <a:ln>
                <a:noFill/>
              </a:ln>
              <a:solidFill>
                <a:srgbClr val="000000"/>
              </a:solidFill>
              <a:effectLst/>
              <a:uLnTx/>
              <a:uFillTx/>
              <a:latin typeface="Helvetica 75 Bold" panose="020B0804020202020204" pitchFamily="34" charset="0"/>
              <a:ea typeface="+mj-ea"/>
              <a:cs typeface="+mj-cs"/>
            </a:endParaRPr>
          </a:p>
        </p:txBody>
      </p:sp>
      <p:grpSp>
        <p:nvGrpSpPr>
          <p:cNvPr id="6" name="Logo">
            <a:extLst>
              <a:ext uri="{FF2B5EF4-FFF2-40B4-BE49-F238E27FC236}">
                <a16:creationId xmlns:a16="http://schemas.microsoft.com/office/drawing/2014/main" id="{FDDFEB71-B2E6-3963-1971-A3AC76279C91}"/>
              </a:ext>
            </a:extLst>
          </p:cNvPr>
          <p:cNvGrpSpPr/>
          <p:nvPr/>
        </p:nvGrpSpPr>
        <p:grpSpPr>
          <a:xfrm rot="16200000">
            <a:off x="-798113" y="4138083"/>
            <a:ext cx="860983" cy="180907"/>
            <a:chOff x="569913" y="4057650"/>
            <a:chExt cx="2447925" cy="514350"/>
          </a:xfrm>
        </p:grpSpPr>
        <p:sp>
          <p:nvSpPr>
            <p:cNvPr id="7" name="Freeform 5">
              <a:extLst>
                <a:ext uri="{FF2B5EF4-FFF2-40B4-BE49-F238E27FC236}">
                  <a16:creationId xmlns:a16="http://schemas.microsoft.com/office/drawing/2014/main" id="{33BE003E-5430-638E-0CFB-0239ABA2E0E5}"/>
                </a:ext>
              </a:extLst>
            </p:cNvPr>
            <p:cNvSpPr/>
            <p:nvPr userDrawn="1"/>
          </p:nvSpPr>
          <p:spPr bwMode="auto">
            <a:xfrm>
              <a:off x="1243013" y="4160838"/>
              <a:ext cx="257175" cy="307975"/>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8" name="Freeform 6">
              <a:extLst>
                <a:ext uri="{FF2B5EF4-FFF2-40B4-BE49-F238E27FC236}">
                  <a16:creationId xmlns:a16="http://schemas.microsoft.com/office/drawing/2014/main" id="{C1D00576-FC5D-130A-7308-A317F9B881F0}"/>
                </a:ext>
              </a:extLst>
            </p:cNvPr>
            <p:cNvSpPr/>
            <p:nvPr userDrawn="1"/>
          </p:nvSpPr>
          <p:spPr bwMode="auto">
            <a:xfrm>
              <a:off x="1531938" y="4244975"/>
              <a:ext cx="209550" cy="23018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9" name="Freeform 7">
              <a:extLst>
                <a:ext uri="{FF2B5EF4-FFF2-40B4-BE49-F238E27FC236}">
                  <a16:creationId xmlns:a16="http://schemas.microsoft.com/office/drawing/2014/main" id="{172C2720-B8A2-2FD9-53FE-31DA482E4B7C}"/>
                </a:ext>
              </a:extLst>
            </p:cNvPr>
            <p:cNvSpPr/>
            <p:nvPr userDrawn="1"/>
          </p:nvSpPr>
          <p:spPr bwMode="auto">
            <a:xfrm>
              <a:off x="1770063" y="4238625"/>
              <a:ext cx="206375" cy="236538"/>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Freeform 8">
              <a:extLst>
                <a:ext uri="{FF2B5EF4-FFF2-40B4-BE49-F238E27FC236}">
                  <a16:creationId xmlns:a16="http://schemas.microsoft.com/office/drawing/2014/main" id="{6DB97AA8-EF18-2CE2-FE9E-91603314457B}"/>
                </a:ext>
              </a:extLst>
            </p:cNvPr>
            <p:cNvSpPr/>
            <p:nvPr userDrawn="1"/>
          </p:nvSpPr>
          <p:spPr bwMode="auto">
            <a:xfrm>
              <a:off x="2008188" y="4160838"/>
              <a:ext cx="60325" cy="307975"/>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1" name="Freeform 9">
              <a:extLst>
                <a:ext uri="{FF2B5EF4-FFF2-40B4-BE49-F238E27FC236}">
                  <a16:creationId xmlns:a16="http://schemas.microsoft.com/office/drawing/2014/main" id="{25054DF0-2D2C-1D91-D3EC-CCB66F859B42}"/>
                </a:ext>
              </a:extLst>
            </p:cNvPr>
            <p:cNvSpPr/>
            <p:nvPr userDrawn="1"/>
          </p:nvSpPr>
          <p:spPr bwMode="auto">
            <a:xfrm>
              <a:off x="2109788" y="4238625"/>
              <a:ext cx="209550" cy="23018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2" name="Freeform 10">
              <a:extLst>
                <a:ext uri="{FF2B5EF4-FFF2-40B4-BE49-F238E27FC236}">
                  <a16:creationId xmlns:a16="http://schemas.microsoft.com/office/drawing/2014/main" id="{561CEFCC-1D7A-8591-8B17-BCFF9FCB827B}"/>
                </a:ext>
              </a:extLst>
            </p:cNvPr>
            <p:cNvSpPr/>
            <p:nvPr userDrawn="1"/>
          </p:nvSpPr>
          <p:spPr bwMode="auto">
            <a:xfrm>
              <a:off x="2347913" y="4238625"/>
              <a:ext cx="222250" cy="236538"/>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3" name="Freeform 11">
              <a:extLst>
                <a:ext uri="{FF2B5EF4-FFF2-40B4-BE49-F238E27FC236}">
                  <a16:creationId xmlns:a16="http://schemas.microsoft.com/office/drawing/2014/main" id="{AABC5785-14A4-8F38-72D5-634D204C1008}"/>
                </a:ext>
              </a:extLst>
            </p:cNvPr>
            <p:cNvSpPr/>
            <p:nvPr userDrawn="1"/>
          </p:nvSpPr>
          <p:spPr bwMode="auto">
            <a:xfrm>
              <a:off x="2586038"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4" name="Freeform 12">
              <a:extLst>
                <a:ext uri="{FF2B5EF4-FFF2-40B4-BE49-F238E27FC236}">
                  <a16:creationId xmlns:a16="http://schemas.microsoft.com/office/drawing/2014/main" id="{00D8DBFE-5912-0962-0420-B09F8A345EE7}"/>
                </a:ext>
              </a:extLst>
            </p:cNvPr>
            <p:cNvSpPr/>
            <p:nvPr userDrawn="1"/>
          </p:nvSpPr>
          <p:spPr bwMode="auto">
            <a:xfrm>
              <a:off x="2811463"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5" name="Rectangle 13">
              <a:extLst>
                <a:ext uri="{FF2B5EF4-FFF2-40B4-BE49-F238E27FC236}">
                  <a16:creationId xmlns:a16="http://schemas.microsoft.com/office/drawing/2014/main" id="{6237AEDC-4386-6DF9-4DDD-69A436F487AD}"/>
                </a:ext>
              </a:extLst>
            </p:cNvPr>
            <p:cNvSpPr/>
            <p:nvPr userDrawn="1"/>
          </p:nvSpPr>
          <p:spPr bwMode="auto">
            <a:xfrm>
              <a:off x="569913" y="4057650"/>
              <a:ext cx="514350" cy="514350"/>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Freeform 14">
              <a:extLst>
                <a:ext uri="{FF2B5EF4-FFF2-40B4-BE49-F238E27FC236}">
                  <a16:creationId xmlns:a16="http://schemas.microsoft.com/office/drawing/2014/main" id="{8DCCD8F6-04A3-492F-5F55-33724AFCA63E}"/>
                </a:ext>
              </a:extLst>
            </p:cNvPr>
            <p:cNvSpPr/>
            <p:nvPr userDrawn="1"/>
          </p:nvSpPr>
          <p:spPr bwMode="auto">
            <a:xfrm>
              <a:off x="727076" y="4454525"/>
              <a:ext cx="63500" cy="74613"/>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 name="Freeform 15">
              <a:extLst>
                <a:ext uri="{FF2B5EF4-FFF2-40B4-BE49-F238E27FC236}">
                  <a16:creationId xmlns:a16="http://schemas.microsoft.com/office/drawing/2014/main" id="{2B399F15-4A01-11E8-41D7-D38B94675BB7}"/>
                </a:ext>
              </a:extLst>
            </p:cNvPr>
            <p:cNvSpPr/>
            <p:nvPr userDrawn="1"/>
          </p:nvSpPr>
          <p:spPr bwMode="auto">
            <a:xfrm>
              <a:off x="806451" y="4454525"/>
              <a:ext cx="63500" cy="73025"/>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Freeform 16">
              <a:extLst>
                <a:ext uri="{FF2B5EF4-FFF2-40B4-BE49-F238E27FC236}">
                  <a16:creationId xmlns:a16="http://schemas.microsoft.com/office/drawing/2014/main" id="{6B140124-6F03-E824-B77C-30891F6EDDA4}"/>
                </a:ext>
              </a:extLst>
            </p:cNvPr>
            <p:cNvSpPr/>
            <p:nvPr userDrawn="1"/>
          </p:nvSpPr>
          <p:spPr bwMode="auto">
            <a:xfrm>
              <a:off x="960438" y="4454525"/>
              <a:ext cx="66675" cy="74613"/>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Freeform 17">
              <a:extLst>
                <a:ext uri="{FF2B5EF4-FFF2-40B4-BE49-F238E27FC236}">
                  <a16:creationId xmlns:a16="http://schemas.microsoft.com/office/drawing/2014/main" id="{39D737AF-7539-87B4-5BD9-4DAB401DF5F1}"/>
                </a:ext>
              </a:extLst>
            </p:cNvPr>
            <p:cNvSpPr/>
            <p:nvPr userDrawn="1"/>
          </p:nvSpPr>
          <p:spPr bwMode="auto">
            <a:xfrm>
              <a:off x="598488" y="4454525"/>
              <a:ext cx="69850" cy="762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Freeform 18">
              <a:extLst>
                <a:ext uri="{FF2B5EF4-FFF2-40B4-BE49-F238E27FC236}">
                  <a16:creationId xmlns:a16="http://schemas.microsoft.com/office/drawing/2014/main" id="{1BEDCE9D-9AF3-E046-1836-B41B56F046E0}"/>
                </a:ext>
              </a:extLst>
            </p:cNvPr>
            <p:cNvSpPr/>
            <p:nvPr userDrawn="1"/>
          </p:nvSpPr>
          <p:spPr bwMode="auto">
            <a:xfrm>
              <a:off x="681038" y="4454525"/>
              <a:ext cx="41275" cy="74613"/>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Freeform 19">
              <a:extLst>
                <a:ext uri="{FF2B5EF4-FFF2-40B4-BE49-F238E27FC236}">
                  <a16:creationId xmlns:a16="http://schemas.microsoft.com/office/drawing/2014/main" id="{6F91E748-6F11-927D-F76C-E620DBB69FD5}"/>
                </a:ext>
              </a:extLst>
            </p:cNvPr>
            <p:cNvSpPr/>
            <p:nvPr userDrawn="1"/>
          </p:nvSpPr>
          <p:spPr bwMode="auto">
            <a:xfrm>
              <a:off x="882651" y="4454525"/>
              <a:ext cx="66675" cy="101600"/>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2" name="Freeform 20">
              <a:extLst>
                <a:ext uri="{FF2B5EF4-FFF2-40B4-BE49-F238E27FC236}">
                  <a16:creationId xmlns:a16="http://schemas.microsoft.com/office/drawing/2014/main" id="{1E5049FB-990C-5A51-FACE-72C349193C08}"/>
                </a:ext>
              </a:extLst>
            </p:cNvPr>
            <p:cNvSpPr/>
            <p:nvPr userDrawn="1"/>
          </p:nvSpPr>
          <p:spPr bwMode="auto">
            <a:xfrm>
              <a:off x="1016001" y="4429125"/>
              <a:ext cx="49213" cy="2381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grpSp>
      <p:sp>
        <p:nvSpPr>
          <p:cNvPr id="23" name="Titre 1">
            <a:extLst>
              <a:ext uri="{FF2B5EF4-FFF2-40B4-BE49-F238E27FC236}">
                <a16:creationId xmlns:a16="http://schemas.microsoft.com/office/drawing/2014/main" id="{C2A7F979-60E0-1A7E-F6DD-C2637DF754B9}"/>
              </a:ext>
            </a:extLst>
          </p:cNvPr>
          <p:cNvSpPr txBox="1">
            <a:spLocks/>
          </p:cNvSpPr>
          <p:nvPr/>
        </p:nvSpPr>
        <p:spPr>
          <a:xfrm>
            <a:off x="90857" y="3671516"/>
            <a:ext cx="1585845"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31" name="Rectangle : coins arrondis 30">
            <a:extLst>
              <a:ext uri="{FF2B5EF4-FFF2-40B4-BE49-F238E27FC236}">
                <a16:creationId xmlns:a16="http://schemas.microsoft.com/office/drawing/2014/main" id="{ACC590C3-90BD-1288-8C28-950A09874C3B}"/>
              </a:ext>
            </a:extLst>
          </p:cNvPr>
          <p:cNvSpPr/>
          <p:nvPr/>
        </p:nvSpPr>
        <p:spPr>
          <a:xfrm>
            <a:off x="91284" y="7017863"/>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configure my sites /provide requested information</a:t>
            </a:r>
          </a:p>
        </p:txBody>
      </p:sp>
      <p:sp>
        <p:nvSpPr>
          <p:cNvPr id="32" name="Rectangle : coins arrondis 31">
            <a:extLst>
              <a:ext uri="{FF2B5EF4-FFF2-40B4-BE49-F238E27FC236}">
                <a16:creationId xmlns:a16="http://schemas.microsoft.com/office/drawing/2014/main" id="{1212E473-CAD6-209B-9380-EFB9D2DDD240}"/>
              </a:ext>
            </a:extLst>
          </p:cNvPr>
          <p:cNvSpPr/>
          <p:nvPr/>
        </p:nvSpPr>
        <p:spPr>
          <a:xfrm>
            <a:off x="1345887" y="7017863"/>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select an offer and add it to cart</a:t>
            </a:r>
          </a:p>
        </p:txBody>
      </p:sp>
      <p:sp>
        <p:nvSpPr>
          <p:cNvPr id="33" name="Rectangle : coins arrondis 32">
            <a:extLst>
              <a:ext uri="{FF2B5EF4-FFF2-40B4-BE49-F238E27FC236}">
                <a16:creationId xmlns:a16="http://schemas.microsoft.com/office/drawing/2014/main" id="{87783A7D-087A-CF35-3538-7498E59897F6}"/>
              </a:ext>
            </a:extLst>
          </p:cNvPr>
          <p:cNvSpPr/>
          <p:nvPr/>
        </p:nvSpPr>
        <p:spPr>
          <a:xfrm>
            <a:off x="4437231" y="7017863"/>
            <a:ext cx="1425128"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choose my options according to my need and </a:t>
            </a:r>
            <a:r>
              <a:rPr kumimoji="0" lang="en-US" sz="1000" b="1" i="0" u="none" strike="noStrike" kern="0" cap="none" spc="0" normalizeH="0" baseline="0" noProof="0">
                <a:ln>
                  <a:noFill/>
                </a:ln>
                <a:solidFill>
                  <a:srgbClr val="FFFFFF"/>
                </a:solidFill>
                <a:effectLst/>
                <a:uLnTx/>
                <a:uFillTx/>
                <a:latin typeface="Helvetica 75 Bold"/>
                <a:ea typeface="+mn-ea"/>
                <a:cs typeface="+mn-cs"/>
              </a:rPr>
              <a:t>add to cart</a:t>
            </a:r>
          </a:p>
        </p:txBody>
      </p:sp>
      <p:sp>
        <p:nvSpPr>
          <p:cNvPr id="34" name="Rectangle : coins arrondis 33">
            <a:extLst>
              <a:ext uri="{FF2B5EF4-FFF2-40B4-BE49-F238E27FC236}">
                <a16:creationId xmlns:a16="http://schemas.microsoft.com/office/drawing/2014/main" id="{3D780F16-855C-7380-915C-CFEC2C6AEEFF}"/>
              </a:ext>
            </a:extLst>
          </p:cNvPr>
          <p:cNvSpPr/>
          <p:nvPr/>
        </p:nvSpPr>
        <p:spPr>
          <a:xfrm>
            <a:off x="6117026" y="7017863"/>
            <a:ext cx="1295571"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a:t>
            </a:r>
            <a:r>
              <a:rPr kumimoji="0" lang="en-US" sz="1000" b="1" i="0" u="none" strike="noStrike" kern="0" cap="none" spc="0" normalizeH="0" baseline="0" noProof="0">
                <a:ln>
                  <a:noFill/>
                </a:ln>
                <a:solidFill>
                  <a:srgbClr val="FFFFFF"/>
                </a:solidFill>
                <a:effectLst/>
                <a:uLnTx/>
                <a:uFillTx/>
                <a:latin typeface="Helvetica 75 Bold"/>
                <a:ea typeface="+mn-ea"/>
                <a:cs typeface="+mn-cs"/>
              </a:rPr>
              <a:t>see real time pricing </a:t>
            </a:r>
            <a:r>
              <a:rPr kumimoji="0" lang="en-US" sz="1000" b="0" i="0" u="none" strike="noStrike" kern="0" cap="none" spc="0" normalizeH="0" baseline="0" noProof="0">
                <a:ln>
                  <a:noFill/>
                </a:ln>
                <a:solidFill>
                  <a:srgbClr val="FFFFFF"/>
                </a:solidFill>
                <a:effectLst/>
                <a:uLnTx/>
                <a:uFillTx/>
                <a:latin typeface="Helvetica 75 Bold"/>
                <a:ea typeface="+mn-ea"/>
                <a:cs typeface="+mn-cs"/>
              </a:rPr>
              <a:t>depending on the product configuration</a:t>
            </a:r>
          </a:p>
        </p:txBody>
      </p:sp>
      <p:sp>
        <p:nvSpPr>
          <p:cNvPr id="36" name="Rectangle : coins arrondis 35">
            <a:extLst>
              <a:ext uri="{FF2B5EF4-FFF2-40B4-BE49-F238E27FC236}">
                <a16:creationId xmlns:a16="http://schemas.microsoft.com/office/drawing/2014/main" id="{49BE0652-1C40-BA7B-4E21-C6EDE2609A60}"/>
              </a:ext>
            </a:extLst>
          </p:cNvPr>
          <p:cNvSpPr/>
          <p:nvPr/>
        </p:nvSpPr>
        <p:spPr>
          <a:xfrm>
            <a:off x="8964058" y="7017863"/>
            <a:ext cx="973382"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0" cap="none" spc="0" normalizeH="0" baseline="0" noProof="0">
              <a:ln>
                <a:noFill/>
              </a:ln>
              <a:solidFill>
                <a:srgbClr val="FFFFFF"/>
              </a:solidFill>
              <a:effectLst/>
              <a:uLnTx/>
              <a:uFillTx/>
              <a:latin typeface="Helvetica 75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can click on “order”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Helvetica 75 Bold"/>
              <a:ea typeface="+mn-ea"/>
              <a:cs typeface="+mn-cs"/>
            </a:endParaRPr>
          </a:p>
        </p:txBody>
      </p:sp>
      <p:sp>
        <p:nvSpPr>
          <p:cNvPr id="38" name="Rectangle : coins arrondis 37">
            <a:extLst>
              <a:ext uri="{FF2B5EF4-FFF2-40B4-BE49-F238E27FC236}">
                <a16:creationId xmlns:a16="http://schemas.microsoft.com/office/drawing/2014/main" id="{7DF24D62-F4BA-8B2D-8475-69B2948E2F81}"/>
              </a:ext>
            </a:extLst>
          </p:cNvPr>
          <p:cNvSpPr/>
          <p:nvPr/>
        </p:nvSpPr>
        <p:spPr>
          <a:xfrm>
            <a:off x="7606999" y="7017863"/>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visualize my </a:t>
            </a:r>
            <a:r>
              <a:rPr kumimoji="0" lang="en-US" sz="1000" b="1" i="0" u="none" strike="noStrike" kern="0" cap="none" spc="0" normalizeH="0" baseline="0" noProof="0">
                <a:ln>
                  <a:noFill/>
                </a:ln>
                <a:solidFill>
                  <a:srgbClr val="FFFFFF"/>
                </a:solidFill>
                <a:effectLst/>
                <a:uLnTx/>
                <a:uFillTx/>
                <a:latin typeface="Helvetica 75 Bold"/>
                <a:ea typeface="+mn-ea"/>
                <a:cs typeface="+mn-cs"/>
              </a:rPr>
              <a:t>cart</a:t>
            </a:r>
            <a:r>
              <a:rPr kumimoji="0" lang="en-US" sz="1000" b="0" i="0" u="none" strike="noStrike" kern="0" cap="none" spc="0" normalizeH="0" baseline="0" noProof="0">
                <a:ln>
                  <a:noFill/>
                </a:ln>
                <a:solidFill>
                  <a:srgbClr val="FFFFFF"/>
                </a:solidFill>
                <a:effectLst/>
                <a:uLnTx/>
                <a:uFillTx/>
                <a:latin typeface="Helvetica 75 Bold"/>
                <a:ea typeface="+mn-ea"/>
                <a:cs typeface="+mn-cs"/>
              </a:rPr>
              <a:t> and </a:t>
            </a:r>
            <a:r>
              <a:rPr kumimoji="0" lang="en-US" sz="1000" b="1" i="0" u="none" strike="noStrike" kern="0" cap="none" spc="0" normalizeH="0" baseline="0" noProof="0">
                <a:ln>
                  <a:noFill/>
                </a:ln>
                <a:solidFill>
                  <a:srgbClr val="FFFFFF"/>
                </a:solidFill>
                <a:effectLst/>
                <a:uLnTx/>
                <a:uFillTx/>
                <a:latin typeface="Helvetica 75 Bold"/>
                <a:ea typeface="+mn-ea"/>
                <a:cs typeface="+mn-cs"/>
              </a:rPr>
              <a:t>order summary</a:t>
            </a:r>
          </a:p>
        </p:txBody>
      </p:sp>
      <p:cxnSp>
        <p:nvCxnSpPr>
          <p:cNvPr id="48" name="Connecteur droit avec flèche 47">
            <a:extLst>
              <a:ext uri="{FF2B5EF4-FFF2-40B4-BE49-F238E27FC236}">
                <a16:creationId xmlns:a16="http://schemas.microsoft.com/office/drawing/2014/main" id="{88C746B6-E635-996F-977C-C4E939A46081}"/>
              </a:ext>
            </a:extLst>
          </p:cNvPr>
          <p:cNvCxnSpPr>
            <a:cxnSpLocks/>
            <a:stCxn id="31" idx="3"/>
            <a:endCxn id="32" idx="1"/>
          </p:cNvCxnSpPr>
          <p:nvPr/>
        </p:nvCxnSpPr>
        <p:spPr>
          <a:xfrm>
            <a:off x="1162004" y="7406572"/>
            <a:ext cx="183883"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4AF57C24-7DB8-1D7F-2630-A9946DA6951D}"/>
              </a:ext>
            </a:extLst>
          </p:cNvPr>
          <p:cNvCxnSpPr>
            <a:cxnSpLocks/>
            <a:stCxn id="32" idx="3"/>
            <a:endCxn id="33" idx="1"/>
          </p:cNvCxnSpPr>
          <p:nvPr/>
        </p:nvCxnSpPr>
        <p:spPr>
          <a:xfrm>
            <a:off x="2416607" y="7406572"/>
            <a:ext cx="2020624"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5EC51BE1-ACEF-15B1-461C-F7D22E7347DC}"/>
              </a:ext>
            </a:extLst>
          </p:cNvPr>
          <p:cNvCxnSpPr>
            <a:cxnSpLocks/>
            <a:stCxn id="33" idx="3"/>
            <a:endCxn id="34" idx="1"/>
          </p:cNvCxnSpPr>
          <p:nvPr/>
        </p:nvCxnSpPr>
        <p:spPr>
          <a:xfrm>
            <a:off x="5862359" y="7406572"/>
            <a:ext cx="254667"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CCFB3440-3898-D236-479D-FB965F25DD53}"/>
              </a:ext>
            </a:extLst>
          </p:cNvPr>
          <p:cNvCxnSpPr>
            <a:cxnSpLocks/>
            <a:stCxn id="34" idx="3"/>
            <a:endCxn id="38" idx="1"/>
          </p:cNvCxnSpPr>
          <p:nvPr/>
        </p:nvCxnSpPr>
        <p:spPr>
          <a:xfrm>
            <a:off x="7412597" y="7406572"/>
            <a:ext cx="194402"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F82102A5-63F1-EBB1-617E-362507FC06BA}"/>
              </a:ext>
            </a:extLst>
          </p:cNvPr>
          <p:cNvCxnSpPr>
            <a:cxnSpLocks/>
            <a:stCxn id="38" idx="3"/>
            <a:endCxn id="36" idx="1"/>
          </p:cNvCxnSpPr>
          <p:nvPr/>
        </p:nvCxnSpPr>
        <p:spPr>
          <a:xfrm>
            <a:off x="8677719" y="7406572"/>
            <a:ext cx="286339"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Panier de course avec un remplissage uni">
            <a:extLst>
              <a:ext uri="{FF2B5EF4-FFF2-40B4-BE49-F238E27FC236}">
                <a16:creationId xmlns:a16="http://schemas.microsoft.com/office/drawing/2014/main" id="{264A98EF-1BAB-D201-F6AA-14A83EADA2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1255" y="6779657"/>
            <a:ext cx="407605" cy="407605"/>
          </a:xfrm>
          <a:prstGeom prst="rect">
            <a:avLst/>
          </a:prstGeom>
        </p:spPr>
      </p:pic>
      <p:pic>
        <p:nvPicPr>
          <p:cNvPr id="72" name="Graphique 71" descr="Panier de course avec un remplissage uni">
            <a:extLst>
              <a:ext uri="{FF2B5EF4-FFF2-40B4-BE49-F238E27FC236}">
                <a16:creationId xmlns:a16="http://schemas.microsoft.com/office/drawing/2014/main" id="{1BBB7462-4D5E-2262-3896-2088DD21BA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54291" y="6788047"/>
            <a:ext cx="407605" cy="407605"/>
          </a:xfrm>
          <a:prstGeom prst="rect">
            <a:avLst/>
          </a:prstGeom>
        </p:spPr>
      </p:pic>
      <p:sp>
        <p:nvSpPr>
          <p:cNvPr id="125" name="Rectangle : coins arrondis 124">
            <a:extLst>
              <a:ext uri="{FF2B5EF4-FFF2-40B4-BE49-F238E27FC236}">
                <a16:creationId xmlns:a16="http://schemas.microsoft.com/office/drawing/2014/main" id="{DE725362-ADF3-6EC8-2525-DD25C38E9E6E}"/>
              </a:ext>
            </a:extLst>
          </p:cNvPr>
          <p:cNvSpPr/>
          <p:nvPr/>
        </p:nvSpPr>
        <p:spPr>
          <a:xfrm>
            <a:off x="2808667" y="4143071"/>
            <a:ext cx="1945685" cy="250829"/>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Creation </a:t>
            </a:r>
          </a:p>
        </p:txBody>
      </p:sp>
      <p:sp>
        <p:nvSpPr>
          <p:cNvPr id="126" name="Rectangle : coins arrondis 125">
            <a:extLst>
              <a:ext uri="{FF2B5EF4-FFF2-40B4-BE49-F238E27FC236}">
                <a16:creationId xmlns:a16="http://schemas.microsoft.com/office/drawing/2014/main" id="{B53EE60B-BF38-A773-084A-BC1771850C6A}"/>
              </a:ext>
            </a:extLst>
          </p:cNvPr>
          <p:cNvSpPr/>
          <p:nvPr/>
        </p:nvSpPr>
        <p:spPr>
          <a:xfrm>
            <a:off x="6195846" y="4156258"/>
            <a:ext cx="889200" cy="259206"/>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Pricing </a:t>
            </a:r>
          </a:p>
        </p:txBody>
      </p:sp>
      <p:sp>
        <p:nvSpPr>
          <p:cNvPr id="127" name="Rectangle : coins arrondis 126">
            <a:extLst>
              <a:ext uri="{FF2B5EF4-FFF2-40B4-BE49-F238E27FC236}">
                <a16:creationId xmlns:a16="http://schemas.microsoft.com/office/drawing/2014/main" id="{C6A04CA7-A9D2-C15D-722A-61493E934F3D}"/>
              </a:ext>
            </a:extLst>
          </p:cNvPr>
          <p:cNvSpPr/>
          <p:nvPr/>
        </p:nvSpPr>
        <p:spPr>
          <a:xfrm>
            <a:off x="9084540" y="4173287"/>
            <a:ext cx="1957770" cy="259211"/>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Customer Approval </a:t>
            </a:r>
          </a:p>
        </p:txBody>
      </p:sp>
      <p:sp>
        <p:nvSpPr>
          <p:cNvPr id="128" name="Rectangle : coins arrondis 127">
            <a:extLst>
              <a:ext uri="{FF2B5EF4-FFF2-40B4-BE49-F238E27FC236}">
                <a16:creationId xmlns:a16="http://schemas.microsoft.com/office/drawing/2014/main" id="{633DDECD-C0AF-33E4-8536-BEE22734F874}"/>
              </a:ext>
            </a:extLst>
          </p:cNvPr>
          <p:cNvSpPr/>
          <p:nvPr/>
        </p:nvSpPr>
        <p:spPr>
          <a:xfrm>
            <a:off x="11221678" y="4209610"/>
            <a:ext cx="886390" cy="416055"/>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Order Capture  </a:t>
            </a:r>
          </a:p>
        </p:txBody>
      </p:sp>
      <p:sp>
        <p:nvSpPr>
          <p:cNvPr id="129" name="Rectangle : coins arrondis 128">
            <a:extLst>
              <a:ext uri="{FF2B5EF4-FFF2-40B4-BE49-F238E27FC236}">
                <a16:creationId xmlns:a16="http://schemas.microsoft.com/office/drawing/2014/main" id="{04683931-6928-8737-4290-F8D29CAC7143}"/>
              </a:ext>
            </a:extLst>
          </p:cNvPr>
          <p:cNvSpPr/>
          <p:nvPr/>
        </p:nvSpPr>
        <p:spPr>
          <a:xfrm>
            <a:off x="4955432" y="5046714"/>
            <a:ext cx="2097718" cy="257680"/>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Eligibility  </a:t>
            </a:r>
          </a:p>
        </p:txBody>
      </p:sp>
      <p:sp>
        <p:nvSpPr>
          <p:cNvPr id="131" name="Rectangle : coins arrondis 130">
            <a:extLst>
              <a:ext uri="{FF2B5EF4-FFF2-40B4-BE49-F238E27FC236}">
                <a16:creationId xmlns:a16="http://schemas.microsoft.com/office/drawing/2014/main" id="{37F153A5-85CD-D4C0-607B-A5AC8A434135}"/>
              </a:ext>
            </a:extLst>
          </p:cNvPr>
          <p:cNvSpPr/>
          <p:nvPr/>
        </p:nvSpPr>
        <p:spPr>
          <a:xfrm>
            <a:off x="2829215" y="3675739"/>
            <a:ext cx="808364" cy="48271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Offer Initialization   </a:t>
            </a:r>
          </a:p>
        </p:txBody>
      </p:sp>
      <p:sp>
        <p:nvSpPr>
          <p:cNvPr id="132" name="Rectangle : coins arrondis 131">
            <a:extLst>
              <a:ext uri="{FF2B5EF4-FFF2-40B4-BE49-F238E27FC236}">
                <a16:creationId xmlns:a16="http://schemas.microsoft.com/office/drawing/2014/main" id="{ACB0027A-8E0C-1E63-71FC-7EEE9D041837}"/>
              </a:ext>
            </a:extLst>
          </p:cNvPr>
          <p:cNvSpPr/>
          <p:nvPr/>
        </p:nvSpPr>
        <p:spPr>
          <a:xfrm>
            <a:off x="3931281" y="3675666"/>
            <a:ext cx="808364" cy="48277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Add site to quote </a:t>
            </a:r>
          </a:p>
        </p:txBody>
      </p:sp>
      <p:sp>
        <p:nvSpPr>
          <p:cNvPr id="133" name="Rectangle : coins arrondis 132">
            <a:extLst>
              <a:ext uri="{FF2B5EF4-FFF2-40B4-BE49-F238E27FC236}">
                <a16:creationId xmlns:a16="http://schemas.microsoft.com/office/drawing/2014/main" id="{76953F59-095B-1E7C-A044-A5415E9FA8FD}"/>
              </a:ext>
            </a:extLst>
          </p:cNvPr>
          <p:cNvSpPr/>
          <p:nvPr/>
        </p:nvSpPr>
        <p:spPr>
          <a:xfrm>
            <a:off x="5015474" y="3675666"/>
            <a:ext cx="808364" cy="48277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Identify, Retrieve, Select Product </a:t>
            </a:r>
          </a:p>
        </p:txBody>
      </p:sp>
      <p:sp>
        <p:nvSpPr>
          <p:cNvPr id="134" name="Rectangle : coins arrondis 133">
            <a:extLst>
              <a:ext uri="{FF2B5EF4-FFF2-40B4-BE49-F238E27FC236}">
                <a16:creationId xmlns:a16="http://schemas.microsoft.com/office/drawing/2014/main" id="{F38E1F5F-399C-BA79-8836-7343B529D14A}"/>
              </a:ext>
            </a:extLst>
          </p:cNvPr>
          <p:cNvSpPr/>
          <p:nvPr/>
        </p:nvSpPr>
        <p:spPr>
          <a:xfrm>
            <a:off x="6238004" y="4636960"/>
            <a:ext cx="808364" cy="43988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Technical Eligibility </a:t>
            </a:r>
          </a:p>
        </p:txBody>
      </p:sp>
      <p:sp>
        <p:nvSpPr>
          <p:cNvPr id="135" name="Rectangle : coins arrondis 134">
            <a:extLst>
              <a:ext uri="{FF2B5EF4-FFF2-40B4-BE49-F238E27FC236}">
                <a16:creationId xmlns:a16="http://schemas.microsoft.com/office/drawing/2014/main" id="{21F39A60-021E-2CE3-0C7C-6B6A0F314D07}"/>
              </a:ext>
            </a:extLst>
          </p:cNvPr>
          <p:cNvSpPr/>
          <p:nvPr/>
        </p:nvSpPr>
        <p:spPr>
          <a:xfrm>
            <a:off x="5014781" y="4636960"/>
            <a:ext cx="808364" cy="43988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L3 -Commercial Eligibility </a:t>
            </a:r>
          </a:p>
        </p:txBody>
      </p:sp>
      <p:sp>
        <p:nvSpPr>
          <p:cNvPr id="136" name="Rectangle : coins arrondis 135">
            <a:extLst>
              <a:ext uri="{FF2B5EF4-FFF2-40B4-BE49-F238E27FC236}">
                <a16:creationId xmlns:a16="http://schemas.microsoft.com/office/drawing/2014/main" id="{9CD2F99E-F109-F7E4-6384-A5F02CB42A53}"/>
              </a:ext>
            </a:extLst>
          </p:cNvPr>
          <p:cNvSpPr/>
          <p:nvPr/>
        </p:nvSpPr>
        <p:spPr>
          <a:xfrm>
            <a:off x="6242405" y="3675666"/>
            <a:ext cx="808364" cy="48277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Config. Pricing, Discounting </a:t>
            </a:r>
          </a:p>
        </p:txBody>
      </p:sp>
      <p:sp>
        <p:nvSpPr>
          <p:cNvPr id="137" name="Rectangle : coins arrondis 136">
            <a:extLst>
              <a:ext uri="{FF2B5EF4-FFF2-40B4-BE49-F238E27FC236}">
                <a16:creationId xmlns:a16="http://schemas.microsoft.com/office/drawing/2014/main" id="{3F1AEC18-79A8-F214-FBB5-71150350F59F}"/>
              </a:ext>
            </a:extLst>
          </p:cNvPr>
          <p:cNvSpPr/>
          <p:nvPr/>
        </p:nvSpPr>
        <p:spPr>
          <a:xfrm>
            <a:off x="9124958" y="3672234"/>
            <a:ext cx="808364" cy="471529"/>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Offer submission to Customer</a:t>
            </a:r>
          </a:p>
        </p:txBody>
      </p:sp>
      <p:sp>
        <p:nvSpPr>
          <p:cNvPr id="138" name="Rectangle : coins arrondis 137">
            <a:extLst>
              <a:ext uri="{FF2B5EF4-FFF2-40B4-BE49-F238E27FC236}">
                <a16:creationId xmlns:a16="http://schemas.microsoft.com/office/drawing/2014/main" id="{3E60A6EC-A0F8-D2CD-19CD-84DD0FA07E3C}"/>
              </a:ext>
            </a:extLst>
          </p:cNvPr>
          <p:cNvSpPr/>
          <p:nvPr/>
        </p:nvSpPr>
        <p:spPr>
          <a:xfrm>
            <a:off x="10193527" y="3670443"/>
            <a:ext cx="808364" cy="471529"/>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Request for contract </a:t>
            </a:r>
          </a:p>
        </p:txBody>
      </p:sp>
      <p:sp>
        <p:nvSpPr>
          <p:cNvPr id="139" name="Rectangle : coins arrondis 138">
            <a:extLst>
              <a:ext uri="{FF2B5EF4-FFF2-40B4-BE49-F238E27FC236}">
                <a16:creationId xmlns:a16="http://schemas.microsoft.com/office/drawing/2014/main" id="{4A2BF24E-74D3-2F27-9257-4665C1FEE13A}"/>
              </a:ext>
            </a:extLst>
          </p:cNvPr>
          <p:cNvSpPr/>
          <p:nvPr/>
        </p:nvSpPr>
        <p:spPr>
          <a:xfrm>
            <a:off x="11262096" y="3672105"/>
            <a:ext cx="808364" cy="46827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Order creation </a:t>
            </a:r>
          </a:p>
        </p:txBody>
      </p:sp>
      <p:cxnSp>
        <p:nvCxnSpPr>
          <p:cNvPr id="209" name="Connecteur droit avec flèche 208">
            <a:extLst>
              <a:ext uri="{FF2B5EF4-FFF2-40B4-BE49-F238E27FC236}">
                <a16:creationId xmlns:a16="http://schemas.microsoft.com/office/drawing/2014/main" id="{ED6D5D3C-55F7-D400-6EB1-3A1F33952D11}"/>
              </a:ext>
            </a:extLst>
          </p:cNvPr>
          <p:cNvCxnSpPr>
            <a:cxnSpLocks/>
            <a:stCxn id="131" idx="3"/>
            <a:endCxn id="132" idx="1"/>
          </p:cNvCxnSpPr>
          <p:nvPr/>
        </p:nvCxnSpPr>
        <p:spPr>
          <a:xfrm flipV="1">
            <a:off x="3637579" y="3917052"/>
            <a:ext cx="293702" cy="4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7211678B-0C4E-B5EE-F58E-D4C0AAB9BCA2}"/>
              </a:ext>
            </a:extLst>
          </p:cNvPr>
          <p:cNvCxnSpPr>
            <a:cxnSpLocks/>
            <a:stCxn id="132" idx="3"/>
            <a:endCxn id="133" idx="1"/>
          </p:cNvCxnSpPr>
          <p:nvPr/>
        </p:nvCxnSpPr>
        <p:spPr>
          <a:xfrm>
            <a:off x="4739645" y="3917052"/>
            <a:ext cx="275829"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Connecteur droit avec flèche 262">
            <a:extLst>
              <a:ext uri="{FF2B5EF4-FFF2-40B4-BE49-F238E27FC236}">
                <a16:creationId xmlns:a16="http://schemas.microsoft.com/office/drawing/2014/main" id="{7FA23507-ECC0-37B0-5C34-AE5BC89D3398}"/>
              </a:ext>
            </a:extLst>
          </p:cNvPr>
          <p:cNvCxnSpPr>
            <a:cxnSpLocks/>
            <a:stCxn id="137" idx="3"/>
            <a:endCxn id="138" idx="1"/>
          </p:cNvCxnSpPr>
          <p:nvPr/>
        </p:nvCxnSpPr>
        <p:spPr>
          <a:xfrm flipV="1">
            <a:off x="9933322" y="3906208"/>
            <a:ext cx="260205" cy="179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Connecteur droit avec flèche 267">
            <a:extLst>
              <a:ext uri="{FF2B5EF4-FFF2-40B4-BE49-F238E27FC236}">
                <a16:creationId xmlns:a16="http://schemas.microsoft.com/office/drawing/2014/main" id="{0B9B6A90-F6FB-C3A2-AC2C-3B0AB53D3C09}"/>
              </a:ext>
            </a:extLst>
          </p:cNvPr>
          <p:cNvCxnSpPr>
            <a:cxnSpLocks/>
            <a:stCxn id="138" idx="3"/>
            <a:endCxn id="139" idx="1"/>
          </p:cNvCxnSpPr>
          <p:nvPr/>
        </p:nvCxnSpPr>
        <p:spPr>
          <a:xfrm>
            <a:off x="11001891" y="3906208"/>
            <a:ext cx="260205" cy="34"/>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Connecteur droit avec flèche 271">
            <a:extLst>
              <a:ext uri="{FF2B5EF4-FFF2-40B4-BE49-F238E27FC236}">
                <a16:creationId xmlns:a16="http://schemas.microsoft.com/office/drawing/2014/main" id="{12FE0755-392C-25CF-F71C-15846C234CCF}"/>
              </a:ext>
            </a:extLst>
          </p:cNvPr>
          <p:cNvCxnSpPr>
            <a:cxnSpLocks/>
            <a:stCxn id="278" idx="2"/>
            <a:endCxn id="135" idx="0"/>
          </p:cNvCxnSpPr>
          <p:nvPr/>
        </p:nvCxnSpPr>
        <p:spPr>
          <a:xfrm flipH="1">
            <a:off x="5418963" y="4419907"/>
            <a:ext cx="693" cy="217053"/>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4" name="Connecteur droit avec flèche 273">
            <a:extLst>
              <a:ext uri="{FF2B5EF4-FFF2-40B4-BE49-F238E27FC236}">
                <a16:creationId xmlns:a16="http://schemas.microsoft.com/office/drawing/2014/main" id="{DD05665D-DDBD-D5BF-49D3-32704B84B466}"/>
              </a:ext>
            </a:extLst>
          </p:cNvPr>
          <p:cNvCxnSpPr>
            <a:cxnSpLocks/>
            <a:stCxn id="126" idx="2"/>
            <a:endCxn id="134" idx="0"/>
          </p:cNvCxnSpPr>
          <p:nvPr/>
        </p:nvCxnSpPr>
        <p:spPr>
          <a:xfrm>
            <a:off x="6640446" y="4415464"/>
            <a:ext cx="1740" cy="221496"/>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8" name="Rectangle : coins arrondis 277">
            <a:extLst>
              <a:ext uri="{FF2B5EF4-FFF2-40B4-BE49-F238E27FC236}">
                <a16:creationId xmlns:a16="http://schemas.microsoft.com/office/drawing/2014/main" id="{70BE3C52-8669-AF44-CA95-2C5E68F42CA1}"/>
              </a:ext>
            </a:extLst>
          </p:cNvPr>
          <p:cNvSpPr/>
          <p:nvPr/>
        </p:nvSpPr>
        <p:spPr>
          <a:xfrm>
            <a:off x="4975472" y="4143744"/>
            <a:ext cx="888367" cy="276163"/>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Creation </a:t>
            </a:r>
          </a:p>
        </p:txBody>
      </p:sp>
      <p:cxnSp>
        <p:nvCxnSpPr>
          <p:cNvPr id="295" name="Connecteur droit avec flèche 294">
            <a:extLst>
              <a:ext uri="{FF2B5EF4-FFF2-40B4-BE49-F238E27FC236}">
                <a16:creationId xmlns:a16="http://schemas.microsoft.com/office/drawing/2014/main" id="{708DFB94-3908-04F5-17A6-9912CCB5F58C}"/>
              </a:ext>
            </a:extLst>
          </p:cNvPr>
          <p:cNvCxnSpPr>
            <a:cxnSpLocks/>
            <a:stCxn id="40" idx="2"/>
            <a:endCxn id="136" idx="0"/>
          </p:cNvCxnSpPr>
          <p:nvPr/>
        </p:nvCxnSpPr>
        <p:spPr>
          <a:xfrm>
            <a:off x="6635850" y="2112943"/>
            <a:ext cx="10737" cy="1562723"/>
          </a:xfrm>
          <a:prstGeom prst="straightConnector1">
            <a:avLst/>
          </a:prstGeom>
          <a:ln w="19050">
            <a:solidFill>
              <a:schemeClr val="accent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7" name="Connecteur droit avec flèche 346">
            <a:extLst>
              <a:ext uri="{FF2B5EF4-FFF2-40B4-BE49-F238E27FC236}">
                <a16:creationId xmlns:a16="http://schemas.microsoft.com/office/drawing/2014/main" id="{165B0C87-C847-6BD7-9BDA-B9C0BCDE42BE}"/>
              </a:ext>
            </a:extLst>
          </p:cNvPr>
          <p:cNvCxnSpPr>
            <a:cxnSpLocks/>
            <a:stCxn id="36" idx="3"/>
          </p:cNvCxnSpPr>
          <p:nvPr/>
        </p:nvCxnSpPr>
        <p:spPr>
          <a:xfrm>
            <a:off x="9937440" y="7406572"/>
            <a:ext cx="1736348"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e 23">
            <a:extLst>
              <a:ext uri="{FF2B5EF4-FFF2-40B4-BE49-F238E27FC236}">
                <a16:creationId xmlns:a16="http://schemas.microsoft.com/office/drawing/2014/main" id="{924582C2-D35F-67BB-F542-E5E9F8C8506D}"/>
              </a:ext>
            </a:extLst>
          </p:cNvPr>
          <p:cNvGrpSpPr/>
          <p:nvPr/>
        </p:nvGrpSpPr>
        <p:grpSpPr>
          <a:xfrm>
            <a:off x="-3660596" y="1214197"/>
            <a:ext cx="1332986" cy="630000"/>
            <a:chOff x="1149350" y="3090895"/>
            <a:chExt cx="772441" cy="951414"/>
          </a:xfrm>
        </p:grpSpPr>
        <p:sp>
          <p:nvSpPr>
            <p:cNvPr id="25" name="Rectangle : coins arrondis 24">
              <a:extLst>
                <a:ext uri="{FF2B5EF4-FFF2-40B4-BE49-F238E27FC236}">
                  <a16:creationId xmlns:a16="http://schemas.microsoft.com/office/drawing/2014/main" id="{4809B027-626B-1765-900A-CA88B8D93AB1}"/>
                </a:ext>
              </a:extLst>
            </p:cNvPr>
            <p:cNvSpPr/>
            <p:nvPr/>
          </p:nvSpPr>
          <p:spPr>
            <a:xfrm>
              <a:off x="1149350" y="3090895"/>
              <a:ext cx="772441" cy="951414"/>
            </a:xfrm>
            <a:prstGeom prst="roundRect">
              <a:avLst>
                <a:gd name="adj" fmla="val 12799"/>
              </a:avLst>
            </a:prstGeom>
            <a:solidFill>
              <a:schemeClr val="tx1"/>
            </a:solidFill>
            <a:ln w="25400" cap="flat" cmpd="sng" algn="ctr">
              <a:no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26" name="Rectangle : coins arrondis 25">
              <a:extLst>
                <a:ext uri="{FF2B5EF4-FFF2-40B4-BE49-F238E27FC236}">
                  <a16:creationId xmlns:a16="http://schemas.microsoft.com/office/drawing/2014/main" id="{EA03DBA3-A2FB-EE97-A18A-F23CDB16D6E6}"/>
                </a:ext>
              </a:extLst>
            </p:cNvPr>
            <p:cNvSpPr/>
            <p:nvPr/>
          </p:nvSpPr>
          <p:spPr>
            <a:xfrm>
              <a:off x="1215286" y="3138790"/>
              <a:ext cx="678251"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75 Bold"/>
                  <a:ea typeface="+mn-ea"/>
                  <a:cs typeface="+mn-cs"/>
                </a:rPr>
                <a:t>I fill in all the needed information</a:t>
              </a:r>
            </a:p>
          </p:txBody>
        </p:sp>
      </p:grpSp>
      <p:grpSp>
        <p:nvGrpSpPr>
          <p:cNvPr id="27" name="Groupe 26">
            <a:extLst>
              <a:ext uri="{FF2B5EF4-FFF2-40B4-BE49-F238E27FC236}">
                <a16:creationId xmlns:a16="http://schemas.microsoft.com/office/drawing/2014/main" id="{67052B6E-7950-97BF-71C6-F2A3F6F59A0F}"/>
              </a:ext>
            </a:extLst>
          </p:cNvPr>
          <p:cNvGrpSpPr/>
          <p:nvPr/>
        </p:nvGrpSpPr>
        <p:grpSpPr>
          <a:xfrm>
            <a:off x="-2017589" y="1214198"/>
            <a:ext cx="1486800" cy="630000"/>
            <a:chOff x="1202647" y="3090895"/>
            <a:chExt cx="719144" cy="951414"/>
          </a:xfrm>
        </p:grpSpPr>
        <p:sp>
          <p:nvSpPr>
            <p:cNvPr id="28" name="Rectangle : coins arrondis 27">
              <a:extLst>
                <a:ext uri="{FF2B5EF4-FFF2-40B4-BE49-F238E27FC236}">
                  <a16:creationId xmlns:a16="http://schemas.microsoft.com/office/drawing/2014/main" id="{A8409728-1BB9-2038-09AB-4F856985E87C}"/>
                </a:ext>
              </a:extLst>
            </p:cNvPr>
            <p:cNvSpPr/>
            <p:nvPr/>
          </p:nvSpPr>
          <p:spPr>
            <a:xfrm>
              <a:off x="1202647"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29" name="Rectangle : coins arrondis 28">
              <a:extLst>
                <a:ext uri="{FF2B5EF4-FFF2-40B4-BE49-F238E27FC236}">
                  <a16:creationId xmlns:a16="http://schemas.microsoft.com/office/drawing/2014/main" id="{306AC4B0-FD95-8C98-B6C9-267BBF5968F1}"/>
                </a:ext>
              </a:extLst>
            </p:cNvPr>
            <p:cNvSpPr/>
            <p:nvPr/>
          </p:nvSpPr>
          <p:spPr>
            <a:xfrm>
              <a:off x="1221717" y="3146162"/>
              <a:ext cx="685596"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Helvetica 75 Bold"/>
                  <a:ea typeface="+mn-ea"/>
                  <a:cs typeface="+mn-cs"/>
                </a:rPr>
                <a:t>I am presented  with 3 displayed offers. And 1 of them is tagged as a</a:t>
              </a:r>
              <a:r>
                <a:rPr kumimoji="0" lang="en-US" sz="800" b="1" i="0" u="none" strike="noStrike" kern="0" cap="none" spc="0" normalizeH="0" baseline="0" noProof="0">
                  <a:ln>
                    <a:noFill/>
                  </a:ln>
                  <a:solidFill>
                    <a:srgbClr val="FFFFFF"/>
                  </a:solidFill>
                  <a:effectLst/>
                  <a:uLnTx/>
                  <a:uFillTx/>
                  <a:latin typeface="Helvetica 75 Bold"/>
                  <a:ea typeface="+mn-ea"/>
                  <a:cs typeface="+mn-cs"/>
                </a:rPr>
                <a:t> “</a:t>
              </a:r>
              <a:r>
                <a:rPr kumimoji="0" lang="en-US" sz="800" b="1" i="0" u="none" strike="noStrike" kern="0" cap="none" spc="0" normalizeH="0" baseline="0" noProof="0" err="1">
                  <a:ln>
                    <a:noFill/>
                  </a:ln>
                  <a:solidFill>
                    <a:srgbClr val="FFFFFF"/>
                  </a:solidFill>
                  <a:effectLst/>
                  <a:uLnTx/>
                  <a:uFillTx/>
                  <a:latin typeface="Helvetica 75 Bold"/>
                  <a:ea typeface="+mn-ea"/>
                  <a:cs typeface="+mn-cs"/>
                </a:rPr>
                <a:t>Recommende</a:t>
              </a:r>
              <a:r>
                <a:rPr kumimoji="0" lang="en-US" sz="800" b="1" i="0" u="none" strike="noStrike" kern="0" cap="none" spc="0" normalizeH="0" baseline="0" noProof="0">
                  <a:ln>
                    <a:noFill/>
                  </a:ln>
                  <a:solidFill>
                    <a:srgbClr val="FFFFFF"/>
                  </a:solidFill>
                  <a:effectLst/>
                  <a:uLnTx/>
                  <a:uFillTx/>
                  <a:latin typeface="Helvetica 75 Bold"/>
                  <a:ea typeface="+mn-ea"/>
                  <a:cs typeface="+mn-cs"/>
                </a:rPr>
                <a:t>d”</a:t>
              </a:r>
            </a:p>
          </p:txBody>
        </p:sp>
      </p:grpSp>
      <p:grpSp>
        <p:nvGrpSpPr>
          <p:cNvPr id="30" name="Groupe 29">
            <a:extLst>
              <a:ext uri="{FF2B5EF4-FFF2-40B4-BE49-F238E27FC236}">
                <a16:creationId xmlns:a16="http://schemas.microsoft.com/office/drawing/2014/main" id="{75A2AE26-882F-1259-658D-B983FDD41899}"/>
              </a:ext>
            </a:extLst>
          </p:cNvPr>
          <p:cNvGrpSpPr/>
          <p:nvPr/>
        </p:nvGrpSpPr>
        <p:grpSpPr>
          <a:xfrm>
            <a:off x="1201183" y="1415983"/>
            <a:ext cx="1105995" cy="696960"/>
            <a:chOff x="1190139" y="3090895"/>
            <a:chExt cx="731652" cy="951414"/>
          </a:xfrm>
        </p:grpSpPr>
        <p:sp>
          <p:nvSpPr>
            <p:cNvPr id="35" name="Rectangle : coins arrondis 34">
              <a:extLst>
                <a:ext uri="{FF2B5EF4-FFF2-40B4-BE49-F238E27FC236}">
                  <a16:creationId xmlns:a16="http://schemas.microsoft.com/office/drawing/2014/main" id="{F88492C9-81C6-E284-9B0D-B6A9390D2268}"/>
                </a:ext>
              </a:extLst>
            </p:cNvPr>
            <p:cNvSpPr/>
            <p:nvPr/>
          </p:nvSpPr>
          <p:spPr>
            <a:xfrm>
              <a:off x="1190139" y="3090895"/>
              <a:ext cx="731652"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37" name="Rectangle : coins arrondis 36">
              <a:extLst>
                <a:ext uri="{FF2B5EF4-FFF2-40B4-BE49-F238E27FC236}">
                  <a16:creationId xmlns:a16="http://schemas.microsoft.com/office/drawing/2014/main" id="{7B4B9548-E91E-EDB0-810D-F89F1A0FEEDE}"/>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FFFFFF"/>
                  </a:solidFill>
                  <a:effectLst/>
                  <a:uLnTx/>
                  <a:uFillTx/>
                  <a:latin typeface="Helvetica 75 Bold"/>
                  <a:ea typeface="+mn-ea"/>
                  <a:cs typeface="+mn-cs"/>
                </a:rPr>
                <a:t>I select an offer, and I </a:t>
              </a:r>
              <a:r>
                <a:rPr kumimoji="0" lang="en-US" sz="900" b="1" i="0" u="none" strike="noStrike" kern="0" cap="none" spc="0" normalizeH="0" baseline="0" noProof="0" dirty="0">
                  <a:ln>
                    <a:noFill/>
                  </a:ln>
                  <a:solidFill>
                    <a:srgbClr val="FFFFFF"/>
                  </a:solidFill>
                  <a:effectLst/>
                  <a:uLnTx/>
                  <a:uFillTx/>
                  <a:latin typeface="Helvetica 75 Bold"/>
                  <a:ea typeface="+mn-ea"/>
                  <a:cs typeface="+mn-cs"/>
                </a:rPr>
                <a:t>add</a:t>
              </a:r>
              <a:r>
                <a:rPr kumimoji="0" lang="en-US" sz="900" b="0" i="0" u="none" strike="noStrike" kern="0" cap="none" spc="0" normalizeH="0" baseline="0" noProof="0" dirty="0">
                  <a:ln>
                    <a:noFill/>
                  </a:ln>
                  <a:solidFill>
                    <a:srgbClr val="FFFFFF"/>
                  </a:solidFill>
                  <a:effectLst/>
                  <a:uLnTx/>
                  <a:uFillTx/>
                  <a:latin typeface="Helvetica 75 Bold"/>
                  <a:ea typeface="+mn-ea"/>
                  <a:cs typeface="+mn-cs"/>
                </a:rPr>
                <a:t> it </a:t>
              </a:r>
              <a:r>
                <a:rPr kumimoji="0" lang="en-US" sz="900" b="1" i="0" u="none" strike="noStrike" kern="0" cap="none" spc="0" normalizeH="0" baseline="0" noProof="0" dirty="0">
                  <a:ln>
                    <a:noFill/>
                  </a:ln>
                  <a:solidFill>
                    <a:srgbClr val="FFFFFF"/>
                  </a:solidFill>
                  <a:effectLst/>
                  <a:uLnTx/>
                  <a:uFillTx/>
                  <a:latin typeface="Helvetica 75 Bold"/>
                  <a:ea typeface="+mn-ea"/>
                  <a:cs typeface="+mn-cs"/>
                </a:rPr>
                <a:t>to cart</a:t>
              </a:r>
            </a:p>
          </p:txBody>
        </p:sp>
      </p:grpSp>
      <p:grpSp>
        <p:nvGrpSpPr>
          <p:cNvPr id="39" name="Groupe 38">
            <a:extLst>
              <a:ext uri="{FF2B5EF4-FFF2-40B4-BE49-F238E27FC236}">
                <a16:creationId xmlns:a16="http://schemas.microsoft.com/office/drawing/2014/main" id="{890A1E2E-E5DF-D6E2-9778-77B3817DC73F}"/>
              </a:ext>
            </a:extLst>
          </p:cNvPr>
          <p:cNvGrpSpPr/>
          <p:nvPr/>
        </p:nvGrpSpPr>
        <p:grpSpPr>
          <a:xfrm>
            <a:off x="5966722" y="1415983"/>
            <a:ext cx="1338255" cy="696960"/>
            <a:chOff x="1202647" y="3090895"/>
            <a:chExt cx="719144" cy="951414"/>
          </a:xfrm>
        </p:grpSpPr>
        <p:sp>
          <p:nvSpPr>
            <p:cNvPr id="40" name="Rectangle : coins arrondis 39">
              <a:extLst>
                <a:ext uri="{FF2B5EF4-FFF2-40B4-BE49-F238E27FC236}">
                  <a16:creationId xmlns:a16="http://schemas.microsoft.com/office/drawing/2014/main" id="{F86075FB-50A9-0A56-2BFA-CD1263D8E3DD}"/>
                </a:ext>
              </a:extLst>
            </p:cNvPr>
            <p:cNvSpPr/>
            <p:nvPr/>
          </p:nvSpPr>
          <p:spPr>
            <a:xfrm>
              <a:off x="1202647"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41" name="Rectangle : coins arrondis 40">
              <a:extLst>
                <a:ext uri="{FF2B5EF4-FFF2-40B4-BE49-F238E27FC236}">
                  <a16:creationId xmlns:a16="http://schemas.microsoft.com/office/drawing/2014/main" id="{D0CBD168-FB79-A620-9CF0-08CA75576642}"/>
                </a:ext>
              </a:extLst>
            </p:cNvPr>
            <p:cNvSpPr/>
            <p:nvPr/>
          </p:nvSpPr>
          <p:spPr>
            <a:xfrm>
              <a:off x="1245217"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Helvetica 75 Bold"/>
                  <a:ea typeface="+mn-ea"/>
                  <a:cs typeface="+mn-cs"/>
                </a:rPr>
                <a:t>I choose my options according to my need and </a:t>
              </a:r>
              <a:r>
                <a:rPr kumimoji="0" lang="en-US" sz="900" b="1" i="0" u="none" strike="noStrike" kern="0" cap="none" spc="0" normalizeH="0" baseline="0" noProof="0">
                  <a:ln>
                    <a:noFill/>
                  </a:ln>
                  <a:solidFill>
                    <a:srgbClr val="FFFFFF"/>
                  </a:solidFill>
                  <a:effectLst/>
                  <a:uLnTx/>
                  <a:uFillTx/>
                  <a:latin typeface="Helvetica 75 Bold"/>
                  <a:ea typeface="+mn-ea"/>
                  <a:cs typeface="+mn-cs"/>
                </a:rPr>
                <a:t>add to cart</a:t>
              </a:r>
            </a:p>
          </p:txBody>
        </p:sp>
      </p:grpSp>
      <p:grpSp>
        <p:nvGrpSpPr>
          <p:cNvPr id="42" name="Groupe 41">
            <a:extLst>
              <a:ext uri="{FF2B5EF4-FFF2-40B4-BE49-F238E27FC236}">
                <a16:creationId xmlns:a16="http://schemas.microsoft.com/office/drawing/2014/main" id="{39C14740-73C7-BC7D-80B5-B8954FC1D900}"/>
              </a:ext>
            </a:extLst>
          </p:cNvPr>
          <p:cNvGrpSpPr/>
          <p:nvPr/>
        </p:nvGrpSpPr>
        <p:grpSpPr>
          <a:xfrm>
            <a:off x="7420392" y="1415983"/>
            <a:ext cx="1338255" cy="696960"/>
            <a:chOff x="1202646" y="3090895"/>
            <a:chExt cx="719144" cy="951414"/>
          </a:xfrm>
        </p:grpSpPr>
        <p:sp>
          <p:nvSpPr>
            <p:cNvPr id="43" name="Rectangle : coins arrondis 42">
              <a:extLst>
                <a:ext uri="{FF2B5EF4-FFF2-40B4-BE49-F238E27FC236}">
                  <a16:creationId xmlns:a16="http://schemas.microsoft.com/office/drawing/2014/main" id="{3647E342-58A0-8ACE-C3CE-68EE65251E60}"/>
                </a:ext>
              </a:extLst>
            </p:cNvPr>
            <p:cNvSpPr/>
            <p:nvPr/>
          </p:nvSpPr>
          <p:spPr>
            <a:xfrm>
              <a:off x="1202646"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44" name="Rectangle : coins arrondis 43">
              <a:extLst>
                <a:ext uri="{FF2B5EF4-FFF2-40B4-BE49-F238E27FC236}">
                  <a16:creationId xmlns:a16="http://schemas.microsoft.com/office/drawing/2014/main" id="{CF464960-DB90-76EB-7FA6-552A542F4746}"/>
                </a:ext>
              </a:extLst>
            </p:cNvPr>
            <p:cNvSpPr/>
            <p:nvPr/>
          </p:nvSpPr>
          <p:spPr>
            <a:xfrm>
              <a:off x="1228840" y="3146162"/>
              <a:ext cx="662092" cy="869681"/>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FFFFFF"/>
                  </a:solidFill>
                  <a:effectLst/>
                  <a:uLnTx/>
                  <a:uFillTx/>
                  <a:latin typeface="Helvetica 75 Bold"/>
                  <a:ea typeface="+mn-ea"/>
                  <a:cs typeface="+mn-cs"/>
                </a:rPr>
                <a:t>I </a:t>
              </a:r>
              <a:r>
                <a:rPr kumimoji="0" lang="en-US" sz="900" b="1" i="0" u="none" strike="noStrike" kern="0" cap="none" spc="0" normalizeH="0" baseline="0" noProof="0" dirty="0">
                  <a:ln>
                    <a:noFill/>
                  </a:ln>
                  <a:solidFill>
                    <a:srgbClr val="FFFFFF"/>
                  </a:solidFill>
                  <a:effectLst/>
                  <a:uLnTx/>
                  <a:uFillTx/>
                  <a:latin typeface="Helvetica 75 Bold"/>
                  <a:ea typeface="+mn-ea"/>
                  <a:cs typeface="+mn-cs"/>
                </a:rPr>
                <a:t>see real time pricing </a:t>
              </a:r>
              <a:r>
                <a:rPr kumimoji="0" lang="en-US" sz="900" b="0" i="0" u="none" strike="noStrike" kern="0" cap="none" spc="0" normalizeH="0" baseline="0" noProof="0" dirty="0">
                  <a:ln>
                    <a:noFill/>
                  </a:ln>
                  <a:solidFill>
                    <a:srgbClr val="FFFFFF"/>
                  </a:solidFill>
                  <a:effectLst/>
                  <a:uLnTx/>
                  <a:uFillTx/>
                  <a:latin typeface="Helvetica 75 Bold"/>
                  <a:ea typeface="+mn-ea"/>
                  <a:cs typeface="+mn-cs"/>
                </a:rPr>
                <a:t>depending on the product configuration</a:t>
              </a:r>
            </a:p>
          </p:txBody>
        </p:sp>
      </p:grpSp>
      <p:grpSp>
        <p:nvGrpSpPr>
          <p:cNvPr id="45" name="Groupe 44">
            <a:extLst>
              <a:ext uri="{FF2B5EF4-FFF2-40B4-BE49-F238E27FC236}">
                <a16:creationId xmlns:a16="http://schemas.microsoft.com/office/drawing/2014/main" id="{02916570-7067-2EFF-B0B4-A00E06815B4E}"/>
              </a:ext>
            </a:extLst>
          </p:cNvPr>
          <p:cNvGrpSpPr/>
          <p:nvPr/>
        </p:nvGrpSpPr>
        <p:grpSpPr>
          <a:xfrm>
            <a:off x="8808438" y="1415983"/>
            <a:ext cx="1105995" cy="696960"/>
            <a:chOff x="1202646" y="3090895"/>
            <a:chExt cx="719144" cy="951414"/>
          </a:xfrm>
        </p:grpSpPr>
        <p:sp>
          <p:nvSpPr>
            <p:cNvPr id="46" name="Rectangle : coins arrondis 45">
              <a:extLst>
                <a:ext uri="{FF2B5EF4-FFF2-40B4-BE49-F238E27FC236}">
                  <a16:creationId xmlns:a16="http://schemas.microsoft.com/office/drawing/2014/main" id="{AF8CED00-B337-35C4-2B8A-910890C41E2C}"/>
                </a:ext>
              </a:extLst>
            </p:cNvPr>
            <p:cNvSpPr/>
            <p:nvPr/>
          </p:nvSpPr>
          <p:spPr>
            <a:xfrm>
              <a:off x="1202646"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47" name="Rectangle : coins arrondis 46">
              <a:extLst>
                <a:ext uri="{FF2B5EF4-FFF2-40B4-BE49-F238E27FC236}">
                  <a16:creationId xmlns:a16="http://schemas.microsoft.com/office/drawing/2014/main" id="{DF8FBDCF-8A16-56B1-4C2E-706433A68CC1}"/>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Helvetica 75 Bold"/>
                  <a:ea typeface="+mn-ea"/>
                  <a:cs typeface="+mn-cs"/>
                </a:rPr>
                <a:t>I visualize my </a:t>
              </a:r>
              <a:r>
                <a:rPr kumimoji="0" lang="en-US" sz="900" b="1" i="0" u="none" strike="noStrike" kern="0" cap="none" spc="0" normalizeH="0" baseline="0" noProof="0">
                  <a:ln>
                    <a:noFill/>
                  </a:ln>
                  <a:solidFill>
                    <a:srgbClr val="FFFFFF"/>
                  </a:solidFill>
                  <a:effectLst/>
                  <a:uLnTx/>
                  <a:uFillTx/>
                  <a:latin typeface="Helvetica 75 Bold"/>
                  <a:ea typeface="+mn-ea"/>
                  <a:cs typeface="+mn-cs"/>
                </a:rPr>
                <a:t>cart</a:t>
              </a:r>
              <a:r>
                <a:rPr kumimoji="0" lang="en-US" sz="900" b="0" i="0" u="none" strike="noStrike" kern="0" cap="none" spc="0" normalizeH="0" baseline="0" noProof="0">
                  <a:ln>
                    <a:noFill/>
                  </a:ln>
                  <a:solidFill>
                    <a:srgbClr val="FFFFFF"/>
                  </a:solidFill>
                  <a:effectLst/>
                  <a:uLnTx/>
                  <a:uFillTx/>
                  <a:latin typeface="Helvetica 75 Bold"/>
                  <a:ea typeface="+mn-ea"/>
                  <a:cs typeface="+mn-cs"/>
                </a:rPr>
                <a:t> and </a:t>
              </a:r>
              <a:r>
                <a:rPr kumimoji="0" lang="en-US" sz="900" b="1" i="0" u="none" strike="noStrike" kern="0" cap="none" spc="0" normalizeH="0" baseline="0" noProof="0">
                  <a:ln>
                    <a:noFill/>
                  </a:ln>
                  <a:solidFill>
                    <a:srgbClr val="FFFFFF"/>
                  </a:solidFill>
                  <a:effectLst/>
                  <a:uLnTx/>
                  <a:uFillTx/>
                  <a:latin typeface="Helvetica 75 Bold"/>
                  <a:ea typeface="+mn-ea"/>
                  <a:cs typeface="+mn-cs"/>
                </a:rPr>
                <a:t>order summary</a:t>
              </a:r>
            </a:p>
          </p:txBody>
        </p:sp>
      </p:grpSp>
      <p:grpSp>
        <p:nvGrpSpPr>
          <p:cNvPr id="49" name="Groupe 48">
            <a:extLst>
              <a:ext uri="{FF2B5EF4-FFF2-40B4-BE49-F238E27FC236}">
                <a16:creationId xmlns:a16="http://schemas.microsoft.com/office/drawing/2014/main" id="{2C7B9724-42FE-4FD8-9E67-A7C4C2E5F57D}"/>
              </a:ext>
            </a:extLst>
          </p:cNvPr>
          <p:cNvGrpSpPr/>
          <p:nvPr/>
        </p:nvGrpSpPr>
        <p:grpSpPr>
          <a:xfrm>
            <a:off x="9987154" y="1415983"/>
            <a:ext cx="914047" cy="696960"/>
            <a:chOff x="1202647" y="3090895"/>
            <a:chExt cx="719144" cy="951414"/>
          </a:xfrm>
        </p:grpSpPr>
        <p:sp>
          <p:nvSpPr>
            <p:cNvPr id="50" name="Rectangle : coins arrondis 49">
              <a:extLst>
                <a:ext uri="{FF2B5EF4-FFF2-40B4-BE49-F238E27FC236}">
                  <a16:creationId xmlns:a16="http://schemas.microsoft.com/office/drawing/2014/main" id="{662CFE14-F8F9-2400-8986-D8E2E4DA4085}"/>
                </a:ext>
              </a:extLst>
            </p:cNvPr>
            <p:cNvSpPr/>
            <p:nvPr/>
          </p:nvSpPr>
          <p:spPr>
            <a:xfrm>
              <a:off x="1202647"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52" name="Rectangle : coins arrondis 51">
              <a:extLst>
                <a:ext uri="{FF2B5EF4-FFF2-40B4-BE49-F238E27FC236}">
                  <a16:creationId xmlns:a16="http://schemas.microsoft.com/office/drawing/2014/main" id="{62931F4A-22F5-89B4-D817-06CB52100F1F}"/>
                </a:ext>
              </a:extLst>
            </p:cNvPr>
            <p:cNvSpPr/>
            <p:nvPr/>
          </p:nvSpPr>
          <p:spPr>
            <a:xfrm>
              <a:off x="1249808" y="3138790"/>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Helvetica 75 Bold"/>
                  <a:ea typeface="+mn-ea"/>
                  <a:cs typeface="+mn-cs"/>
                </a:rPr>
                <a:t>I can click on “order” </a:t>
              </a:r>
              <a:endParaRPr kumimoji="0" lang="en-US" sz="900" b="1" i="0" u="none" strike="noStrike" kern="0" cap="none" spc="0" normalizeH="0" baseline="0" noProof="0">
                <a:ln>
                  <a:noFill/>
                </a:ln>
                <a:solidFill>
                  <a:srgbClr val="FFFFFF"/>
                </a:solidFill>
                <a:effectLst/>
                <a:uLnTx/>
                <a:uFillTx/>
                <a:latin typeface="Helvetica 75 Bold"/>
                <a:ea typeface="+mn-ea"/>
                <a:cs typeface="+mn-cs"/>
              </a:endParaRPr>
            </a:p>
          </p:txBody>
        </p:sp>
      </p:grpSp>
      <p:cxnSp>
        <p:nvCxnSpPr>
          <p:cNvPr id="53" name="Connecteur droit avec flèche 52">
            <a:extLst>
              <a:ext uri="{FF2B5EF4-FFF2-40B4-BE49-F238E27FC236}">
                <a16:creationId xmlns:a16="http://schemas.microsoft.com/office/drawing/2014/main" id="{0660D1D7-B0D8-7F9A-5066-8B9736D9E5B9}"/>
              </a:ext>
            </a:extLst>
          </p:cNvPr>
          <p:cNvCxnSpPr>
            <a:cxnSpLocks/>
            <a:stCxn id="26" idx="3"/>
            <a:endCxn id="28" idx="1"/>
          </p:cNvCxnSpPr>
          <p:nvPr/>
        </p:nvCxnSpPr>
        <p:spPr>
          <a:xfrm flipV="1">
            <a:off x="-2376368" y="1529198"/>
            <a:ext cx="358779" cy="46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Ellipse 54">
            <a:extLst>
              <a:ext uri="{FF2B5EF4-FFF2-40B4-BE49-F238E27FC236}">
                <a16:creationId xmlns:a16="http://schemas.microsoft.com/office/drawing/2014/main" id="{B612A6DC-05D5-C0D6-B689-2B4493D53E34}"/>
              </a:ext>
            </a:extLst>
          </p:cNvPr>
          <p:cNvSpPr/>
          <p:nvPr/>
        </p:nvSpPr>
        <p:spPr>
          <a:xfrm>
            <a:off x="-3673680" y="1119788"/>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6</a:t>
            </a:r>
          </a:p>
        </p:txBody>
      </p:sp>
      <p:sp>
        <p:nvSpPr>
          <p:cNvPr id="56" name="Ellipse 55">
            <a:extLst>
              <a:ext uri="{FF2B5EF4-FFF2-40B4-BE49-F238E27FC236}">
                <a16:creationId xmlns:a16="http://schemas.microsoft.com/office/drawing/2014/main" id="{277D4E40-B918-27A6-CF2A-41E4E75EC100}"/>
              </a:ext>
            </a:extLst>
          </p:cNvPr>
          <p:cNvSpPr/>
          <p:nvPr/>
        </p:nvSpPr>
        <p:spPr>
          <a:xfrm>
            <a:off x="-2064134" y="1138118"/>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7</a:t>
            </a:r>
          </a:p>
        </p:txBody>
      </p:sp>
      <p:sp>
        <p:nvSpPr>
          <p:cNvPr id="58" name="Ellipse 57">
            <a:extLst>
              <a:ext uri="{FF2B5EF4-FFF2-40B4-BE49-F238E27FC236}">
                <a16:creationId xmlns:a16="http://schemas.microsoft.com/office/drawing/2014/main" id="{4B591039-5395-9325-1B9B-BE46A7C0A3BF}"/>
              </a:ext>
            </a:extLst>
          </p:cNvPr>
          <p:cNvSpPr/>
          <p:nvPr/>
        </p:nvSpPr>
        <p:spPr>
          <a:xfrm>
            <a:off x="1155560" y="1328089"/>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8</a:t>
            </a:r>
          </a:p>
        </p:txBody>
      </p:sp>
      <p:sp>
        <p:nvSpPr>
          <p:cNvPr id="59" name="Ellipse 58">
            <a:extLst>
              <a:ext uri="{FF2B5EF4-FFF2-40B4-BE49-F238E27FC236}">
                <a16:creationId xmlns:a16="http://schemas.microsoft.com/office/drawing/2014/main" id="{98DD4098-6856-2B73-4120-DEE92253FD31}"/>
              </a:ext>
            </a:extLst>
          </p:cNvPr>
          <p:cNvSpPr/>
          <p:nvPr/>
        </p:nvSpPr>
        <p:spPr>
          <a:xfrm>
            <a:off x="5931198" y="1349354"/>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9</a:t>
            </a:r>
          </a:p>
        </p:txBody>
      </p:sp>
      <p:sp>
        <p:nvSpPr>
          <p:cNvPr id="60" name="Ellipse 59">
            <a:extLst>
              <a:ext uri="{FF2B5EF4-FFF2-40B4-BE49-F238E27FC236}">
                <a16:creationId xmlns:a16="http://schemas.microsoft.com/office/drawing/2014/main" id="{BB529BA9-01FB-5E32-E2B2-F0DB751F575D}"/>
              </a:ext>
            </a:extLst>
          </p:cNvPr>
          <p:cNvSpPr/>
          <p:nvPr/>
        </p:nvSpPr>
        <p:spPr>
          <a:xfrm>
            <a:off x="7448741" y="1356259"/>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10</a:t>
            </a:r>
          </a:p>
        </p:txBody>
      </p:sp>
      <p:sp>
        <p:nvSpPr>
          <p:cNvPr id="61" name="Ellipse 60">
            <a:extLst>
              <a:ext uri="{FF2B5EF4-FFF2-40B4-BE49-F238E27FC236}">
                <a16:creationId xmlns:a16="http://schemas.microsoft.com/office/drawing/2014/main" id="{B6FAB949-3077-866D-2A35-B05FABD36292}"/>
              </a:ext>
            </a:extLst>
          </p:cNvPr>
          <p:cNvSpPr/>
          <p:nvPr/>
        </p:nvSpPr>
        <p:spPr>
          <a:xfrm>
            <a:off x="8747271" y="1371225"/>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11</a:t>
            </a:r>
          </a:p>
        </p:txBody>
      </p:sp>
      <p:sp>
        <p:nvSpPr>
          <p:cNvPr id="62" name="Ellipse 61">
            <a:extLst>
              <a:ext uri="{FF2B5EF4-FFF2-40B4-BE49-F238E27FC236}">
                <a16:creationId xmlns:a16="http://schemas.microsoft.com/office/drawing/2014/main" id="{889128D7-C6D1-5E0B-D80E-EBA01E26E452}"/>
              </a:ext>
            </a:extLst>
          </p:cNvPr>
          <p:cNvSpPr/>
          <p:nvPr/>
        </p:nvSpPr>
        <p:spPr>
          <a:xfrm>
            <a:off x="9993057" y="1365848"/>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12</a:t>
            </a:r>
          </a:p>
        </p:txBody>
      </p:sp>
      <p:cxnSp>
        <p:nvCxnSpPr>
          <p:cNvPr id="256" name="Connecteur droit avec flèche 255">
            <a:extLst>
              <a:ext uri="{FF2B5EF4-FFF2-40B4-BE49-F238E27FC236}">
                <a16:creationId xmlns:a16="http://schemas.microsoft.com/office/drawing/2014/main" id="{78A5567C-0F92-949E-C507-1262F6E48F00}"/>
              </a:ext>
            </a:extLst>
          </p:cNvPr>
          <p:cNvCxnSpPr>
            <a:cxnSpLocks/>
            <a:endCxn id="35" idx="1"/>
          </p:cNvCxnSpPr>
          <p:nvPr/>
        </p:nvCxnSpPr>
        <p:spPr>
          <a:xfrm flipV="1">
            <a:off x="1043501" y="1764463"/>
            <a:ext cx="157682" cy="28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Connecteur droit avec flèche 256">
            <a:extLst>
              <a:ext uri="{FF2B5EF4-FFF2-40B4-BE49-F238E27FC236}">
                <a16:creationId xmlns:a16="http://schemas.microsoft.com/office/drawing/2014/main" id="{4629EE47-C8E8-1CA5-6D79-EC0530F80779}"/>
              </a:ext>
            </a:extLst>
          </p:cNvPr>
          <p:cNvCxnSpPr>
            <a:cxnSpLocks/>
            <a:stCxn id="37" idx="3"/>
            <a:endCxn id="40" idx="1"/>
          </p:cNvCxnSpPr>
          <p:nvPr/>
        </p:nvCxnSpPr>
        <p:spPr>
          <a:xfrm flipV="1">
            <a:off x="2278349" y="1764463"/>
            <a:ext cx="3688373" cy="105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Connecteur droit avec flèche 257">
            <a:extLst>
              <a:ext uri="{FF2B5EF4-FFF2-40B4-BE49-F238E27FC236}">
                <a16:creationId xmlns:a16="http://schemas.microsoft.com/office/drawing/2014/main" id="{9013F5BA-4A15-2532-50FF-08669B180405}"/>
              </a:ext>
            </a:extLst>
          </p:cNvPr>
          <p:cNvCxnSpPr>
            <a:cxnSpLocks/>
            <a:stCxn id="41" idx="3"/>
            <a:endCxn id="44" idx="1"/>
          </p:cNvCxnSpPr>
          <p:nvPr/>
        </p:nvCxnSpPr>
        <p:spPr>
          <a:xfrm>
            <a:off x="7278028" y="1775012"/>
            <a:ext cx="19110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Connecteur droit avec flèche 258">
            <a:extLst>
              <a:ext uri="{FF2B5EF4-FFF2-40B4-BE49-F238E27FC236}">
                <a16:creationId xmlns:a16="http://schemas.microsoft.com/office/drawing/2014/main" id="{4C995875-4CF1-FD4C-0213-538A0A5DDC6E}"/>
              </a:ext>
            </a:extLst>
          </p:cNvPr>
          <p:cNvCxnSpPr>
            <a:cxnSpLocks/>
            <a:stCxn id="44" idx="3"/>
            <a:endCxn id="47" idx="1"/>
          </p:cNvCxnSpPr>
          <p:nvPr/>
        </p:nvCxnSpPr>
        <p:spPr>
          <a:xfrm>
            <a:off x="8701223" y="1775012"/>
            <a:ext cx="16562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Connecteur droit avec flèche 259">
            <a:extLst>
              <a:ext uri="{FF2B5EF4-FFF2-40B4-BE49-F238E27FC236}">
                <a16:creationId xmlns:a16="http://schemas.microsoft.com/office/drawing/2014/main" id="{162F08A8-9F5E-2C14-ECAF-17F65DAE770F}"/>
              </a:ext>
            </a:extLst>
          </p:cNvPr>
          <p:cNvCxnSpPr>
            <a:cxnSpLocks/>
            <a:stCxn id="47" idx="3"/>
            <a:endCxn id="52" idx="1"/>
          </p:cNvCxnSpPr>
          <p:nvPr/>
        </p:nvCxnSpPr>
        <p:spPr>
          <a:xfrm flipV="1">
            <a:off x="9885105" y="1769612"/>
            <a:ext cx="161992" cy="54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Connecteur droit 264">
            <a:extLst>
              <a:ext uri="{FF2B5EF4-FFF2-40B4-BE49-F238E27FC236}">
                <a16:creationId xmlns:a16="http://schemas.microsoft.com/office/drawing/2014/main" id="{0C3DA544-39ED-BDEB-6182-3163C1B6F730}"/>
              </a:ext>
            </a:extLst>
          </p:cNvPr>
          <p:cNvCxnSpPr/>
          <p:nvPr/>
        </p:nvCxnSpPr>
        <p:spPr>
          <a:xfrm>
            <a:off x="307766" y="3559948"/>
            <a:ext cx="1188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67" name="Graphique 266" descr="Utilisateur contour">
            <a:extLst>
              <a:ext uri="{FF2B5EF4-FFF2-40B4-BE49-F238E27FC236}">
                <a16:creationId xmlns:a16="http://schemas.microsoft.com/office/drawing/2014/main" id="{4B7E9B10-9FD0-D864-51FC-E13F082B47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072" y="1353317"/>
            <a:ext cx="554790" cy="554790"/>
          </a:xfrm>
          <a:prstGeom prst="rect">
            <a:avLst/>
          </a:prstGeom>
        </p:spPr>
      </p:pic>
      <p:pic>
        <p:nvPicPr>
          <p:cNvPr id="269" name="Graphique 268" descr="Utilisateur contour">
            <a:extLst>
              <a:ext uri="{FF2B5EF4-FFF2-40B4-BE49-F238E27FC236}">
                <a16:creationId xmlns:a16="http://schemas.microsoft.com/office/drawing/2014/main" id="{D331BDF9-F29A-5A0E-D3A7-16B70A69F2E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2576" y="2640376"/>
            <a:ext cx="584353" cy="584353"/>
          </a:xfrm>
          <a:prstGeom prst="rect">
            <a:avLst/>
          </a:prstGeom>
        </p:spPr>
      </p:pic>
      <p:pic>
        <p:nvPicPr>
          <p:cNvPr id="271" name="Graphique 270" descr="Cause à effet avec un remplissage uni">
            <a:extLst>
              <a:ext uri="{FF2B5EF4-FFF2-40B4-BE49-F238E27FC236}">
                <a16:creationId xmlns:a16="http://schemas.microsoft.com/office/drawing/2014/main" id="{ABD1B708-2BC7-8DD7-39A9-FAAD90DFBAB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2539" y="3955296"/>
            <a:ext cx="624548" cy="624548"/>
          </a:xfrm>
          <a:prstGeom prst="rect">
            <a:avLst/>
          </a:prstGeom>
        </p:spPr>
      </p:pic>
      <p:sp>
        <p:nvSpPr>
          <p:cNvPr id="273" name="Titre 1">
            <a:extLst>
              <a:ext uri="{FF2B5EF4-FFF2-40B4-BE49-F238E27FC236}">
                <a16:creationId xmlns:a16="http://schemas.microsoft.com/office/drawing/2014/main" id="{93339B33-5C18-6F5F-C393-2F0082B8D516}"/>
              </a:ext>
            </a:extLst>
          </p:cNvPr>
          <p:cNvSpPr txBox="1">
            <a:spLocks/>
          </p:cNvSpPr>
          <p:nvPr/>
        </p:nvSpPr>
        <p:spPr>
          <a:xfrm>
            <a:off x="108280" y="2486463"/>
            <a:ext cx="1334212"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Sales persona</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275" name="Titre 1">
            <a:extLst>
              <a:ext uri="{FF2B5EF4-FFF2-40B4-BE49-F238E27FC236}">
                <a16:creationId xmlns:a16="http://schemas.microsoft.com/office/drawing/2014/main" id="{8CA45C13-9931-BF57-CE8D-F30D9E4E11FB}"/>
              </a:ext>
            </a:extLst>
          </p:cNvPr>
          <p:cNvSpPr txBox="1">
            <a:spLocks/>
          </p:cNvSpPr>
          <p:nvPr/>
        </p:nvSpPr>
        <p:spPr>
          <a:xfrm>
            <a:off x="113963" y="3211088"/>
            <a:ext cx="979564" cy="173682"/>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err="1">
                <a:ln>
                  <a:noFill/>
                </a:ln>
                <a:solidFill>
                  <a:srgbClr val="FF7900"/>
                </a:solidFill>
                <a:effectLst/>
                <a:uLnTx/>
                <a:uFillTx/>
                <a:latin typeface="Helvetica 55 Roman" panose="020B0604020202020204" pitchFamily="34" charset="0"/>
                <a:ea typeface="+mj-ea"/>
                <a:cs typeface="+mj-cs"/>
              </a:rPr>
              <a:t>Pre-sales</a:t>
            </a:r>
            <a:r>
              <a:rPr kumimoji="0" lang="fr-FR" sz="1050" b="0" i="0" u="none" strike="noStrike" kern="1200" cap="none" spc="-27" normalizeH="0" baseline="0" noProof="0">
                <a:ln>
                  <a:noFill/>
                </a:ln>
                <a:solidFill>
                  <a:srgbClr val="FF7900"/>
                </a:solidFill>
                <a:effectLst/>
                <a:uLnTx/>
                <a:uFillTx/>
                <a:latin typeface="Helvetica 55 Roman" panose="020B0604020202020204" pitchFamily="34" charset="0"/>
                <a:ea typeface="+mj-ea"/>
                <a:cs typeface="+mj-cs"/>
              </a:rPr>
              <a:t> / Sales</a:t>
            </a:r>
            <a:endParaRPr kumimoji="0" lang="en-US" sz="1050" b="0" i="0" u="none" strike="noStrike" kern="1200" cap="none" spc="-27" normalizeH="0" baseline="0" noProof="0">
              <a:ln>
                <a:noFill/>
              </a:ln>
              <a:solidFill>
                <a:srgbClr val="FF7900"/>
              </a:solidFill>
              <a:effectLst/>
              <a:uLnTx/>
              <a:uFillTx/>
              <a:latin typeface="Helvetica 55 Roman" panose="020B0604020202020204" pitchFamily="34" charset="0"/>
              <a:ea typeface="+mj-ea"/>
              <a:cs typeface="+mj-cs"/>
            </a:endParaRPr>
          </a:p>
        </p:txBody>
      </p:sp>
      <p:sp>
        <p:nvSpPr>
          <p:cNvPr id="276" name="Titre 1">
            <a:extLst>
              <a:ext uri="{FF2B5EF4-FFF2-40B4-BE49-F238E27FC236}">
                <a16:creationId xmlns:a16="http://schemas.microsoft.com/office/drawing/2014/main" id="{A4F51A91-91E6-3D09-ACFF-6C6082632331}"/>
              </a:ext>
            </a:extLst>
          </p:cNvPr>
          <p:cNvSpPr txBox="1">
            <a:spLocks/>
          </p:cNvSpPr>
          <p:nvPr/>
        </p:nvSpPr>
        <p:spPr>
          <a:xfrm>
            <a:off x="397681" y="4671991"/>
            <a:ext cx="761643"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rPr>
              <a:t>Quotation</a:t>
            </a:r>
            <a:endParaRPr kumimoji="0" lang="en-US" sz="1050" b="0"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endParaRPr>
          </a:p>
        </p:txBody>
      </p:sp>
      <p:sp>
        <p:nvSpPr>
          <p:cNvPr id="277" name="Titre 1">
            <a:extLst>
              <a:ext uri="{FF2B5EF4-FFF2-40B4-BE49-F238E27FC236}">
                <a16:creationId xmlns:a16="http://schemas.microsoft.com/office/drawing/2014/main" id="{845762BB-96CB-92FA-5D50-20928AB124D6}"/>
              </a:ext>
            </a:extLst>
          </p:cNvPr>
          <p:cNvSpPr txBox="1">
            <a:spLocks/>
          </p:cNvSpPr>
          <p:nvPr/>
        </p:nvSpPr>
        <p:spPr>
          <a:xfrm>
            <a:off x="4697" y="1894990"/>
            <a:ext cx="1211593" cy="172415"/>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ctr"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a:ln>
                  <a:noFill/>
                </a:ln>
                <a:solidFill>
                  <a:srgbClr val="000000"/>
                </a:solidFill>
                <a:effectLst/>
                <a:uLnTx/>
                <a:uFillTx/>
                <a:latin typeface="Helvetica 55 Roman" panose="020B0604020202020204" pitchFamily="34" charset="0"/>
                <a:ea typeface="+mj-ea"/>
                <a:cs typeface="+mj-cs"/>
              </a:rPr>
              <a:t>Persona</a:t>
            </a:r>
            <a:endParaRPr kumimoji="0" lang="en-US" sz="1050" b="0" i="0" u="none" strike="noStrike" kern="1200" cap="none" spc="-27" normalizeH="0" baseline="0" noProof="0">
              <a:ln>
                <a:noFill/>
              </a:ln>
              <a:solidFill>
                <a:srgbClr val="000000"/>
              </a:solidFill>
              <a:effectLst/>
              <a:uLnTx/>
              <a:uFillTx/>
              <a:latin typeface="Helvetica 55 Roman" panose="020B0604020202020204" pitchFamily="34" charset="0"/>
              <a:ea typeface="+mj-ea"/>
              <a:cs typeface="+mj-cs"/>
            </a:endParaRPr>
          </a:p>
        </p:txBody>
      </p:sp>
      <p:cxnSp>
        <p:nvCxnSpPr>
          <p:cNvPr id="93" name="Connecteur : en angle 92">
            <a:extLst>
              <a:ext uri="{FF2B5EF4-FFF2-40B4-BE49-F238E27FC236}">
                <a16:creationId xmlns:a16="http://schemas.microsoft.com/office/drawing/2014/main" id="{FFB9F0C8-3C2D-6FD9-C354-99CB9E1FC74E}"/>
              </a:ext>
            </a:extLst>
          </p:cNvPr>
          <p:cNvCxnSpPr>
            <a:cxnSpLocks/>
            <a:stCxn id="35" idx="3"/>
            <a:endCxn id="131" idx="1"/>
          </p:cNvCxnSpPr>
          <p:nvPr/>
        </p:nvCxnSpPr>
        <p:spPr>
          <a:xfrm>
            <a:off x="2307178" y="1764463"/>
            <a:ext cx="522037" cy="2152634"/>
          </a:xfrm>
          <a:prstGeom prst="bentConnector3">
            <a:avLst>
              <a:gd name="adj1" fmla="val 50000"/>
            </a:avLst>
          </a:prstGeom>
          <a:ln w="1905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5" name="Connecteur : en angle 94">
            <a:extLst>
              <a:ext uri="{FF2B5EF4-FFF2-40B4-BE49-F238E27FC236}">
                <a16:creationId xmlns:a16="http://schemas.microsoft.com/office/drawing/2014/main" id="{4617460E-FB61-CCCC-BC82-121774D9D57D}"/>
              </a:ext>
            </a:extLst>
          </p:cNvPr>
          <p:cNvCxnSpPr>
            <a:cxnSpLocks/>
            <a:stCxn id="133" idx="3"/>
            <a:endCxn id="40" idx="1"/>
          </p:cNvCxnSpPr>
          <p:nvPr/>
        </p:nvCxnSpPr>
        <p:spPr>
          <a:xfrm flipV="1">
            <a:off x="5823838" y="1764463"/>
            <a:ext cx="142884" cy="2152589"/>
          </a:xfrm>
          <a:prstGeom prst="bentConnector3">
            <a:avLst>
              <a:gd name="adj1" fmla="val 50000"/>
            </a:avLst>
          </a:prstGeom>
          <a:ln w="1905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8" name="Connecteur : en angle 297">
            <a:extLst>
              <a:ext uri="{FF2B5EF4-FFF2-40B4-BE49-F238E27FC236}">
                <a16:creationId xmlns:a16="http://schemas.microsoft.com/office/drawing/2014/main" id="{A8D6FAC7-BCDA-6E76-F930-6DC1FEFA54D7}"/>
              </a:ext>
            </a:extLst>
          </p:cNvPr>
          <p:cNvCxnSpPr>
            <a:cxnSpLocks/>
            <a:stCxn id="50" idx="3"/>
            <a:endCxn id="137" idx="1"/>
          </p:cNvCxnSpPr>
          <p:nvPr/>
        </p:nvCxnSpPr>
        <p:spPr>
          <a:xfrm flipH="1">
            <a:off x="9124958" y="1764463"/>
            <a:ext cx="1776243" cy="2143536"/>
          </a:xfrm>
          <a:prstGeom prst="bentConnector5">
            <a:avLst>
              <a:gd name="adj1" fmla="val -12870"/>
              <a:gd name="adj2" fmla="val 52629"/>
              <a:gd name="adj3" fmla="val 112870"/>
            </a:avLst>
          </a:prstGeom>
          <a:ln w="1905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8" name="Rectangle 307">
            <a:extLst>
              <a:ext uri="{FF2B5EF4-FFF2-40B4-BE49-F238E27FC236}">
                <a16:creationId xmlns:a16="http://schemas.microsoft.com/office/drawing/2014/main" id="{232800B5-0B0B-AC20-01B8-F21188C906BF}"/>
              </a:ext>
            </a:extLst>
          </p:cNvPr>
          <p:cNvSpPr/>
          <p:nvPr/>
        </p:nvSpPr>
        <p:spPr>
          <a:xfrm>
            <a:off x="3487886" y="2277748"/>
            <a:ext cx="1584273" cy="434974"/>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As a XXX,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am notified of the quote creation by the 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Through [notification channel]</a:t>
            </a:r>
          </a:p>
        </p:txBody>
      </p:sp>
      <p:sp>
        <p:nvSpPr>
          <p:cNvPr id="309" name="Rectangle 308">
            <a:extLst>
              <a:ext uri="{FF2B5EF4-FFF2-40B4-BE49-F238E27FC236}">
                <a16:creationId xmlns:a16="http://schemas.microsoft.com/office/drawing/2014/main" id="{7527B86A-A128-DD01-D252-96E1F9F51BC4}"/>
              </a:ext>
            </a:extLst>
          </p:cNvPr>
          <p:cNvSpPr/>
          <p:nvPr/>
        </p:nvSpPr>
        <p:spPr>
          <a:xfrm>
            <a:off x="2586730" y="1362012"/>
            <a:ext cx="638846"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FF7900"/>
                </a:solidFill>
                <a:effectLst/>
                <a:uLnTx/>
                <a:uFillTx/>
                <a:latin typeface="Helvetica 75 Bold"/>
                <a:ea typeface="+mn-ea"/>
                <a:cs typeface="+mn-cs"/>
              </a:rPr>
              <a:t>Cart</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r>
              <a:rPr kumimoji="0" lang="fr-FR" sz="800" b="1" i="1" u="none" strike="noStrike" kern="0" cap="none" spc="0" normalizeH="0" baseline="0" noProof="0" err="1">
                <a:ln>
                  <a:noFill/>
                </a:ln>
                <a:solidFill>
                  <a:srgbClr val="FF7900"/>
                </a:solidFill>
                <a:effectLst/>
                <a:uLnTx/>
                <a:uFillTx/>
                <a:latin typeface="Helvetica 75 Bold"/>
                <a:ea typeface="+mn-ea"/>
                <a:cs typeface="+mn-cs"/>
              </a:rPr>
              <a:t>created</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p>
        </p:txBody>
      </p:sp>
      <p:pic>
        <p:nvPicPr>
          <p:cNvPr id="310" name="Graphique 309" descr="Panier de course avec un remplissage uni">
            <a:extLst>
              <a:ext uri="{FF2B5EF4-FFF2-40B4-BE49-F238E27FC236}">
                <a16:creationId xmlns:a16="http://schemas.microsoft.com/office/drawing/2014/main" id="{D048CE30-1AC1-230F-BF2B-E1EC80145FB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41017" y="1324617"/>
            <a:ext cx="301338" cy="301338"/>
          </a:xfrm>
          <a:prstGeom prst="rect">
            <a:avLst/>
          </a:prstGeom>
        </p:spPr>
      </p:pic>
      <p:pic>
        <p:nvPicPr>
          <p:cNvPr id="311" name="Image 310">
            <a:extLst>
              <a:ext uri="{FF2B5EF4-FFF2-40B4-BE49-F238E27FC236}">
                <a16:creationId xmlns:a16="http://schemas.microsoft.com/office/drawing/2014/main" id="{E2F95099-A886-4B49-431A-542C833157A4}"/>
              </a:ext>
            </a:extLst>
          </p:cNvPr>
          <p:cNvPicPr>
            <a:picLocks noChangeAspect="1"/>
          </p:cNvPicPr>
          <p:nvPr/>
        </p:nvPicPr>
        <p:blipFill>
          <a:blip r:embed="rId13">
            <a:duotone>
              <a:schemeClr val="accent3">
                <a:shade val="45000"/>
                <a:satMod val="135000"/>
              </a:schemeClr>
              <a:prstClr val="white"/>
            </a:duotone>
          </a:blip>
          <a:stretch>
            <a:fillRect/>
          </a:stretch>
        </p:blipFill>
        <p:spPr>
          <a:xfrm>
            <a:off x="3617031" y="4587406"/>
            <a:ext cx="299203" cy="299203"/>
          </a:xfrm>
          <a:prstGeom prst="rect">
            <a:avLst/>
          </a:prstGeom>
          <a:ln>
            <a:noFill/>
          </a:ln>
        </p:spPr>
      </p:pic>
      <p:sp>
        <p:nvSpPr>
          <p:cNvPr id="312" name="Rectangle 311">
            <a:extLst>
              <a:ext uri="{FF2B5EF4-FFF2-40B4-BE49-F238E27FC236}">
                <a16:creationId xmlns:a16="http://schemas.microsoft.com/office/drawing/2014/main" id="{9E8D6F72-C709-CE41-0409-7F0A6B24F8E9}"/>
              </a:ext>
            </a:extLst>
          </p:cNvPr>
          <p:cNvSpPr/>
          <p:nvPr/>
        </p:nvSpPr>
        <p:spPr>
          <a:xfrm>
            <a:off x="3859089" y="4617336"/>
            <a:ext cx="756358"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r>
              <a:rPr kumimoji="0" lang="fr-FR" sz="800" b="1" i="1" u="none" strike="noStrike" kern="0" cap="none" spc="0" normalizeH="0" baseline="0" noProof="0" err="1">
                <a:ln>
                  <a:noFill/>
                </a:ln>
                <a:solidFill>
                  <a:srgbClr val="50BE87"/>
                </a:solidFill>
                <a:effectLst/>
                <a:uLnTx/>
                <a:uFillTx/>
                <a:latin typeface="Helvetica 75 Bold"/>
                <a:ea typeface="+mn-ea"/>
                <a:cs typeface="+mn-cs"/>
              </a:rPr>
              <a:t>created</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p>
        </p:txBody>
      </p:sp>
      <p:pic>
        <p:nvPicPr>
          <p:cNvPr id="313" name="Image 312">
            <a:extLst>
              <a:ext uri="{FF2B5EF4-FFF2-40B4-BE49-F238E27FC236}">
                <a16:creationId xmlns:a16="http://schemas.microsoft.com/office/drawing/2014/main" id="{90E59B36-3CC9-2197-7165-EF147C31762A}"/>
              </a:ext>
            </a:extLst>
          </p:cNvPr>
          <p:cNvPicPr>
            <a:picLocks noChangeAspect="1"/>
          </p:cNvPicPr>
          <p:nvPr/>
        </p:nvPicPr>
        <p:blipFill>
          <a:blip r:embed="rId13">
            <a:duotone>
              <a:schemeClr val="accent3">
                <a:shade val="45000"/>
                <a:satMod val="135000"/>
              </a:schemeClr>
              <a:prstClr val="white"/>
            </a:duotone>
          </a:blip>
          <a:stretch>
            <a:fillRect/>
          </a:stretch>
        </p:blipFill>
        <p:spPr>
          <a:xfrm>
            <a:off x="9921075" y="4678440"/>
            <a:ext cx="299203" cy="299203"/>
          </a:xfrm>
          <a:prstGeom prst="rect">
            <a:avLst/>
          </a:prstGeom>
          <a:ln>
            <a:noFill/>
          </a:ln>
        </p:spPr>
      </p:pic>
      <p:sp>
        <p:nvSpPr>
          <p:cNvPr id="316" name="Rectangle 315">
            <a:extLst>
              <a:ext uri="{FF2B5EF4-FFF2-40B4-BE49-F238E27FC236}">
                <a16:creationId xmlns:a16="http://schemas.microsoft.com/office/drawing/2014/main" id="{95DE21DF-1AE3-7282-D49F-A524EED490B9}"/>
              </a:ext>
            </a:extLst>
          </p:cNvPr>
          <p:cNvSpPr/>
          <p:nvPr/>
        </p:nvSpPr>
        <p:spPr>
          <a:xfrm>
            <a:off x="10176387" y="4707001"/>
            <a:ext cx="756358"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r>
              <a:rPr kumimoji="0" lang="fr-FR" sz="800" b="1" i="1" u="none" strike="noStrike" kern="0" cap="none" spc="0" normalizeH="0" baseline="0" noProof="0" err="1">
                <a:ln>
                  <a:noFill/>
                </a:ln>
                <a:solidFill>
                  <a:srgbClr val="50BE87"/>
                </a:solidFill>
                <a:effectLst/>
                <a:uLnTx/>
                <a:uFillTx/>
                <a:latin typeface="Helvetica 75 Bold"/>
                <a:ea typeface="+mn-ea"/>
                <a:cs typeface="+mn-cs"/>
              </a:rPr>
              <a:t>validated</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p>
        </p:txBody>
      </p:sp>
      <p:cxnSp>
        <p:nvCxnSpPr>
          <p:cNvPr id="318" name="Connecteur droit 317">
            <a:extLst>
              <a:ext uri="{FF2B5EF4-FFF2-40B4-BE49-F238E27FC236}">
                <a16:creationId xmlns:a16="http://schemas.microsoft.com/office/drawing/2014/main" id="{F8294830-162B-F127-8F62-90F8E3F2CC90}"/>
              </a:ext>
            </a:extLst>
          </p:cNvPr>
          <p:cNvCxnSpPr>
            <a:cxnSpLocks/>
            <a:stCxn id="311" idx="0"/>
            <a:endCxn id="319" idx="4"/>
          </p:cNvCxnSpPr>
          <p:nvPr/>
        </p:nvCxnSpPr>
        <p:spPr>
          <a:xfrm flipV="1">
            <a:off x="3766633" y="4013258"/>
            <a:ext cx="6423" cy="57414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9" name="Ellipse 318">
            <a:extLst>
              <a:ext uri="{FF2B5EF4-FFF2-40B4-BE49-F238E27FC236}">
                <a16:creationId xmlns:a16="http://schemas.microsoft.com/office/drawing/2014/main" id="{74E537BC-F638-9ABF-37B8-34095C4CE255}"/>
              </a:ext>
            </a:extLst>
          </p:cNvPr>
          <p:cNvSpPr/>
          <p:nvPr/>
        </p:nvSpPr>
        <p:spPr>
          <a:xfrm>
            <a:off x="3748222" y="3967539"/>
            <a:ext cx="49667"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98" name="Connecteur droit 97">
            <a:extLst>
              <a:ext uri="{FF2B5EF4-FFF2-40B4-BE49-F238E27FC236}">
                <a16:creationId xmlns:a16="http://schemas.microsoft.com/office/drawing/2014/main" id="{B6A7CBCD-95D1-3C1C-37D8-1F748B4ACCF6}"/>
              </a:ext>
            </a:extLst>
          </p:cNvPr>
          <p:cNvCxnSpPr>
            <a:cxnSpLocks/>
            <a:endCxn id="99" idx="7"/>
          </p:cNvCxnSpPr>
          <p:nvPr/>
        </p:nvCxnSpPr>
        <p:spPr>
          <a:xfrm flipH="1">
            <a:off x="2229537" y="1525888"/>
            <a:ext cx="127752" cy="9865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Ellipse 98">
            <a:extLst>
              <a:ext uri="{FF2B5EF4-FFF2-40B4-BE49-F238E27FC236}">
                <a16:creationId xmlns:a16="http://schemas.microsoft.com/office/drawing/2014/main" id="{6DE5748E-C1D9-9629-382E-A713C7CBCF02}"/>
              </a:ext>
            </a:extLst>
          </p:cNvPr>
          <p:cNvSpPr/>
          <p:nvPr/>
        </p:nvSpPr>
        <p:spPr>
          <a:xfrm>
            <a:off x="2187144" y="1617848"/>
            <a:ext cx="49667"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105" name="Connecteur : en angle 104">
            <a:extLst>
              <a:ext uri="{FF2B5EF4-FFF2-40B4-BE49-F238E27FC236}">
                <a16:creationId xmlns:a16="http://schemas.microsoft.com/office/drawing/2014/main" id="{14429833-14B0-9ECD-E2D3-95A23EB09B41}"/>
              </a:ext>
            </a:extLst>
          </p:cNvPr>
          <p:cNvCxnSpPr>
            <a:cxnSpLocks/>
            <a:stCxn id="131" idx="3"/>
            <a:endCxn id="308" idx="1"/>
          </p:cNvCxnSpPr>
          <p:nvPr/>
        </p:nvCxnSpPr>
        <p:spPr>
          <a:xfrm flipH="1" flipV="1">
            <a:off x="3487886" y="2495235"/>
            <a:ext cx="149693" cy="1421862"/>
          </a:xfrm>
          <a:prstGeom prst="bentConnector5">
            <a:avLst>
              <a:gd name="adj1" fmla="val -152713"/>
              <a:gd name="adj2" fmla="val 50839"/>
              <a:gd name="adj3" fmla="val 252713"/>
            </a:avLst>
          </a:prstGeom>
          <a:ln w="19050">
            <a:solidFill>
              <a:schemeClr val="accent1">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12" name="Image 111">
            <a:extLst>
              <a:ext uri="{FF2B5EF4-FFF2-40B4-BE49-F238E27FC236}">
                <a16:creationId xmlns:a16="http://schemas.microsoft.com/office/drawing/2014/main" id="{3E6A877B-E266-61EB-B5C2-08CC6555B081}"/>
              </a:ext>
            </a:extLst>
          </p:cNvPr>
          <p:cNvPicPr>
            <a:picLocks noChangeAspect="1"/>
          </p:cNvPicPr>
          <p:nvPr/>
        </p:nvPicPr>
        <p:blipFill>
          <a:blip r:embed="rId14">
            <a:duotone>
              <a:schemeClr val="accent3">
                <a:shade val="45000"/>
                <a:satMod val="135000"/>
              </a:schemeClr>
              <a:prstClr val="white"/>
            </a:duotone>
          </a:blip>
          <a:stretch>
            <a:fillRect/>
          </a:stretch>
        </p:blipFill>
        <p:spPr>
          <a:xfrm>
            <a:off x="212938" y="4167269"/>
            <a:ext cx="331272" cy="333259"/>
          </a:xfrm>
          <a:prstGeom prst="rect">
            <a:avLst/>
          </a:prstGeom>
          <a:noFill/>
        </p:spPr>
      </p:pic>
      <p:pic>
        <p:nvPicPr>
          <p:cNvPr id="113" name="Image 112">
            <a:extLst>
              <a:ext uri="{FF2B5EF4-FFF2-40B4-BE49-F238E27FC236}">
                <a16:creationId xmlns:a16="http://schemas.microsoft.com/office/drawing/2014/main" id="{36FB4B1F-3DB0-7FCC-02F7-80666006A6A7}"/>
              </a:ext>
            </a:extLst>
          </p:cNvPr>
          <p:cNvPicPr>
            <a:picLocks noChangeAspect="1"/>
          </p:cNvPicPr>
          <p:nvPr/>
        </p:nvPicPr>
        <p:blipFill>
          <a:blip r:embed="rId14">
            <a:duotone>
              <a:prstClr val="black"/>
              <a:srgbClr val="D9C3A5">
                <a:tint val="50000"/>
                <a:satMod val="180000"/>
              </a:srgbClr>
            </a:duotone>
          </a:blip>
          <a:stretch>
            <a:fillRect/>
          </a:stretch>
        </p:blipFill>
        <p:spPr>
          <a:xfrm>
            <a:off x="2780703" y="3631979"/>
            <a:ext cx="145577" cy="146450"/>
          </a:xfrm>
          <a:prstGeom prst="rect">
            <a:avLst/>
          </a:prstGeom>
          <a:noFill/>
        </p:spPr>
      </p:pic>
      <p:pic>
        <p:nvPicPr>
          <p:cNvPr id="114" name="Image 113">
            <a:extLst>
              <a:ext uri="{FF2B5EF4-FFF2-40B4-BE49-F238E27FC236}">
                <a16:creationId xmlns:a16="http://schemas.microsoft.com/office/drawing/2014/main" id="{52AC7A90-7134-2984-61E0-EDF5E59BF2D6}"/>
              </a:ext>
            </a:extLst>
          </p:cNvPr>
          <p:cNvPicPr>
            <a:picLocks noChangeAspect="1"/>
          </p:cNvPicPr>
          <p:nvPr/>
        </p:nvPicPr>
        <p:blipFill>
          <a:blip r:embed="rId14">
            <a:duotone>
              <a:prstClr val="black"/>
              <a:srgbClr val="D9C3A5">
                <a:tint val="50000"/>
                <a:satMod val="180000"/>
              </a:srgbClr>
            </a:duotone>
          </a:blip>
          <a:stretch>
            <a:fillRect/>
          </a:stretch>
        </p:blipFill>
        <p:spPr>
          <a:xfrm>
            <a:off x="3861656" y="3639519"/>
            <a:ext cx="145577" cy="146450"/>
          </a:xfrm>
          <a:prstGeom prst="rect">
            <a:avLst/>
          </a:prstGeom>
          <a:noFill/>
        </p:spPr>
      </p:pic>
      <p:pic>
        <p:nvPicPr>
          <p:cNvPr id="115" name="Image 114">
            <a:extLst>
              <a:ext uri="{FF2B5EF4-FFF2-40B4-BE49-F238E27FC236}">
                <a16:creationId xmlns:a16="http://schemas.microsoft.com/office/drawing/2014/main" id="{392E6414-9645-ED16-97DF-77EF627102DA}"/>
              </a:ext>
            </a:extLst>
          </p:cNvPr>
          <p:cNvPicPr>
            <a:picLocks noChangeAspect="1"/>
          </p:cNvPicPr>
          <p:nvPr/>
        </p:nvPicPr>
        <p:blipFill>
          <a:blip r:embed="rId14">
            <a:duotone>
              <a:prstClr val="black"/>
              <a:srgbClr val="D9C3A5">
                <a:tint val="50000"/>
                <a:satMod val="180000"/>
              </a:srgbClr>
            </a:duotone>
          </a:blip>
          <a:stretch>
            <a:fillRect/>
          </a:stretch>
        </p:blipFill>
        <p:spPr>
          <a:xfrm>
            <a:off x="4946850" y="3646459"/>
            <a:ext cx="145577" cy="146450"/>
          </a:xfrm>
          <a:prstGeom prst="rect">
            <a:avLst/>
          </a:prstGeom>
          <a:noFill/>
        </p:spPr>
      </p:pic>
      <p:pic>
        <p:nvPicPr>
          <p:cNvPr id="116" name="Image 115">
            <a:extLst>
              <a:ext uri="{FF2B5EF4-FFF2-40B4-BE49-F238E27FC236}">
                <a16:creationId xmlns:a16="http://schemas.microsoft.com/office/drawing/2014/main" id="{A874E00C-7B01-AFE0-780C-30AFEE194D47}"/>
              </a:ext>
            </a:extLst>
          </p:cNvPr>
          <p:cNvPicPr>
            <a:picLocks noChangeAspect="1"/>
          </p:cNvPicPr>
          <p:nvPr/>
        </p:nvPicPr>
        <p:blipFill>
          <a:blip r:embed="rId14">
            <a:duotone>
              <a:prstClr val="black"/>
              <a:srgbClr val="D9C3A5">
                <a:tint val="50000"/>
                <a:satMod val="180000"/>
              </a:srgbClr>
            </a:duotone>
          </a:blip>
          <a:stretch>
            <a:fillRect/>
          </a:stretch>
        </p:blipFill>
        <p:spPr>
          <a:xfrm>
            <a:off x="6195061" y="3650616"/>
            <a:ext cx="145577" cy="146450"/>
          </a:xfrm>
          <a:prstGeom prst="rect">
            <a:avLst/>
          </a:prstGeom>
          <a:noFill/>
        </p:spPr>
      </p:pic>
      <p:pic>
        <p:nvPicPr>
          <p:cNvPr id="117" name="Image 116">
            <a:extLst>
              <a:ext uri="{FF2B5EF4-FFF2-40B4-BE49-F238E27FC236}">
                <a16:creationId xmlns:a16="http://schemas.microsoft.com/office/drawing/2014/main" id="{FE2E5A27-FC7E-5AC0-AEA9-D790034D0E6A}"/>
              </a:ext>
            </a:extLst>
          </p:cNvPr>
          <p:cNvPicPr>
            <a:picLocks noChangeAspect="1"/>
          </p:cNvPicPr>
          <p:nvPr/>
        </p:nvPicPr>
        <p:blipFill>
          <a:blip r:embed="rId14">
            <a:duotone>
              <a:prstClr val="black"/>
              <a:srgbClr val="D9C3A5">
                <a:tint val="50000"/>
                <a:satMod val="180000"/>
              </a:srgbClr>
            </a:duotone>
          </a:blip>
          <a:stretch>
            <a:fillRect/>
          </a:stretch>
        </p:blipFill>
        <p:spPr>
          <a:xfrm>
            <a:off x="6225423" y="4645787"/>
            <a:ext cx="145577" cy="146450"/>
          </a:xfrm>
          <a:prstGeom prst="rect">
            <a:avLst/>
          </a:prstGeom>
          <a:noFill/>
        </p:spPr>
      </p:pic>
      <p:pic>
        <p:nvPicPr>
          <p:cNvPr id="118" name="Image 117">
            <a:extLst>
              <a:ext uri="{FF2B5EF4-FFF2-40B4-BE49-F238E27FC236}">
                <a16:creationId xmlns:a16="http://schemas.microsoft.com/office/drawing/2014/main" id="{56269B39-65D1-720A-92F4-F18F039CB38B}"/>
              </a:ext>
            </a:extLst>
          </p:cNvPr>
          <p:cNvPicPr>
            <a:picLocks noChangeAspect="1"/>
          </p:cNvPicPr>
          <p:nvPr/>
        </p:nvPicPr>
        <p:blipFill>
          <a:blip r:embed="rId14">
            <a:duotone>
              <a:prstClr val="black"/>
              <a:srgbClr val="D9C3A5">
                <a:tint val="50000"/>
                <a:satMod val="180000"/>
              </a:srgbClr>
            </a:duotone>
          </a:blip>
          <a:stretch>
            <a:fillRect/>
          </a:stretch>
        </p:blipFill>
        <p:spPr>
          <a:xfrm>
            <a:off x="4997155" y="4707431"/>
            <a:ext cx="145577" cy="146450"/>
          </a:xfrm>
          <a:prstGeom prst="rect">
            <a:avLst/>
          </a:prstGeom>
          <a:noFill/>
        </p:spPr>
      </p:pic>
      <p:pic>
        <p:nvPicPr>
          <p:cNvPr id="119" name="Image 118">
            <a:extLst>
              <a:ext uri="{FF2B5EF4-FFF2-40B4-BE49-F238E27FC236}">
                <a16:creationId xmlns:a16="http://schemas.microsoft.com/office/drawing/2014/main" id="{AE5B4771-F266-E69D-F571-A08299B68D42}"/>
              </a:ext>
            </a:extLst>
          </p:cNvPr>
          <p:cNvPicPr>
            <a:picLocks noChangeAspect="1"/>
          </p:cNvPicPr>
          <p:nvPr/>
        </p:nvPicPr>
        <p:blipFill>
          <a:blip r:embed="rId14">
            <a:duotone>
              <a:prstClr val="black"/>
              <a:srgbClr val="D9C3A5">
                <a:tint val="50000"/>
                <a:satMod val="180000"/>
              </a:srgbClr>
            </a:duotone>
          </a:blip>
          <a:stretch>
            <a:fillRect/>
          </a:stretch>
        </p:blipFill>
        <p:spPr>
          <a:xfrm>
            <a:off x="9084540" y="3613701"/>
            <a:ext cx="145577" cy="146450"/>
          </a:xfrm>
          <a:prstGeom prst="rect">
            <a:avLst/>
          </a:prstGeom>
          <a:noFill/>
        </p:spPr>
      </p:pic>
      <p:pic>
        <p:nvPicPr>
          <p:cNvPr id="120" name="Image 119">
            <a:extLst>
              <a:ext uri="{FF2B5EF4-FFF2-40B4-BE49-F238E27FC236}">
                <a16:creationId xmlns:a16="http://schemas.microsoft.com/office/drawing/2014/main" id="{6FFA01C1-B4A4-ED36-5F1A-B04CB9B2B356}"/>
              </a:ext>
            </a:extLst>
          </p:cNvPr>
          <p:cNvPicPr>
            <a:picLocks noChangeAspect="1"/>
          </p:cNvPicPr>
          <p:nvPr/>
        </p:nvPicPr>
        <p:blipFill>
          <a:blip r:embed="rId14">
            <a:duotone>
              <a:prstClr val="black"/>
              <a:srgbClr val="D9C3A5">
                <a:tint val="50000"/>
                <a:satMod val="180000"/>
              </a:srgbClr>
            </a:duotone>
          </a:blip>
          <a:stretch>
            <a:fillRect/>
          </a:stretch>
        </p:blipFill>
        <p:spPr>
          <a:xfrm>
            <a:off x="10158686" y="3595240"/>
            <a:ext cx="145577" cy="146450"/>
          </a:xfrm>
          <a:prstGeom prst="rect">
            <a:avLst/>
          </a:prstGeom>
          <a:noFill/>
        </p:spPr>
      </p:pic>
      <p:pic>
        <p:nvPicPr>
          <p:cNvPr id="121" name="Image 120">
            <a:extLst>
              <a:ext uri="{FF2B5EF4-FFF2-40B4-BE49-F238E27FC236}">
                <a16:creationId xmlns:a16="http://schemas.microsoft.com/office/drawing/2014/main" id="{DA8529D2-6C48-14EC-6316-1CC686EE8D46}"/>
              </a:ext>
            </a:extLst>
          </p:cNvPr>
          <p:cNvPicPr>
            <a:picLocks noChangeAspect="1"/>
          </p:cNvPicPr>
          <p:nvPr/>
        </p:nvPicPr>
        <p:blipFill>
          <a:blip r:embed="rId14">
            <a:duotone>
              <a:prstClr val="black"/>
              <a:srgbClr val="D9C3A5">
                <a:tint val="50000"/>
                <a:satMod val="180000"/>
              </a:srgbClr>
            </a:duotone>
          </a:blip>
          <a:stretch>
            <a:fillRect/>
          </a:stretch>
        </p:blipFill>
        <p:spPr>
          <a:xfrm>
            <a:off x="11221678" y="3598265"/>
            <a:ext cx="145577" cy="146450"/>
          </a:xfrm>
          <a:prstGeom prst="rect">
            <a:avLst/>
          </a:prstGeom>
          <a:noFill/>
        </p:spPr>
      </p:pic>
      <p:sp>
        <p:nvSpPr>
          <p:cNvPr id="122" name="Rectangle 121">
            <a:extLst>
              <a:ext uri="{FF2B5EF4-FFF2-40B4-BE49-F238E27FC236}">
                <a16:creationId xmlns:a16="http://schemas.microsoft.com/office/drawing/2014/main" id="{E6C973B1-C9A1-510E-B0F9-D86F4317EB4C}"/>
              </a:ext>
            </a:extLst>
          </p:cNvPr>
          <p:cNvSpPr/>
          <p:nvPr/>
        </p:nvSpPr>
        <p:spPr>
          <a:xfrm>
            <a:off x="10349931" y="2869168"/>
            <a:ext cx="1584273" cy="434974"/>
          </a:xfrm>
          <a:prstGeom prst="rect">
            <a:avLst/>
          </a:prstGeom>
          <a:solidFill>
            <a:schemeClr val="accent3">
              <a:lumMod val="20000"/>
              <a:lumOff val="8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As a XXX,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am notified of quote validation by customer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Through [notification channel]</a:t>
            </a:r>
          </a:p>
        </p:txBody>
      </p:sp>
      <p:cxnSp>
        <p:nvCxnSpPr>
          <p:cNvPr id="123" name="Connecteur : en angle 122">
            <a:extLst>
              <a:ext uri="{FF2B5EF4-FFF2-40B4-BE49-F238E27FC236}">
                <a16:creationId xmlns:a16="http://schemas.microsoft.com/office/drawing/2014/main" id="{4BE439AD-5A90-CA49-C947-67ED090AB269}"/>
              </a:ext>
            </a:extLst>
          </p:cNvPr>
          <p:cNvCxnSpPr>
            <a:cxnSpLocks/>
          </p:cNvCxnSpPr>
          <p:nvPr/>
        </p:nvCxnSpPr>
        <p:spPr>
          <a:xfrm flipV="1">
            <a:off x="9920894" y="3281735"/>
            <a:ext cx="416609" cy="821344"/>
          </a:xfrm>
          <a:prstGeom prst="bentConnector3">
            <a:avLst>
              <a:gd name="adj1" fmla="val 50000"/>
            </a:avLst>
          </a:prstGeom>
          <a:ln w="19050">
            <a:solidFill>
              <a:schemeClr val="accent1">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22" name="Graphique 321" descr="Utilisateur contour">
            <a:extLst>
              <a:ext uri="{FF2B5EF4-FFF2-40B4-BE49-F238E27FC236}">
                <a16:creationId xmlns:a16="http://schemas.microsoft.com/office/drawing/2014/main" id="{01C42C51-84F2-FD18-49F7-C2A220EC9DB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75706" y="2389876"/>
            <a:ext cx="193174" cy="193174"/>
          </a:xfrm>
          <a:prstGeom prst="rect">
            <a:avLst/>
          </a:prstGeom>
        </p:spPr>
      </p:pic>
      <p:pic>
        <p:nvPicPr>
          <p:cNvPr id="323" name="Graphique 322" descr="Utilisateur contour">
            <a:extLst>
              <a:ext uri="{FF2B5EF4-FFF2-40B4-BE49-F238E27FC236}">
                <a16:creationId xmlns:a16="http://schemas.microsoft.com/office/drawing/2014/main" id="{82D7FEFE-B4A4-B57C-940A-295148825D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40713" y="2999567"/>
            <a:ext cx="193174" cy="193174"/>
          </a:xfrm>
          <a:prstGeom prst="rect">
            <a:avLst/>
          </a:prstGeom>
        </p:spPr>
      </p:pic>
      <p:sp>
        <p:nvSpPr>
          <p:cNvPr id="328" name="Rectangle 327">
            <a:extLst>
              <a:ext uri="{FF2B5EF4-FFF2-40B4-BE49-F238E27FC236}">
                <a16:creationId xmlns:a16="http://schemas.microsoft.com/office/drawing/2014/main" id="{B8921A86-264B-AB9D-B379-8CB4EEC3AC45}"/>
              </a:ext>
            </a:extLst>
          </p:cNvPr>
          <p:cNvSpPr/>
          <p:nvPr/>
        </p:nvSpPr>
        <p:spPr>
          <a:xfrm>
            <a:off x="3487789" y="2869284"/>
            <a:ext cx="1584273" cy="434974"/>
          </a:xfrm>
          <a:prstGeom prst="rect">
            <a:avLst/>
          </a:prstGeom>
          <a:solidFill>
            <a:schemeClr val="accent3">
              <a:lumMod val="20000"/>
              <a:lumOff val="8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As a XXX, I can access to the quote mirroring the customer cart if customer request support</a:t>
            </a:r>
          </a:p>
        </p:txBody>
      </p:sp>
      <p:pic>
        <p:nvPicPr>
          <p:cNvPr id="329" name="Graphique 328" descr="Utilisateur contour">
            <a:extLst>
              <a:ext uri="{FF2B5EF4-FFF2-40B4-BE49-F238E27FC236}">
                <a16:creationId xmlns:a16="http://schemas.microsoft.com/office/drawing/2014/main" id="{A11F5E65-439D-203A-9901-BF2CEF1561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84848" y="2991208"/>
            <a:ext cx="193174" cy="193174"/>
          </a:xfrm>
          <a:prstGeom prst="rect">
            <a:avLst/>
          </a:prstGeom>
        </p:spPr>
      </p:pic>
      <p:cxnSp>
        <p:nvCxnSpPr>
          <p:cNvPr id="330" name="Connecteur : en angle 329">
            <a:extLst>
              <a:ext uri="{FF2B5EF4-FFF2-40B4-BE49-F238E27FC236}">
                <a16:creationId xmlns:a16="http://schemas.microsoft.com/office/drawing/2014/main" id="{3058CC65-1EAD-BF0F-4FA5-CFEF965A4AAE}"/>
              </a:ext>
            </a:extLst>
          </p:cNvPr>
          <p:cNvCxnSpPr>
            <a:cxnSpLocks/>
            <a:stCxn id="131" idx="3"/>
            <a:endCxn id="328" idx="1"/>
          </p:cNvCxnSpPr>
          <p:nvPr/>
        </p:nvCxnSpPr>
        <p:spPr>
          <a:xfrm flipH="1" flipV="1">
            <a:off x="3487789" y="3086771"/>
            <a:ext cx="149790" cy="830326"/>
          </a:xfrm>
          <a:prstGeom prst="bentConnector5">
            <a:avLst>
              <a:gd name="adj1" fmla="val -152614"/>
              <a:gd name="adj2" fmla="val 51437"/>
              <a:gd name="adj3" fmla="val 252614"/>
            </a:avLst>
          </a:prstGeom>
          <a:ln w="19050">
            <a:solidFill>
              <a:schemeClr val="accent1">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8" name="Connecteur droit 337">
            <a:extLst>
              <a:ext uri="{FF2B5EF4-FFF2-40B4-BE49-F238E27FC236}">
                <a16:creationId xmlns:a16="http://schemas.microsoft.com/office/drawing/2014/main" id="{8257030A-8C67-4329-0E60-34669DAB3C0A}"/>
              </a:ext>
            </a:extLst>
          </p:cNvPr>
          <p:cNvCxnSpPr>
            <a:cxnSpLocks/>
            <a:stCxn id="313" idx="0"/>
            <a:endCxn id="339" idx="7"/>
          </p:cNvCxnSpPr>
          <p:nvPr/>
        </p:nvCxnSpPr>
        <p:spPr>
          <a:xfrm flipH="1" flipV="1">
            <a:off x="10063314" y="3943804"/>
            <a:ext cx="7363" cy="73463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39" name="Ellipse 338">
            <a:extLst>
              <a:ext uri="{FF2B5EF4-FFF2-40B4-BE49-F238E27FC236}">
                <a16:creationId xmlns:a16="http://schemas.microsoft.com/office/drawing/2014/main" id="{3E098F61-1DC0-E516-347A-E4D61C0165DD}"/>
              </a:ext>
            </a:extLst>
          </p:cNvPr>
          <p:cNvSpPr/>
          <p:nvPr/>
        </p:nvSpPr>
        <p:spPr>
          <a:xfrm>
            <a:off x="10020921" y="3937109"/>
            <a:ext cx="49667"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41" name="Rectangle 340">
            <a:extLst>
              <a:ext uri="{FF2B5EF4-FFF2-40B4-BE49-F238E27FC236}">
                <a16:creationId xmlns:a16="http://schemas.microsoft.com/office/drawing/2014/main" id="{5EB03580-5612-BCBA-E333-26A25EF4B297}"/>
              </a:ext>
            </a:extLst>
          </p:cNvPr>
          <p:cNvSpPr/>
          <p:nvPr/>
        </p:nvSpPr>
        <p:spPr>
          <a:xfrm>
            <a:off x="10153109" y="7026249"/>
            <a:ext cx="966643" cy="493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CLM</a:t>
            </a:r>
          </a:p>
        </p:txBody>
      </p:sp>
      <p:sp>
        <p:nvSpPr>
          <p:cNvPr id="342" name="Rectangle 341">
            <a:extLst>
              <a:ext uri="{FF2B5EF4-FFF2-40B4-BE49-F238E27FC236}">
                <a16:creationId xmlns:a16="http://schemas.microsoft.com/office/drawing/2014/main" id="{0A2CE8A1-4B20-0555-F664-6CFF6FFBF258}"/>
              </a:ext>
            </a:extLst>
          </p:cNvPr>
          <p:cNvSpPr/>
          <p:nvPr/>
        </p:nvSpPr>
        <p:spPr>
          <a:xfrm>
            <a:off x="2357289" y="6949021"/>
            <a:ext cx="966643" cy="493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CRM</a:t>
            </a:r>
          </a:p>
        </p:txBody>
      </p:sp>
      <p:sp>
        <p:nvSpPr>
          <p:cNvPr id="85" name="Titre 1">
            <a:extLst>
              <a:ext uri="{FF2B5EF4-FFF2-40B4-BE49-F238E27FC236}">
                <a16:creationId xmlns:a16="http://schemas.microsoft.com/office/drawing/2014/main" id="{C3B17829-C17F-459A-2CD2-9382FE67D446}"/>
              </a:ext>
            </a:extLst>
          </p:cNvPr>
          <p:cNvSpPr txBox="1">
            <a:spLocks/>
          </p:cNvSpPr>
          <p:nvPr/>
        </p:nvSpPr>
        <p:spPr>
          <a:xfrm>
            <a:off x="108280" y="5414703"/>
            <a:ext cx="1585845"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Other</a:t>
            </a:r>
            <a:r>
              <a:rPr kumimoji="0" lang="fr-FR"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a:t>
            </a: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cxnSp>
        <p:nvCxnSpPr>
          <p:cNvPr id="86" name="Connecteur droit 85">
            <a:extLst>
              <a:ext uri="{FF2B5EF4-FFF2-40B4-BE49-F238E27FC236}">
                <a16:creationId xmlns:a16="http://schemas.microsoft.com/office/drawing/2014/main" id="{A1C6F4E3-CF85-B978-3F09-80B7A7A06BE1}"/>
              </a:ext>
            </a:extLst>
          </p:cNvPr>
          <p:cNvCxnSpPr/>
          <p:nvPr/>
        </p:nvCxnSpPr>
        <p:spPr>
          <a:xfrm>
            <a:off x="325189" y="5303135"/>
            <a:ext cx="1188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7" name="Graphique 86" descr="Cause à effet avec un remplissage uni">
            <a:extLst>
              <a:ext uri="{FF2B5EF4-FFF2-40B4-BE49-F238E27FC236}">
                <a16:creationId xmlns:a16="http://schemas.microsoft.com/office/drawing/2014/main" id="{60DC1754-59AA-F4B2-5152-EE32A59C5B3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9962" y="5698483"/>
            <a:ext cx="624548" cy="624548"/>
          </a:xfrm>
          <a:prstGeom prst="rect">
            <a:avLst/>
          </a:prstGeom>
        </p:spPr>
      </p:pic>
      <p:pic>
        <p:nvPicPr>
          <p:cNvPr id="90" name="Graphique 89" descr="Engrenages contour">
            <a:extLst>
              <a:ext uri="{FF2B5EF4-FFF2-40B4-BE49-F238E27FC236}">
                <a16:creationId xmlns:a16="http://schemas.microsoft.com/office/drawing/2014/main" id="{41D6A67B-9DB2-CC23-F566-C287CC851F0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30823" y="5929985"/>
            <a:ext cx="376554" cy="376554"/>
          </a:xfrm>
          <a:prstGeom prst="rect">
            <a:avLst/>
          </a:prstGeom>
        </p:spPr>
      </p:pic>
      <p:sp>
        <p:nvSpPr>
          <p:cNvPr id="91" name="Rectangle : coins arrondis 90">
            <a:extLst>
              <a:ext uri="{FF2B5EF4-FFF2-40B4-BE49-F238E27FC236}">
                <a16:creationId xmlns:a16="http://schemas.microsoft.com/office/drawing/2014/main" id="{AD853FBB-B6C7-60ED-41B5-6FEBAFF8DB5C}"/>
              </a:ext>
            </a:extLst>
          </p:cNvPr>
          <p:cNvSpPr/>
          <p:nvPr/>
        </p:nvSpPr>
        <p:spPr>
          <a:xfrm>
            <a:off x="1950781" y="5799310"/>
            <a:ext cx="808364" cy="482715"/>
          </a:xfrm>
          <a:prstGeom prst="roundRect">
            <a:avLst>
              <a:gd name="adj" fmla="val 7931"/>
            </a:avLst>
          </a:prstGeom>
          <a:solidFill>
            <a:schemeClr val="tx2"/>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solidFill>
                <a:effectLst/>
                <a:uLnTx/>
                <a:uFillTx/>
                <a:latin typeface="Helvetica 75 Bold"/>
                <a:ea typeface="+mn-ea"/>
                <a:cs typeface="+mn-cs"/>
              </a:rPr>
              <a:t>C</a:t>
            </a:r>
            <a:r>
              <a:rPr kumimoji="0" lang="en-US" sz="800" b="1" i="0" u="none" strike="noStrike" kern="0" cap="none" spc="0" normalizeH="0" baseline="0" noProof="0">
                <a:ln>
                  <a:noFill/>
                </a:ln>
                <a:solidFill>
                  <a:srgbClr val="FFFFFF"/>
                </a:solidFill>
                <a:effectLst/>
                <a:uLnTx/>
                <a:uFillTx/>
                <a:latin typeface="Helvetica 75 Bold"/>
                <a:ea typeface="+mn-ea"/>
                <a:cs typeface="+mn-cs"/>
              </a:rPr>
              <a:t>RM </a:t>
            </a:r>
          </a:p>
        </p:txBody>
      </p:sp>
      <p:pic>
        <p:nvPicPr>
          <p:cNvPr id="92" name="Image 91">
            <a:extLst>
              <a:ext uri="{FF2B5EF4-FFF2-40B4-BE49-F238E27FC236}">
                <a16:creationId xmlns:a16="http://schemas.microsoft.com/office/drawing/2014/main" id="{089C145E-ECCF-0242-D0B9-D77B7A3258C4}"/>
              </a:ext>
            </a:extLst>
          </p:cNvPr>
          <p:cNvPicPr>
            <a:picLocks noChangeAspect="1"/>
          </p:cNvPicPr>
          <p:nvPr/>
        </p:nvPicPr>
        <p:blipFill>
          <a:blip r:embed="rId14">
            <a:duotone>
              <a:prstClr val="black"/>
              <a:srgbClr val="D9C3A5">
                <a:tint val="50000"/>
                <a:satMod val="180000"/>
              </a:srgbClr>
            </a:duotone>
          </a:blip>
          <a:stretch>
            <a:fillRect/>
          </a:stretch>
        </p:blipFill>
        <p:spPr>
          <a:xfrm>
            <a:off x="1902269" y="5673794"/>
            <a:ext cx="145577" cy="146450"/>
          </a:xfrm>
          <a:prstGeom prst="rect">
            <a:avLst/>
          </a:prstGeom>
          <a:noFill/>
          <a:ln>
            <a:noFill/>
          </a:ln>
        </p:spPr>
      </p:pic>
      <p:cxnSp>
        <p:nvCxnSpPr>
          <p:cNvPr id="94" name="Connecteur : en angle 93">
            <a:extLst>
              <a:ext uri="{FF2B5EF4-FFF2-40B4-BE49-F238E27FC236}">
                <a16:creationId xmlns:a16="http://schemas.microsoft.com/office/drawing/2014/main" id="{717DFEAB-FF25-D35B-A03F-8EFE0CA40601}"/>
              </a:ext>
            </a:extLst>
          </p:cNvPr>
          <p:cNvCxnSpPr>
            <a:cxnSpLocks/>
            <a:stCxn id="91" idx="0"/>
            <a:endCxn id="131" idx="2"/>
          </p:cNvCxnSpPr>
          <p:nvPr/>
        </p:nvCxnSpPr>
        <p:spPr>
          <a:xfrm rot="5400000" flipH="1" flipV="1">
            <a:off x="1973752" y="4539665"/>
            <a:ext cx="1640856" cy="878434"/>
          </a:xfrm>
          <a:prstGeom prst="bentConnector3">
            <a:avLst>
              <a:gd name="adj1" fmla="val 50000"/>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1" name="Rectangle : coins arrondis 100">
            <a:extLst>
              <a:ext uri="{FF2B5EF4-FFF2-40B4-BE49-F238E27FC236}">
                <a16:creationId xmlns:a16="http://schemas.microsoft.com/office/drawing/2014/main" id="{5A85E636-3CD9-ED04-3140-9F5BF3392757}"/>
              </a:ext>
            </a:extLst>
          </p:cNvPr>
          <p:cNvSpPr/>
          <p:nvPr/>
        </p:nvSpPr>
        <p:spPr>
          <a:xfrm>
            <a:off x="8035665" y="5799310"/>
            <a:ext cx="808364" cy="482715"/>
          </a:xfrm>
          <a:prstGeom prst="roundRect">
            <a:avLst>
              <a:gd name="adj" fmla="val 7931"/>
            </a:avLst>
          </a:prstGeom>
          <a:solidFill>
            <a:schemeClr val="tx2"/>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solidFill>
                <a:effectLst/>
                <a:uLnTx/>
                <a:uFillTx/>
                <a:latin typeface="Helvetica 75 Bold"/>
                <a:ea typeface="+mn-ea"/>
                <a:cs typeface="+mn-cs"/>
              </a:rPr>
              <a:t>CLM</a:t>
            </a:r>
            <a:r>
              <a:rPr kumimoji="0" lang="en-US" sz="800" b="1" i="0" u="none" strike="noStrike" kern="0" cap="none" spc="0" normalizeH="0" baseline="0" noProof="0">
                <a:ln>
                  <a:noFill/>
                </a:ln>
                <a:solidFill>
                  <a:srgbClr val="FFFFFF"/>
                </a:solidFill>
                <a:effectLst/>
                <a:uLnTx/>
                <a:uFillTx/>
                <a:latin typeface="Helvetica 75 Bold"/>
                <a:ea typeface="+mn-ea"/>
                <a:cs typeface="+mn-cs"/>
              </a:rPr>
              <a:t> </a:t>
            </a:r>
          </a:p>
        </p:txBody>
      </p:sp>
      <p:pic>
        <p:nvPicPr>
          <p:cNvPr id="102" name="Image 101">
            <a:extLst>
              <a:ext uri="{FF2B5EF4-FFF2-40B4-BE49-F238E27FC236}">
                <a16:creationId xmlns:a16="http://schemas.microsoft.com/office/drawing/2014/main" id="{E98F5F74-11E9-CD95-83EC-69E5D62D6D86}"/>
              </a:ext>
            </a:extLst>
          </p:cNvPr>
          <p:cNvPicPr>
            <a:picLocks noChangeAspect="1"/>
          </p:cNvPicPr>
          <p:nvPr/>
        </p:nvPicPr>
        <p:blipFill>
          <a:blip r:embed="rId14">
            <a:duotone>
              <a:prstClr val="black"/>
              <a:srgbClr val="D9C3A5">
                <a:tint val="50000"/>
                <a:satMod val="180000"/>
              </a:srgbClr>
            </a:duotone>
          </a:blip>
          <a:stretch>
            <a:fillRect/>
          </a:stretch>
        </p:blipFill>
        <p:spPr>
          <a:xfrm>
            <a:off x="8069570" y="5658458"/>
            <a:ext cx="145577" cy="146450"/>
          </a:xfrm>
          <a:prstGeom prst="rect">
            <a:avLst/>
          </a:prstGeom>
          <a:noFill/>
          <a:ln>
            <a:noFill/>
          </a:ln>
        </p:spPr>
      </p:pic>
      <p:cxnSp>
        <p:nvCxnSpPr>
          <p:cNvPr id="103" name="Connecteur : en angle 102">
            <a:extLst>
              <a:ext uri="{FF2B5EF4-FFF2-40B4-BE49-F238E27FC236}">
                <a16:creationId xmlns:a16="http://schemas.microsoft.com/office/drawing/2014/main" id="{40D8E8BD-F095-DA56-17A4-BFB68895BF8F}"/>
              </a:ext>
            </a:extLst>
          </p:cNvPr>
          <p:cNvCxnSpPr>
            <a:cxnSpLocks/>
            <a:stCxn id="138" idx="2"/>
            <a:endCxn id="101" idx="0"/>
          </p:cNvCxnSpPr>
          <p:nvPr/>
        </p:nvCxnSpPr>
        <p:spPr>
          <a:xfrm rot="5400000">
            <a:off x="8690109" y="3891710"/>
            <a:ext cx="1657338" cy="2157862"/>
          </a:xfrm>
          <a:prstGeom prst="bentConnector3">
            <a:avLst>
              <a:gd name="adj1" fmla="val 50000"/>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Connecteur : en angle 106">
            <a:extLst>
              <a:ext uri="{FF2B5EF4-FFF2-40B4-BE49-F238E27FC236}">
                <a16:creationId xmlns:a16="http://schemas.microsoft.com/office/drawing/2014/main" id="{1733B108-9653-B765-9615-0FF7DCBBCD0F}"/>
              </a:ext>
            </a:extLst>
          </p:cNvPr>
          <p:cNvCxnSpPr>
            <a:cxnSpLocks/>
            <a:stCxn id="101" idx="1"/>
            <a:endCxn id="136" idx="3"/>
          </p:cNvCxnSpPr>
          <p:nvPr/>
        </p:nvCxnSpPr>
        <p:spPr>
          <a:xfrm rot="10800000">
            <a:off x="7050769" y="3917052"/>
            <a:ext cx="984896" cy="2123616"/>
          </a:xfrm>
          <a:prstGeom prst="bentConnector3">
            <a:avLst>
              <a:gd name="adj1" fmla="val 50000"/>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7CCDD537-D4ED-8C58-3FA0-3E5876E19FC7}"/>
              </a:ext>
            </a:extLst>
          </p:cNvPr>
          <p:cNvSpPr/>
          <p:nvPr/>
        </p:nvSpPr>
        <p:spPr>
          <a:xfrm>
            <a:off x="1147157" y="5843007"/>
            <a:ext cx="847045" cy="254939"/>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dirty="0">
                <a:ln>
                  <a:noFill/>
                </a:ln>
                <a:solidFill>
                  <a:schemeClr val="bg1"/>
                </a:solidFill>
                <a:effectLst/>
                <a:uLnTx/>
                <a:uFillTx/>
                <a:latin typeface="Helvetica 75 Bold"/>
                <a:ea typeface="+mn-ea"/>
                <a:cs typeface="+mn-cs"/>
              </a:rPr>
              <a:t>Opportunity </a:t>
            </a:r>
            <a:r>
              <a:rPr kumimoji="0" lang="fr-FR" sz="800" b="1" i="1" u="none" strike="noStrike" kern="0" cap="none" spc="0" normalizeH="0" baseline="0" noProof="0" dirty="0" err="1">
                <a:ln>
                  <a:noFill/>
                </a:ln>
                <a:solidFill>
                  <a:schemeClr val="bg1"/>
                </a:solidFill>
                <a:effectLst/>
                <a:uLnTx/>
                <a:uFillTx/>
                <a:latin typeface="Helvetica 75 Bold"/>
                <a:ea typeface="+mn-ea"/>
                <a:cs typeface="+mn-cs"/>
              </a:rPr>
              <a:t>is</a:t>
            </a:r>
            <a:r>
              <a:rPr kumimoji="0" lang="fr-FR" sz="800" b="1" i="1" u="none" strike="noStrike" kern="0" cap="none" spc="0" normalizeH="0" baseline="0" noProof="0" dirty="0">
                <a:ln>
                  <a:noFill/>
                </a:ln>
                <a:solidFill>
                  <a:schemeClr val="bg1"/>
                </a:solidFill>
                <a:effectLst/>
                <a:uLnTx/>
                <a:uFillTx/>
                <a:latin typeface="Helvetica 75 Bold"/>
                <a:ea typeface="+mn-ea"/>
                <a:cs typeface="+mn-cs"/>
              </a:rPr>
              <a:t> </a:t>
            </a:r>
            <a:r>
              <a:rPr kumimoji="0" lang="fr-FR" sz="800" b="1" i="1" u="none" strike="noStrike" kern="0" cap="none" spc="0" normalizeH="0" baseline="0" noProof="0" dirty="0" err="1">
                <a:ln>
                  <a:noFill/>
                </a:ln>
                <a:solidFill>
                  <a:schemeClr val="bg1"/>
                </a:solidFill>
                <a:effectLst/>
                <a:uLnTx/>
                <a:uFillTx/>
                <a:latin typeface="Helvetica 75 Bold"/>
                <a:ea typeface="+mn-ea"/>
                <a:cs typeface="+mn-cs"/>
              </a:rPr>
              <a:t>created</a:t>
            </a:r>
            <a:endParaRPr kumimoji="0" lang="fr-FR" sz="800" b="1" i="1" u="none" strike="noStrike" kern="0" cap="none" spc="0" normalizeH="0" baseline="0" noProof="0" dirty="0">
              <a:ln>
                <a:noFill/>
              </a:ln>
              <a:solidFill>
                <a:schemeClr val="bg1"/>
              </a:solidFill>
              <a:effectLst/>
              <a:uLnTx/>
              <a:uFillTx/>
              <a:latin typeface="Helvetica 75 Bold"/>
              <a:ea typeface="+mn-ea"/>
              <a:cs typeface="+mn-cs"/>
            </a:endParaRPr>
          </a:p>
        </p:txBody>
      </p:sp>
      <p:sp>
        <p:nvSpPr>
          <p:cNvPr id="152" name="Rectangle 151">
            <a:extLst>
              <a:ext uri="{FF2B5EF4-FFF2-40B4-BE49-F238E27FC236}">
                <a16:creationId xmlns:a16="http://schemas.microsoft.com/office/drawing/2014/main" id="{745CA0AF-1A28-AE6B-3650-B97BA45092C4}"/>
              </a:ext>
            </a:extLst>
          </p:cNvPr>
          <p:cNvSpPr/>
          <p:nvPr/>
        </p:nvSpPr>
        <p:spPr>
          <a:xfrm>
            <a:off x="6244334" y="6163620"/>
            <a:ext cx="1539698" cy="299201"/>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a:ln>
                  <a:noFill/>
                </a:ln>
                <a:solidFill>
                  <a:schemeClr val="bg1"/>
                </a:solidFill>
                <a:effectLst/>
                <a:uLnTx/>
                <a:uFillTx/>
                <a:latin typeface="Helvetica 75 Bold"/>
                <a:ea typeface="+mn-ea"/>
                <a:cs typeface="+mn-cs"/>
              </a:rPr>
              <a:t>CLM </a:t>
            </a:r>
            <a:r>
              <a:rPr kumimoji="0" lang="fr-FR" sz="800" b="1" i="1" u="none" strike="noStrike" kern="0" cap="none" spc="0" normalizeH="0" baseline="0" noProof="0" err="1">
                <a:ln>
                  <a:noFill/>
                </a:ln>
                <a:solidFill>
                  <a:schemeClr val="bg1"/>
                </a:solidFill>
                <a:effectLst/>
                <a:uLnTx/>
                <a:uFillTx/>
                <a:latin typeface="Helvetica 75 Bold"/>
                <a:ea typeface="+mn-ea"/>
                <a:cs typeface="+mn-cs"/>
              </a:rPr>
              <a:t>sends</a:t>
            </a:r>
            <a:r>
              <a:rPr kumimoji="0" lang="fr-FR" sz="800" b="1" i="1" u="none" strike="noStrike" kern="0" cap="none" spc="0" normalizeH="0" baseline="0" noProof="0">
                <a:ln>
                  <a:noFill/>
                </a:ln>
                <a:solidFill>
                  <a:schemeClr val="bg1"/>
                </a:solidFill>
                <a:effectLst/>
                <a:uLnTx/>
                <a:uFillTx/>
                <a:latin typeface="Helvetica 75 Bold"/>
                <a:ea typeface="+mn-ea"/>
                <a:cs typeface="+mn-cs"/>
              </a:rPr>
              <a:t> a </a:t>
            </a:r>
            <a:r>
              <a:rPr kumimoji="0" lang="fr-FR" sz="800" b="1" i="1" u="none" strike="noStrike" kern="0" cap="none" spc="0" normalizeH="0" baseline="0" noProof="0" err="1">
                <a:ln>
                  <a:noFill/>
                </a:ln>
                <a:solidFill>
                  <a:schemeClr val="bg1"/>
                </a:solidFill>
                <a:effectLst/>
                <a:uLnTx/>
                <a:uFillTx/>
                <a:latin typeface="Helvetica 75 Bold"/>
                <a:ea typeface="+mn-ea"/>
                <a:cs typeface="+mn-cs"/>
              </a:rPr>
              <a:t>request</a:t>
            </a:r>
            <a:r>
              <a:rPr kumimoji="0" lang="fr-FR" sz="800" b="1" i="1" u="none" strike="noStrike" kern="0" cap="none" spc="0" normalizeH="0" baseline="0" noProof="0">
                <a:ln>
                  <a:noFill/>
                </a:ln>
                <a:solidFill>
                  <a:schemeClr val="bg1"/>
                </a:solidFill>
                <a:effectLst/>
                <a:uLnTx/>
                <a:uFillTx/>
                <a:latin typeface="Helvetica 75 Bold"/>
                <a:ea typeface="+mn-ea"/>
                <a:cs typeface="+mn-cs"/>
              </a:rPr>
              <a:t> for </a:t>
            </a:r>
            <a:r>
              <a:rPr kumimoji="0" lang="fr-FR" sz="800" b="1" i="1" u="none" strike="noStrike" kern="0" cap="none" spc="0" normalizeH="0" baseline="0" noProof="0" err="1">
                <a:ln>
                  <a:noFill/>
                </a:ln>
                <a:solidFill>
                  <a:schemeClr val="bg1"/>
                </a:solidFill>
                <a:effectLst/>
                <a:uLnTx/>
                <a:uFillTx/>
                <a:latin typeface="Helvetica 75 Bold"/>
                <a:ea typeface="+mn-ea"/>
                <a:cs typeface="+mn-cs"/>
              </a:rPr>
              <a:t>customer</a:t>
            </a:r>
            <a:r>
              <a:rPr kumimoji="0" lang="fr-FR" sz="800" b="1" i="1" u="none" strike="noStrike" kern="0" cap="none" spc="0" normalizeH="0" baseline="0" noProof="0">
                <a:ln>
                  <a:noFill/>
                </a:ln>
                <a:solidFill>
                  <a:schemeClr val="bg1"/>
                </a:solidFill>
                <a:effectLst/>
                <a:uLnTx/>
                <a:uFillTx/>
                <a:latin typeface="Helvetica 75 Bold"/>
                <a:ea typeface="+mn-ea"/>
                <a:cs typeface="+mn-cs"/>
              </a:rPr>
              <a:t> information </a:t>
            </a:r>
          </a:p>
        </p:txBody>
      </p:sp>
      <p:sp>
        <p:nvSpPr>
          <p:cNvPr id="153" name="Rectangle 152">
            <a:extLst>
              <a:ext uri="{FF2B5EF4-FFF2-40B4-BE49-F238E27FC236}">
                <a16:creationId xmlns:a16="http://schemas.microsoft.com/office/drawing/2014/main" id="{8540FF90-8A8D-7B42-6C8E-B75D4545662B}"/>
              </a:ext>
            </a:extLst>
          </p:cNvPr>
          <p:cNvSpPr/>
          <p:nvPr/>
        </p:nvSpPr>
        <p:spPr>
          <a:xfrm>
            <a:off x="8481618" y="5371724"/>
            <a:ext cx="1286679" cy="25907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a:ln>
                  <a:noFill/>
                </a:ln>
                <a:solidFill>
                  <a:schemeClr val="bg1"/>
                </a:solidFill>
                <a:effectLst/>
                <a:uLnTx/>
                <a:uFillTx/>
                <a:latin typeface="Helvetica 75 Bold"/>
                <a:ea typeface="+mn-ea"/>
                <a:cs typeface="+mn-cs"/>
              </a:rPr>
              <a:t>CPQ </a:t>
            </a:r>
            <a:r>
              <a:rPr kumimoji="0" lang="fr-FR" sz="800" b="1" i="1" u="none" strike="noStrike" kern="0" cap="none" spc="0" normalizeH="0" baseline="0" noProof="0" err="1">
                <a:ln>
                  <a:noFill/>
                </a:ln>
                <a:solidFill>
                  <a:schemeClr val="bg1"/>
                </a:solidFill>
                <a:effectLst/>
                <a:uLnTx/>
                <a:uFillTx/>
                <a:latin typeface="Helvetica 75 Bold"/>
                <a:ea typeface="+mn-ea"/>
                <a:cs typeface="+mn-cs"/>
              </a:rPr>
              <a:t>sends</a:t>
            </a:r>
            <a:r>
              <a:rPr kumimoji="0" lang="fr-FR" sz="800" b="1" i="1" u="none" strike="noStrike" kern="0" cap="none" spc="0" normalizeH="0" baseline="0" noProof="0">
                <a:ln>
                  <a:noFill/>
                </a:ln>
                <a:solidFill>
                  <a:schemeClr val="bg1"/>
                </a:solidFill>
                <a:effectLst/>
                <a:uLnTx/>
                <a:uFillTx/>
                <a:latin typeface="Helvetica 75 Bold"/>
                <a:ea typeface="+mn-ea"/>
                <a:cs typeface="+mn-cs"/>
              </a:rPr>
              <a:t> a </a:t>
            </a:r>
            <a:r>
              <a:rPr kumimoji="0" lang="fr-FR" sz="800" b="1" i="1" u="none" strike="noStrike" kern="0" cap="none" spc="0" normalizeH="0" baseline="0" noProof="0" err="1">
                <a:ln>
                  <a:noFill/>
                </a:ln>
                <a:solidFill>
                  <a:schemeClr val="bg1"/>
                </a:solidFill>
                <a:effectLst/>
                <a:uLnTx/>
                <a:uFillTx/>
                <a:latin typeface="Helvetica 75 Bold"/>
                <a:ea typeface="+mn-ea"/>
                <a:cs typeface="+mn-cs"/>
              </a:rPr>
              <a:t>request</a:t>
            </a:r>
            <a:r>
              <a:rPr kumimoji="0" lang="fr-FR" sz="800" b="1" i="1" u="none" strike="noStrike" kern="0" cap="none" spc="0" normalizeH="0" baseline="0" noProof="0">
                <a:ln>
                  <a:noFill/>
                </a:ln>
                <a:solidFill>
                  <a:schemeClr val="bg1"/>
                </a:solidFill>
                <a:effectLst/>
                <a:uLnTx/>
                <a:uFillTx/>
                <a:latin typeface="Helvetica 75 Bold"/>
                <a:ea typeface="+mn-ea"/>
                <a:cs typeface="+mn-cs"/>
              </a:rPr>
              <a:t> for </a:t>
            </a:r>
            <a:r>
              <a:rPr kumimoji="0" lang="fr-FR" sz="800" b="1" i="1" u="none" strike="noStrike" kern="0" cap="none" spc="0" normalizeH="0" baseline="0" noProof="0" err="1">
                <a:ln>
                  <a:noFill/>
                </a:ln>
                <a:solidFill>
                  <a:schemeClr val="bg1"/>
                </a:solidFill>
                <a:effectLst/>
                <a:uLnTx/>
                <a:uFillTx/>
                <a:latin typeface="Helvetica 75 Bold"/>
                <a:ea typeface="+mn-ea"/>
                <a:cs typeface="+mn-cs"/>
              </a:rPr>
              <a:t>contract</a:t>
            </a:r>
            <a:r>
              <a:rPr kumimoji="0" lang="fr-FR" sz="800" b="1" i="1" u="none" strike="noStrike" kern="0" cap="none" spc="0" normalizeH="0" baseline="0" noProof="0">
                <a:ln>
                  <a:noFill/>
                </a:ln>
                <a:solidFill>
                  <a:schemeClr val="bg1"/>
                </a:solidFill>
                <a:effectLst/>
                <a:uLnTx/>
                <a:uFillTx/>
                <a:latin typeface="Helvetica 75 Bold"/>
                <a:ea typeface="+mn-ea"/>
                <a:cs typeface="+mn-cs"/>
              </a:rPr>
              <a:t> ID </a:t>
            </a:r>
          </a:p>
        </p:txBody>
      </p:sp>
    </p:spTree>
    <p:extLst>
      <p:ext uri="{BB962C8B-B14F-4D97-AF65-F5344CB8AC3E}">
        <p14:creationId xmlns:p14="http://schemas.microsoft.com/office/powerpoint/2010/main" val="317997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265B-E7FA-8A5A-2FC6-F30A35A0D9B5}"/>
            </a:ext>
          </a:extLst>
        </p:cNvPr>
        <p:cNvGrpSpPr/>
        <p:nvPr/>
      </p:nvGrpSpPr>
      <p:grpSpPr>
        <a:xfrm>
          <a:off x="0" y="0"/>
          <a:ext cx="0" cy="0"/>
          <a:chOff x="0" y="0"/>
          <a:chExt cx="0" cy="0"/>
        </a:xfrm>
      </p:grpSpPr>
      <p:cxnSp>
        <p:nvCxnSpPr>
          <p:cNvPr id="264" name="Connecteur droit 263">
            <a:extLst>
              <a:ext uri="{FF2B5EF4-FFF2-40B4-BE49-F238E27FC236}">
                <a16:creationId xmlns:a16="http://schemas.microsoft.com/office/drawing/2014/main" id="{E350EEBA-CA4A-7FBA-5986-B3DDB096658A}"/>
              </a:ext>
            </a:extLst>
          </p:cNvPr>
          <p:cNvCxnSpPr/>
          <p:nvPr/>
        </p:nvCxnSpPr>
        <p:spPr>
          <a:xfrm>
            <a:off x="-5232" y="2020814"/>
            <a:ext cx="12192000" cy="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A93F13C-5A7A-C45B-692C-E3D6C0F80C98}"/>
              </a:ext>
            </a:extLst>
          </p:cNvPr>
          <p:cNvSpPr>
            <a:spLocks noGrp="1"/>
          </p:cNvSpPr>
          <p:nvPr>
            <p:ph type="title"/>
          </p:nvPr>
        </p:nvSpPr>
        <p:spPr/>
        <p:txBody>
          <a:bodyPr/>
          <a:lstStyle/>
          <a:p>
            <a:r>
              <a:rPr kumimoji="0" lang="en-US"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Targeted MVP quotation journey – SD-WAN</a:t>
            </a:r>
            <a:b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br>
            <a:r>
              <a:rPr lang="en-US" sz="2000">
                <a:solidFill>
                  <a:srgbClr val="000000"/>
                </a:solidFill>
              </a:rPr>
              <a:t>Underlying quotation processes supporting the customer/user experience</a:t>
            </a:r>
            <a:endParaRPr lang="en-US" sz="2400"/>
          </a:p>
        </p:txBody>
      </p:sp>
      <p:sp>
        <p:nvSpPr>
          <p:cNvPr id="4" name="Titre 1">
            <a:extLst>
              <a:ext uri="{FF2B5EF4-FFF2-40B4-BE49-F238E27FC236}">
                <a16:creationId xmlns:a16="http://schemas.microsoft.com/office/drawing/2014/main" id="{0CE5AA5F-9FB5-F351-E283-C425DE010EB5}"/>
              </a:ext>
            </a:extLst>
          </p:cNvPr>
          <p:cNvSpPr txBox="1">
            <a:spLocks/>
          </p:cNvSpPr>
          <p:nvPr/>
        </p:nvSpPr>
        <p:spPr>
          <a:xfrm>
            <a:off x="106114" y="956243"/>
            <a:ext cx="821914" cy="411691"/>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a:ln>
                  <a:noFill/>
                </a:ln>
                <a:solidFill>
                  <a:srgbClr val="000000"/>
                </a:solidFill>
                <a:effectLst/>
                <a:uLnTx/>
                <a:uFillTx/>
                <a:latin typeface="Helvetica 75 Bold" panose="020B0804020202020204" pitchFamily="34" charset="0"/>
                <a:ea typeface="+mj-ea"/>
                <a:cs typeface="+mj-cs"/>
              </a:rPr>
              <a:t>Customer </a:t>
            </a:r>
            <a:endParaRPr kumimoji="0" lang="en-US" sz="1200" b="1" i="0" u="none" strike="noStrike" kern="1200" cap="none" spc="-27" normalizeH="0" baseline="0" noProof="0">
              <a:ln>
                <a:noFill/>
              </a:ln>
              <a:solidFill>
                <a:srgbClr val="000000"/>
              </a:solidFill>
              <a:effectLst/>
              <a:uLnTx/>
              <a:uFillTx/>
              <a:latin typeface="Helvetica 75 Bold" panose="020B0804020202020204" pitchFamily="34" charset="0"/>
              <a:ea typeface="+mj-ea"/>
              <a:cs typeface="+mj-cs"/>
            </a:endParaRPr>
          </a:p>
        </p:txBody>
      </p:sp>
      <p:grpSp>
        <p:nvGrpSpPr>
          <p:cNvPr id="6" name="Logo">
            <a:extLst>
              <a:ext uri="{FF2B5EF4-FFF2-40B4-BE49-F238E27FC236}">
                <a16:creationId xmlns:a16="http://schemas.microsoft.com/office/drawing/2014/main" id="{6711E949-4B15-72BB-7AC8-62618D1D46AC}"/>
              </a:ext>
            </a:extLst>
          </p:cNvPr>
          <p:cNvGrpSpPr/>
          <p:nvPr/>
        </p:nvGrpSpPr>
        <p:grpSpPr>
          <a:xfrm rot="16200000">
            <a:off x="-798113" y="4283428"/>
            <a:ext cx="860983" cy="180907"/>
            <a:chOff x="569913" y="4057650"/>
            <a:chExt cx="2447925" cy="514350"/>
          </a:xfrm>
        </p:grpSpPr>
        <p:sp>
          <p:nvSpPr>
            <p:cNvPr id="7" name="Freeform 5">
              <a:extLst>
                <a:ext uri="{FF2B5EF4-FFF2-40B4-BE49-F238E27FC236}">
                  <a16:creationId xmlns:a16="http://schemas.microsoft.com/office/drawing/2014/main" id="{923A6939-8B9F-B076-CBFD-D3C1CFE0CED6}"/>
                </a:ext>
              </a:extLst>
            </p:cNvPr>
            <p:cNvSpPr/>
            <p:nvPr userDrawn="1"/>
          </p:nvSpPr>
          <p:spPr bwMode="auto">
            <a:xfrm>
              <a:off x="1243013" y="4160838"/>
              <a:ext cx="257175" cy="307975"/>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8" name="Freeform 6">
              <a:extLst>
                <a:ext uri="{FF2B5EF4-FFF2-40B4-BE49-F238E27FC236}">
                  <a16:creationId xmlns:a16="http://schemas.microsoft.com/office/drawing/2014/main" id="{69AE6F3F-7BF2-328B-6CF9-FB453DD26F87}"/>
                </a:ext>
              </a:extLst>
            </p:cNvPr>
            <p:cNvSpPr/>
            <p:nvPr userDrawn="1"/>
          </p:nvSpPr>
          <p:spPr bwMode="auto">
            <a:xfrm>
              <a:off x="1531938" y="4244975"/>
              <a:ext cx="209550" cy="23018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9" name="Freeform 7">
              <a:extLst>
                <a:ext uri="{FF2B5EF4-FFF2-40B4-BE49-F238E27FC236}">
                  <a16:creationId xmlns:a16="http://schemas.microsoft.com/office/drawing/2014/main" id="{9B69EAE7-8170-57BB-E6AA-6E40F8A18CAF}"/>
                </a:ext>
              </a:extLst>
            </p:cNvPr>
            <p:cNvSpPr/>
            <p:nvPr userDrawn="1"/>
          </p:nvSpPr>
          <p:spPr bwMode="auto">
            <a:xfrm>
              <a:off x="1770063" y="4238625"/>
              <a:ext cx="206375" cy="236538"/>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Freeform 8">
              <a:extLst>
                <a:ext uri="{FF2B5EF4-FFF2-40B4-BE49-F238E27FC236}">
                  <a16:creationId xmlns:a16="http://schemas.microsoft.com/office/drawing/2014/main" id="{1BB735B3-4274-0951-72E0-4B9F36DBB7AB}"/>
                </a:ext>
              </a:extLst>
            </p:cNvPr>
            <p:cNvSpPr/>
            <p:nvPr userDrawn="1"/>
          </p:nvSpPr>
          <p:spPr bwMode="auto">
            <a:xfrm>
              <a:off x="2008188" y="4160838"/>
              <a:ext cx="60325" cy="307975"/>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1" name="Freeform 9">
              <a:extLst>
                <a:ext uri="{FF2B5EF4-FFF2-40B4-BE49-F238E27FC236}">
                  <a16:creationId xmlns:a16="http://schemas.microsoft.com/office/drawing/2014/main" id="{3719D09E-ABD0-16BC-5238-4D97BDBFE01A}"/>
                </a:ext>
              </a:extLst>
            </p:cNvPr>
            <p:cNvSpPr/>
            <p:nvPr userDrawn="1"/>
          </p:nvSpPr>
          <p:spPr bwMode="auto">
            <a:xfrm>
              <a:off x="2109788" y="4238625"/>
              <a:ext cx="209550" cy="23018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2" name="Freeform 10">
              <a:extLst>
                <a:ext uri="{FF2B5EF4-FFF2-40B4-BE49-F238E27FC236}">
                  <a16:creationId xmlns:a16="http://schemas.microsoft.com/office/drawing/2014/main" id="{A9245C00-A69F-D070-AA2F-E304515FC329}"/>
                </a:ext>
              </a:extLst>
            </p:cNvPr>
            <p:cNvSpPr/>
            <p:nvPr userDrawn="1"/>
          </p:nvSpPr>
          <p:spPr bwMode="auto">
            <a:xfrm>
              <a:off x="2347913" y="4238625"/>
              <a:ext cx="222250" cy="236538"/>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3" name="Freeform 11">
              <a:extLst>
                <a:ext uri="{FF2B5EF4-FFF2-40B4-BE49-F238E27FC236}">
                  <a16:creationId xmlns:a16="http://schemas.microsoft.com/office/drawing/2014/main" id="{162B53DE-2612-92C0-4BEE-66CBA9DB7EBE}"/>
                </a:ext>
              </a:extLst>
            </p:cNvPr>
            <p:cNvSpPr/>
            <p:nvPr userDrawn="1"/>
          </p:nvSpPr>
          <p:spPr bwMode="auto">
            <a:xfrm>
              <a:off x="2586038"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4" name="Freeform 12">
              <a:extLst>
                <a:ext uri="{FF2B5EF4-FFF2-40B4-BE49-F238E27FC236}">
                  <a16:creationId xmlns:a16="http://schemas.microsoft.com/office/drawing/2014/main" id="{984DF017-F225-C5FD-C053-B40AA94A8838}"/>
                </a:ext>
              </a:extLst>
            </p:cNvPr>
            <p:cNvSpPr/>
            <p:nvPr userDrawn="1"/>
          </p:nvSpPr>
          <p:spPr bwMode="auto">
            <a:xfrm>
              <a:off x="2811463"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5" name="Rectangle 13">
              <a:extLst>
                <a:ext uri="{FF2B5EF4-FFF2-40B4-BE49-F238E27FC236}">
                  <a16:creationId xmlns:a16="http://schemas.microsoft.com/office/drawing/2014/main" id="{3EFB4064-32A6-BCFB-6FE3-B3D6FDD91771}"/>
                </a:ext>
              </a:extLst>
            </p:cNvPr>
            <p:cNvSpPr/>
            <p:nvPr userDrawn="1"/>
          </p:nvSpPr>
          <p:spPr bwMode="auto">
            <a:xfrm>
              <a:off x="569913" y="4057650"/>
              <a:ext cx="514350" cy="514350"/>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Freeform 14">
              <a:extLst>
                <a:ext uri="{FF2B5EF4-FFF2-40B4-BE49-F238E27FC236}">
                  <a16:creationId xmlns:a16="http://schemas.microsoft.com/office/drawing/2014/main" id="{EAB496F2-13C2-2B75-D65E-96B143432BB0}"/>
                </a:ext>
              </a:extLst>
            </p:cNvPr>
            <p:cNvSpPr/>
            <p:nvPr userDrawn="1"/>
          </p:nvSpPr>
          <p:spPr bwMode="auto">
            <a:xfrm>
              <a:off x="727076" y="4454525"/>
              <a:ext cx="63500" cy="74613"/>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 name="Freeform 15">
              <a:extLst>
                <a:ext uri="{FF2B5EF4-FFF2-40B4-BE49-F238E27FC236}">
                  <a16:creationId xmlns:a16="http://schemas.microsoft.com/office/drawing/2014/main" id="{8581EB56-E364-5144-44DB-8A2384C4E390}"/>
                </a:ext>
              </a:extLst>
            </p:cNvPr>
            <p:cNvSpPr/>
            <p:nvPr userDrawn="1"/>
          </p:nvSpPr>
          <p:spPr bwMode="auto">
            <a:xfrm>
              <a:off x="806451" y="4454525"/>
              <a:ext cx="63500" cy="73025"/>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Freeform 16">
              <a:extLst>
                <a:ext uri="{FF2B5EF4-FFF2-40B4-BE49-F238E27FC236}">
                  <a16:creationId xmlns:a16="http://schemas.microsoft.com/office/drawing/2014/main" id="{2D624FA5-0369-EB7B-40CD-A3BDFCD5D8FD}"/>
                </a:ext>
              </a:extLst>
            </p:cNvPr>
            <p:cNvSpPr/>
            <p:nvPr userDrawn="1"/>
          </p:nvSpPr>
          <p:spPr bwMode="auto">
            <a:xfrm>
              <a:off x="960438" y="4454525"/>
              <a:ext cx="66675" cy="74613"/>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Freeform 17">
              <a:extLst>
                <a:ext uri="{FF2B5EF4-FFF2-40B4-BE49-F238E27FC236}">
                  <a16:creationId xmlns:a16="http://schemas.microsoft.com/office/drawing/2014/main" id="{1E33B3BE-5CBC-B2CC-5894-0745D4BADF3D}"/>
                </a:ext>
              </a:extLst>
            </p:cNvPr>
            <p:cNvSpPr/>
            <p:nvPr userDrawn="1"/>
          </p:nvSpPr>
          <p:spPr bwMode="auto">
            <a:xfrm>
              <a:off x="598488" y="4454525"/>
              <a:ext cx="69850" cy="762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Freeform 18">
              <a:extLst>
                <a:ext uri="{FF2B5EF4-FFF2-40B4-BE49-F238E27FC236}">
                  <a16:creationId xmlns:a16="http://schemas.microsoft.com/office/drawing/2014/main" id="{552CA4A0-BD13-6CAE-5B25-5F51601ADBB2}"/>
                </a:ext>
              </a:extLst>
            </p:cNvPr>
            <p:cNvSpPr/>
            <p:nvPr userDrawn="1"/>
          </p:nvSpPr>
          <p:spPr bwMode="auto">
            <a:xfrm>
              <a:off x="681038" y="4454525"/>
              <a:ext cx="41275" cy="74613"/>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Freeform 19">
              <a:extLst>
                <a:ext uri="{FF2B5EF4-FFF2-40B4-BE49-F238E27FC236}">
                  <a16:creationId xmlns:a16="http://schemas.microsoft.com/office/drawing/2014/main" id="{7CB4E831-E2EB-3FC0-AE79-3EBCA6051E7C}"/>
                </a:ext>
              </a:extLst>
            </p:cNvPr>
            <p:cNvSpPr/>
            <p:nvPr userDrawn="1"/>
          </p:nvSpPr>
          <p:spPr bwMode="auto">
            <a:xfrm>
              <a:off x="882651" y="4454525"/>
              <a:ext cx="66675" cy="101600"/>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2" name="Freeform 20">
              <a:extLst>
                <a:ext uri="{FF2B5EF4-FFF2-40B4-BE49-F238E27FC236}">
                  <a16:creationId xmlns:a16="http://schemas.microsoft.com/office/drawing/2014/main" id="{4AF5DC2D-AB78-D4C6-8918-352BF82E8035}"/>
                </a:ext>
              </a:extLst>
            </p:cNvPr>
            <p:cNvSpPr/>
            <p:nvPr userDrawn="1"/>
          </p:nvSpPr>
          <p:spPr bwMode="auto">
            <a:xfrm>
              <a:off x="1016001" y="4429125"/>
              <a:ext cx="49213" cy="2381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grpSp>
      <p:sp>
        <p:nvSpPr>
          <p:cNvPr id="23" name="Titre 1">
            <a:extLst>
              <a:ext uri="{FF2B5EF4-FFF2-40B4-BE49-F238E27FC236}">
                <a16:creationId xmlns:a16="http://schemas.microsoft.com/office/drawing/2014/main" id="{554EC0E0-B7DC-858C-7E8F-B9605811671B}"/>
              </a:ext>
            </a:extLst>
          </p:cNvPr>
          <p:cNvSpPr txBox="1">
            <a:spLocks/>
          </p:cNvSpPr>
          <p:nvPr/>
        </p:nvSpPr>
        <p:spPr>
          <a:xfrm>
            <a:off x="31441" y="3640624"/>
            <a:ext cx="1585845"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31" name="Rectangle : coins arrondis 30">
            <a:extLst>
              <a:ext uri="{FF2B5EF4-FFF2-40B4-BE49-F238E27FC236}">
                <a16:creationId xmlns:a16="http://schemas.microsoft.com/office/drawing/2014/main" id="{975EB98C-6301-2369-B28D-6BB0A34C0544}"/>
              </a:ext>
            </a:extLst>
          </p:cNvPr>
          <p:cNvSpPr/>
          <p:nvPr/>
        </p:nvSpPr>
        <p:spPr>
          <a:xfrm>
            <a:off x="91284" y="7033781"/>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configure my sites /provide requested information</a:t>
            </a:r>
          </a:p>
        </p:txBody>
      </p:sp>
      <p:sp>
        <p:nvSpPr>
          <p:cNvPr id="32" name="Rectangle : coins arrondis 31">
            <a:extLst>
              <a:ext uri="{FF2B5EF4-FFF2-40B4-BE49-F238E27FC236}">
                <a16:creationId xmlns:a16="http://schemas.microsoft.com/office/drawing/2014/main" id="{2A8B767B-419C-7710-2C21-FE08AC954B34}"/>
              </a:ext>
            </a:extLst>
          </p:cNvPr>
          <p:cNvSpPr/>
          <p:nvPr/>
        </p:nvSpPr>
        <p:spPr>
          <a:xfrm>
            <a:off x="1345887" y="7033781"/>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select an offer and add it to cart</a:t>
            </a:r>
          </a:p>
        </p:txBody>
      </p:sp>
      <p:sp>
        <p:nvSpPr>
          <p:cNvPr id="33" name="Rectangle : coins arrondis 32">
            <a:extLst>
              <a:ext uri="{FF2B5EF4-FFF2-40B4-BE49-F238E27FC236}">
                <a16:creationId xmlns:a16="http://schemas.microsoft.com/office/drawing/2014/main" id="{BD9D57EC-B1EC-BA95-E388-D2D4F1155BFF}"/>
              </a:ext>
            </a:extLst>
          </p:cNvPr>
          <p:cNvSpPr/>
          <p:nvPr/>
        </p:nvSpPr>
        <p:spPr>
          <a:xfrm>
            <a:off x="4437231" y="7033781"/>
            <a:ext cx="1425128"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choose my options according to my need and </a:t>
            </a:r>
            <a:r>
              <a:rPr kumimoji="0" lang="en-US" sz="1000" b="1" i="0" u="none" strike="noStrike" kern="0" cap="none" spc="0" normalizeH="0" baseline="0" noProof="0">
                <a:ln>
                  <a:noFill/>
                </a:ln>
                <a:solidFill>
                  <a:srgbClr val="FFFFFF"/>
                </a:solidFill>
                <a:effectLst/>
                <a:uLnTx/>
                <a:uFillTx/>
                <a:latin typeface="Helvetica 75 Bold"/>
                <a:ea typeface="+mn-ea"/>
                <a:cs typeface="+mn-cs"/>
              </a:rPr>
              <a:t>add to cart</a:t>
            </a:r>
          </a:p>
        </p:txBody>
      </p:sp>
      <p:sp>
        <p:nvSpPr>
          <p:cNvPr id="34" name="Rectangle : coins arrondis 33">
            <a:extLst>
              <a:ext uri="{FF2B5EF4-FFF2-40B4-BE49-F238E27FC236}">
                <a16:creationId xmlns:a16="http://schemas.microsoft.com/office/drawing/2014/main" id="{E3EB3617-0C52-2ABF-86DA-375EFBEDA18C}"/>
              </a:ext>
            </a:extLst>
          </p:cNvPr>
          <p:cNvSpPr/>
          <p:nvPr/>
        </p:nvSpPr>
        <p:spPr>
          <a:xfrm>
            <a:off x="6117026" y="7033781"/>
            <a:ext cx="1295571"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a:t>
            </a:r>
            <a:r>
              <a:rPr kumimoji="0" lang="en-US" sz="1000" b="1" i="0" u="none" strike="noStrike" kern="0" cap="none" spc="0" normalizeH="0" baseline="0" noProof="0">
                <a:ln>
                  <a:noFill/>
                </a:ln>
                <a:solidFill>
                  <a:srgbClr val="FFFFFF"/>
                </a:solidFill>
                <a:effectLst/>
                <a:uLnTx/>
                <a:uFillTx/>
                <a:latin typeface="Helvetica 75 Bold"/>
                <a:ea typeface="+mn-ea"/>
                <a:cs typeface="+mn-cs"/>
              </a:rPr>
              <a:t>see real time pricing </a:t>
            </a:r>
            <a:r>
              <a:rPr kumimoji="0" lang="en-US" sz="1000" b="0" i="0" u="none" strike="noStrike" kern="0" cap="none" spc="0" normalizeH="0" baseline="0" noProof="0">
                <a:ln>
                  <a:noFill/>
                </a:ln>
                <a:solidFill>
                  <a:srgbClr val="FFFFFF"/>
                </a:solidFill>
                <a:effectLst/>
                <a:uLnTx/>
                <a:uFillTx/>
                <a:latin typeface="Helvetica 75 Bold"/>
                <a:ea typeface="+mn-ea"/>
                <a:cs typeface="+mn-cs"/>
              </a:rPr>
              <a:t>depending on the product configuration</a:t>
            </a:r>
          </a:p>
        </p:txBody>
      </p:sp>
      <p:sp>
        <p:nvSpPr>
          <p:cNvPr id="36" name="Rectangle : coins arrondis 35">
            <a:extLst>
              <a:ext uri="{FF2B5EF4-FFF2-40B4-BE49-F238E27FC236}">
                <a16:creationId xmlns:a16="http://schemas.microsoft.com/office/drawing/2014/main" id="{568D1C6C-AA84-BD65-D4FE-A812C0B7901D}"/>
              </a:ext>
            </a:extLst>
          </p:cNvPr>
          <p:cNvSpPr/>
          <p:nvPr/>
        </p:nvSpPr>
        <p:spPr>
          <a:xfrm>
            <a:off x="8964058" y="7033781"/>
            <a:ext cx="973382"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0" cap="none" spc="0" normalizeH="0" baseline="0" noProof="0">
              <a:ln>
                <a:noFill/>
              </a:ln>
              <a:solidFill>
                <a:srgbClr val="FFFFFF"/>
              </a:solidFill>
              <a:effectLst/>
              <a:uLnTx/>
              <a:uFillTx/>
              <a:latin typeface="Helvetica 75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can click on “order”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Helvetica 75 Bold"/>
              <a:ea typeface="+mn-ea"/>
              <a:cs typeface="+mn-cs"/>
            </a:endParaRPr>
          </a:p>
        </p:txBody>
      </p:sp>
      <p:sp>
        <p:nvSpPr>
          <p:cNvPr id="38" name="Rectangle : coins arrondis 37">
            <a:extLst>
              <a:ext uri="{FF2B5EF4-FFF2-40B4-BE49-F238E27FC236}">
                <a16:creationId xmlns:a16="http://schemas.microsoft.com/office/drawing/2014/main" id="{F59F22B2-0B52-AE89-1918-B51C3A6547B7}"/>
              </a:ext>
            </a:extLst>
          </p:cNvPr>
          <p:cNvSpPr/>
          <p:nvPr/>
        </p:nvSpPr>
        <p:spPr>
          <a:xfrm>
            <a:off x="7606999" y="7033781"/>
            <a:ext cx="1070720" cy="777418"/>
          </a:xfrm>
          <a:prstGeom prst="roundRect">
            <a:avLst>
              <a:gd name="adj" fmla="val 7931"/>
            </a:avLst>
          </a:prstGeom>
          <a:gradFill flip="none" rotWithShape="1">
            <a:gsLst>
              <a:gs pos="0">
                <a:srgbClr val="FF7900"/>
              </a:gs>
              <a:gs pos="100000">
                <a:schemeClr val="accent1">
                  <a:lumMod val="75000"/>
                </a:scheme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visualize my </a:t>
            </a:r>
            <a:r>
              <a:rPr kumimoji="0" lang="en-US" sz="1000" b="1" i="0" u="none" strike="noStrike" kern="0" cap="none" spc="0" normalizeH="0" baseline="0" noProof="0">
                <a:ln>
                  <a:noFill/>
                </a:ln>
                <a:solidFill>
                  <a:srgbClr val="FFFFFF"/>
                </a:solidFill>
                <a:effectLst/>
                <a:uLnTx/>
                <a:uFillTx/>
                <a:latin typeface="Helvetica 75 Bold"/>
                <a:ea typeface="+mn-ea"/>
                <a:cs typeface="+mn-cs"/>
              </a:rPr>
              <a:t>cart</a:t>
            </a:r>
            <a:r>
              <a:rPr kumimoji="0" lang="en-US" sz="1000" b="0" i="0" u="none" strike="noStrike" kern="0" cap="none" spc="0" normalizeH="0" baseline="0" noProof="0">
                <a:ln>
                  <a:noFill/>
                </a:ln>
                <a:solidFill>
                  <a:srgbClr val="FFFFFF"/>
                </a:solidFill>
                <a:effectLst/>
                <a:uLnTx/>
                <a:uFillTx/>
                <a:latin typeface="Helvetica 75 Bold"/>
                <a:ea typeface="+mn-ea"/>
                <a:cs typeface="+mn-cs"/>
              </a:rPr>
              <a:t> and </a:t>
            </a:r>
            <a:r>
              <a:rPr kumimoji="0" lang="en-US" sz="1000" b="1" i="0" u="none" strike="noStrike" kern="0" cap="none" spc="0" normalizeH="0" baseline="0" noProof="0">
                <a:ln>
                  <a:noFill/>
                </a:ln>
                <a:solidFill>
                  <a:srgbClr val="FFFFFF"/>
                </a:solidFill>
                <a:effectLst/>
                <a:uLnTx/>
                <a:uFillTx/>
                <a:latin typeface="Helvetica 75 Bold"/>
                <a:ea typeface="+mn-ea"/>
                <a:cs typeface="+mn-cs"/>
              </a:rPr>
              <a:t>order summary</a:t>
            </a:r>
          </a:p>
        </p:txBody>
      </p:sp>
      <p:cxnSp>
        <p:nvCxnSpPr>
          <p:cNvPr id="48" name="Connecteur droit avec flèche 47">
            <a:extLst>
              <a:ext uri="{FF2B5EF4-FFF2-40B4-BE49-F238E27FC236}">
                <a16:creationId xmlns:a16="http://schemas.microsoft.com/office/drawing/2014/main" id="{FF047018-1EEC-DA98-C725-B060EE90A434}"/>
              </a:ext>
            </a:extLst>
          </p:cNvPr>
          <p:cNvCxnSpPr>
            <a:cxnSpLocks/>
            <a:stCxn id="31" idx="3"/>
            <a:endCxn id="32" idx="1"/>
          </p:cNvCxnSpPr>
          <p:nvPr/>
        </p:nvCxnSpPr>
        <p:spPr>
          <a:xfrm>
            <a:off x="1162004" y="7422490"/>
            <a:ext cx="183883"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8EE57A8D-927C-4CC0-A3E8-F03501ADFE21}"/>
              </a:ext>
            </a:extLst>
          </p:cNvPr>
          <p:cNvCxnSpPr>
            <a:cxnSpLocks/>
            <a:stCxn id="32" idx="3"/>
            <a:endCxn id="33" idx="1"/>
          </p:cNvCxnSpPr>
          <p:nvPr/>
        </p:nvCxnSpPr>
        <p:spPr>
          <a:xfrm>
            <a:off x="2416607" y="7422490"/>
            <a:ext cx="2020624"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38E86B2B-62DC-0D18-E88E-C7D13E61ABCD}"/>
              </a:ext>
            </a:extLst>
          </p:cNvPr>
          <p:cNvCxnSpPr>
            <a:cxnSpLocks/>
            <a:stCxn id="33" idx="3"/>
            <a:endCxn id="34" idx="1"/>
          </p:cNvCxnSpPr>
          <p:nvPr/>
        </p:nvCxnSpPr>
        <p:spPr>
          <a:xfrm>
            <a:off x="5862359" y="7422490"/>
            <a:ext cx="254667"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70C67111-2941-3BDD-69B4-E64B9B7DF1DA}"/>
              </a:ext>
            </a:extLst>
          </p:cNvPr>
          <p:cNvCxnSpPr>
            <a:cxnSpLocks/>
            <a:stCxn id="34" idx="3"/>
            <a:endCxn id="38" idx="1"/>
          </p:cNvCxnSpPr>
          <p:nvPr/>
        </p:nvCxnSpPr>
        <p:spPr>
          <a:xfrm>
            <a:off x="7412597" y="7422490"/>
            <a:ext cx="194402"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B1F09E90-14DE-B101-CD30-C33C97B5E491}"/>
              </a:ext>
            </a:extLst>
          </p:cNvPr>
          <p:cNvCxnSpPr>
            <a:cxnSpLocks/>
            <a:stCxn id="38" idx="3"/>
            <a:endCxn id="36" idx="1"/>
          </p:cNvCxnSpPr>
          <p:nvPr/>
        </p:nvCxnSpPr>
        <p:spPr>
          <a:xfrm>
            <a:off x="8677719" y="7422490"/>
            <a:ext cx="286339"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Panier de course avec un remplissage uni">
            <a:extLst>
              <a:ext uri="{FF2B5EF4-FFF2-40B4-BE49-F238E27FC236}">
                <a16:creationId xmlns:a16="http://schemas.microsoft.com/office/drawing/2014/main" id="{C9F6144D-9E4E-0C76-F05F-5A9CAEA7B6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1255" y="6795575"/>
            <a:ext cx="407605" cy="407605"/>
          </a:xfrm>
          <a:prstGeom prst="rect">
            <a:avLst/>
          </a:prstGeom>
        </p:spPr>
      </p:pic>
      <p:pic>
        <p:nvPicPr>
          <p:cNvPr id="72" name="Graphique 71" descr="Panier de course avec un remplissage uni">
            <a:extLst>
              <a:ext uri="{FF2B5EF4-FFF2-40B4-BE49-F238E27FC236}">
                <a16:creationId xmlns:a16="http://schemas.microsoft.com/office/drawing/2014/main" id="{863FE06A-48CC-97F3-3843-77FD5FF97D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54291" y="6803965"/>
            <a:ext cx="407605" cy="407605"/>
          </a:xfrm>
          <a:prstGeom prst="rect">
            <a:avLst/>
          </a:prstGeom>
        </p:spPr>
      </p:pic>
      <p:cxnSp>
        <p:nvCxnSpPr>
          <p:cNvPr id="347" name="Connecteur droit avec flèche 346">
            <a:extLst>
              <a:ext uri="{FF2B5EF4-FFF2-40B4-BE49-F238E27FC236}">
                <a16:creationId xmlns:a16="http://schemas.microsoft.com/office/drawing/2014/main" id="{0D365A03-6377-8721-543C-4AEE29F69221}"/>
              </a:ext>
            </a:extLst>
          </p:cNvPr>
          <p:cNvCxnSpPr>
            <a:cxnSpLocks/>
            <a:stCxn id="36" idx="3"/>
          </p:cNvCxnSpPr>
          <p:nvPr/>
        </p:nvCxnSpPr>
        <p:spPr>
          <a:xfrm>
            <a:off x="9937440" y="7422490"/>
            <a:ext cx="1736348"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e 23">
            <a:extLst>
              <a:ext uri="{FF2B5EF4-FFF2-40B4-BE49-F238E27FC236}">
                <a16:creationId xmlns:a16="http://schemas.microsoft.com/office/drawing/2014/main" id="{4605B5C7-4196-2460-EE07-F0EBC11C0FB4}"/>
              </a:ext>
            </a:extLst>
          </p:cNvPr>
          <p:cNvGrpSpPr/>
          <p:nvPr/>
        </p:nvGrpSpPr>
        <p:grpSpPr>
          <a:xfrm>
            <a:off x="-3660596" y="1359542"/>
            <a:ext cx="1332986" cy="630000"/>
            <a:chOff x="1149350" y="3090895"/>
            <a:chExt cx="772441" cy="951414"/>
          </a:xfrm>
        </p:grpSpPr>
        <p:sp>
          <p:nvSpPr>
            <p:cNvPr id="25" name="Rectangle : coins arrondis 24">
              <a:extLst>
                <a:ext uri="{FF2B5EF4-FFF2-40B4-BE49-F238E27FC236}">
                  <a16:creationId xmlns:a16="http://schemas.microsoft.com/office/drawing/2014/main" id="{89A9E81A-CBE8-153A-EF05-AA4A766EBE15}"/>
                </a:ext>
              </a:extLst>
            </p:cNvPr>
            <p:cNvSpPr/>
            <p:nvPr/>
          </p:nvSpPr>
          <p:spPr>
            <a:xfrm>
              <a:off x="1149350" y="3090895"/>
              <a:ext cx="772441" cy="951414"/>
            </a:xfrm>
            <a:prstGeom prst="roundRect">
              <a:avLst>
                <a:gd name="adj" fmla="val 12799"/>
              </a:avLst>
            </a:prstGeom>
            <a:solidFill>
              <a:schemeClr val="tx1"/>
            </a:solidFill>
            <a:ln w="25400" cap="flat" cmpd="sng" algn="ctr">
              <a:no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26" name="Rectangle : coins arrondis 25">
              <a:extLst>
                <a:ext uri="{FF2B5EF4-FFF2-40B4-BE49-F238E27FC236}">
                  <a16:creationId xmlns:a16="http://schemas.microsoft.com/office/drawing/2014/main" id="{173DC0CF-21BF-025E-648D-8A43784E5B77}"/>
                </a:ext>
              </a:extLst>
            </p:cNvPr>
            <p:cNvSpPr/>
            <p:nvPr/>
          </p:nvSpPr>
          <p:spPr>
            <a:xfrm>
              <a:off x="1215286" y="3138790"/>
              <a:ext cx="678251"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75 Bold"/>
                  <a:ea typeface="+mn-ea"/>
                  <a:cs typeface="+mn-cs"/>
                </a:rPr>
                <a:t>I fill in all the needed information</a:t>
              </a:r>
            </a:p>
          </p:txBody>
        </p:sp>
      </p:grpSp>
      <p:grpSp>
        <p:nvGrpSpPr>
          <p:cNvPr id="27" name="Groupe 26">
            <a:extLst>
              <a:ext uri="{FF2B5EF4-FFF2-40B4-BE49-F238E27FC236}">
                <a16:creationId xmlns:a16="http://schemas.microsoft.com/office/drawing/2014/main" id="{703B1A6C-C2B9-F18D-4BE4-E895FD5E7171}"/>
              </a:ext>
            </a:extLst>
          </p:cNvPr>
          <p:cNvGrpSpPr/>
          <p:nvPr/>
        </p:nvGrpSpPr>
        <p:grpSpPr>
          <a:xfrm>
            <a:off x="-2017589" y="1359543"/>
            <a:ext cx="1486800" cy="630000"/>
            <a:chOff x="1202647" y="3090895"/>
            <a:chExt cx="719144" cy="951414"/>
          </a:xfrm>
        </p:grpSpPr>
        <p:sp>
          <p:nvSpPr>
            <p:cNvPr id="28" name="Rectangle : coins arrondis 27">
              <a:extLst>
                <a:ext uri="{FF2B5EF4-FFF2-40B4-BE49-F238E27FC236}">
                  <a16:creationId xmlns:a16="http://schemas.microsoft.com/office/drawing/2014/main" id="{495295C0-A297-E151-76F7-BBEB5452D604}"/>
                </a:ext>
              </a:extLst>
            </p:cNvPr>
            <p:cNvSpPr/>
            <p:nvPr/>
          </p:nvSpPr>
          <p:spPr>
            <a:xfrm>
              <a:off x="1202647" y="3090895"/>
              <a:ext cx="719144"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29" name="Rectangle : coins arrondis 28">
              <a:extLst>
                <a:ext uri="{FF2B5EF4-FFF2-40B4-BE49-F238E27FC236}">
                  <a16:creationId xmlns:a16="http://schemas.microsoft.com/office/drawing/2014/main" id="{C679A104-CF37-F201-1C30-C8F9497252BD}"/>
                </a:ext>
              </a:extLst>
            </p:cNvPr>
            <p:cNvSpPr/>
            <p:nvPr/>
          </p:nvSpPr>
          <p:spPr>
            <a:xfrm>
              <a:off x="1221717" y="3146162"/>
              <a:ext cx="685596"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Helvetica 75 Bold"/>
                  <a:ea typeface="+mn-ea"/>
                  <a:cs typeface="+mn-cs"/>
                </a:rPr>
                <a:t>I am presented  with 3 displayed offers. And 1 of them is tagged as a</a:t>
              </a:r>
              <a:r>
                <a:rPr kumimoji="0" lang="en-US" sz="800" b="1" i="0" u="none" strike="noStrike" kern="0" cap="none" spc="0" normalizeH="0" baseline="0" noProof="0">
                  <a:ln>
                    <a:noFill/>
                  </a:ln>
                  <a:solidFill>
                    <a:srgbClr val="FFFFFF"/>
                  </a:solidFill>
                  <a:effectLst/>
                  <a:uLnTx/>
                  <a:uFillTx/>
                  <a:latin typeface="Helvetica 75 Bold"/>
                  <a:ea typeface="+mn-ea"/>
                  <a:cs typeface="+mn-cs"/>
                </a:rPr>
                <a:t> “</a:t>
              </a:r>
              <a:r>
                <a:rPr kumimoji="0" lang="en-US" sz="800" b="1" i="0" u="none" strike="noStrike" kern="0" cap="none" spc="0" normalizeH="0" baseline="0" noProof="0" err="1">
                  <a:ln>
                    <a:noFill/>
                  </a:ln>
                  <a:solidFill>
                    <a:srgbClr val="FFFFFF"/>
                  </a:solidFill>
                  <a:effectLst/>
                  <a:uLnTx/>
                  <a:uFillTx/>
                  <a:latin typeface="Helvetica 75 Bold"/>
                  <a:ea typeface="+mn-ea"/>
                  <a:cs typeface="+mn-cs"/>
                </a:rPr>
                <a:t>Recommende</a:t>
              </a:r>
              <a:r>
                <a:rPr kumimoji="0" lang="en-US" sz="800" b="1" i="0" u="none" strike="noStrike" kern="0" cap="none" spc="0" normalizeH="0" baseline="0" noProof="0">
                  <a:ln>
                    <a:noFill/>
                  </a:ln>
                  <a:solidFill>
                    <a:srgbClr val="FFFFFF"/>
                  </a:solidFill>
                  <a:effectLst/>
                  <a:uLnTx/>
                  <a:uFillTx/>
                  <a:latin typeface="Helvetica 75 Bold"/>
                  <a:ea typeface="+mn-ea"/>
                  <a:cs typeface="+mn-cs"/>
                </a:rPr>
                <a:t>d”</a:t>
              </a:r>
            </a:p>
          </p:txBody>
        </p:sp>
      </p:grpSp>
      <p:cxnSp>
        <p:nvCxnSpPr>
          <p:cNvPr id="53" name="Connecteur droit avec flèche 52">
            <a:extLst>
              <a:ext uri="{FF2B5EF4-FFF2-40B4-BE49-F238E27FC236}">
                <a16:creationId xmlns:a16="http://schemas.microsoft.com/office/drawing/2014/main" id="{66B7D199-CAEC-1191-E197-04D6462B5BFD}"/>
              </a:ext>
            </a:extLst>
          </p:cNvPr>
          <p:cNvCxnSpPr>
            <a:cxnSpLocks/>
            <a:stCxn id="26" idx="3"/>
            <a:endCxn id="28" idx="1"/>
          </p:cNvCxnSpPr>
          <p:nvPr/>
        </p:nvCxnSpPr>
        <p:spPr>
          <a:xfrm flipV="1">
            <a:off x="-2376368" y="1674543"/>
            <a:ext cx="358779" cy="46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Ellipse 54">
            <a:extLst>
              <a:ext uri="{FF2B5EF4-FFF2-40B4-BE49-F238E27FC236}">
                <a16:creationId xmlns:a16="http://schemas.microsoft.com/office/drawing/2014/main" id="{CD557769-98BA-CD35-B5DA-E2571FDD7047}"/>
              </a:ext>
            </a:extLst>
          </p:cNvPr>
          <p:cNvSpPr/>
          <p:nvPr/>
        </p:nvSpPr>
        <p:spPr>
          <a:xfrm>
            <a:off x="-3673680" y="1265133"/>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6</a:t>
            </a:r>
          </a:p>
        </p:txBody>
      </p:sp>
      <p:sp>
        <p:nvSpPr>
          <p:cNvPr id="56" name="Ellipse 55">
            <a:extLst>
              <a:ext uri="{FF2B5EF4-FFF2-40B4-BE49-F238E27FC236}">
                <a16:creationId xmlns:a16="http://schemas.microsoft.com/office/drawing/2014/main" id="{284A37AF-56C4-CA4D-9B49-B48F02D4AAA9}"/>
              </a:ext>
            </a:extLst>
          </p:cNvPr>
          <p:cNvSpPr/>
          <p:nvPr/>
        </p:nvSpPr>
        <p:spPr>
          <a:xfrm>
            <a:off x="-2064134" y="1283463"/>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7</a:t>
            </a:r>
          </a:p>
        </p:txBody>
      </p:sp>
      <p:cxnSp>
        <p:nvCxnSpPr>
          <p:cNvPr id="265" name="Connecteur droit 264">
            <a:extLst>
              <a:ext uri="{FF2B5EF4-FFF2-40B4-BE49-F238E27FC236}">
                <a16:creationId xmlns:a16="http://schemas.microsoft.com/office/drawing/2014/main" id="{C9BBC83B-2C8B-D7F2-80F2-D5E00F150E88}"/>
              </a:ext>
            </a:extLst>
          </p:cNvPr>
          <p:cNvCxnSpPr/>
          <p:nvPr/>
        </p:nvCxnSpPr>
        <p:spPr>
          <a:xfrm>
            <a:off x="307766" y="3527168"/>
            <a:ext cx="1188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67" name="Graphique 266" descr="Utilisateur contour">
            <a:extLst>
              <a:ext uri="{FF2B5EF4-FFF2-40B4-BE49-F238E27FC236}">
                <a16:creationId xmlns:a16="http://schemas.microsoft.com/office/drawing/2014/main" id="{E7D70DB3-98CC-ECBA-8D1C-BBBEBF0AB5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1840" y="1195363"/>
            <a:ext cx="554790" cy="554790"/>
          </a:xfrm>
          <a:prstGeom prst="rect">
            <a:avLst/>
          </a:prstGeom>
        </p:spPr>
      </p:pic>
      <p:pic>
        <p:nvPicPr>
          <p:cNvPr id="269" name="Graphique 268" descr="Utilisateur contour">
            <a:extLst>
              <a:ext uri="{FF2B5EF4-FFF2-40B4-BE49-F238E27FC236}">
                <a16:creationId xmlns:a16="http://schemas.microsoft.com/office/drawing/2014/main" id="{29C71A46-F049-4DD0-50C5-419C24E751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2576" y="2607596"/>
            <a:ext cx="584353" cy="584353"/>
          </a:xfrm>
          <a:prstGeom prst="rect">
            <a:avLst/>
          </a:prstGeom>
        </p:spPr>
      </p:pic>
      <p:pic>
        <p:nvPicPr>
          <p:cNvPr id="271" name="Graphique 270" descr="Cause à effet avec un remplissage uni">
            <a:extLst>
              <a:ext uri="{FF2B5EF4-FFF2-40B4-BE49-F238E27FC236}">
                <a16:creationId xmlns:a16="http://schemas.microsoft.com/office/drawing/2014/main" id="{848140E9-DD8F-C6A7-AE52-7538ECB13B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1955" y="3944174"/>
            <a:ext cx="624548" cy="624548"/>
          </a:xfrm>
          <a:prstGeom prst="rect">
            <a:avLst/>
          </a:prstGeom>
        </p:spPr>
      </p:pic>
      <p:sp>
        <p:nvSpPr>
          <p:cNvPr id="273" name="Titre 1">
            <a:extLst>
              <a:ext uri="{FF2B5EF4-FFF2-40B4-BE49-F238E27FC236}">
                <a16:creationId xmlns:a16="http://schemas.microsoft.com/office/drawing/2014/main" id="{08C42A99-B39F-1658-6517-0F26E109E90C}"/>
              </a:ext>
            </a:extLst>
          </p:cNvPr>
          <p:cNvSpPr txBox="1">
            <a:spLocks/>
          </p:cNvSpPr>
          <p:nvPr/>
        </p:nvSpPr>
        <p:spPr>
          <a:xfrm>
            <a:off x="51805" y="2394457"/>
            <a:ext cx="1334212"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Sales persona</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275" name="Titre 1">
            <a:extLst>
              <a:ext uri="{FF2B5EF4-FFF2-40B4-BE49-F238E27FC236}">
                <a16:creationId xmlns:a16="http://schemas.microsoft.com/office/drawing/2014/main" id="{39B03FC0-1425-B56F-25B1-C33A9785159A}"/>
              </a:ext>
            </a:extLst>
          </p:cNvPr>
          <p:cNvSpPr txBox="1">
            <a:spLocks/>
          </p:cNvSpPr>
          <p:nvPr/>
        </p:nvSpPr>
        <p:spPr>
          <a:xfrm>
            <a:off x="113963" y="3178308"/>
            <a:ext cx="979564" cy="173682"/>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err="1">
                <a:ln>
                  <a:noFill/>
                </a:ln>
                <a:solidFill>
                  <a:srgbClr val="FF7900"/>
                </a:solidFill>
                <a:effectLst/>
                <a:uLnTx/>
                <a:uFillTx/>
                <a:latin typeface="Helvetica 55 Roman" panose="020B0604020202020204" pitchFamily="34" charset="0"/>
                <a:ea typeface="+mj-ea"/>
                <a:cs typeface="+mj-cs"/>
              </a:rPr>
              <a:t>Pre-sales</a:t>
            </a:r>
            <a:r>
              <a:rPr kumimoji="0" lang="fr-FR" sz="1050" b="0" i="0" u="none" strike="noStrike" kern="1200" cap="none" spc="-27" normalizeH="0" baseline="0" noProof="0">
                <a:ln>
                  <a:noFill/>
                </a:ln>
                <a:solidFill>
                  <a:srgbClr val="FF7900"/>
                </a:solidFill>
                <a:effectLst/>
                <a:uLnTx/>
                <a:uFillTx/>
                <a:latin typeface="Helvetica 55 Roman" panose="020B0604020202020204" pitchFamily="34" charset="0"/>
                <a:ea typeface="+mj-ea"/>
                <a:cs typeface="+mj-cs"/>
              </a:rPr>
              <a:t> / Sales</a:t>
            </a:r>
            <a:endParaRPr kumimoji="0" lang="en-US" sz="1050" b="0" i="0" u="none" strike="noStrike" kern="1200" cap="none" spc="-27" normalizeH="0" baseline="0" noProof="0">
              <a:ln>
                <a:noFill/>
              </a:ln>
              <a:solidFill>
                <a:srgbClr val="FF7900"/>
              </a:solidFill>
              <a:effectLst/>
              <a:uLnTx/>
              <a:uFillTx/>
              <a:latin typeface="Helvetica 55 Roman" panose="020B0604020202020204" pitchFamily="34" charset="0"/>
              <a:ea typeface="+mj-ea"/>
              <a:cs typeface="+mj-cs"/>
            </a:endParaRPr>
          </a:p>
        </p:txBody>
      </p:sp>
      <p:sp>
        <p:nvSpPr>
          <p:cNvPr id="276" name="Titre 1">
            <a:extLst>
              <a:ext uri="{FF2B5EF4-FFF2-40B4-BE49-F238E27FC236}">
                <a16:creationId xmlns:a16="http://schemas.microsoft.com/office/drawing/2014/main" id="{1C275D7A-6791-CCEF-85BE-D9692D4A1D27}"/>
              </a:ext>
            </a:extLst>
          </p:cNvPr>
          <p:cNvSpPr txBox="1">
            <a:spLocks/>
          </p:cNvSpPr>
          <p:nvPr/>
        </p:nvSpPr>
        <p:spPr>
          <a:xfrm>
            <a:off x="397681" y="4639211"/>
            <a:ext cx="761643"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rPr>
              <a:t>Quotation</a:t>
            </a:r>
            <a:endParaRPr kumimoji="0" lang="en-US" sz="1050" b="0"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endParaRPr>
          </a:p>
        </p:txBody>
      </p:sp>
      <p:sp>
        <p:nvSpPr>
          <p:cNvPr id="277" name="Titre 1">
            <a:extLst>
              <a:ext uri="{FF2B5EF4-FFF2-40B4-BE49-F238E27FC236}">
                <a16:creationId xmlns:a16="http://schemas.microsoft.com/office/drawing/2014/main" id="{B6143A3E-8E61-7A04-30B2-BEBA9FAF2C0D}"/>
              </a:ext>
            </a:extLst>
          </p:cNvPr>
          <p:cNvSpPr txBox="1">
            <a:spLocks/>
          </p:cNvSpPr>
          <p:nvPr/>
        </p:nvSpPr>
        <p:spPr>
          <a:xfrm>
            <a:off x="-535" y="1737036"/>
            <a:ext cx="1211593" cy="172415"/>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ctr" defTabSz="1219261" rtl="0" eaLnBrk="1" fontAlgn="auto" latinLnBrk="0" hangingPunct="1">
              <a:lnSpc>
                <a:spcPct val="90000"/>
              </a:lnSpc>
              <a:spcBef>
                <a:spcPct val="0"/>
              </a:spcBef>
              <a:spcAft>
                <a:spcPts val="0"/>
              </a:spcAft>
              <a:buClrTx/>
              <a:buSzTx/>
              <a:buFontTx/>
              <a:buNone/>
              <a:tabLst/>
              <a:defRPr/>
            </a:pPr>
            <a:r>
              <a:rPr kumimoji="0" lang="fr-FR" sz="1050" b="0" i="0" u="none" strike="noStrike" kern="1200" cap="none" spc="-27" normalizeH="0" baseline="0" noProof="0">
                <a:ln>
                  <a:noFill/>
                </a:ln>
                <a:solidFill>
                  <a:srgbClr val="000000"/>
                </a:solidFill>
                <a:effectLst/>
                <a:uLnTx/>
                <a:uFillTx/>
                <a:latin typeface="Helvetica 55 Roman" panose="020B0604020202020204" pitchFamily="34" charset="0"/>
                <a:ea typeface="+mj-ea"/>
                <a:cs typeface="+mj-cs"/>
              </a:rPr>
              <a:t>Persona</a:t>
            </a:r>
            <a:endParaRPr kumimoji="0" lang="en-US" sz="1050" b="0" i="0" u="none" strike="noStrike" kern="1200" cap="none" spc="-27" normalizeH="0" baseline="0" noProof="0">
              <a:ln>
                <a:noFill/>
              </a:ln>
              <a:solidFill>
                <a:srgbClr val="000000"/>
              </a:solidFill>
              <a:effectLst/>
              <a:uLnTx/>
              <a:uFillTx/>
              <a:latin typeface="Helvetica 55 Roman" panose="020B0604020202020204" pitchFamily="34" charset="0"/>
              <a:ea typeface="+mj-ea"/>
              <a:cs typeface="+mj-cs"/>
            </a:endParaRPr>
          </a:p>
        </p:txBody>
      </p:sp>
      <p:pic>
        <p:nvPicPr>
          <p:cNvPr id="112" name="Image 111">
            <a:extLst>
              <a:ext uri="{FF2B5EF4-FFF2-40B4-BE49-F238E27FC236}">
                <a16:creationId xmlns:a16="http://schemas.microsoft.com/office/drawing/2014/main" id="{E81677B3-59EA-60EE-7E4C-62D0445A9478}"/>
              </a:ext>
            </a:extLst>
          </p:cNvPr>
          <p:cNvPicPr>
            <a:picLocks noChangeAspect="1"/>
          </p:cNvPicPr>
          <p:nvPr/>
        </p:nvPicPr>
        <p:blipFill>
          <a:blip r:embed="rId11">
            <a:duotone>
              <a:schemeClr val="accent3">
                <a:shade val="45000"/>
                <a:satMod val="135000"/>
              </a:schemeClr>
              <a:prstClr val="white"/>
            </a:duotone>
          </a:blip>
          <a:stretch>
            <a:fillRect/>
          </a:stretch>
        </p:blipFill>
        <p:spPr>
          <a:xfrm>
            <a:off x="212938" y="4134489"/>
            <a:ext cx="331272" cy="333259"/>
          </a:xfrm>
          <a:prstGeom prst="rect">
            <a:avLst/>
          </a:prstGeom>
          <a:noFill/>
        </p:spPr>
      </p:pic>
      <p:grpSp>
        <p:nvGrpSpPr>
          <p:cNvPr id="5" name="Groupe 4">
            <a:extLst>
              <a:ext uri="{FF2B5EF4-FFF2-40B4-BE49-F238E27FC236}">
                <a16:creationId xmlns:a16="http://schemas.microsoft.com/office/drawing/2014/main" id="{B13D4952-825B-7655-084D-B747DD53E319}"/>
              </a:ext>
            </a:extLst>
          </p:cNvPr>
          <p:cNvGrpSpPr/>
          <p:nvPr/>
        </p:nvGrpSpPr>
        <p:grpSpPr>
          <a:xfrm>
            <a:off x="1651908" y="1271415"/>
            <a:ext cx="873639" cy="576000"/>
            <a:chOff x="1190139" y="3090895"/>
            <a:chExt cx="731652" cy="951414"/>
          </a:xfrm>
        </p:grpSpPr>
        <p:sp>
          <p:nvSpPr>
            <p:cNvPr id="261" name="Rectangle : coins arrondis 260">
              <a:extLst>
                <a:ext uri="{FF2B5EF4-FFF2-40B4-BE49-F238E27FC236}">
                  <a16:creationId xmlns:a16="http://schemas.microsoft.com/office/drawing/2014/main" id="{AF39E257-D1FB-6369-8B6B-E793D6398BD9}"/>
                </a:ext>
              </a:extLst>
            </p:cNvPr>
            <p:cNvSpPr/>
            <p:nvPr/>
          </p:nvSpPr>
          <p:spPr>
            <a:xfrm>
              <a:off x="1190139" y="3090895"/>
              <a:ext cx="731652"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262" name="Rectangle : coins arrondis 261">
              <a:extLst>
                <a:ext uri="{FF2B5EF4-FFF2-40B4-BE49-F238E27FC236}">
                  <a16:creationId xmlns:a16="http://schemas.microsoft.com/office/drawing/2014/main" id="{B88BC8F4-9996-BE87-871B-D404C187001E}"/>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Helvetica 75 Bold"/>
                  <a:ea typeface="+mn-ea"/>
                  <a:cs typeface="+mn-cs"/>
                </a:rPr>
                <a:t>I request a quote</a:t>
              </a:r>
              <a:endParaRPr kumimoji="0" lang="en-US" sz="800" b="1" i="0" u="none" strike="noStrike" kern="0" cap="none" spc="0" normalizeH="0" baseline="0" noProof="0">
                <a:ln>
                  <a:noFill/>
                </a:ln>
                <a:solidFill>
                  <a:srgbClr val="FFFFFF"/>
                </a:solidFill>
                <a:effectLst/>
                <a:uLnTx/>
                <a:uFillTx/>
                <a:latin typeface="Helvetica 75 Bold"/>
                <a:ea typeface="+mn-ea"/>
                <a:cs typeface="+mn-cs"/>
              </a:endParaRPr>
            </a:p>
          </p:txBody>
        </p:sp>
      </p:grpSp>
      <p:sp>
        <p:nvSpPr>
          <p:cNvPr id="266" name="Ellipse 265">
            <a:extLst>
              <a:ext uri="{FF2B5EF4-FFF2-40B4-BE49-F238E27FC236}">
                <a16:creationId xmlns:a16="http://schemas.microsoft.com/office/drawing/2014/main" id="{FFE15B63-148F-7480-44D3-ADC9ED53C46C}"/>
              </a:ext>
            </a:extLst>
          </p:cNvPr>
          <p:cNvSpPr/>
          <p:nvPr/>
        </p:nvSpPr>
        <p:spPr>
          <a:xfrm>
            <a:off x="1578860" y="1159047"/>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a</a:t>
            </a:r>
          </a:p>
        </p:txBody>
      </p:sp>
      <p:sp>
        <p:nvSpPr>
          <p:cNvPr id="286" name="ZoneTexte 285">
            <a:extLst>
              <a:ext uri="{FF2B5EF4-FFF2-40B4-BE49-F238E27FC236}">
                <a16:creationId xmlns:a16="http://schemas.microsoft.com/office/drawing/2014/main" id="{29949100-C7F8-2E86-6AFD-6A9FD5C00FAA}"/>
              </a:ext>
            </a:extLst>
          </p:cNvPr>
          <p:cNvSpPr txBox="1"/>
          <p:nvPr/>
        </p:nvSpPr>
        <p:spPr>
          <a:xfrm>
            <a:off x="3218280" y="1443722"/>
            <a:ext cx="3920079" cy="215444"/>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a:t>
            </a:r>
          </a:p>
        </p:txBody>
      </p:sp>
      <p:sp>
        <p:nvSpPr>
          <p:cNvPr id="66" name="Rectangle : coins arrondis 65">
            <a:extLst>
              <a:ext uri="{FF2B5EF4-FFF2-40B4-BE49-F238E27FC236}">
                <a16:creationId xmlns:a16="http://schemas.microsoft.com/office/drawing/2014/main" id="{798AD7A8-4574-C7BB-706D-F6F0142BF186}"/>
              </a:ext>
            </a:extLst>
          </p:cNvPr>
          <p:cNvSpPr/>
          <p:nvPr/>
        </p:nvSpPr>
        <p:spPr>
          <a:xfrm>
            <a:off x="10205908" y="4059055"/>
            <a:ext cx="1075932" cy="408693"/>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Order Capture  </a:t>
            </a:r>
          </a:p>
        </p:txBody>
      </p:sp>
      <p:sp>
        <p:nvSpPr>
          <p:cNvPr id="67" name="Rectangle : coins arrondis 66">
            <a:extLst>
              <a:ext uri="{FF2B5EF4-FFF2-40B4-BE49-F238E27FC236}">
                <a16:creationId xmlns:a16="http://schemas.microsoft.com/office/drawing/2014/main" id="{C5CC672D-FD47-A07C-D0AD-EA989C95617B}"/>
              </a:ext>
            </a:extLst>
          </p:cNvPr>
          <p:cNvSpPr/>
          <p:nvPr/>
        </p:nvSpPr>
        <p:spPr>
          <a:xfrm>
            <a:off x="3597367" y="5023671"/>
            <a:ext cx="2933339" cy="278008"/>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Eligibility  </a:t>
            </a:r>
          </a:p>
        </p:txBody>
      </p:sp>
      <p:sp>
        <p:nvSpPr>
          <p:cNvPr id="68" name="Rectangle : coins arrondis 67">
            <a:extLst>
              <a:ext uri="{FF2B5EF4-FFF2-40B4-BE49-F238E27FC236}">
                <a16:creationId xmlns:a16="http://schemas.microsoft.com/office/drawing/2014/main" id="{77E796BD-D188-E7EB-7937-711C2AB13830}"/>
              </a:ext>
            </a:extLst>
          </p:cNvPr>
          <p:cNvSpPr/>
          <p:nvPr/>
        </p:nvSpPr>
        <p:spPr>
          <a:xfrm>
            <a:off x="1889515" y="3661912"/>
            <a:ext cx="1075932" cy="398938"/>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Offer Initialization   </a:t>
            </a:r>
          </a:p>
        </p:txBody>
      </p:sp>
      <p:sp>
        <p:nvSpPr>
          <p:cNvPr id="69" name="Rectangle : coins arrondis 68">
            <a:extLst>
              <a:ext uri="{FF2B5EF4-FFF2-40B4-BE49-F238E27FC236}">
                <a16:creationId xmlns:a16="http://schemas.microsoft.com/office/drawing/2014/main" id="{62E8B5F8-F8D5-B8FC-BD88-A141F7C55D24}"/>
              </a:ext>
            </a:extLst>
          </p:cNvPr>
          <p:cNvSpPr/>
          <p:nvPr/>
        </p:nvSpPr>
        <p:spPr>
          <a:xfrm>
            <a:off x="3454665" y="3095867"/>
            <a:ext cx="1075932" cy="39898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Add site to quote </a:t>
            </a:r>
          </a:p>
        </p:txBody>
      </p:sp>
      <p:sp>
        <p:nvSpPr>
          <p:cNvPr id="71" name="Rectangle : coins arrondis 70">
            <a:extLst>
              <a:ext uri="{FF2B5EF4-FFF2-40B4-BE49-F238E27FC236}">
                <a16:creationId xmlns:a16="http://schemas.microsoft.com/office/drawing/2014/main" id="{3C406C69-BC99-278B-F65A-A7BCB705E71A}"/>
              </a:ext>
            </a:extLst>
          </p:cNvPr>
          <p:cNvSpPr/>
          <p:nvPr/>
        </p:nvSpPr>
        <p:spPr>
          <a:xfrm>
            <a:off x="3449010" y="4090457"/>
            <a:ext cx="1075932" cy="39898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Identify, Retrieve, Select Product </a:t>
            </a:r>
          </a:p>
        </p:txBody>
      </p:sp>
      <p:sp>
        <p:nvSpPr>
          <p:cNvPr id="73" name="Rectangle : coins arrondis 72">
            <a:extLst>
              <a:ext uri="{FF2B5EF4-FFF2-40B4-BE49-F238E27FC236}">
                <a16:creationId xmlns:a16="http://schemas.microsoft.com/office/drawing/2014/main" id="{1E822522-4E08-546C-FCB1-DE349B516C35}"/>
              </a:ext>
            </a:extLst>
          </p:cNvPr>
          <p:cNvSpPr/>
          <p:nvPr/>
        </p:nvSpPr>
        <p:spPr>
          <a:xfrm>
            <a:off x="5501708" y="4634962"/>
            <a:ext cx="1075932" cy="36354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Technical Eligibility </a:t>
            </a:r>
          </a:p>
        </p:txBody>
      </p:sp>
      <p:sp>
        <p:nvSpPr>
          <p:cNvPr id="74" name="Rectangle : coins arrondis 73">
            <a:extLst>
              <a:ext uri="{FF2B5EF4-FFF2-40B4-BE49-F238E27FC236}">
                <a16:creationId xmlns:a16="http://schemas.microsoft.com/office/drawing/2014/main" id="{13BBAE1E-0B42-1212-8BD9-E0690CF2188A}"/>
              </a:ext>
            </a:extLst>
          </p:cNvPr>
          <p:cNvSpPr/>
          <p:nvPr/>
        </p:nvSpPr>
        <p:spPr>
          <a:xfrm>
            <a:off x="3457569" y="4649507"/>
            <a:ext cx="1075932" cy="363541"/>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L3 -Commercial Eligibility </a:t>
            </a:r>
          </a:p>
        </p:txBody>
      </p:sp>
      <p:sp>
        <p:nvSpPr>
          <p:cNvPr id="75" name="Rectangle : coins arrondis 74">
            <a:extLst>
              <a:ext uri="{FF2B5EF4-FFF2-40B4-BE49-F238E27FC236}">
                <a16:creationId xmlns:a16="http://schemas.microsoft.com/office/drawing/2014/main" id="{9A35A81B-12C0-B9FB-40F6-B463A8C5A731}"/>
              </a:ext>
            </a:extLst>
          </p:cNvPr>
          <p:cNvSpPr/>
          <p:nvPr/>
        </p:nvSpPr>
        <p:spPr>
          <a:xfrm>
            <a:off x="5507886" y="3671351"/>
            <a:ext cx="1075932" cy="398985"/>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Config. Pricing, Discounting </a:t>
            </a:r>
          </a:p>
        </p:txBody>
      </p:sp>
      <p:sp>
        <p:nvSpPr>
          <p:cNvPr id="76" name="Rectangle : coins arrondis 75">
            <a:extLst>
              <a:ext uri="{FF2B5EF4-FFF2-40B4-BE49-F238E27FC236}">
                <a16:creationId xmlns:a16="http://schemas.microsoft.com/office/drawing/2014/main" id="{4E03818D-13C7-ADB4-B938-310993C172B0}"/>
              </a:ext>
            </a:extLst>
          </p:cNvPr>
          <p:cNvSpPr/>
          <p:nvPr/>
        </p:nvSpPr>
        <p:spPr>
          <a:xfrm>
            <a:off x="7535883" y="3667495"/>
            <a:ext cx="1075932" cy="38969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Quote Offer submission to Customer</a:t>
            </a:r>
          </a:p>
        </p:txBody>
      </p:sp>
      <p:sp>
        <p:nvSpPr>
          <p:cNvPr id="77" name="Rectangle : coins arrondis 76">
            <a:extLst>
              <a:ext uri="{FF2B5EF4-FFF2-40B4-BE49-F238E27FC236}">
                <a16:creationId xmlns:a16="http://schemas.microsoft.com/office/drawing/2014/main" id="{C7A4681B-4D34-4956-A171-AA6E84ABC003}"/>
              </a:ext>
            </a:extLst>
          </p:cNvPr>
          <p:cNvSpPr/>
          <p:nvPr/>
        </p:nvSpPr>
        <p:spPr>
          <a:xfrm>
            <a:off x="8840004" y="3665669"/>
            <a:ext cx="1075932" cy="38969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Request for contract </a:t>
            </a:r>
          </a:p>
        </p:txBody>
      </p:sp>
      <p:sp>
        <p:nvSpPr>
          <p:cNvPr id="78" name="Rectangle : coins arrondis 77">
            <a:extLst>
              <a:ext uri="{FF2B5EF4-FFF2-40B4-BE49-F238E27FC236}">
                <a16:creationId xmlns:a16="http://schemas.microsoft.com/office/drawing/2014/main" id="{1D30024D-8AEC-F27B-6464-61A04880CE30}"/>
              </a:ext>
            </a:extLst>
          </p:cNvPr>
          <p:cNvSpPr/>
          <p:nvPr/>
        </p:nvSpPr>
        <p:spPr>
          <a:xfrm>
            <a:off x="10167424" y="3667049"/>
            <a:ext cx="1075932" cy="387004"/>
          </a:xfrm>
          <a:prstGeom prst="roundRect">
            <a:avLst>
              <a:gd name="adj" fmla="val 7931"/>
            </a:avLst>
          </a:prstGeom>
          <a:solidFill>
            <a:schemeClr val="accent3"/>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Helvetica 75 Bold"/>
                <a:ea typeface="+mn-ea"/>
                <a:cs typeface="+mn-cs"/>
              </a:rPr>
              <a:t>L3 - Order creation </a:t>
            </a:r>
          </a:p>
        </p:txBody>
      </p:sp>
      <p:cxnSp>
        <p:nvCxnSpPr>
          <p:cNvPr id="81" name="Connecteur droit avec flèche 80">
            <a:extLst>
              <a:ext uri="{FF2B5EF4-FFF2-40B4-BE49-F238E27FC236}">
                <a16:creationId xmlns:a16="http://schemas.microsoft.com/office/drawing/2014/main" id="{5E0BE576-1051-BD74-65FB-D3EB82E2C3A4}"/>
              </a:ext>
            </a:extLst>
          </p:cNvPr>
          <p:cNvCxnSpPr>
            <a:cxnSpLocks/>
            <a:stCxn id="76" idx="3"/>
            <a:endCxn id="77" idx="1"/>
          </p:cNvCxnSpPr>
          <p:nvPr/>
        </p:nvCxnSpPr>
        <p:spPr>
          <a:xfrm flipV="1">
            <a:off x="8611815" y="3860516"/>
            <a:ext cx="228189" cy="182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C3129022-3BA7-5380-D586-CC934F0C487E}"/>
              </a:ext>
            </a:extLst>
          </p:cNvPr>
          <p:cNvCxnSpPr>
            <a:cxnSpLocks/>
            <a:stCxn id="77" idx="3"/>
            <a:endCxn id="78" idx="1"/>
          </p:cNvCxnSpPr>
          <p:nvPr/>
        </p:nvCxnSpPr>
        <p:spPr>
          <a:xfrm>
            <a:off x="9915936" y="3860516"/>
            <a:ext cx="251488" cy="3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DC537CFB-769A-2960-17BD-1481447A8579}"/>
              </a:ext>
            </a:extLst>
          </p:cNvPr>
          <p:cNvCxnSpPr>
            <a:cxnSpLocks/>
            <a:stCxn id="71" idx="2"/>
            <a:endCxn id="74" idx="0"/>
          </p:cNvCxnSpPr>
          <p:nvPr/>
        </p:nvCxnSpPr>
        <p:spPr>
          <a:xfrm>
            <a:off x="3986976" y="4489442"/>
            <a:ext cx="8559" cy="160065"/>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E87F78ED-81D3-690C-F341-789743F06667}"/>
              </a:ext>
            </a:extLst>
          </p:cNvPr>
          <p:cNvCxnSpPr>
            <a:cxnSpLocks/>
            <a:stCxn id="75" idx="2"/>
            <a:endCxn id="73" idx="0"/>
          </p:cNvCxnSpPr>
          <p:nvPr/>
        </p:nvCxnSpPr>
        <p:spPr>
          <a:xfrm flipH="1">
            <a:off x="6039674" y="4070336"/>
            <a:ext cx="6178" cy="564626"/>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6" name="Image 85">
            <a:extLst>
              <a:ext uri="{FF2B5EF4-FFF2-40B4-BE49-F238E27FC236}">
                <a16:creationId xmlns:a16="http://schemas.microsoft.com/office/drawing/2014/main" id="{83AEBFDA-19F3-67C6-41AC-21F9E8CAE041}"/>
              </a:ext>
            </a:extLst>
          </p:cNvPr>
          <p:cNvPicPr>
            <a:picLocks noChangeAspect="1"/>
          </p:cNvPicPr>
          <p:nvPr/>
        </p:nvPicPr>
        <p:blipFill>
          <a:blip r:embed="rId12">
            <a:duotone>
              <a:schemeClr val="accent3">
                <a:shade val="45000"/>
                <a:satMod val="135000"/>
              </a:schemeClr>
              <a:prstClr val="white"/>
            </a:duotone>
          </a:blip>
          <a:stretch>
            <a:fillRect/>
          </a:stretch>
        </p:blipFill>
        <p:spPr>
          <a:xfrm>
            <a:off x="2795851" y="4619962"/>
            <a:ext cx="299203" cy="299203"/>
          </a:xfrm>
          <a:prstGeom prst="rect">
            <a:avLst/>
          </a:prstGeom>
          <a:ln>
            <a:noFill/>
          </a:ln>
        </p:spPr>
      </p:pic>
      <p:sp>
        <p:nvSpPr>
          <p:cNvPr id="87" name="Rectangle 86">
            <a:extLst>
              <a:ext uri="{FF2B5EF4-FFF2-40B4-BE49-F238E27FC236}">
                <a16:creationId xmlns:a16="http://schemas.microsoft.com/office/drawing/2014/main" id="{C8858B44-47AA-CE91-A775-2E797EDBF6B5}"/>
              </a:ext>
            </a:extLst>
          </p:cNvPr>
          <p:cNvSpPr/>
          <p:nvPr/>
        </p:nvSpPr>
        <p:spPr>
          <a:xfrm>
            <a:off x="2692652" y="4937156"/>
            <a:ext cx="756358"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r>
              <a:rPr kumimoji="0" lang="fr-FR" sz="800" b="1" i="1" u="none" strike="noStrike" kern="0" cap="none" spc="0" normalizeH="0" baseline="0" noProof="0" err="1">
                <a:ln>
                  <a:noFill/>
                </a:ln>
                <a:solidFill>
                  <a:srgbClr val="50BE87"/>
                </a:solidFill>
                <a:effectLst/>
                <a:uLnTx/>
                <a:uFillTx/>
                <a:latin typeface="Helvetica 75 Bold"/>
                <a:ea typeface="+mn-ea"/>
                <a:cs typeface="+mn-cs"/>
              </a:rPr>
              <a:t>created</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p>
        </p:txBody>
      </p:sp>
      <p:pic>
        <p:nvPicPr>
          <p:cNvPr id="88" name="Image 87">
            <a:extLst>
              <a:ext uri="{FF2B5EF4-FFF2-40B4-BE49-F238E27FC236}">
                <a16:creationId xmlns:a16="http://schemas.microsoft.com/office/drawing/2014/main" id="{6221F7E8-F18C-FABF-6E9A-B5DF8AFA318E}"/>
              </a:ext>
            </a:extLst>
          </p:cNvPr>
          <p:cNvPicPr>
            <a:picLocks noChangeAspect="1"/>
          </p:cNvPicPr>
          <p:nvPr/>
        </p:nvPicPr>
        <p:blipFill>
          <a:blip r:embed="rId12">
            <a:duotone>
              <a:schemeClr val="accent3">
                <a:shade val="45000"/>
                <a:satMod val="135000"/>
              </a:schemeClr>
              <a:prstClr val="white"/>
            </a:duotone>
          </a:blip>
          <a:stretch>
            <a:fillRect/>
          </a:stretch>
        </p:blipFill>
        <p:spPr>
          <a:xfrm>
            <a:off x="8476058" y="4596893"/>
            <a:ext cx="299203" cy="299203"/>
          </a:xfrm>
          <a:prstGeom prst="rect">
            <a:avLst/>
          </a:prstGeom>
          <a:ln>
            <a:noFill/>
          </a:ln>
        </p:spPr>
      </p:pic>
      <p:sp>
        <p:nvSpPr>
          <p:cNvPr id="89" name="Rectangle 88">
            <a:extLst>
              <a:ext uri="{FF2B5EF4-FFF2-40B4-BE49-F238E27FC236}">
                <a16:creationId xmlns:a16="http://schemas.microsoft.com/office/drawing/2014/main" id="{16F58C7F-D940-6C04-33AF-AF41062170C9}"/>
              </a:ext>
            </a:extLst>
          </p:cNvPr>
          <p:cNvSpPr/>
          <p:nvPr/>
        </p:nvSpPr>
        <p:spPr>
          <a:xfrm>
            <a:off x="8778442" y="4625507"/>
            <a:ext cx="756358"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r>
              <a:rPr kumimoji="0" lang="fr-FR" sz="800" b="1" i="1" u="none" strike="noStrike" kern="0" cap="none" spc="0" normalizeH="0" baseline="0" noProof="0" err="1">
                <a:ln>
                  <a:noFill/>
                </a:ln>
                <a:solidFill>
                  <a:srgbClr val="50BE87"/>
                </a:solidFill>
                <a:effectLst/>
                <a:uLnTx/>
                <a:uFillTx/>
                <a:latin typeface="Helvetica 75 Bold"/>
                <a:ea typeface="+mn-ea"/>
                <a:cs typeface="+mn-cs"/>
              </a:rPr>
              <a:t>validated</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p>
        </p:txBody>
      </p:sp>
      <p:cxnSp>
        <p:nvCxnSpPr>
          <p:cNvPr id="90" name="Connecteur droit 89">
            <a:extLst>
              <a:ext uri="{FF2B5EF4-FFF2-40B4-BE49-F238E27FC236}">
                <a16:creationId xmlns:a16="http://schemas.microsoft.com/office/drawing/2014/main" id="{45BBE88A-EE29-05F2-75B5-FE5433DCD73A}"/>
              </a:ext>
            </a:extLst>
          </p:cNvPr>
          <p:cNvCxnSpPr>
            <a:cxnSpLocks/>
            <a:stCxn id="86" idx="0"/>
            <a:endCxn id="91" idx="4"/>
          </p:cNvCxnSpPr>
          <p:nvPr/>
        </p:nvCxnSpPr>
        <p:spPr>
          <a:xfrm flipH="1" flipV="1">
            <a:off x="2940221" y="3957543"/>
            <a:ext cx="5232" cy="66241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1" name="Ellipse 90">
            <a:extLst>
              <a:ext uri="{FF2B5EF4-FFF2-40B4-BE49-F238E27FC236}">
                <a16:creationId xmlns:a16="http://schemas.microsoft.com/office/drawing/2014/main" id="{1E29FA0E-B906-B490-FAA3-0F4402BB4B4F}"/>
              </a:ext>
            </a:extLst>
          </p:cNvPr>
          <p:cNvSpPr/>
          <p:nvPr/>
        </p:nvSpPr>
        <p:spPr>
          <a:xfrm>
            <a:off x="2915387" y="3911824"/>
            <a:ext cx="49667"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92" name="Image 91">
            <a:extLst>
              <a:ext uri="{FF2B5EF4-FFF2-40B4-BE49-F238E27FC236}">
                <a16:creationId xmlns:a16="http://schemas.microsoft.com/office/drawing/2014/main" id="{67280844-959D-3274-8EE7-74BB38B89595}"/>
              </a:ext>
            </a:extLst>
          </p:cNvPr>
          <p:cNvPicPr>
            <a:picLocks noChangeAspect="1"/>
          </p:cNvPicPr>
          <p:nvPr/>
        </p:nvPicPr>
        <p:blipFill>
          <a:blip r:embed="rId11">
            <a:duotone>
              <a:prstClr val="black"/>
              <a:srgbClr val="D9C3A5">
                <a:tint val="50000"/>
                <a:satMod val="180000"/>
              </a:srgbClr>
            </a:duotone>
          </a:blip>
          <a:stretch>
            <a:fillRect/>
          </a:stretch>
        </p:blipFill>
        <p:spPr>
          <a:xfrm>
            <a:off x="1904331" y="3583761"/>
            <a:ext cx="145577" cy="146450"/>
          </a:xfrm>
          <a:prstGeom prst="rect">
            <a:avLst/>
          </a:prstGeom>
          <a:noFill/>
        </p:spPr>
      </p:pic>
      <p:pic>
        <p:nvPicPr>
          <p:cNvPr id="94" name="Image 93">
            <a:extLst>
              <a:ext uri="{FF2B5EF4-FFF2-40B4-BE49-F238E27FC236}">
                <a16:creationId xmlns:a16="http://schemas.microsoft.com/office/drawing/2014/main" id="{8E708F91-0F48-A2B2-6398-9CEA9AFF331F}"/>
              </a:ext>
            </a:extLst>
          </p:cNvPr>
          <p:cNvPicPr>
            <a:picLocks noChangeAspect="1"/>
          </p:cNvPicPr>
          <p:nvPr/>
        </p:nvPicPr>
        <p:blipFill>
          <a:blip r:embed="rId11">
            <a:duotone>
              <a:prstClr val="black"/>
              <a:srgbClr val="D9C3A5">
                <a:tint val="50000"/>
                <a:satMod val="180000"/>
              </a:srgbClr>
            </a:duotone>
          </a:blip>
          <a:stretch>
            <a:fillRect/>
          </a:stretch>
        </p:blipFill>
        <p:spPr>
          <a:xfrm>
            <a:off x="3396799" y="3043245"/>
            <a:ext cx="145577" cy="146450"/>
          </a:xfrm>
          <a:prstGeom prst="rect">
            <a:avLst/>
          </a:prstGeom>
          <a:noFill/>
        </p:spPr>
      </p:pic>
      <p:pic>
        <p:nvPicPr>
          <p:cNvPr id="288" name="Image 287">
            <a:extLst>
              <a:ext uri="{FF2B5EF4-FFF2-40B4-BE49-F238E27FC236}">
                <a16:creationId xmlns:a16="http://schemas.microsoft.com/office/drawing/2014/main" id="{43E36AF7-7C02-24F2-76B7-D52D88385E56}"/>
              </a:ext>
            </a:extLst>
          </p:cNvPr>
          <p:cNvPicPr>
            <a:picLocks noChangeAspect="1"/>
          </p:cNvPicPr>
          <p:nvPr/>
        </p:nvPicPr>
        <p:blipFill>
          <a:blip r:embed="rId11">
            <a:duotone>
              <a:prstClr val="black"/>
              <a:srgbClr val="D9C3A5">
                <a:tint val="50000"/>
                <a:satMod val="180000"/>
              </a:srgbClr>
            </a:duotone>
          </a:blip>
          <a:stretch>
            <a:fillRect/>
          </a:stretch>
        </p:blipFill>
        <p:spPr>
          <a:xfrm>
            <a:off x="3451790" y="3996093"/>
            <a:ext cx="145577" cy="146450"/>
          </a:xfrm>
          <a:prstGeom prst="rect">
            <a:avLst/>
          </a:prstGeom>
          <a:noFill/>
        </p:spPr>
      </p:pic>
      <p:pic>
        <p:nvPicPr>
          <p:cNvPr id="289" name="Image 288">
            <a:extLst>
              <a:ext uri="{FF2B5EF4-FFF2-40B4-BE49-F238E27FC236}">
                <a16:creationId xmlns:a16="http://schemas.microsoft.com/office/drawing/2014/main" id="{E854B176-0BD5-E445-D6ED-F73F6CB2991E}"/>
              </a:ext>
            </a:extLst>
          </p:cNvPr>
          <p:cNvPicPr>
            <a:picLocks noChangeAspect="1"/>
          </p:cNvPicPr>
          <p:nvPr/>
        </p:nvPicPr>
        <p:blipFill>
          <a:blip r:embed="rId11">
            <a:duotone>
              <a:prstClr val="black"/>
              <a:srgbClr val="D9C3A5">
                <a:tint val="50000"/>
                <a:satMod val="180000"/>
              </a:srgbClr>
            </a:duotone>
          </a:blip>
          <a:stretch>
            <a:fillRect/>
          </a:stretch>
        </p:blipFill>
        <p:spPr>
          <a:xfrm>
            <a:off x="5501708" y="3609666"/>
            <a:ext cx="145577" cy="146450"/>
          </a:xfrm>
          <a:prstGeom prst="rect">
            <a:avLst/>
          </a:prstGeom>
          <a:noFill/>
        </p:spPr>
      </p:pic>
      <p:pic>
        <p:nvPicPr>
          <p:cNvPr id="290" name="Image 289">
            <a:extLst>
              <a:ext uri="{FF2B5EF4-FFF2-40B4-BE49-F238E27FC236}">
                <a16:creationId xmlns:a16="http://schemas.microsoft.com/office/drawing/2014/main" id="{BA0768A5-24DD-FAB6-85F0-A2B78CCAB686}"/>
              </a:ext>
            </a:extLst>
          </p:cNvPr>
          <p:cNvPicPr>
            <a:picLocks noChangeAspect="1"/>
          </p:cNvPicPr>
          <p:nvPr/>
        </p:nvPicPr>
        <p:blipFill>
          <a:blip r:embed="rId11">
            <a:duotone>
              <a:prstClr val="black"/>
              <a:srgbClr val="D9C3A5">
                <a:tint val="50000"/>
                <a:satMod val="180000"/>
              </a:srgbClr>
            </a:duotone>
          </a:blip>
          <a:stretch>
            <a:fillRect/>
          </a:stretch>
        </p:blipFill>
        <p:spPr>
          <a:xfrm>
            <a:off x="5528151" y="4520207"/>
            <a:ext cx="145577" cy="146450"/>
          </a:xfrm>
          <a:prstGeom prst="rect">
            <a:avLst/>
          </a:prstGeom>
          <a:noFill/>
        </p:spPr>
      </p:pic>
      <p:pic>
        <p:nvPicPr>
          <p:cNvPr id="291" name="Image 290">
            <a:extLst>
              <a:ext uri="{FF2B5EF4-FFF2-40B4-BE49-F238E27FC236}">
                <a16:creationId xmlns:a16="http://schemas.microsoft.com/office/drawing/2014/main" id="{B8860ADF-2631-5406-1D96-213F0D530C11}"/>
              </a:ext>
            </a:extLst>
          </p:cNvPr>
          <p:cNvPicPr>
            <a:picLocks noChangeAspect="1"/>
          </p:cNvPicPr>
          <p:nvPr/>
        </p:nvPicPr>
        <p:blipFill>
          <a:blip r:embed="rId11">
            <a:duotone>
              <a:prstClr val="black"/>
              <a:srgbClr val="D9C3A5">
                <a:tint val="50000"/>
                <a:satMod val="180000"/>
              </a:srgbClr>
            </a:duotone>
          </a:blip>
          <a:stretch>
            <a:fillRect/>
          </a:stretch>
        </p:blipFill>
        <p:spPr>
          <a:xfrm>
            <a:off x="3429358" y="4544346"/>
            <a:ext cx="145577" cy="146450"/>
          </a:xfrm>
          <a:prstGeom prst="rect">
            <a:avLst/>
          </a:prstGeom>
          <a:noFill/>
        </p:spPr>
      </p:pic>
      <p:pic>
        <p:nvPicPr>
          <p:cNvPr id="292" name="Image 291">
            <a:extLst>
              <a:ext uri="{FF2B5EF4-FFF2-40B4-BE49-F238E27FC236}">
                <a16:creationId xmlns:a16="http://schemas.microsoft.com/office/drawing/2014/main" id="{24A65089-001E-676C-72C3-44D440193491}"/>
              </a:ext>
            </a:extLst>
          </p:cNvPr>
          <p:cNvPicPr>
            <a:picLocks noChangeAspect="1"/>
          </p:cNvPicPr>
          <p:nvPr/>
        </p:nvPicPr>
        <p:blipFill>
          <a:blip r:embed="rId11">
            <a:duotone>
              <a:prstClr val="black"/>
              <a:srgbClr val="D9C3A5">
                <a:tint val="50000"/>
                <a:satMod val="180000"/>
              </a:srgbClr>
            </a:duotone>
          </a:blip>
          <a:stretch>
            <a:fillRect/>
          </a:stretch>
        </p:blipFill>
        <p:spPr>
          <a:xfrm>
            <a:off x="7525727" y="3630050"/>
            <a:ext cx="145577" cy="146450"/>
          </a:xfrm>
          <a:prstGeom prst="rect">
            <a:avLst/>
          </a:prstGeom>
          <a:noFill/>
        </p:spPr>
      </p:pic>
      <p:pic>
        <p:nvPicPr>
          <p:cNvPr id="293" name="Image 292">
            <a:extLst>
              <a:ext uri="{FF2B5EF4-FFF2-40B4-BE49-F238E27FC236}">
                <a16:creationId xmlns:a16="http://schemas.microsoft.com/office/drawing/2014/main" id="{8C3BCBF9-D11B-ABD7-B2A4-457DF4DB0A22}"/>
              </a:ext>
            </a:extLst>
          </p:cNvPr>
          <p:cNvPicPr>
            <a:picLocks noChangeAspect="1"/>
          </p:cNvPicPr>
          <p:nvPr/>
        </p:nvPicPr>
        <p:blipFill>
          <a:blip r:embed="rId11">
            <a:duotone>
              <a:prstClr val="black"/>
              <a:srgbClr val="D9C3A5">
                <a:tint val="50000"/>
                <a:satMod val="180000"/>
              </a:srgbClr>
            </a:duotone>
          </a:blip>
          <a:stretch>
            <a:fillRect/>
          </a:stretch>
        </p:blipFill>
        <p:spPr>
          <a:xfrm>
            <a:off x="8821779" y="3601094"/>
            <a:ext cx="145577" cy="146450"/>
          </a:xfrm>
          <a:prstGeom prst="rect">
            <a:avLst/>
          </a:prstGeom>
          <a:noFill/>
        </p:spPr>
      </p:pic>
      <p:pic>
        <p:nvPicPr>
          <p:cNvPr id="294" name="Image 293">
            <a:extLst>
              <a:ext uri="{FF2B5EF4-FFF2-40B4-BE49-F238E27FC236}">
                <a16:creationId xmlns:a16="http://schemas.microsoft.com/office/drawing/2014/main" id="{94028604-CD75-2DE7-57BE-A0FFC7FAA3AD}"/>
              </a:ext>
            </a:extLst>
          </p:cNvPr>
          <p:cNvPicPr>
            <a:picLocks noChangeAspect="1"/>
          </p:cNvPicPr>
          <p:nvPr/>
        </p:nvPicPr>
        <p:blipFill>
          <a:blip r:embed="rId11">
            <a:duotone>
              <a:prstClr val="black"/>
              <a:srgbClr val="D9C3A5">
                <a:tint val="50000"/>
                <a:satMod val="180000"/>
              </a:srgbClr>
            </a:duotone>
          </a:blip>
          <a:stretch>
            <a:fillRect/>
          </a:stretch>
        </p:blipFill>
        <p:spPr>
          <a:xfrm>
            <a:off x="10144711" y="3609666"/>
            <a:ext cx="145577" cy="146450"/>
          </a:xfrm>
          <a:prstGeom prst="rect">
            <a:avLst/>
          </a:prstGeom>
          <a:noFill/>
        </p:spPr>
      </p:pic>
      <p:cxnSp>
        <p:nvCxnSpPr>
          <p:cNvPr id="296" name="Connecteur droit 295">
            <a:extLst>
              <a:ext uri="{FF2B5EF4-FFF2-40B4-BE49-F238E27FC236}">
                <a16:creationId xmlns:a16="http://schemas.microsoft.com/office/drawing/2014/main" id="{7751DDCF-8B94-A03E-515B-AE39616672EB}"/>
              </a:ext>
            </a:extLst>
          </p:cNvPr>
          <p:cNvCxnSpPr>
            <a:cxnSpLocks/>
            <a:endCxn id="297" idx="4"/>
          </p:cNvCxnSpPr>
          <p:nvPr/>
        </p:nvCxnSpPr>
        <p:spPr>
          <a:xfrm flipH="1" flipV="1">
            <a:off x="8590464" y="3937172"/>
            <a:ext cx="16106" cy="84785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97" name="Ellipse 296">
            <a:extLst>
              <a:ext uri="{FF2B5EF4-FFF2-40B4-BE49-F238E27FC236}">
                <a16:creationId xmlns:a16="http://schemas.microsoft.com/office/drawing/2014/main" id="{B1232D73-0621-16F1-07A9-76184A0C94E6}"/>
              </a:ext>
            </a:extLst>
          </p:cNvPr>
          <p:cNvSpPr/>
          <p:nvPr/>
        </p:nvSpPr>
        <p:spPr>
          <a:xfrm>
            <a:off x="8565630" y="3891453"/>
            <a:ext cx="49667"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14" name="Losange 313">
            <a:extLst>
              <a:ext uri="{FF2B5EF4-FFF2-40B4-BE49-F238E27FC236}">
                <a16:creationId xmlns:a16="http://schemas.microsoft.com/office/drawing/2014/main" id="{5299CDE0-5BB0-3BDF-FE2B-E0D5177FAEA5}"/>
              </a:ext>
            </a:extLst>
          </p:cNvPr>
          <p:cNvSpPr/>
          <p:nvPr/>
        </p:nvSpPr>
        <p:spPr>
          <a:xfrm>
            <a:off x="4752840" y="3727178"/>
            <a:ext cx="291494" cy="27979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x</a:t>
            </a:r>
          </a:p>
        </p:txBody>
      </p:sp>
      <p:cxnSp>
        <p:nvCxnSpPr>
          <p:cNvPr id="317" name="Connecteur : en angle 316">
            <a:extLst>
              <a:ext uri="{FF2B5EF4-FFF2-40B4-BE49-F238E27FC236}">
                <a16:creationId xmlns:a16="http://schemas.microsoft.com/office/drawing/2014/main" id="{032B57F1-08BB-89D4-1D88-C94CA0ABD3A6}"/>
              </a:ext>
            </a:extLst>
          </p:cNvPr>
          <p:cNvCxnSpPr>
            <a:cxnSpLocks/>
            <a:stCxn id="68" idx="3"/>
            <a:endCxn id="69" idx="1"/>
          </p:cNvCxnSpPr>
          <p:nvPr/>
        </p:nvCxnSpPr>
        <p:spPr>
          <a:xfrm flipV="1">
            <a:off x="2965447" y="3295360"/>
            <a:ext cx="489218" cy="566021"/>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 en angle 100">
            <a:extLst>
              <a:ext uri="{FF2B5EF4-FFF2-40B4-BE49-F238E27FC236}">
                <a16:creationId xmlns:a16="http://schemas.microsoft.com/office/drawing/2014/main" id="{E1783343-76BC-1059-D4AF-53905A1F43C0}"/>
              </a:ext>
            </a:extLst>
          </p:cNvPr>
          <p:cNvCxnSpPr>
            <a:cxnSpLocks/>
            <a:stCxn id="68" idx="3"/>
            <a:endCxn id="71" idx="1"/>
          </p:cNvCxnSpPr>
          <p:nvPr/>
        </p:nvCxnSpPr>
        <p:spPr>
          <a:xfrm>
            <a:off x="2965447" y="3861381"/>
            <a:ext cx="483563" cy="428569"/>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eur : en angle 105">
            <a:extLst>
              <a:ext uri="{FF2B5EF4-FFF2-40B4-BE49-F238E27FC236}">
                <a16:creationId xmlns:a16="http://schemas.microsoft.com/office/drawing/2014/main" id="{DC071AA3-07F1-CE2A-5719-C735BA3E3955}"/>
              </a:ext>
            </a:extLst>
          </p:cNvPr>
          <p:cNvCxnSpPr>
            <a:cxnSpLocks/>
            <a:stCxn id="69" idx="3"/>
            <a:endCxn id="314" idx="0"/>
          </p:cNvCxnSpPr>
          <p:nvPr/>
        </p:nvCxnSpPr>
        <p:spPr>
          <a:xfrm>
            <a:off x="4530597" y="3295360"/>
            <a:ext cx="367990" cy="431818"/>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cteur : en angle 108">
            <a:extLst>
              <a:ext uri="{FF2B5EF4-FFF2-40B4-BE49-F238E27FC236}">
                <a16:creationId xmlns:a16="http://schemas.microsoft.com/office/drawing/2014/main" id="{12BCA061-C049-0BFC-3B17-F475C9475B36}"/>
              </a:ext>
            </a:extLst>
          </p:cNvPr>
          <p:cNvCxnSpPr>
            <a:cxnSpLocks/>
            <a:stCxn id="71" idx="3"/>
            <a:endCxn id="314" idx="2"/>
          </p:cNvCxnSpPr>
          <p:nvPr/>
        </p:nvCxnSpPr>
        <p:spPr>
          <a:xfrm flipV="1">
            <a:off x="4524942" y="4006977"/>
            <a:ext cx="373645" cy="282973"/>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eur droit avec flèche 123">
            <a:extLst>
              <a:ext uri="{FF2B5EF4-FFF2-40B4-BE49-F238E27FC236}">
                <a16:creationId xmlns:a16="http://schemas.microsoft.com/office/drawing/2014/main" id="{71EA6558-3B9E-0418-467B-6F223F4AD5E0}"/>
              </a:ext>
            </a:extLst>
          </p:cNvPr>
          <p:cNvCxnSpPr>
            <a:cxnSpLocks/>
            <a:stCxn id="314" idx="3"/>
            <a:endCxn id="75" idx="1"/>
          </p:cNvCxnSpPr>
          <p:nvPr/>
        </p:nvCxnSpPr>
        <p:spPr>
          <a:xfrm>
            <a:off x="5044334" y="3867078"/>
            <a:ext cx="463552" cy="3766"/>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Connecteur droit avec flèche 325">
            <a:extLst>
              <a:ext uri="{FF2B5EF4-FFF2-40B4-BE49-F238E27FC236}">
                <a16:creationId xmlns:a16="http://schemas.microsoft.com/office/drawing/2014/main" id="{B264DA98-507B-AF30-EE21-B38CE02EB7EE}"/>
              </a:ext>
            </a:extLst>
          </p:cNvPr>
          <p:cNvCxnSpPr>
            <a:cxnSpLocks/>
            <a:stCxn id="75" idx="3"/>
            <a:endCxn id="76" idx="1"/>
          </p:cNvCxnSpPr>
          <p:nvPr/>
        </p:nvCxnSpPr>
        <p:spPr>
          <a:xfrm flipV="1">
            <a:off x="6583818" y="3862342"/>
            <a:ext cx="952065" cy="850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334" name="Groupe 333">
            <a:extLst>
              <a:ext uri="{FF2B5EF4-FFF2-40B4-BE49-F238E27FC236}">
                <a16:creationId xmlns:a16="http://schemas.microsoft.com/office/drawing/2014/main" id="{9FAFBEA9-D82B-09DD-3B1A-DCCCB4ECE5C7}"/>
              </a:ext>
            </a:extLst>
          </p:cNvPr>
          <p:cNvGrpSpPr/>
          <p:nvPr/>
        </p:nvGrpSpPr>
        <p:grpSpPr>
          <a:xfrm>
            <a:off x="7631797" y="1308337"/>
            <a:ext cx="873639" cy="576000"/>
            <a:chOff x="1190139" y="3090895"/>
            <a:chExt cx="731652" cy="951414"/>
          </a:xfrm>
        </p:grpSpPr>
        <p:sp>
          <p:nvSpPr>
            <p:cNvPr id="335" name="Rectangle : coins arrondis 334">
              <a:extLst>
                <a:ext uri="{FF2B5EF4-FFF2-40B4-BE49-F238E27FC236}">
                  <a16:creationId xmlns:a16="http://schemas.microsoft.com/office/drawing/2014/main" id="{B968907F-5236-548D-0AD3-63C514305BB2}"/>
                </a:ext>
              </a:extLst>
            </p:cNvPr>
            <p:cNvSpPr/>
            <p:nvPr/>
          </p:nvSpPr>
          <p:spPr>
            <a:xfrm>
              <a:off x="1190139" y="3090895"/>
              <a:ext cx="731652"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336" name="Rectangle : coins arrondis 335">
              <a:extLst>
                <a:ext uri="{FF2B5EF4-FFF2-40B4-BE49-F238E27FC236}">
                  <a16:creationId xmlns:a16="http://schemas.microsoft.com/office/drawing/2014/main" id="{C7577B05-8CF8-98C6-24D9-1443D141C6E1}"/>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Helvetica 75 Bold"/>
                  <a:ea typeface="+mn-ea"/>
                  <a:cs typeface="+mn-cs"/>
                </a:rPr>
                <a:t>I receive and accept the quote</a:t>
              </a:r>
              <a:endParaRPr kumimoji="0" lang="en-US" sz="800" b="1" i="0" u="none" strike="noStrike" kern="0" cap="none" spc="0" normalizeH="0" baseline="0" noProof="0">
                <a:ln>
                  <a:noFill/>
                </a:ln>
                <a:solidFill>
                  <a:srgbClr val="FFFFFF"/>
                </a:solidFill>
                <a:effectLst/>
                <a:uLnTx/>
                <a:uFillTx/>
                <a:latin typeface="Helvetica 75 Bold"/>
                <a:ea typeface="+mn-ea"/>
                <a:cs typeface="+mn-cs"/>
              </a:endParaRPr>
            </a:p>
          </p:txBody>
        </p:sp>
      </p:grpSp>
      <p:sp>
        <p:nvSpPr>
          <p:cNvPr id="337" name="Ellipse 336">
            <a:extLst>
              <a:ext uri="{FF2B5EF4-FFF2-40B4-BE49-F238E27FC236}">
                <a16:creationId xmlns:a16="http://schemas.microsoft.com/office/drawing/2014/main" id="{C5A9B74A-0F6E-A4FD-2496-619A0D20AEDC}"/>
              </a:ext>
            </a:extLst>
          </p:cNvPr>
          <p:cNvSpPr/>
          <p:nvPr/>
        </p:nvSpPr>
        <p:spPr>
          <a:xfrm>
            <a:off x="7520433" y="1174790"/>
            <a:ext cx="252000" cy="2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n</a:t>
            </a:r>
          </a:p>
        </p:txBody>
      </p:sp>
      <p:sp>
        <p:nvSpPr>
          <p:cNvPr id="340" name="Rectangle : coins arrondis 339">
            <a:extLst>
              <a:ext uri="{FF2B5EF4-FFF2-40B4-BE49-F238E27FC236}">
                <a16:creationId xmlns:a16="http://schemas.microsoft.com/office/drawing/2014/main" id="{C6A1DFDE-1EE8-3F16-BEB4-A91B54545650}"/>
              </a:ext>
            </a:extLst>
          </p:cNvPr>
          <p:cNvSpPr/>
          <p:nvPr/>
        </p:nvSpPr>
        <p:spPr>
          <a:xfrm>
            <a:off x="1935045" y="2544477"/>
            <a:ext cx="2962086" cy="239732"/>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creation</a:t>
            </a:r>
          </a:p>
        </p:txBody>
      </p:sp>
      <p:sp>
        <p:nvSpPr>
          <p:cNvPr id="346" name="Rectangle : coins arrondis 345">
            <a:extLst>
              <a:ext uri="{FF2B5EF4-FFF2-40B4-BE49-F238E27FC236}">
                <a16:creationId xmlns:a16="http://schemas.microsoft.com/office/drawing/2014/main" id="{0FE25579-6C42-6B49-B3D1-ED8EB4D9A9F6}"/>
              </a:ext>
            </a:extLst>
          </p:cNvPr>
          <p:cNvSpPr/>
          <p:nvPr/>
        </p:nvSpPr>
        <p:spPr>
          <a:xfrm>
            <a:off x="5238984" y="4117279"/>
            <a:ext cx="1525164" cy="286832"/>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pricing  </a:t>
            </a:r>
          </a:p>
        </p:txBody>
      </p:sp>
      <p:sp>
        <p:nvSpPr>
          <p:cNvPr id="348" name="Rectangle 347">
            <a:extLst>
              <a:ext uri="{FF2B5EF4-FFF2-40B4-BE49-F238E27FC236}">
                <a16:creationId xmlns:a16="http://schemas.microsoft.com/office/drawing/2014/main" id="{C8C0CF85-A0FD-6053-02FC-1EF34BAC712C}"/>
              </a:ext>
            </a:extLst>
          </p:cNvPr>
          <p:cNvSpPr/>
          <p:nvPr/>
        </p:nvSpPr>
        <p:spPr>
          <a:xfrm>
            <a:off x="5989692" y="-2438108"/>
            <a:ext cx="7818767" cy="23475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How would the process differs between the 2 channels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More flexibility given to sales rep regarding task sequence between L3s (</a:t>
            </a:r>
            <a:r>
              <a:rPr kumimoji="0" lang="en-US" sz="1600" b="0" i="0" u="none" strike="noStrike" kern="1200" cap="none" spc="0" normalizeH="0" baseline="0" noProof="0" err="1">
                <a:ln>
                  <a:noFill/>
                </a:ln>
                <a:solidFill>
                  <a:srgbClr val="000000"/>
                </a:solidFill>
                <a:effectLst/>
                <a:uLnTx/>
                <a:uFillTx/>
                <a:latin typeface="Helvetica 75 Bold"/>
                <a:ea typeface="+mn-ea"/>
                <a:cs typeface="+mn-cs"/>
              </a:rPr>
              <a:t>eg</a:t>
            </a:r>
            <a:r>
              <a:rPr kumimoji="0" lang="en-US" sz="1600" b="0" i="0" u="none" strike="noStrike" kern="1200" cap="none" spc="0" normalizeH="0" baseline="0" noProof="0">
                <a:ln>
                  <a:noFill/>
                </a:ln>
                <a:solidFill>
                  <a:srgbClr val="000000"/>
                </a:solidFill>
                <a:effectLst/>
                <a:uLnTx/>
                <a:uFillTx/>
                <a:latin typeface="Helvetica 75 Bold"/>
                <a:ea typeface="+mn-ea"/>
                <a:cs typeface="+mn-cs"/>
              </a:rPr>
              <a:t>: add site before/after add product)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TBC : Same level of information is expected on both digital  ? (expected on internet product config, what about SD Wan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Helvetica 75 Bold"/>
                <a:ea typeface="+mn-ea"/>
                <a:cs typeface="+mn-cs"/>
              </a:rPr>
              <a:t>Quote life-cycle goes step-by-step in a sales-driven quotation, whereas it jumps from created to validated for the digital ordering</a:t>
            </a:r>
          </a:p>
        </p:txBody>
      </p:sp>
      <p:graphicFrame>
        <p:nvGraphicFramePr>
          <p:cNvPr id="349" name="Tableau 348">
            <a:extLst>
              <a:ext uri="{FF2B5EF4-FFF2-40B4-BE49-F238E27FC236}">
                <a16:creationId xmlns:a16="http://schemas.microsoft.com/office/drawing/2014/main" id="{E899320A-4A0F-B39F-6B64-28A593638DC7}"/>
              </a:ext>
            </a:extLst>
          </p:cNvPr>
          <p:cNvGraphicFramePr>
            <a:graphicFrameLocks noGrp="1"/>
          </p:cNvGraphicFramePr>
          <p:nvPr/>
        </p:nvGraphicFramePr>
        <p:xfrm>
          <a:off x="13244884" y="1536627"/>
          <a:ext cx="4801173" cy="3145096"/>
        </p:xfrm>
        <a:graphic>
          <a:graphicData uri="http://schemas.openxmlformats.org/drawingml/2006/table">
            <a:tbl>
              <a:tblPr firstRow="1" bandRow="1">
                <a:tableStyleId>{5C22544A-7EE6-4342-B048-85BDC9FD1C3A}</a:tableStyleId>
              </a:tblPr>
              <a:tblGrid>
                <a:gridCol w="1600391">
                  <a:extLst>
                    <a:ext uri="{9D8B030D-6E8A-4147-A177-3AD203B41FA5}">
                      <a16:colId xmlns:a16="http://schemas.microsoft.com/office/drawing/2014/main" val="1820533121"/>
                    </a:ext>
                  </a:extLst>
                </a:gridCol>
                <a:gridCol w="1600391">
                  <a:extLst>
                    <a:ext uri="{9D8B030D-6E8A-4147-A177-3AD203B41FA5}">
                      <a16:colId xmlns:a16="http://schemas.microsoft.com/office/drawing/2014/main" val="2804310455"/>
                    </a:ext>
                  </a:extLst>
                </a:gridCol>
                <a:gridCol w="1600391">
                  <a:extLst>
                    <a:ext uri="{9D8B030D-6E8A-4147-A177-3AD203B41FA5}">
                      <a16:colId xmlns:a16="http://schemas.microsoft.com/office/drawing/2014/main" val="2752209852"/>
                    </a:ext>
                  </a:extLst>
                </a:gridCol>
              </a:tblGrid>
              <a:tr h="658148">
                <a:tc>
                  <a:txBody>
                    <a:bodyPr/>
                    <a:lstStyle/>
                    <a:p>
                      <a:endParaRPr lang="en-US" sz="1200"/>
                    </a:p>
                  </a:txBody>
                  <a:tcPr/>
                </a:tc>
                <a:tc>
                  <a:txBody>
                    <a:bodyPr/>
                    <a:lstStyle/>
                    <a:p>
                      <a:r>
                        <a:rPr lang="en-US" sz="1200"/>
                        <a:t>Customer driven quotation on digital channel</a:t>
                      </a:r>
                    </a:p>
                  </a:txBody>
                  <a:tcPr/>
                </a:tc>
                <a:tc>
                  <a:txBody>
                    <a:bodyPr/>
                    <a:lstStyle/>
                    <a:p>
                      <a:r>
                        <a:rPr lang="en-US" sz="1200"/>
                        <a:t>Sales-rep driven quotation on CPQ tool</a:t>
                      </a:r>
                    </a:p>
                  </a:txBody>
                  <a:tcPr/>
                </a:tc>
                <a:extLst>
                  <a:ext uri="{0D108BD9-81ED-4DB2-BD59-A6C34878D82A}">
                    <a16:rowId xmlns:a16="http://schemas.microsoft.com/office/drawing/2014/main" val="119191607"/>
                  </a:ext>
                </a:extLst>
              </a:tr>
              <a:tr h="253134">
                <a:tc>
                  <a:txBody>
                    <a:bodyPr/>
                    <a:lstStyle/>
                    <a:p>
                      <a:r>
                        <a:rPr lang="en-US" sz="1200"/>
                        <a:t>Sequence</a:t>
                      </a:r>
                    </a:p>
                  </a:txBody>
                  <a:tcPr/>
                </a:tc>
                <a:tc>
                  <a:txBody>
                    <a:bodyPr/>
                    <a:lstStyle/>
                    <a:p>
                      <a:r>
                        <a:rPr lang="en-US" sz="1200"/>
                        <a:t>guided</a:t>
                      </a:r>
                    </a:p>
                  </a:txBody>
                  <a:tcPr/>
                </a:tc>
                <a:tc>
                  <a:txBody>
                    <a:bodyPr/>
                    <a:lstStyle/>
                    <a:p>
                      <a:r>
                        <a:rPr lang="en-US" sz="1200"/>
                        <a:t>Flexible</a:t>
                      </a:r>
                    </a:p>
                  </a:txBody>
                  <a:tcPr/>
                </a:tc>
                <a:extLst>
                  <a:ext uri="{0D108BD9-81ED-4DB2-BD59-A6C34878D82A}">
                    <a16:rowId xmlns:a16="http://schemas.microsoft.com/office/drawing/2014/main" val="691841156"/>
                  </a:ext>
                </a:extLst>
              </a:tr>
              <a:tr h="253134">
                <a:tc>
                  <a:txBody>
                    <a:bodyPr/>
                    <a:lstStyle/>
                    <a:p>
                      <a:r>
                        <a:rPr lang="en-US" sz="1200"/>
                        <a:t>Level of site info</a:t>
                      </a:r>
                    </a:p>
                  </a:txBody>
                  <a:tcPr/>
                </a:tc>
                <a:tc>
                  <a:txBody>
                    <a:bodyPr/>
                    <a:lstStyle/>
                    <a:p>
                      <a:r>
                        <a:rPr lang="en-US" sz="1200"/>
                        <a:t>Equal</a:t>
                      </a:r>
                    </a:p>
                  </a:txBody>
                  <a:tcPr/>
                </a:tc>
                <a:tc>
                  <a:txBody>
                    <a:bodyPr/>
                    <a:lstStyle/>
                    <a:p>
                      <a:r>
                        <a:rPr lang="en-US" sz="1200"/>
                        <a:t>Flexible</a:t>
                      </a:r>
                    </a:p>
                  </a:txBody>
                  <a:tcPr/>
                </a:tc>
                <a:extLst>
                  <a:ext uri="{0D108BD9-81ED-4DB2-BD59-A6C34878D82A}">
                    <a16:rowId xmlns:a16="http://schemas.microsoft.com/office/drawing/2014/main" val="1319595728"/>
                  </a:ext>
                </a:extLst>
              </a:tr>
              <a:tr h="658148">
                <a:tc>
                  <a:txBody>
                    <a:bodyPr/>
                    <a:lstStyle/>
                    <a:p>
                      <a:r>
                        <a:rPr lang="en-US" sz="1200"/>
                        <a:t>Quote life-cycle</a:t>
                      </a:r>
                    </a:p>
                  </a:txBody>
                  <a:tcPr/>
                </a:tc>
                <a:tc>
                  <a:txBody>
                    <a:bodyPr/>
                    <a:lstStyle/>
                    <a:p>
                      <a:r>
                        <a:rPr lang="en-US" sz="1200"/>
                        <a:t>Jumps from created to validated</a:t>
                      </a:r>
                    </a:p>
                  </a:txBody>
                  <a:tcPr/>
                </a:tc>
                <a:tc>
                  <a:txBody>
                    <a:bodyPr/>
                    <a:lstStyle/>
                    <a:p>
                      <a:r>
                        <a:rPr lang="en-US" sz="1200"/>
                        <a:t>Step-by-step</a:t>
                      </a:r>
                    </a:p>
                  </a:txBody>
                  <a:tcPr/>
                </a:tc>
                <a:extLst>
                  <a:ext uri="{0D108BD9-81ED-4DB2-BD59-A6C34878D82A}">
                    <a16:rowId xmlns:a16="http://schemas.microsoft.com/office/drawing/2014/main" val="1494349803"/>
                  </a:ext>
                </a:extLst>
              </a:tr>
              <a:tr h="455641">
                <a:tc>
                  <a:txBody>
                    <a:bodyPr/>
                    <a:lstStyle/>
                    <a:p>
                      <a:r>
                        <a:rPr lang="en-US" sz="1200"/>
                        <a:t>Level of site config</a:t>
                      </a:r>
                    </a:p>
                  </a:txBody>
                  <a:tcPr/>
                </a:tc>
                <a:tc>
                  <a:txBody>
                    <a:bodyPr/>
                    <a:lstStyle/>
                    <a:p>
                      <a:r>
                        <a:rPr lang="en-US" sz="1200"/>
                        <a:t>Equal</a:t>
                      </a:r>
                    </a:p>
                  </a:txBody>
                  <a:tcPr/>
                </a:tc>
                <a:tc>
                  <a:txBody>
                    <a:bodyPr/>
                    <a:lstStyle/>
                    <a:p>
                      <a:r>
                        <a:rPr lang="en-US" sz="1200"/>
                        <a:t>To be confirmed for SD-wan</a:t>
                      </a:r>
                    </a:p>
                  </a:txBody>
                  <a:tcPr/>
                </a:tc>
                <a:extLst>
                  <a:ext uri="{0D108BD9-81ED-4DB2-BD59-A6C34878D82A}">
                    <a16:rowId xmlns:a16="http://schemas.microsoft.com/office/drawing/2014/main" val="1094957208"/>
                  </a:ext>
                </a:extLst>
              </a:tr>
              <a:tr h="253134">
                <a:tc>
                  <a:txBody>
                    <a:bodyPr/>
                    <a:lstStyle/>
                    <a:p>
                      <a:r>
                        <a:rPr lang="en-US" sz="1200"/>
                        <a:t>Quote line items</a:t>
                      </a:r>
                    </a:p>
                  </a:txBody>
                  <a:tcPr/>
                </a:tc>
                <a:tc>
                  <a:txBody>
                    <a:bodyPr/>
                    <a:lstStyle/>
                    <a:p>
                      <a:r>
                        <a:rPr lang="en-US" sz="1200"/>
                        <a:t>standardized</a:t>
                      </a:r>
                    </a:p>
                  </a:txBody>
                  <a:tcPr/>
                </a:tc>
                <a:tc>
                  <a:txBody>
                    <a:bodyPr/>
                    <a:lstStyle/>
                    <a:p>
                      <a:r>
                        <a:rPr lang="en-US" sz="1200"/>
                        <a:t>Customizable</a:t>
                      </a:r>
                    </a:p>
                  </a:txBody>
                  <a:tcPr/>
                </a:tc>
                <a:extLst>
                  <a:ext uri="{0D108BD9-81ED-4DB2-BD59-A6C34878D82A}">
                    <a16:rowId xmlns:a16="http://schemas.microsoft.com/office/drawing/2014/main" val="4003051380"/>
                  </a:ext>
                </a:extLst>
              </a:tr>
              <a:tr h="253134">
                <a:tc>
                  <a:txBody>
                    <a:bodyPr/>
                    <a:lstStyle/>
                    <a:p>
                      <a:r>
                        <a:rPr lang="en-US" sz="1200"/>
                        <a:t>Quote template</a:t>
                      </a:r>
                    </a:p>
                  </a:txBody>
                  <a:tcPr/>
                </a:tc>
                <a:tc>
                  <a:txBody>
                    <a:bodyPr/>
                    <a:lstStyle/>
                    <a:p>
                      <a:r>
                        <a:rPr lang="en-US" sz="1200"/>
                        <a:t>standardized</a:t>
                      </a:r>
                    </a:p>
                  </a:txBody>
                  <a:tcPr/>
                </a:tc>
                <a:tc>
                  <a:txBody>
                    <a:bodyPr/>
                    <a:lstStyle/>
                    <a:p>
                      <a:r>
                        <a:rPr lang="en-US" sz="1200"/>
                        <a:t>Customizable ?</a:t>
                      </a:r>
                    </a:p>
                  </a:txBody>
                  <a:tcPr/>
                </a:tc>
                <a:extLst>
                  <a:ext uri="{0D108BD9-81ED-4DB2-BD59-A6C34878D82A}">
                    <a16:rowId xmlns:a16="http://schemas.microsoft.com/office/drawing/2014/main" val="2265001343"/>
                  </a:ext>
                </a:extLst>
              </a:tr>
              <a:tr h="253134">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689509310"/>
                  </a:ext>
                </a:extLst>
              </a:tr>
            </a:tbl>
          </a:graphicData>
        </a:graphic>
      </p:graphicFrame>
      <p:sp>
        <p:nvSpPr>
          <p:cNvPr id="350" name="Rectangle 349">
            <a:extLst>
              <a:ext uri="{FF2B5EF4-FFF2-40B4-BE49-F238E27FC236}">
                <a16:creationId xmlns:a16="http://schemas.microsoft.com/office/drawing/2014/main" id="{D153D308-C1A0-5E10-7F68-76952C2DCF1F}"/>
              </a:ext>
            </a:extLst>
          </p:cNvPr>
          <p:cNvSpPr/>
          <p:nvPr/>
        </p:nvSpPr>
        <p:spPr>
          <a:xfrm>
            <a:off x="1626788" y="2064795"/>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create an opportunity</a:t>
            </a:r>
          </a:p>
        </p:txBody>
      </p:sp>
      <p:sp>
        <p:nvSpPr>
          <p:cNvPr id="351" name="Rectangle 350">
            <a:extLst>
              <a:ext uri="{FF2B5EF4-FFF2-40B4-BE49-F238E27FC236}">
                <a16:creationId xmlns:a16="http://schemas.microsoft.com/office/drawing/2014/main" id="{63A864B9-62C3-9BC5-75CA-5F3662C8F65D}"/>
              </a:ext>
            </a:extLst>
          </p:cNvPr>
          <p:cNvSpPr/>
          <p:nvPr/>
        </p:nvSpPr>
        <p:spPr>
          <a:xfrm>
            <a:off x="1630909" y="2706502"/>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create a quote</a:t>
            </a:r>
          </a:p>
        </p:txBody>
      </p:sp>
      <p:sp>
        <p:nvSpPr>
          <p:cNvPr id="130" name="Rectangle 129">
            <a:extLst>
              <a:ext uri="{FF2B5EF4-FFF2-40B4-BE49-F238E27FC236}">
                <a16:creationId xmlns:a16="http://schemas.microsoft.com/office/drawing/2014/main" id="{D70594F8-541C-F8CD-C858-FAD386AC0B73}"/>
              </a:ext>
            </a:extLst>
          </p:cNvPr>
          <p:cNvSpPr/>
          <p:nvPr/>
        </p:nvSpPr>
        <p:spPr>
          <a:xfrm>
            <a:off x="1629750" y="3138414"/>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duplicate a quote</a:t>
            </a:r>
          </a:p>
        </p:txBody>
      </p:sp>
      <p:sp>
        <p:nvSpPr>
          <p:cNvPr id="140" name="Rectangle 139">
            <a:extLst>
              <a:ext uri="{FF2B5EF4-FFF2-40B4-BE49-F238E27FC236}">
                <a16:creationId xmlns:a16="http://schemas.microsoft.com/office/drawing/2014/main" id="{C0DECA18-8192-DB23-A2DF-FD4AD051265D}"/>
              </a:ext>
            </a:extLst>
          </p:cNvPr>
          <p:cNvSpPr/>
          <p:nvPr/>
        </p:nvSpPr>
        <p:spPr>
          <a:xfrm>
            <a:off x="3426919" y="2062598"/>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add sites and eligible products to the quote (in the order I see fit)</a:t>
            </a:r>
          </a:p>
        </p:txBody>
      </p:sp>
      <p:sp>
        <p:nvSpPr>
          <p:cNvPr id="142" name="Rectangle 141">
            <a:extLst>
              <a:ext uri="{FF2B5EF4-FFF2-40B4-BE49-F238E27FC236}">
                <a16:creationId xmlns:a16="http://schemas.microsoft.com/office/drawing/2014/main" id="{447E6A2D-C249-DBA8-8ABB-8BC088748432}"/>
              </a:ext>
            </a:extLst>
          </p:cNvPr>
          <p:cNvSpPr/>
          <p:nvPr/>
        </p:nvSpPr>
        <p:spPr>
          <a:xfrm>
            <a:off x="5322793" y="2056205"/>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configure and complete quote pricing</a:t>
            </a:r>
          </a:p>
        </p:txBody>
      </p:sp>
      <p:sp>
        <p:nvSpPr>
          <p:cNvPr id="143" name="Rectangle 142">
            <a:extLst>
              <a:ext uri="{FF2B5EF4-FFF2-40B4-BE49-F238E27FC236}">
                <a16:creationId xmlns:a16="http://schemas.microsoft.com/office/drawing/2014/main" id="{B2500279-532E-8B57-EC8A-098E0BB99ABD}"/>
              </a:ext>
            </a:extLst>
          </p:cNvPr>
          <p:cNvSpPr/>
          <p:nvPr/>
        </p:nvSpPr>
        <p:spPr>
          <a:xfrm>
            <a:off x="7412597" y="2056796"/>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submit the quote to the customer for validation</a:t>
            </a:r>
          </a:p>
        </p:txBody>
      </p:sp>
      <p:sp>
        <p:nvSpPr>
          <p:cNvPr id="144" name="Rectangle 143">
            <a:extLst>
              <a:ext uri="{FF2B5EF4-FFF2-40B4-BE49-F238E27FC236}">
                <a16:creationId xmlns:a16="http://schemas.microsoft.com/office/drawing/2014/main" id="{39D6D0FD-4555-761D-73BB-1702742A87BF}"/>
              </a:ext>
            </a:extLst>
          </p:cNvPr>
          <p:cNvSpPr/>
          <p:nvPr/>
        </p:nvSpPr>
        <p:spPr>
          <a:xfrm>
            <a:off x="8828102" y="2057586"/>
            <a:ext cx="1245293" cy="486890"/>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I trigger the contract generation and send it to the customer</a:t>
            </a:r>
          </a:p>
        </p:txBody>
      </p:sp>
      <p:sp>
        <p:nvSpPr>
          <p:cNvPr id="145" name="Rectangle 144">
            <a:extLst>
              <a:ext uri="{FF2B5EF4-FFF2-40B4-BE49-F238E27FC236}">
                <a16:creationId xmlns:a16="http://schemas.microsoft.com/office/drawing/2014/main" id="{F3D61C44-19DB-8D19-AC3E-A9E4840B0FB1}"/>
              </a:ext>
            </a:extLst>
          </p:cNvPr>
          <p:cNvSpPr/>
          <p:nvPr/>
        </p:nvSpPr>
        <p:spPr>
          <a:xfrm>
            <a:off x="10214539" y="2057330"/>
            <a:ext cx="1245293" cy="487147"/>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Upon contract approval, orders are created automatically</a:t>
            </a:r>
          </a:p>
        </p:txBody>
      </p:sp>
      <p:sp>
        <p:nvSpPr>
          <p:cNvPr id="146" name="Rectangle 145">
            <a:extLst>
              <a:ext uri="{FF2B5EF4-FFF2-40B4-BE49-F238E27FC236}">
                <a16:creationId xmlns:a16="http://schemas.microsoft.com/office/drawing/2014/main" id="{53E79190-AA2F-6684-3FC9-6A56A00B6808}"/>
              </a:ext>
            </a:extLst>
          </p:cNvPr>
          <p:cNvSpPr/>
          <p:nvPr/>
        </p:nvSpPr>
        <p:spPr>
          <a:xfrm>
            <a:off x="7403516" y="2484601"/>
            <a:ext cx="1245293" cy="359483"/>
          </a:xfrm>
          <a:prstGeom prst="rect">
            <a:avLst/>
          </a:prstGeom>
          <a:solidFill>
            <a:schemeClr val="accent3">
              <a:lumMod val="40000"/>
              <a:lumOff val="6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Upon approval, I enrich the quote with billing details</a:t>
            </a:r>
          </a:p>
        </p:txBody>
      </p:sp>
      <p:grpSp>
        <p:nvGrpSpPr>
          <p:cNvPr id="147" name="Groupe 146">
            <a:extLst>
              <a:ext uri="{FF2B5EF4-FFF2-40B4-BE49-F238E27FC236}">
                <a16:creationId xmlns:a16="http://schemas.microsoft.com/office/drawing/2014/main" id="{75E1609D-D800-AB4C-4DA1-D53D68255EE6}"/>
              </a:ext>
            </a:extLst>
          </p:cNvPr>
          <p:cNvGrpSpPr/>
          <p:nvPr/>
        </p:nvGrpSpPr>
        <p:grpSpPr>
          <a:xfrm>
            <a:off x="9548540" y="1317676"/>
            <a:ext cx="873639" cy="576000"/>
            <a:chOff x="1190139" y="3090895"/>
            <a:chExt cx="731652" cy="951414"/>
          </a:xfrm>
        </p:grpSpPr>
        <p:sp>
          <p:nvSpPr>
            <p:cNvPr id="148" name="Rectangle : coins arrondis 147">
              <a:extLst>
                <a:ext uri="{FF2B5EF4-FFF2-40B4-BE49-F238E27FC236}">
                  <a16:creationId xmlns:a16="http://schemas.microsoft.com/office/drawing/2014/main" id="{B239D31A-A7B7-153B-1191-D609D4A5A079}"/>
                </a:ext>
              </a:extLst>
            </p:cNvPr>
            <p:cNvSpPr/>
            <p:nvPr/>
          </p:nvSpPr>
          <p:spPr>
            <a:xfrm>
              <a:off x="1190139" y="3090895"/>
              <a:ext cx="731652" cy="951414"/>
            </a:xfrm>
            <a:prstGeom prst="roundRect">
              <a:avLst>
                <a:gd name="adj" fmla="val 12799"/>
              </a:avLst>
            </a:prstGeom>
            <a:solidFill>
              <a:schemeClr val="tx1"/>
            </a:solid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149" name="Rectangle : coins arrondis 148">
              <a:extLst>
                <a:ext uri="{FF2B5EF4-FFF2-40B4-BE49-F238E27FC236}">
                  <a16:creationId xmlns:a16="http://schemas.microsoft.com/office/drawing/2014/main" id="{8F4A440A-9110-049E-19EB-EFDACB0C7672}"/>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Helvetica 75 Bold"/>
                  <a:ea typeface="+mn-ea"/>
                  <a:cs typeface="+mn-cs"/>
                </a:rPr>
                <a:t>I accept the contract</a:t>
              </a:r>
              <a:endParaRPr kumimoji="0" lang="en-US" sz="800" b="1" i="0" u="none" strike="noStrike" kern="0" cap="none" spc="0" normalizeH="0" baseline="0" noProof="0">
                <a:ln>
                  <a:noFill/>
                </a:ln>
                <a:solidFill>
                  <a:srgbClr val="FFFFFF"/>
                </a:solidFill>
                <a:effectLst/>
                <a:uLnTx/>
                <a:uFillTx/>
                <a:latin typeface="Helvetica 75 Bold"/>
                <a:ea typeface="+mn-ea"/>
                <a:cs typeface="+mn-cs"/>
              </a:endParaRPr>
            </a:p>
          </p:txBody>
        </p:sp>
      </p:grpSp>
      <p:sp>
        <p:nvSpPr>
          <p:cNvPr id="35" name="Titre 1">
            <a:extLst>
              <a:ext uri="{FF2B5EF4-FFF2-40B4-BE49-F238E27FC236}">
                <a16:creationId xmlns:a16="http://schemas.microsoft.com/office/drawing/2014/main" id="{8EA17C59-899F-CD99-8358-021BE48AFCC9}"/>
              </a:ext>
            </a:extLst>
          </p:cNvPr>
          <p:cNvSpPr txBox="1">
            <a:spLocks/>
          </p:cNvSpPr>
          <p:nvPr/>
        </p:nvSpPr>
        <p:spPr>
          <a:xfrm>
            <a:off x="108280" y="5414703"/>
            <a:ext cx="1585845"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Other</a:t>
            </a:r>
            <a:r>
              <a:rPr kumimoji="0" lang="fr-FR"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a:t>
            </a:r>
            <a:r>
              <a:rPr kumimoji="0" lang="fr-FR" sz="12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2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cxnSp>
        <p:nvCxnSpPr>
          <p:cNvPr id="37" name="Connecteur droit 36">
            <a:extLst>
              <a:ext uri="{FF2B5EF4-FFF2-40B4-BE49-F238E27FC236}">
                <a16:creationId xmlns:a16="http://schemas.microsoft.com/office/drawing/2014/main" id="{A3ADB108-372F-BCAE-CF96-604FE127ED89}"/>
              </a:ext>
            </a:extLst>
          </p:cNvPr>
          <p:cNvCxnSpPr/>
          <p:nvPr/>
        </p:nvCxnSpPr>
        <p:spPr>
          <a:xfrm>
            <a:off x="325189" y="5303135"/>
            <a:ext cx="1188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9" name="Graphique 38" descr="Cause à effet avec un remplissage uni">
            <a:extLst>
              <a:ext uri="{FF2B5EF4-FFF2-40B4-BE49-F238E27FC236}">
                <a16:creationId xmlns:a16="http://schemas.microsoft.com/office/drawing/2014/main" id="{B5F15F1C-BC22-BD22-7D14-4ADF6352BDD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9962" y="5698483"/>
            <a:ext cx="624548" cy="624548"/>
          </a:xfrm>
          <a:prstGeom prst="rect">
            <a:avLst/>
          </a:prstGeom>
        </p:spPr>
      </p:pic>
      <p:pic>
        <p:nvPicPr>
          <p:cNvPr id="40" name="Graphique 39" descr="Engrenages contour">
            <a:extLst>
              <a:ext uri="{FF2B5EF4-FFF2-40B4-BE49-F238E27FC236}">
                <a16:creationId xmlns:a16="http://schemas.microsoft.com/office/drawing/2014/main" id="{9D84E802-5769-3868-44CC-AAB43AE6BFA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0823" y="5929985"/>
            <a:ext cx="376554" cy="376554"/>
          </a:xfrm>
          <a:prstGeom prst="rect">
            <a:avLst/>
          </a:prstGeom>
        </p:spPr>
      </p:pic>
      <p:sp>
        <p:nvSpPr>
          <p:cNvPr id="41" name="Rectangle : coins arrondis 40">
            <a:extLst>
              <a:ext uri="{FF2B5EF4-FFF2-40B4-BE49-F238E27FC236}">
                <a16:creationId xmlns:a16="http://schemas.microsoft.com/office/drawing/2014/main" id="{29E1ECA7-1848-1595-8933-A994DA11996C}"/>
              </a:ext>
            </a:extLst>
          </p:cNvPr>
          <p:cNvSpPr/>
          <p:nvPr/>
        </p:nvSpPr>
        <p:spPr>
          <a:xfrm>
            <a:off x="1950781" y="5757748"/>
            <a:ext cx="808364" cy="482715"/>
          </a:xfrm>
          <a:prstGeom prst="roundRect">
            <a:avLst>
              <a:gd name="adj" fmla="val 7931"/>
            </a:avLst>
          </a:prstGeom>
          <a:solidFill>
            <a:schemeClr val="tx2"/>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solidFill>
                <a:effectLst/>
                <a:uLnTx/>
                <a:uFillTx/>
                <a:latin typeface="Helvetica 75 Bold"/>
                <a:ea typeface="+mn-ea"/>
                <a:cs typeface="+mn-cs"/>
              </a:rPr>
              <a:t>C</a:t>
            </a:r>
            <a:r>
              <a:rPr kumimoji="0" lang="en-US" sz="800" b="1" i="0" u="none" strike="noStrike" kern="0" cap="none" spc="0" normalizeH="0" baseline="0" noProof="0">
                <a:ln>
                  <a:noFill/>
                </a:ln>
                <a:solidFill>
                  <a:srgbClr val="FFFFFF"/>
                </a:solidFill>
                <a:effectLst/>
                <a:uLnTx/>
                <a:uFillTx/>
                <a:latin typeface="Helvetica 75 Bold"/>
                <a:ea typeface="+mn-ea"/>
                <a:cs typeface="+mn-cs"/>
              </a:rPr>
              <a:t>RM </a:t>
            </a:r>
          </a:p>
        </p:txBody>
      </p:sp>
      <p:pic>
        <p:nvPicPr>
          <p:cNvPr id="42" name="Image 41">
            <a:extLst>
              <a:ext uri="{FF2B5EF4-FFF2-40B4-BE49-F238E27FC236}">
                <a16:creationId xmlns:a16="http://schemas.microsoft.com/office/drawing/2014/main" id="{8C8FF0AC-2E1E-9570-8240-FF9D7879B042}"/>
              </a:ext>
            </a:extLst>
          </p:cNvPr>
          <p:cNvPicPr>
            <a:picLocks noChangeAspect="1"/>
          </p:cNvPicPr>
          <p:nvPr/>
        </p:nvPicPr>
        <p:blipFill>
          <a:blip r:embed="rId11">
            <a:duotone>
              <a:prstClr val="black"/>
              <a:srgbClr val="D9C3A5">
                <a:tint val="50000"/>
                <a:satMod val="180000"/>
              </a:srgbClr>
            </a:duotone>
          </a:blip>
          <a:stretch>
            <a:fillRect/>
          </a:stretch>
        </p:blipFill>
        <p:spPr>
          <a:xfrm>
            <a:off x="1902269" y="5673794"/>
            <a:ext cx="145577" cy="146450"/>
          </a:xfrm>
          <a:prstGeom prst="rect">
            <a:avLst/>
          </a:prstGeom>
          <a:noFill/>
          <a:ln>
            <a:noFill/>
          </a:ln>
        </p:spPr>
      </p:pic>
      <p:sp>
        <p:nvSpPr>
          <p:cNvPr id="43" name="Rectangle : coins arrondis 42">
            <a:extLst>
              <a:ext uri="{FF2B5EF4-FFF2-40B4-BE49-F238E27FC236}">
                <a16:creationId xmlns:a16="http://schemas.microsoft.com/office/drawing/2014/main" id="{AEDA6E31-BF7A-EF47-D97B-94F12B0DB3E9}"/>
              </a:ext>
            </a:extLst>
          </p:cNvPr>
          <p:cNvSpPr/>
          <p:nvPr/>
        </p:nvSpPr>
        <p:spPr>
          <a:xfrm>
            <a:off x="9009441" y="5757748"/>
            <a:ext cx="808364" cy="482715"/>
          </a:xfrm>
          <a:prstGeom prst="roundRect">
            <a:avLst>
              <a:gd name="adj" fmla="val 7931"/>
            </a:avLst>
          </a:prstGeom>
          <a:solidFill>
            <a:schemeClr val="tx2"/>
          </a:solidFill>
          <a:ln w="25400" cap="flat" cmpd="sng" algn="ctr">
            <a:solidFill>
              <a:schemeClr val="accent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solidFill>
                <a:effectLst/>
                <a:uLnTx/>
                <a:uFillTx/>
                <a:latin typeface="Helvetica 75 Bold"/>
                <a:ea typeface="+mn-ea"/>
                <a:cs typeface="+mn-cs"/>
              </a:rPr>
              <a:t>CLM</a:t>
            </a:r>
            <a:r>
              <a:rPr kumimoji="0" lang="en-US" sz="800" b="1" i="0" u="none" strike="noStrike" kern="0" cap="none" spc="0" normalizeH="0" baseline="0" noProof="0">
                <a:ln>
                  <a:noFill/>
                </a:ln>
                <a:solidFill>
                  <a:srgbClr val="FFFFFF"/>
                </a:solidFill>
                <a:effectLst/>
                <a:uLnTx/>
                <a:uFillTx/>
                <a:latin typeface="Helvetica 75 Bold"/>
                <a:ea typeface="+mn-ea"/>
                <a:cs typeface="+mn-cs"/>
              </a:rPr>
              <a:t> </a:t>
            </a:r>
          </a:p>
        </p:txBody>
      </p:sp>
      <p:pic>
        <p:nvPicPr>
          <p:cNvPr id="44" name="Image 43">
            <a:extLst>
              <a:ext uri="{FF2B5EF4-FFF2-40B4-BE49-F238E27FC236}">
                <a16:creationId xmlns:a16="http://schemas.microsoft.com/office/drawing/2014/main" id="{1ED5D49D-F4CD-7952-4429-E1242AE09AEA}"/>
              </a:ext>
            </a:extLst>
          </p:cNvPr>
          <p:cNvPicPr>
            <a:picLocks noChangeAspect="1"/>
          </p:cNvPicPr>
          <p:nvPr/>
        </p:nvPicPr>
        <p:blipFill>
          <a:blip r:embed="rId11">
            <a:duotone>
              <a:prstClr val="black"/>
              <a:srgbClr val="D9C3A5">
                <a:tint val="50000"/>
                <a:satMod val="180000"/>
              </a:srgbClr>
            </a:duotone>
          </a:blip>
          <a:stretch>
            <a:fillRect/>
          </a:stretch>
        </p:blipFill>
        <p:spPr>
          <a:xfrm>
            <a:off x="9014120" y="5674612"/>
            <a:ext cx="145577" cy="146450"/>
          </a:xfrm>
          <a:prstGeom prst="rect">
            <a:avLst/>
          </a:prstGeom>
          <a:noFill/>
          <a:ln>
            <a:noFill/>
          </a:ln>
        </p:spPr>
      </p:pic>
      <p:cxnSp>
        <p:nvCxnSpPr>
          <p:cNvPr id="49" name="Connecteur : en angle 48">
            <a:extLst>
              <a:ext uri="{FF2B5EF4-FFF2-40B4-BE49-F238E27FC236}">
                <a16:creationId xmlns:a16="http://schemas.microsoft.com/office/drawing/2014/main" id="{8292DC2F-E421-EAE0-635F-D54749A55676}"/>
              </a:ext>
            </a:extLst>
          </p:cNvPr>
          <p:cNvCxnSpPr>
            <a:cxnSpLocks/>
            <a:stCxn id="41" idx="1"/>
            <a:endCxn id="350" idx="1"/>
          </p:cNvCxnSpPr>
          <p:nvPr/>
        </p:nvCxnSpPr>
        <p:spPr>
          <a:xfrm rot="10800000">
            <a:off x="1626789" y="2244538"/>
            <a:ext cx="323993" cy="3754569"/>
          </a:xfrm>
          <a:prstGeom prst="bentConnector3">
            <a:avLst>
              <a:gd name="adj1" fmla="val 170557"/>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C0FA2D0F-094C-8F26-1631-C19BBB98F50A}"/>
              </a:ext>
            </a:extLst>
          </p:cNvPr>
          <p:cNvSpPr/>
          <p:nvPr/>
        </p:nvSpPr>
        <p:spPr>
          <a:xfrm>
            <a:off x="1193763" y="6060086"/>
            <a:ext cx="847045" cy="254939"/>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a:ln>
                  <a:noFill/>
                </a:ln>
                <a:solidFill>
                  <a:srgbClr val="000000"/>
                </a:solidFill>
                <a:effectLst/>
                <a:uLnTx/>
                <a:uFillTx/>
                <a:latin typeface="Helvetica 75 Bold"/>
                <a:ea typeface="+mn-ea"/>
                <a:cs typeface="+mn-cs"/>
              </a:rPr>
              <a:t>Opportunity ID</a:t>
            </a:r>
          </a:p>
        </p:txBody>
      </p:sp>
      <p:sp>
        <p:nvSpPr>
          <p:cNvPr id="96" name="Rectangle 95">
            <a:extLst>
              <a:ext uri="{FF2B5EF4-FFF2-40B4-BE49-F238E27FC236}">
                <a16:creationId xmlns:a16="http://schemas.microsoft.com/office/drawing/2014/main" id="{D5C35734-B728-E259-C5B1-4D3897F3F231}"/>
              </a:ext>
            </a:extLst>
          </p:cNvPr>
          <p:cNvSpPr/>
          <p:nvPr/>
        </p:nvSpPr>
        <p:spPr>
          <a:xfrm>
            <a:off x="7432133" y="5911107"/>
            <a:ext cx="1719184" cy="20402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a:ln>
                  <a:noFill/>
                </a:ln>
                <a:solidFill>
                  <a:srgbClr val="000000"/>
                </a:solidFill>
                <a:effectLst/>
                <a:uLnTx/>
                <a:uFillTx/>
                <a:latin typeface="Helvetica 75 Bold"/>
                <a:ea typeface="+mn-ea"/>
                <a:cs typeface="+mn-cs"/>
              </a:rPr>
              <a:t>CPQ &amp; CLM </a:t>
            </a:r>
            <a:r>
              <a:rPr kumimoji="0" lang="fr-FR" sz="800" b="1" i="1" u="none" strike="noStrike" kern="0" cap="none" spc="0" normalizeH="0" baseline="0" noProof="0" err="1">
                <a:ln>
                  <a:noFill/>
                </a:ln>
                <a:solidFill>
                  <a:srgbClr val="000000"/>
                </a:solidFill>
                <a:effectLst/>
                <a:uLnTx/>
                <a:uFillTx/>
                <a:latin typeface="Helvetica 75 Bold"/>
                <a:ea typeface="+mn-ea"/>
                <a:cs typeface="+mn-cs"/>
              </a:rPr>
              <a:t>synchronization</a:t>
            </a:r>
            <a:r>
              <a:rPr kumimoji="0" lang="fr-FR" sz="800" b="1" i="1" u="none" strike="noStrike" kern="0" cap="none" spc="0" normalizeH="0" baseline="0" noProof="0">
                <a:ln>
                  <a:noFill/>
                </a:ln>
                <a:solidFill>
                  <a:srgbClr val="000000"/>
                </a:solidFill>
                <a:effectLst/>
                <a:uLnTx/>
                <a:uFillTx/>
                <a:latin typeface="Helvetica 75 Bold"/>
                <a:ea typeface="+mn-ea"/>
                <a:cs typeface="+mn-cs"/>
              </a:rPr>
              <a:t> for </a:t>
            </a:r>
            <a:r>
              <a:rPr kumimoji="0" lang="fr-FR" sz="800" b="1" i="1" u="none" strike="noStrike" kern="0" cap="none" spc="0" normalizeH="0" baseline="0" noProof="0" err="1">
                <a:ln>
                  <a:noFill/>
                </a:ln>
                <a:solidFill>
                  <a:srgbClr val="000000"/>
                </a:solidFill>
                <a:effectLst/>
                <a:uLnTx/>
                <a:uFillTx/>
                <a:latin typeface="Helvetica 75 Bold"/>
                <a:ea typeface="+mn-ea"/>
                <a:cs typeface="+mn-cs"/>
              </a:rPr>
              <a:t>contract</a:t>
            </a:r>
            <a:r>
              <a:rPr kumimoji="0" lang="fr-FR" sz="800" b="1" i="1" u="none" strike="noStrike" kern="0" cap="none" spc="0" normalizeH="0" baseline="0" noProof="0">
                <a:ln>
                  <a:noFill/>
                </a:ln>
                <a:solidFill>
                  <a:srgbClr val="000000"/>
                </a:solidFill>
                <a:effectLst/>
                <a:uLnTx/>
                <a:uFillTx/>
                <a:latin typeface="Helvetica 75 Bold"/>
                <a:ea typeface="+mn-ea"/>
                <a:cs typeface="+mn-cs"/>
              </a:rPr>
              <a:t> </a:t>
            </a:r>
            <a:r>
              <a:rPr kumimoji="0" lang="fr-FR" sz="800" b="1" i="1" u="none" strike="noStrike" kern="0" cap="none" spc="0" normalizeH="0" baseline="0" noProof="0" err="1">
                <a:ln>
                  <a:noFill/>
                </a:ln>
                <a:solidFill>
                  <a:srgbClr val="000000"/>
                </a:solidFill>
                <a:effectLst/>
                <a:uLnTx/>
                <a:uFillTx/>
                <a:latin typeface="Helvetica 75 Bold"/>
                <a:ea typeface="+mn-ea"/>
                <a:cs typeface="+mn-cs"/>
              </a:rPr>
              <a:t>generation</a:t>
            </a:r>
            <a:r>
              <a:rPr kumimoji="0" lang="fr-FR" sz="800" b="1" i="1" u="none" strike="noStrike" kern="0" cap="none" spc="0" normalizeH="0" baseline="0" noProof="0">
                <a:ln>
                  <a:noFill/>
                </a:ln>
                <a:solidFill>
                  <a:srgbClr val="000000"/>
                </a:solidFill>
                <a:effectLst/>
                <a:uLnTx/>
                <a:uFillTx/>
                <a:latin typeface="Helvetica 75 Bold"/>
                <a:ea typeface="+mn-ea"/>
                <a:cs typeface="+mn-cs"/>
              </a:rPr>
              <a:t> </a:t>
            </a:r>
          </a:p>
        </p:txBody>
      </p:sp>
      <p:cxnSp>
        <p:nvCxnSpPr>
          <p:cNvPr id="97" name="Connecteur : en angle 96">
            <a:extLst>
              <a:ext uri="{FF2B5EF4-FFF2-40B4-BE49-F238E27FC236}">
                <a16:creationId xmlns:a16="http://schemas.microsoft.com/office/drawing/2014/main" id="{D5839094-FDE5-B1A9-BBB4-81BE406C8AA6}"/>
              </a:ext>
            </a:extLst>
          </p:cNvPr>
          <p:cNvCxnSpPr>
            <a:cxnSpLocks/>
            <a:stCxn id="77" idx="2"/>
            <a:endCxn id="43" idx="0"/>
          </p:cNvCxnSpPr>
          <p:nvPr/>
        </p:nvCxnSpPr>
        <p:spPr>
          <a:xfrm rot="16200000" flipH="1">
            <a:off x="8544604" y="4888728"/>
            <a:ext cx="1702385" cy="35653"/>
          </a:xfrm>
          <a:prstGeom prst="bentConnector3">
            <a:avLst>
              <a:gd name="adj1" fmla="val 66742"/>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2" name="Connecteur : en angle 101">
            <a:extLst>
              <a:ext uri="{FF2B5EF4-FFF2-40B4-BE49-F238E27FC236}">
                <a16:creationId xmlns:a16="http://schemas.microsoft.com/office/drawing/2014/main" id="{C1B7AC92-1DFB-CCE6-C677-9897C6B50893}"/>
              </a:ext>
            </a:extLst>
          </p:cNvPr>
          <p:cNvCxnSpPr>
            <a:cxnSpLocks/>
            <a:stCxn id="43" idx="3"/>
          </p:cNvCxnSpPr>
          <p:nvPr/>
        </p:nvCxnSpPr>
        <p:spPr>
          <a:xfrm flipV="1">
            <a:off x="9817805" y="3923996"/>
            <a:ext cx="223875" cy="2075110"/>
          </a:xfrm>
          <a:prstGeom prst="bentConnector2">
            <a:avLst/>
          </a:prstGeom>
          <a:ln w="19050">
            <a:solidFill>
              <a:schemeClr val="accent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Rectangle : coins arrondis 64">
            <a:extLst>
              <a:ext uri="{FF2B5EF4-FFF2-40B4-BE49-F238E27FC236}">
                <a16:creationId xmlns:a16="http://schemas.microsoft.com/office/drawing/2014/main" id="{A0395997-D681-B930-23DC-D300A69963F0}"/>
              </a:ext>
            </a:extLst>
          </p:cNvPr>
          <p:cNvSpPr/>
          <p:nvPr/>
        </p:nvSpPr>
        <p:spPr>
          <a:xfrm>
            <a:off x="7629248" y="4112288"/>
            <a:ext cx="2193321" cy="253797"/>
          </a:xfrm>
          <a:prstGeom prst="roundRect">
            <a:avLst>
              <a:gd name="adj" fmla="val 7931"/>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FFFFFF">
                    <a:lumMod val="65000"/>
                  </a:srgbClr>
                </a:solidFill>
                <a:effectLst/>
                <a:uLnTx/>
                <a:uFillTx/>
                <a:latin typeface="Helvetica 75 Bold"/>
                <a:ea typeface="+mn-ea"/>
                <a:cs typeface="+mn-cs"/>
              </a:rPr>
              <a:t>L2 - Q</a:t>
            </a:r>
            <a:r>
              <a:rPr kumimoji="0" lang="en-US" sz="800" b="1" i="0" u="none" strike="noStrike" kern="0" cap="none" spc="0" normalizeH="0" baseline="0" noProof="0" err="1">
                <a:ln>
                  <a:noFill/>
                </a:ln>
                <a:solidFill>
                  <a:srgbClr val="FFFFFF">
                    <a:lumMod val="65000"/>
                  </a:srgbClr>
                </a:solidFill>
                <a:effectLst/>
                <a:uLnTx/>
                <a:uFillTx/>
                <a:latin typeface="Helvetica 75 Bold"/>
                <a:ea typeface="+mn-ea"/>
                <a:cs typeface="+mn-cs"/>
              </a:rPr>
              <a:t>uote</a:t>
            </a:r>
            <a:r>
              <a:rPr kumimoji="0" lang="en-US" sz="800" b="1" i="0" u="none" strike="noStrike" kern="0" cap="none" spc="0" normalizeH="0" baseline="0" noProof="0">
                <a:ln>
                  <a:noFill/>
                </a:ln>
                <a:solidFill>
                  <a:srgbClr val="FFFFFF">
                    <a:lumMod val="65000"/>
                  </a:srgbClr>
                </a:solidFill>
                <a:effectLst/>
                <a:uLnTx/>
                <a:uFillTx/>
                <a:latin typeface="Helvetica 75 Bold"/>
                <a:ea typeface="+mn-ea"/>
                <a:cs typeface="+mn-cs"/>
              </a:rPr>
              <a:t> Offer Customer Approval </a:t>
            </a:r>
          </a:p>
        </p:txBody>
      </p:sp>
    </p:spTree>
    <p:extLst>
      <p:ext uri="{BB962C8B-B14F-4D97-AF65-F5344CB8AC3E}">
        <p14:creationId xmlns:p14="http://schemas.microsoft.com/office/powerpoint/2010/main" val="79507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Rectangle 789">
            <a:extLst>
              <a:ext uri="{FF2B5EF4-FFF2-40B4-BE49-F238E27FC236}">
                <a16:creationId xmlns:a16="http://schemas.microsoft.com/office/drawing/2014/main" id="{4D1D9662-E023-8A29-8166-1726BAB02A37}"/>
              </a:ext>
            </a:extLst>
          </p:cNvPr>
          <p:cNvSpPr/>
          <p:nvPr/>
        </p:nvSpPr>
        <p:spPr>
          <a:xfrm>
            <a:off x="240926" y="3296132"/>
            <a:ext cx="3918880" cy="1916890"/>
          </a:xfrm>
          <a:prstGeom prst="rect">
            <a:avLst/>
          </a:prstGeom>
          <a:solidFill>
            <a:srgbClr val="146994">
              <a:alpha val="76863"/>
            </a:srgb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BB4E6"/>
                </a:solidFill>
                <a:effectLst/>
                <a:uLnTx/>
                <a:uFillTx/>
                <a:latin typeface="Helvetica 75 Bold"/>
                <a:ea typeface="+mn-ea"/>
                <a:cs typeface="+mn-cs"/>
              </a:rPr>
              <a:t>Offer recommendation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BB4E6"/>
                </a:solidFill>
                <a:effectLst/>
                <a:uLnTx/>
                <a:uFillTx/>
                <a:latin typeface="Helvetica 75 Bold"/>
                <a:ea typeface="+mn-ea"/>
                <a:cs typeface="+mn-cs"/>
              </a:rPr>
              <a:t> (supported by EPC)</a:t>
            </a:r>
          </a:p>
        </p:txBody>
      </p:sp>
      <p:sp>
        <p:nvSpPr>
          <p:cNvPr id="787" name="Rectangle 786">
            <a:extLst>
              <a:ext uri="{FF2B5EF4-FFF2-40B4-BE49-F238E27FC236}">
                <a16:creationId xmlns:a16="http://schemas.microsoft.com/office/drawing/2014/main" id="{918B01C8-7CC9-4E4C-C717-C2B57CCFED4C}"/>
              </a:ext>
            </a:extLst>
          </p:cNvPr>
          <p:cNvSpPr/>
          <p:nvPr/>
        </p:nvSpPr>
        <p:spPr>
          <a:xfrm>
            <a:off x="5055198" y="3296132"/>
            <a:ext cx="6894868" cy="1916890"/>
          </a:xfrm>
          <a:prstGeom prst="rect">
            <a:avLst/>
          </a:prstGeom>
          <a:solidFill>
            <a:srgbClr val="50BE87">
              <a:alpha val="78039"/>
            </a:srgb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50BE87"/>
                </a:solidFill>
                <a:effectLst/>
                <a:uLnTx/>
                <a:uFillTx/>
                <a:latin typeface="Helvetica 75 Bold"/>
                <a:ea typeface="+mn-ea"/>
                <a:cs typeface="+mn-cs"/>
              </a:rPr>
              <a:t>Quotation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50BE87"/>
                </a:solidFill>
                <a:effectLst/>
                <a:uLnTx/>
                <a:uFillTx/>
                <a:latin typeface="Helvetica 75 Bold"/>
                <a:ea typeface="+mn-ea"/>
                <a:cs typeface="+mn-cs"/>
              </a:rPr>
              <a:t>(supported by CPQ)</a:t>
            </a:r>
          </a:p>
        </p:txBody>
      </p:sp>
      <p:sp>
        <p:nvSpPr>
          <p:cNvPr id="2" name="Titre 1">
            <a:extLst>
              <a:ext uri="{FF2B5EF4-FFF2-40B4-BE49-F238E27FC236}">
                <a16:creationId xmlns:a16="http://schemas.microsoft.com/office/drawing/2014/main" id="{1D4D4C56-36A9-350C-DADF-B236FEA97170}"/>
              </a:ext>
            </a:extLst>
          </p:cNvPr>
          <p:cNvSpPr>
            <a:spLocks noGrp="1"/>
          </p:cNvSpPr>
          <p:nvPr>
            <p:ph type="title"/>
          </p:nvPr>
        </p:nvSpPr>
        <p:spPr/>
        <p:txBody>
          <a:bodyPr/>
          <a:lstStyle/>
          <a:p>
            <a:r>
              <a:rPr lang="en-US" sz="2000" dirty="0"/>
              <a:t>Targeted MVP quotation journey - Scopeless Internet</a:t>
            </a:r>
            <a:br>
              <a:rPr lang="fr-FR" sz="2000" dirty="0"/>
            </a:br>
            <a:r>
              <a:rPr lang="en-US" sz="2000" dirty="0">
                <a:solidFill>
                  <a:schemeClr val="bg1"/>
                </a:solidFill>
              </a:rPr>
              <a:t>As an existing customer, I can select, configure and order Internet offers (silver, gold, </a:t>
            </a:r>
            <a:r>
              <a:rPr lang="en-US" sz="2000" dirty="0" err="1">
                <a:solidFill>
                  <a:schemeClr val="bg1"/>
                </a:solidFill>
              </a:rPr>
              <a:t>platinium</a:t>
            </a:r>
            <a:r>
              <a:rPr lang="en-US" sz="2000" dirty="0">
                <a:solidFill>
                  <a:schemeClr val="bg1"/>
                </a:solidFill>
              </a:rPr>
              <a:t>), in autonomy and I can request support if needed</a:t>
            </a:r>
          </a:p>
        </p:txBody>
      </p:sp>
      <p:grpSp>
        <p:nvGrpSpPr>
          <p:cNvPr id="14" name="Groupe 13">
            <a:extLst>
              <a:ext uri="{FF2B5EF4-FFF2-40B4-BE49-F238E27FC236}">
                <a16:creationId xmlns:a16="http://schemas.microsoft.com/office/drawing/2014/main" id="{106A22C6-8318-0C5C-AF69-4C9DF6F1111B}"/>
              </a:ext>
            </a:extLst>
          </p:cNvPr>
          <p:cNvGrpSpPr/>
          <p:nvPr/>
        </p:nvGrpSpPr>
        <p:grpSpPr>
          <a:xfrm>
            <a:off x="12248" y="1822738"/>
            <a:ext cx="1487295" cy="630000"/>
            <a:chOff x="1149349" y="3090895"/>
            <a:chExt cx="772441" cy="951414"/>
          </a:xfrm>
        </p:grpSpPr>
        <p:sp>
          <p:nvSpPr>
            <p:cNvPr id="15" name="Rectangle : coins arrondis 14">
              <a:extLst>
                <a:ext uri="{FF2B5EF4-FFF2-40B4-BE49-F238E27FC236}">
                  <a16:creationId xmlns:a16="http://schemas.microsoft.com/office/drawing/2014/main" id="{690A647E-4208-C96D-34B1-9FDFB3B72B32}"/>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latin typeface="Helvetica 75 Bold"/>
                <a:ea typeface="+mn-ea"/>
                <a:cs typeface="+mn-cs"/>
              </a:endParaRPr>
            </a:p>
          </p:txBody>
        </p:sp>
        <p:sp>
          <p:nvSpPr>
            <p:cNvPr id="16" name="Rectangle : coins arrondis 15">
              <a:extLst>
                <a:ext uri="{FF2B5EF4-FFF2-40B4-BE49-F238E27FC236}">
                  <a16:creationId xmlns:a16="http://schemas.microsoft.com/office/drawing/2014/main" id="{2ADCFF0E-9D24-FCA0-C037-6764FAC4A7E1}"/>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t>
              </a:r>
              <a:r>
                <a:rPr kumimoji="0" lang="en-US" sz="800" b="1" i="0" u="none" strike="noStrike" kern="0" cap="none" spc="0" normalizeH="0" baseline="0" noProof="0" dirty="0">
                  <a:ln>
                    <a:noFill/>
                  </a:ln>
                  <a:effectLst/>
                  <a:uLnTx/>
                  <a:uFillTx/>
                  <a:latin typeface="Helvetica 75 Bold"/>
                  <a:ea typeface="+mn-ea"/>
                  <a:cs typeface="+mn-cs"/>
                </a:rPr>
                <a:t>log into </a:t>
              </a:r>
              <a:r>
                <a:rPr kumimoji="0" lang="en-US" sz="800" b="0" i="0" u="none" strike="noStrike" kern="0" cap="none" spc="0" normalizeH="0" baseline="0" noProof="0" dirty="0">
                  <a:ln>
                    <a:noFill/>
                  </a:ln>
                  <a:effectLst/>
                  <a:uLnTx/>
                  <a:uFillTx/>
                  <a:latin typeface="Helvetica 75 Bold"/>
                  <a:ea typeface="+mn-ea"/>
                  <a:cs typeface="+mn-cs"/>
                </a:rPr>
                <a:t>my customer portal (VIBE)</a:t>
              </a:r>
            </a:p>
          </p:txBody>
        </p:sp>
      </p:grpSp>
      <p:grpSp>
        <p:nvGrpSpPr>
          <p:cNvPr id="17" name="Groupe 16">
            <a:extLst>
              <a:ext uri="{FF2B5EF4-FFF2-40B4-BE49-F238E27FC236}">
                <a16:creationId xmlns:a16="http://schemas.microsoft.com/office/drawing/2014/main" id="{BC9D6127-2B69-5F89-DB73-852D3397EE1B}"/>
              </a:ext>
            </a:extLst>
          </p:cNvPr>
          <p:cNvGrpSpPr/>
          <p:nvPr/>
        </p:nvGrpSpPr>
        <p:grpSpPr>
          <a:xfrm>
            <a:off x="1688875" y="1834871"/>
            <a:ext cx="1487295" cy="630000"/>
            <a:chOff x="1149349" y="3090895"/>
            <a:chExt cx="772441" cy="951414"/>
          </a:xfrm>
        </p:grpSpPr>
        <p:sp>
          <p:nvSpPr>
            <p:cNvPr id="18" name="Rectangle : coins arrondis 17">
              <a:extLst>
                <a:ext uri="{FF2B5EF4-FFF2-40B4-BE49-F238E27FC236}">
                  <a16:creationId xmlns:a16="http://schemas.microsoft.com/office/drawing/2014/main" id="{BA4AF65D-30A4-C926-578B-3602B94F7424}"/>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latin typeface="Helvetica 75 Bold"/>
                <a:ea typeface="+mn-ea"/>
                <a:cs typeface="+mn-cs"/>
              </a:endParaRPr>
            </a:p>
          </p:txBody>
        </p:sp>
        <p:sp>
          <p:nvSpPr>
            <p:cNvPr id="19" name="Rectangle : coins arrondis 18">
              <a:extLst>
                <a:ext uri="{FF2B5EF4-FFF2-40B4-BE49-F238E27FC236}">
                  <a16:creationId xmlns:a16="http://schemas.microsoft.com/office/drawing/2014/main" id="{35B5AA65-F347-D75A-B92A-12E0E0099747}"/>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effectLst/>
                  <a:uLnTx/>
                  <a:uFillTx/>
                  <a:latin typeface="Helvetica 75 Bold"/>
                  <a:ea typeface="+mn-ea"/>
                  <a:cs typeface="+mn-cs"/>
                </a:rPr>
                <a:t>I </a:t>
              </a:r>
              <a:r>
                <a:rPr kumimoji="0" lang="en-US" sz="800" b="1" i="0" u="none" strike="noStrike" kern="0" cap="none" spc="0" normalizeH="0" baseline="0" noProof="0">
                  <a:ln>
                    <a:noFill/>
                  </a:ln>
                  <a:effectLst/>
                  <a:uLnTx/>
                  <a:uFillTx/>
                  <a:latin typeface="Helvetica 75 Bold"/>
                  <a:ea typeface="+mn-ea"/>
                  <a:cs typeface="+mn-cs"/>
                </a:rPr>
                <a:t>go to the catalog within my customer portal</a:t>
              </a:r>
              <a:endParaRPr kumimoji="0" lang="en-US" sz="800" b="0" i="0" u="none" strike="noStrike" kern="0" cap="none" spc="0" normalizeH="0" baseline="0" noProof="0">
                <a:ln>
                  <a:noFill/>
                </a:ln>
                <a:effectLst/>
                <a:uLnTx/>
                <a:uFillTx/>
                <a:latin typeface="Helvetica 75 Bold"/>
                <a:ea typeface="+mn-ea"/>
                <a:cs typeface="+mn-cs"/>
              </a:endParaRPr>
            </a:p>
          </p:txBody>
        </p:sp>
      </p:grpSp>
      <p:grpSp>
        <p:nvGrpSpPr>
          <p:cNvPr id="20" name="Groupe 19">
            <a:extLst>
              <a:ext uri="{FF2B5EF4-FFF2-40B4-BE49-F238E27FC236}">
                <a16:creationId xmlns:a16="http://schemas.microsoft.com/office/drawing/2014/main" id="{178B8904-9533-6786-EE54-6434F2DCC4F9}"/>
              </a:ext>
            </a:extLst>
          </p:cNvPr>
          <p:cNvGrpSpPr/>
          <p:nvPr/>
        </p:nvGrpSpPr>
        <p:grpSpPr>
          <a:xfrm>
            <a:off x="3365503" y="1834871"/>
            <a:ext cx="1487295" cy="630000"/>
            <a:chOff x="1149349" y="3090895"/>
            <a:chExt cx="772441" cy="951414"/>
          </a:xfrm>
        </p:grpSpPr>
        <p:sp>
          <p:nvSpPr>
            <p:cNvPr id="21" name="Rectangle : coins arrondis 20">
              <a:extLst>
                <a:ext uri="{FF2B5EF4-FFF2-40B4-BE49-F238E27FC236}">
                  <a16:creationId xmlns:a16="http://schemas.microsoft.com/office/drawing/2014/main" id="{81ADD28C-84AD-97E9-83BA-D095DEF40D0E}"/>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latin typeface="Helvetica 75 Bold"/>
                <a:ea typeface="+mn-ea"/>
                <a:cs typeface="+mn-cs"/>
              </a:endParaRPr>
            </a:p>
          </p:txBody>
        </p:sp>
        <p:sp>
          <p:nvSpPr>
            <p:cNvPr id="22" name="Rectangle : coins arrondis 21">
              <a:extLst>
                <a:ext uri="{FF2B5EF4-FFF2-40B4-BE49-F238E27FC236}">
                  <a16:creationId xmlns:a16="http://schemas.microsoft.com/office/drawing/2014/main" id="{A39AA198-7A7E-C2BA-EB18-5840103D95C3}"/>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effectLst/>
                  <a:uLnTx/>
                  <a:uFillTx/>
                  <a:latin typeface="Helvetica 75 Bold"/>
                  <a:ea typeface="+mn-ea"/>
                  <a:cs typeface="+mn-cs"/>
                </a:rPr>
                <a:t>I </a:t>
              </a:r>
              <a:r>
                <a:rPr kumimoji="0" lang="en-US" sz="800" b="1" i="0" u="none" strike="noStrike" kern="0" cap="none" spc="0" normalizeH="0" baseline="0" noProof="0">
                  <a:ln>
                    <a:noFill/>
                  </a:ln>
                  <a:effectLst/>
                  <a:uLnTx/>
                  <a:uFillTx/>
                  <a:latin typeface="Helvetica 75 Bold"/>
                  <a:ea typeface="+mn-ea"/>
                  <a:cs typeface="+mn-cs"/>
                </a:rPr>
                <a:t>click on the product family “Internet &amp; Network”</a:t>
              </a:r>
              <a:endParaRPr kumimoji="0" lang="en-US" sz="800" b="0" i="0" u="none" strike="noStrike" kern="0" cap="none" spc="0" normalizeH="0" baseline="0" noProof="0">
                <a:ln>
                  <a:noFill/>
                </a:ln>
                <a:effectLst/>
                <a:uLnTx/>
                <a:uFillTx/>
                <a:latin typeface="Helvetica 75 Bold"/>
                <a:ea typeface="+mn-ea"/>
                <a:cs typeface="+mn-cs"/>
              </a:endParaRPr>
            </a:p>
          </p:txBody>
        </p:sp>
      </p:grpSp>
      <p:grpSp>
        <p:nvGrpSpPr>
          <p:cNvPr id="23" name="Groupe 22">
            <a:extLst>
              <a:ext uri="{FF2B5EF4-FFF2-40B4-BE49-F238E27FC236}">
                <a16:creationId xmlns:a16="http://schemas.microsoft.com/office/drawing/2014/main" id="{18AFABFB-DEEC-2D64-D3E8-59B38AE13060}"/>
              </a:ext>
            </a:extLst>
          </p:cNvPr>
          <p:cNvGrpSpPr/>
          <p:nvPr/>
        </p:nvGrpSpPr>
        <p:grpSpPr>
          <a:xfrm>
            <a:off x="5305326" y="1441621"/>
            <a:ext cx="1799628" cy="630000"/>
            <a:chOff x="1149349" y="3090895"/>
            <a:chExt cx="772441" cy="951414"/>
          </a:xfrm>
        </p:grpSpPr>
        <p:sp>
          <p:nvSpPr>
            <p:cNvPr id="24" name="Rectangle : coins arrondis 23">
              <a:extLst>
                <a:ext uri="{FF2B5EF4-FFF2-40B4-BE49-F238E27FC236}">
                  <a16:creationId xmlns:a16="http://schemas.microsoft.com/office/drawing/2014/main" id="{0881E2E9-DA62-89E2-6B9E-4EF61BD17294}"/>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25" name="Rectangle : coins arrondis 24">
              <a:extLst>
                <a:ext uri="{FF2B5EF4-FFF2-40B4-BE49-F238E27FC236}">
                  <a16:creationId xmlns:a16="http://schemas.microsoft.com/office/drawing/2014/main" id="{25850F63-A0ED-416F-1764-348BBA2B370E}"/>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t>
              </a:r>
              <a:r>
                <a:rPr kumimoji="0" lang="en-US" sz="800" b="1" i="0" u="none" strike="noStrike" kern="0" cap="none" spc="0" normalizeH="0" baseline="0" noProof="0" dirty="0">
                  <a:ln>
                    <a:noFill/>
                  </a:ln>
                  <a:effectLst/>
                  <a:uLnTx/>
                  <a:uFillTx/>
                  <a:latin typeface="Helvetica 75 Bold"/>
                  <a:ea typeface="+mn-ea"/>
                  <a:cs typeface="+mn-cs"/>
                </a:rPr>
                <a:t>am not sure of what I need, so I want to assess my needs.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effectLst/>
                  <a:uLnTx/>
                  <a:uFillTx/>
                  <a:latin typeface="Helvetica 75 Bold"/>
                  <a:ea typeface="+mn-ea"/>
                  <a:cs typeface="+mn-cs"/>
                </a:rPr>
                <a:t>I click on ‘Help me choose”</a:t>
              </a:r>
              <a:endParaRPr kumimoji="0" lang="en-US" sz="800" b="0" i="0" u="none" strike="noStrike" kern="0" cap="none" spc="0" normalizeH="0" baseline="0" noProof="0" dirty="0">
                <a:ln>
                  <a:noFill/>
                </a:ln>
                <a:effectLst/>
                <a:uLnTx/>
                <a:uFillTx/>
                <a:latin typeface="Helvetica 75 Bold"/>
                <a:ea typeface="+mn-ea"/>
                <a:cs typeface="+mn-cs"/>
              </a:endParaRPr>
            </a:p>
          </p:txBody>
        </p:sp>
      </p:grpSp>
      <p:grpSp>
        <p:nvGrpSpPr>
          <p:cNvPr id="26" name="Groupe 25">
            <a:extLst>
              <a:ext uri="{FF2B5EF4-FFF2-40B4-BE49-F238E27FC236}">
                <a16:creationId xmlns:a16="http://schemas.microsoft.com/office/drawing/2014/main" id="{3DA49D86-868D-854D-A9A5-349672079654}"/>
              </a:ext>
            </a:extLst>
          </p:cNvPr>
          <p:cNvGrpSpPr/>
          <p:nvPr/>
        </p:nvGrpSpPr>
        <p:grpSpPr>
          <a:xfrm>
            <a:off x="7520886" y="1441621"/>
            <a:ext cx="1487295" cy="630000"/>
            <a:chOff x="1149349" y="3090895"/>
            <a:chExt cx="772441" cy="951414"/>
          </a:xfrm>
        </p:grpSpPr>
        <p:sp>
          <p:nvSpPr>
            <p:cNvPr id="27" name="Rectangle : coins arrondis 26">
              <a:extLst>
                <a:ext uri="{FF2B5EF4-FFF2-40B4-BE49-F238E27FC236}">
                  <a16:creationId xmlns:a16="http://schemas.microsoft.com/office/drawing/2014/main" id="{87A17D78-E2BD-6C54-6A83-A54C97026B06}"/>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28" name="Rectangle : coins arrondis 27">
              <a:extLst>
                <a:ext uri="{FF2B5EF4-FFF2-40B4-BE49-F238E27FC236}">
                  <a16:creationId xmlns:a16="http://schemas.microsoft.com/office/drawing/2014/main" id="{178FB01D-55F4-AE82-E9C8-8BD071A4760D}"/>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effectLst/>
                  <a:uLnTx/>
                  <a:uFillTx/>
                  <a:latin typeface="Helvetica 75 Bold"/>
                  <a:ea typeface="+mn-ea"/>
                  <a:cs typeface="+mn-cs"/>
                </a:rPr>
                <a:t>I </a:t>
              </a:r>
              <a:r>
                <a:rPr kumimoji="0" lang="en-US" sz="800" b="1" i="0" u="none" strike="noStrike" kern="0" cap="none" spc="0" normalizeH="0" baseline="0" noProof="0">
                  <a:ln>
                    <a:noFill/>
                  </a:ln>
                  <a:effectLst/>
                  <a:uLnTx/>
                  <a:uFillTx/>
                  <a:latin typeface="Helvetica 75 Bold"/>
                  <a:ea typeface="+mn-ea"/>
                  <a:cs typeface="+mn-cs"/>
                </a:rPr>
                <a:t>am redirected to the Recommendation concierge</a:t>
              </a:r>
              <a:endParaRPr kumimoji="0" lang="en-US" sz="800" b="0" i="0" u="none" strike="noStrike" kern="0" cap="none" spc="0" normalizeH="0" baseline="0" noProof="0">
                <a:ln>
                  <a:noFill/>
                </a:ln>
                <a:effectLst/>
                <a:uLnTx/>
                <a:uFillTx/>
                <a:latin typeface="Helvetica 75 Bold"/>
                <a:ea typeface="+mn-ea"/>
                <a:cs typeface="+mn-cs"/>
              </a:endParaRPr>
            </a:p>
          </p:txBody>
        </p:sp>
      </p:grpSp>
      <p:grpSp>
        <p:nvGrpSpPr>
          <p:cNvPr id="29" name="Groupe 28">
            <a:extLst>
              <a:ext uri="{FF2B5EF4-FFF2-40B4-BE49-F238E27FC236}">
                <a16:creationId xmlns:a16="http://schemas.microsoft.com/office/drawing/2014/main" id="{EA57F876-F747-5DAC-D1F4-DE0704545071}"/>
              </a:ext>
            </a:extLst>
          </p:cNvPr>
          <p:cNvGrpSpPr/>
          <p:nvPr/>
        </p:nvGrpSpPr>
        <p:grpSpPr>
          <a:xfrm>
            <a:off x="5305325" y="2282641"/>
            <a:ext cx="1799628" cy="630000"/>
            <a:chOff x="1149349" y="3090895"/>
            <a:chExt cx="772441" cy="951414"/>
          </a:xfrm>
        </p:grpSpPr>
        <p:sp>
          <p:nvSpPr>
            <p:cNvPr id="30" name="Rectangle : coins arrondis 29">
              <a:extLst>
                <a:ext uri="{FF2B5EF4-FFF2-40B4-BE49-F238E27FC236}">
                  <a16:creationId xmlns:a16="http://schemas.microsoft.com/office/drawing/2014/main" id="{506EAC30-700C-8B67-B8E7-D195B3CC7702}"/>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31" name="Rectangle : coins arrondis 30">
              <a:extLst>
                <a:ext uri="{FF2B5EF4-FFF2-40B4-BE49-F238E27FC236}">
                  <a16:creationId xmlns:a16="http://schemas.microsoft.com/office/drawing/2014/main" id="{4FCA8F06-8843-A2AC-24BD-1A5B570D45CD}"/>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t>
              </a:r>
              <a:r>
                <a:rPr kumimoji="0" lang="en-US" sz="800" b="1" i="0" u="none" strike="noStrike" kern="0" cap="none" spc="0" normalizeH="0" baseline="0" noProof="0" dirty="0">
                  <a:ln>
                    <a:noFill/>
                  </a:ln>
                  <a:effectLst/>
                  <a:uLnTx/>
                  <a:uFillTx/>
                  <a:latin typeface="Helvetica 75 Bold"/>
                  <a:ea typeface="+mn-ea"/>
                  <a:cs typeface="+mn-cs"/>
                </a:rPr>
                <a:t>click on one specific offers among the 3 ones presented with “see more details” CTA</a:t>
              </a:r>
              <a:endParaRPr kumimoji="0" lang="en-US" sz="800" b="0" i="0" u="none" strike="noStrike" kern="0" cap="none" spc="0" normalizeH="0" baseline="0" noProof="0" dirty="0">
                <a:ln>
                  <a:noFill/>
                </a:ln>
                <a:effectLst/>
                <a:uLnTx/>
                <a:uFillTx/>
                <a:latin typeface="Helvetica 75 Bold"/>
                <a:ea typeface="+mn-ea"/>
                <a:cs typeface="+mn-cs"/>
              </a:endParaRPr>
            </a:p>
          </p:txBody>
        </p:sp>
      </p:grpSp>
      <p:grpSp>
        <p:nvGrpSpPr>
          <p:cNvPr id="673" name="Groupe 672">
            <a:extLst>
              <a:ext uri="{FF2B5EF4-FFF2-40B4-BE49-F238E27FC236}">
                <a16:creationId xmlns:a16="http://schemas.microsoft.com/office/drawing/2014/main" id="{3F5A5007-3B2A-BC2D-2EA2-374CFE7DD0EE}"/>
              </a:ext>
            </a:extLst>
          </p:cNvPr>
          <p:cNvGrpSpPr/>
          <p:nvPr/>
        </p:nvGrpSpPr>
        <p:grpSpPr>
          <a:xfrm>
            <a:off x="7520885" y="2276235"/>
            <a:ext cx="1487295" cy="630000"/>
            <a:chOff x="1149349" y="3090895"/>
            <a:chExt cx="772441" cy="951414"/>
          </a:xfrm>
        </p:grpSpPr>
        <p:sp>
          <p:nvSpPr>
            <p:cNvPr id="674" name="Rectangle : coins arrondis 673">
              <a:extLst>
                <a:ext uri="{FF2B5EF4-FFF2-40B4-BE49-F238E27FC236}">
                  <a16:creationId xmlns:a16="http://schemas.microsoft.com/office/drawing/2014/main" id="{027E23F4-09F9-EBB3-DE56-F625C84C5FCF}"/>
                </a:ext>
              </a:extLst>
            </p:cNvPr>
            <p:cNvSpPr/>
            <p:nvPr/>
          </p:nvSpPr>
          <p:spPr>
            <a:xfrm>
              <a:off x="1149349"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675" name="Rectangle : coins arrondis 674">
              <a:extLst>
                <a:ext uri="{FF2B5EF4-FFF2-40B4-BE49-F238E27FC236}">
                  <a16:creationId xmlns:a16="http://schemas.microsoft.com/office/drawing/2014/main" id="{AFD8A7BF-32AB-CB03-536A-53CB839EC6BB}"/>
                </a:ext>
              </a:extLst>
            </p:cNvPr>
            <p:cNvSpPr/>
            <p:nvPr/>
          </p:nvSpPr>
          <p:spPr>
            <a:xfrm>
              <a:off x="1208180" y="3138790"/>
              <a:ext cx="6853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t>
              </a:r>
              <a:r>
                <a:rPr kumimoji="0" lang="en-US" sz="800" b="1" i="0" u="none" strike="noStrike" kern="0" cap="none" spc="0" normalizeH="0" baseline="0" noProof="0" dirty="0">
                  <a:ln>
                    <a:noFill/>
                  </a:ln>
                  <a:effectLst/>
                  <a:uLnTx/>
                  <a:uFillTx/>
                  <a:latin typeface="Helvetica 75 Bold"/>
                  <a:ea typeface="+mn-ea"/>
                  <a:cs typeface="+mn-cs"/>
                </a:rPr>
                <a:t>get details on the product page, I can click on “configure &amp; order”</a:t>
              </a:r>
              <a:endParaRPr kumimoji="0" lang="en-US" sz="800" b="0" i="0" u="none" strike="noStrike" kern="0" cap="none" spc="0" normalizeH="0" baseline="0" noProof="0" dirty="0">
                <a:ln>
                  <a:noFill/>
                </a:ln>
                <a:effectLst/>
                <a:uLnTx/>
                <a:uFillTx/>
                <a:latin typeface="Helvetica 75 Bold"/>
                <a:ea typeface="+mn-ea"/>
                <a:cs typeface="+mn-cs"/>
              </a:endParaRPr>
            </a:p>
          </p:txBody>
        </p:sp>
      </p:grpSp>
      <p:cxnSp>
        <p:nvCxnSpPr>
          <p:cNvPr id="4" name="Connecteur droit avec flèche 3">
            <a:extLst>
              <a:ext uri="{FF2B5EF4-FFF2-40B4-BE49-F238E27FC236}">
                <a16:creationId xmlns:a16="http://schemas.microsoft.com/office/drawing/2014/main" id="{D09A3FE6-36DF-A783-24E8-0DA00F33C972}"/>
              </a:ext>
            </a:extLst>
          </p:cNvPr>
          <p:cNvCxnSpPr>
            <a:stCxn id="24" idx="3"/>
            <a:endCxn id="27" idx="1"/>
          </p:cNvCxnSpPr>
          <p:nvPr/>
        </p:nvCxnSpPr>
        <p:spPr>
          <a:xfrm>
            <a:off x="7104954" y="1756621"/>
            <a:ext cx="41593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necteur droit avec flèche 4">
            <a:extLst>
              <a:ext uri="{FF2B5EF4-FFF2-40B4-BE49-F238E27FC236}">
                <a16:creationId xmlns:a16="http://schemas.microsoft.com/office/drawing/2014/main" id="{094CB018-D010-7FAD-848D-3DFE785DF5BB}"/>
              </a:ext>
            </a:extLst>
          </p:cNvPr>
          <p:cNvCxnSpPr>
            <a:cxnSpLocks/>
            <a:stCxn id="30" idx="3"/>
            <a:endCxn id="674" idx="1"/>
          </p:cNvCxnSpPr>
          <p:nvPr/>
        </p:nvCxnSpPr>
        <p:spPr>
          <a:xfrm flipV="1">
            <a:off x="7104953" y="2591235"/>
            <a:ext cx="415932" cy="640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 en angle 8">
            <a:extLst>
              <a:ext uri="{FF2B5EF4-FFF2-40B4-BE49-F238E27FC236}">
                <a16:creationId xmlns:a16="http://schemas.microsoft.com/office/drawing/2014/main" id="{BDCB9430-951F-05A0-F95F-90619820FEA1}"/>
              </a:ext>
            </a:extLst>
          </p:cNvPr>
          <p:cNvCxnSpPr>
            <a:stCxn id="21" idx="3"/>
            <a:endCxn id="24" idx="1"/>
          </p:cNvCxnSpPr>
          <p:nvPr/>
        </p:nvCxnSpPr>
        <p:spPr>
          <a:xfrm flipV="1">
            <a:off x="4852798" y="1756621"/>
            <a:ext cx="452528" cy="393250"/>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8E7F620D-E9E9-4F33-56C5-8F86234A1DD1}"/>
              </a:ext>
            </a:extLst>
          </p:cNvPr>
          <p:cNvCxnSpPr>
            <a:cxnSpLocks/>
            <a:stCxn id="21" idx="3"/>
            <a:endCxn id="30" idx="1"/>
          </p:cNvCxnSpPr>
          <p:nvPr/>
        </p:nvCxnSpPr>
        <p:spPr>
          <a:xfrm>
            <a:off x="4852798" y="2149871"/>
            <a:ext cx="452527" cy="447770"/>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9218813A-A56B-94E7-2640-ED3B5FB1DB3D}"/>
              </a:ext>
            </a:extLst>
          </p:cNvPr>
          <p:cNvCxnSpPr>
            <a:cxnSpLocks/>
            <a:stCxn id="18" idx="3"/>
            <a:endCxn id="21" idx="1"/>
          </p:cNvCxnSpPr>
          <p:nvPr/>
        </p:nvCxnSpPr>
        <p:spPr>
          <a:xfrm>
            <a:off x="3176170" y="2149871"/>
            <a:ext cx="1893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77" name="Connecteur droit avec flèche 676">
            <a:extLst>
              <a:ext uri="{FF2B5EF4-FFF2-40B4-BE49-F238E27FC236}">
                <a16:creationId xmlns:a16="http://schemas.microsoft.com/office/drawing/2014/main" id="{4150F05B-5A37-5B32-7EB4-B5E081E5F4E8}"/>
              </a:ext>
            </a:extLst>
          </p:cNvPr>
          <p:cNvCxnSpPr>
            <a:cxnSpLocks/>
            <a:stCxn id="16" idx="3"/>
            <a:endCxn id="18" idx="1"/>
          </p:cNvCxnSpPr>
          <p:nvPr/>
        </p:nvCxnSpPr>
        <p:spPr>
          <a:xfrm>
            <a:off x="1445145" y="2142392"/>
            <a:ext cx="243730" cy="747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81" name="Connecteur droit avec flèche 680">
            <a:extLst>
              <a:ext uri="{FF2B5EF4-FFF2-40B4-BE49-F238E27FC236}">
                <a16:creationId xmlns:a16="http://schemas.microsoft.com/office/drawing/2014/main" id="{EF8FBD8E-F299-010C-14BC-34E08D4BA677}"/>
              </a:ext>
            </a:extLst>
          </p:cNvPr>
          <p:cNvCxnSpPr>
            <a:cxnSpLocks/>
            <a:stCxn id="675" idx="0"/>
            <a:endCxn id="28" idx="2"/>
          </p:cNvCxnSpPr>
          <p:nvPr/>
        </p:nvCxnSpPr>
        <p:spPr>
          <a:xfrm flipV="1">
            <a:off x="8293972" y="2049214"/>
            <a:ext cx="1" cy="2587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6" name="Rectangle : coins arrondis 685">
            <a:extLst>
              <a:ext uri="{FF2B5EF4-FFF2-40B4-BE49-F238E27FC236}">
                <a16:creationId xmlns:a16="http://schemas.microsoft.com/office/drawing/2014/main" id="{4A45A960-549E-6DA6-3F7B-DFF568463192}"/>
              </a:ext>
            </a:extLst>
          </p:cNvPr>
          <p:cNvSpPr/>
          <p:nvPr/>
        </p:nvSpPr>
        <p:spPr>
          <a:xfrm>
            <a:off x="2182319" y="5795662"/>
            <a:ext cx="1716385" cy="412460"/>
          </a:xfrm>
          <a:prstGeom prst="roundRect">
            <a:avLst>
              <a:gd name="adj" fmla="val 7931"/>
            </a:avLst>
          </a:prstGeom>
          <a:solidFill>
            <a:schemeClr val="bg1">
              <a:lumMod val="75000"/>
            </a:schemeClr>
          </a:solidFill>
          <a:ln w="6350" cap="flat" cmpd="sng" algn="ctr">
            <a:solidFill>
              <a:srgbClr val="FF7900">
                <a:lumMod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000000">
                    <a:alpha val="99000"/>
                  </a:srgbClr>
                </a:solidFill>
                <a:effectLst/>
                <a:uLnTx/>
                <a:uFillTx/>
                <a:latin typeface="Helvetica 55 Roman" panose="020B0604020202020204" pitchFamily="34" charset="0"/>
                <a:ea typeface="+mn-ea"/>
                <a:cs typeface="+mn-cs"/>
              </a:rPr>
              <a:t>No match is found. I am asked to fill in a form to be called back by sales</a:t>
            </a:r>
          </a:p>
        </p:txBody>
      </p:sp>
      <p:sp>
        <p:nvSpPr>
          <p:cNvPr id="687" name="Rectangle : coins arrondis 686">
            <a:extLst>
              <a:ext uri="{FF2B5EF4-FFF2-40B4-BE49-F238E27FC236}">
                <a16:creationId xmlns:a16="http://schemas.microsoft.com/office/drawing/2014/main" id="{FA85150A-3309-0053-0A1B-14CB434218F0}"/>
              </a:ext>
            </a:extLst>
          </p:cNvPr>
          <p:cNvSpPr/>
          <p:nvPr/>
        </p:nvSpPr>
        <p:spPr>
          <a:xfrm>
            <a:off x="2175382" y="5314382"/>
            <a:ext cx="1716385" cy="412460"/>
          </a:xfrm>
          <a:prstGeom prst="roundRect">
            <a:avLst>
              <a:gd name="adj" fmla="val 7931"/>
            </a:avLst>
          </a:prstGeom>
          <a:solidFill>
            <a:schemeClr val="bg1">
              <a:lumMod val="75000"/>
            </a:schemeClr>
          </a:solidFill>
          <a:ln w="6350" cap="flat" cmpd="sng" algn="ctr">
            <a:solidFill>
              <a:srgbClr val="FF7900">
                <a:lumMod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000000">
                    <a:alpha val="99000"/>
                  </a:srgbClr>
                </a:solidFill>
                <a:effectLst/>
                <a:uLnTx/>
                <a:uFillTx/>
                <a:latin typeface="Helvetica 55 Roman" panose="020B0604020202020204" pitchFamily="34" charset="0"/>
                <a:ea typeface="+mn-ea"/>
                <a:cs typeface="+mn-cs"/>
              </a:rPr>
              <a:t>The filled address is not valid.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000000">
                    <a:alpha val="99000"/>
                  </a:srgbClr>
                </a:solidFill>
                <a:effectLst/>
                <a:uLnTx/>
                <a:uFillTx/>
                <a:latin typeface="Helvetica 55 Roman" panose="020B0604020202020204" pitchFamily="34" charset="0"/>
                <a:ea typeface="+mn-ea"/>
                <a:cs typeface="+mn-cs"/>
              </a:rPr>
              <a:t>I am asked to fill in a form to be called back by sales</a:t>
            </a:r>
          </a:p>
        </p:txBody>
      </p:sp>
      <p:grpSp>
        <p:nvGrpSpPr>
          <p:cNvPr id="688" name="Groupe 687">
            <a:extLst>
              <a:ext uri="{FF2B5EF4-FFF2-40B4-BE49-F238E27FC236}">
                <a16:creationId xmlns:a16="http://schemas.microsoft.com/office/drawing/2014/main" id="{03C0302E-8EC1-3610-CE22-F1D72251B52D}"/>
              </a:ext>
            </a:extLst>
          </p:cNvPr>
          <p:cNvGrpSpPr/>
          <p:nvPr/>
        </p:nvGrpSpPr>
        <p:grpSpPr>
          <a:xfrm>
            <a:off x="507951" y="3390541"/>
            <a:ext cx="1332986" cy="630000"/>
            <a:chOff x="1149350" y="3090895"/>
            <a:chExt cx="772441" cy="951414"/>
          </a:xfrm>
        </p:grpSpPr>
        <p:sp>
          <p:nvSpPr>
            <p:cNvPr id="689" name="Rectangle : coins arrondis 688">
              <a:extLst>
                <a:ext uri="{FF2B5EF4-FFF2-40B4-BE49-F238E27FC236}">
                  <a16:creationId xmlns:a16="http://schemas.microsoft.com/office/drawing/2014/main" id="{6C03616E-C461-508C-C9CC-4F1FAAF201B8}"/>
                </a:ext>
              </a:extLst>
            </p:cNvPr>
            <p:cNvSpPr/>
            <p:nvPr/>
          </p:nvSpPr>
          <p:spPr>
            <a:xfrm>
              <a:off x="1149350" y="3090895"/>
              <a:ext cx="772441"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690" name="Rectangle : coins arrondis 689">
              <a:extLst>
                <a:ext uri="{FF2B5EF4-FFF2-40B4-BE49-F238E27FC236}">
                  <a16:creationId xmlns:a16="http://schemas.microsoft.com/office/drawing/2014/main" id="{FEECB3F4-3655-5CEE-07E5-99614FCEBA3C}"/>
                </a:ext>
              </a:extLst>
            </p:cNvPr>
            <p:cNvSpPr/>
            <p:nvPr/>
          </p:nvSpPr>
          <p:spPr>
            <a:xfrm>
              <a:off x="1215286" y="3138790"/>
              <a:ext cx="678251"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latin typeface="Helvetica 75 Bold"/>
                  <a:ea typeface="+mn-ea"/>
                  <a:cs typeface="+mn-cs"/>
                </a:rPr>
                <a:t>I fill in all the needed information</a:t>
              </a:r>
            </a:p>
          </p:txBody>
        </p:sp>
      </p:grpSp>
      <p:grpSp>
        <p:nvGrpSpPr>
          <p:cNvPr id="691" name="Groupe 690">
            <a:extLst>
              <a:ext uri="{FF2B5EF4-FFF2-40B4-BE49-F238E27FC236}">
                <a16:creationId xmlns:a16="http://schemas.microsoft.com/office/drawing/2014/main" id="{690F09B3-3D39-4E35-F145-353D349896A8}"/>
              </a:ext>
            </a:extLst>
          </p:cNvPr>
          <p:cNvGrpSpPr/>
          <p:nvPr/>
        </p:nvGrpSpPr>
        <p:grpSpPr>
          <a:xfrm>
            <a:off x="2132368" y="3390542"/>
            <a:ext cx="1505391" cy="630000"/>
            <a:chOff x="1193655" y="3090895"/>
            <a:chExt cx="728136" cy="951414"/>
          </a:xfrm>
        </p:grpSpPr>
        <p:sp>
          <p:nvSpPr>
            <p:cNvPr id="692" name="Rectangle : coins arrondis 691">
              <a:extLst>
                <a:ext uri="{FF2B5EF4-FFF2-40B4-BE49-F238E27FC236}">
                  <a16:creationId xmlns:a16="http://schemas.microsoft.com/office/drawing/2014/main" id="{E0EA00DA-EFE1-567E-E323-CCE936C39A4C}"/>
                </a:ext>
              </a:extLst>
            </p:cNvPr>
            <p:cNvSpPr/>
            <p:nvPr/>
          </p:nvSpPr>
          <p:spPr>
            <a:xfrm>
              <a:off x="1202647" y="3090895"/>
              <a:ext cx="719144"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693" name="Rectangle : coins arrondis 692">
              <a:extLst>
                <a:ext uri="{FF2B5EF4-FFF2-40B4-BE49-F238E27FC236}">
                  <a16:creationId xmlns:a16="http://schemas.microsoft.com/office/drawing/2014/main" id="{E1941153-0A31-5C1F-0281-4C3EACB18FDC}"/>
                </a:ext>
              </a:extLst>
            </p:cNvPr>
            <p:cNvSpPr/>
            <p:nvPr/>
          </p:nvSpPr>
          <p:spPr>
            <a:xfrm>
              <a:off x="1193655" y="3146162"/>
              <a:ext cx="713658"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am presented  with 3 displayed offers. And 1 of them is tagged as a</a:t>
              </a:r>
              <a:r>
                <a:rPr kumimoji="0" lang="en-US" sz="800" b="1" i="0" u="none" strike="noStrike" kern="0" cap="none" spc="0" normalizeH="0" baseline="0" noProof="0" dirty="0">
                  <a:ln>
                    <a:noFill/>
                  </a:ln>
                  <a:effectLst/>
                  <a:uLnTx/>
                  <a:uFillTx/>
                  <a:latin typeface="Helvetica 75 Bold"/>
                  <a:ea typeface="+mn-ea"/>
                  <a:cs typeface="+mn-cs"/>
                </a:rPr>
                <a:t> “Recommended”</a:t>
              </a:r>
            </a:p>
          </p:txBody>
        </p:sp>
      </p:grpSp>
      <p:grpSp>
        <p:nvGrpSpPr>
          <p:cNvPr id="694" name="Groupe 693">
            <a:extLst>
              <a:ext uri="{FF2B5EF4-FFF2-40B4-BE49-F238E27FC236}">
                <a16:creationId xmlns:a16="http://schemas.microsoft.com/office/drawing/2014/main" id="{DB588759-00F7-D00E-5F4B-91339AB4BD5C}"/>
              </a:ext>
            </a:extLst>
          </p:cNvPr>
          <p:cNvGrpSpPr/>
          <p:nvPr/>
        </p:nvGrpSpPr>
        <p:grpSpPr>
          <a:xfrm>
            <a:off x="4146550" y="3390541"/>
            <a:ext cx="1351636" cy="630000"/>
            <a:chOff x="1190139" y="3090895"/>
            <a:chExt cx="731652" cy="951414"/>
          </a:xfrm>
        </p:grpSpPr>
        <p:sp>
          <p:nvSpPr>
            <p:cNvPr id="695" name="Rectangle : coins arrondis 694">
              <a:extLst>
                <a:ext uri="{FF2B5EF4-FFF2-40B4-BE49-F238E27FC236}">
                  <a16:creationId xmlns:a16="http://schemas.microsoft.com/office/drawing/2014/main" id="{DA5103A8-E0C1-B30A-B242-8E9F889E911E}"/>
                </a:ext>
              </a:extLst>
            </p:cNvPr>
            <p:cNvSpPr/>
            <p:nvPr/>
          </p:nvSpPr>
          <p:spPr>
            <a:xfrm>
              <a:off x="1190139" y="3090895"/>
              <a:ext cx="731652"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696" name="Rectangle : coins arrondis 695">
              <a:extLst>
                <a:ext uri="{FF2B5EF4-FFF2-40B4-BE49-F238E27FC236}">
                  <a16:creationId xmlns:a16="http://schemas.microsoft.com/office/drawing/2014/main" id="{F9C7F464-E0B1-3A01-6D5D-1D6DBBF248CC}"/>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effectLst/>
                  <a:uLnTx/>
                  <a:uFillTx/>
                  <a:latin typeface="Helvetica 75 Bold"/>
                  <a:ea typeface="+mn-ea"/>
                  <a:cs typeface="+mn-cs"/>
                </a:rPr>
                <a:t>I select an offer, and I </a:t>
              </a:r>
              <a:r>
                <a:rPr kumimoji="0" lang="en-US" sz="800" b="1" i="0" u="none" strike="noStrike" kern="0" cap="none" spc="0" normalizeH="0" baseline="0" noProof="0">
                  <a:ln>
                    <a:noFill/>
                  </a:ln>
                  <a:effectLst/>
                  <a:uLnTx/>
                  <a:uFillTx/>
                  <a:latin typeface="Helvetica 75 Bold"/>
                  <a:ea typeface="+mn-ea"/>
                  <a:cs typeface="+mn-cs"/>
                </a:rPr>
                <a:t>add</a:t>
              </a:r>
              <a:r>
                <a:rPr kumimoji="0" lang="en-US" sz="800" b="0" i="0" u="none" strike="noStrike" kern="0" cap="none" spc="0" normalizeH="0" baseline="0" noProof="0">
                  <a:ln>
                    <a:noFill/>
                  </a:ln>
                  <a:effectLst/>
                  <a:uLnTx/>
                  <a:uFillTx/>
                  <a:latin typeface="Helvetica 75 Bold"/>
                  <a:ea typeface="+mn-ea"/>
                  <a:cs typeface="+mn-cs"/>
                </a:rPr>
                <a:t> it </a:t>
              </a:r>
              <a:r>
                <a:rPr kumimoji="0" lang="en-US" sz="800" b="1" i="0" u="none" strike="noStrike" kern="0" cap="none" spc="0" normalizeH="0" baseline="0" noProof="0">
                  <a:ln>
                    <a:noFill/>
                  </a:ln>
                  <a:effectLst/>
                  <a:uLnTx/>
                  <a:uFillTx/>
                  <a:latin typeface="Helvetica 75 Bold"/>
                  <a:ea typeface="+mn-ea"/>
                  <a:cs typeface="+mn-cs"/>
                </a:rPr>
                <a:t>to cart</a:t>
              </a:r>
            </a:p>
          </p:txBody>
        </p:sp>
      </p:grpSp>
      <p:grpSp>
        <p:nvGrpSpPr>
          <p:cNvPr id="697" name="Groupe 696">
            <a:extLst>
              <a:ext uri="{FF2B5EF4-FFF2-40B4-BE49-F238E27FC236}">
                <a16:creationId xmlns:a16="http://schemas.microsoft.com/office/drawing/2014/main" id="{D7232A27-E2C9-69CD-E320-99575755C006}"/>
              </a:ext>
            </a:extLst>
          </p:cNvPr>
          <p:cNvGrpSpPr/>
          <p:nvPr/>
        </p:nvGrpSpPr>
        <p:grpSpPr>
          <a:xfrm>
            <a:off x="5718613" y="3390541"/>
            <a:ext cx="1351636" cy="630000"/>
            <a:chOff x="1202647" y="3090895"/>
            <a:chExt cx="719144" cy="951414"/>
          </a:xfrm>
        </p:grpSpPr>
        <p:sp>
          <p:nvSpPr>
            <p:cNvPr id="698" name="Rectangle : coins arrondis 697">
              <a:extLst>
                <a:ext uri="{FF2B5EF4-FFF2-40B4-BE49-F238E27FC236}">
                  <a16:creationId xmlns:a16="http://schemas.microsoft.com/office/drawing/2014/main" id="{5E494298-26BF-0531-E34A-C76DE42D8D1F}"/>
                </a:ext>
              </a:extLst>
            </p:cNvPr>
            <p:cNvSpPr/>
            <p:nvPr/>
          </p:nvSpPr>
          <p:spPr>
            <a:xfrm>
              <a:off x="1202647" y="3090895"/>
              <a:ext cx="719144"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699" name="Rectangle : coins arrondis 698">
              <a:extLst>
                <a:ext uri="{FF2B5EF4-FFF2-40B4-BE49-F238E27FC236}">
                  <a16:creationId xmlns:a16="http://schemas.microsoft.com/office/drawing/2014/main" id="{E56F7A9E-2151-B886-07D8-B671D06EE1C7}"/>
                </a:ext>
              </a:extLst>
            </p:cNvPr>
            <p:cNvSpPr/>
            <p:nvPr/>
          </p:nvSpPr>
          <p:spPr>
            <a:xfrm>
              <a:off x="1245217"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choose my options according to my need and </a:t>
              </a:r>
              <a:r>
                <a:rPr kumimoji="0" lang="en-US" sz="800" b="1" i="0" u="none" strike="noStrike" kern="0" cap="none" spc="0" normalizeH="0" baseline="0" noProof="0" dirty="0">
                  <a:ln>
                    <a:noFill/>
                  </a:ln>
                  <a:effectLst/>
                  <a:uLnTx/>
                  <a:uFillTx/>
                  <a:latin typeface="Helvetica 75 Bold"/>
                  <a:ea typeface="+mn-ea"/>
                  <a:cs typeface="+mn-cs"/>
                </a:rPr>
                <a:t>add to cart</a:t>
              </a:r>
            </a:p>
          </p:txBody>
        </p:sp>
      </p:grpSp>
      <p:grpSp>
        <p:nvGrpSpPr>
          <p:cNvPr id="700" name="Groupe 699">
            <a:extLst>
              <a:ext uri="{FF2B5EF4-FFF2-40B4-BE49-F238E27FC236}">
                <a16:creationId xmlns:a16="http://schemas.microsoft.com/office/drawing/2014/main" id="{084D41AC-0D8A-51BC-BA4F-BED16C5941D6}"/>
              </a:ext>
            </a:extLst>
          </p:cNvPr>
          <p:cNvGrpSpPr/>
          <p:nvPr/>
        </p:nvGrpSpPr>
        <p:grpSpPr>
          <a:xfrm>
            <a:off x="7306083" y="3390541"/>
            <a:ext cx="1351636" cy="630000"/>
            <a:chOff x="1202646" y="3090895"/>
            <a:chExt cx="719144" cy="951414"/>
          </a:xfrm>
        </p:grpSpPr>
        <p:sp>
          <p:nvSpPr>
            <p:cNvPr id="701" name="Rectangle : coins arrondis 700">
              <a:extLst>
                <a:ext uri="{FF2B5EF4-FFF2-40B4-BE49-F238E27FC236}">
                  <a16:creationId xmlns:a16="http://schemas.microsoft.com/office/drawing/2014/main" id="{4EC48F09-B864-62EC-3A92-DAD4138A8712}"/>
                </a:ext>
              </a:extLst>
            </p:cNvPr>
            <p:cNvSpPr/>
            <p:nvPr/>
          </p:nvSpPr>
          <p:spPr>
            <a:xfrm>
              <a:off x="1202646" y="3090895"/>
              <a:ext cx="719144"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702" name="Rectangle : coins arrondis 701">
              <a:extLst>
                <a:ext uri="{FF2B5EF4-FFF2-40B4-BE49-F238E27FC236}">
                  <a16:creationId xmlns:a16="http://schemas.microsoft.com/office/drawing/2014/main" id="{6C20B924-1FE0-EC6A-9008-0DCDA0075BC4}"/>
                </a:ext>
              </a:extLst>
            </p:cNvPr>
            <p:cNvSpPr/>
            <p:nvPr/>
          </p:nvSpPr>
          <p:spPr>
            <a:xfrm>
              <a:off x="1245219"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a:t>
              </a:r>
              <a:r>
                <a:rPr kumimoji="0" lang="en-US" sz="800" b="1" i="0" u="none" strike="noStrike" kern="0" cap="none" spc="0" normalizeH="0" baseline="0" noProof="0" dirty="0">
                  <a:ln>
                    <a:noFill/>
                  </a:ln>
                  <a:effectLst/>
                  <a:uLnTx/>
                  <a:uFillTx/>
                  <a:latin typeface="Helvetica 75 Bold"/>
                  <a:ea typeface="+mn-ea"/>
                  <a:cs typeface="+mn-cs"/>
                </a:rPr>
                <a:t>see real time pricing </a:t>
              </a:r>
              <a:r>
                <a:rPr kumimoji="0" lang="en-US" sz="800" b="0" i="0" u="none" strike="noStrike" kern="0" cap="none" spc="0" normalizeH="0" baseline="0" noProof="0" dirty="0">
                  <a:ln>
                    <a:noFill/>
                  </a:ln>
                  <a:effectLst/>
                  <a:uLnTx/>
                  <a:uFillTx/>
                  <a:latin typeface="Helvetica 75 Bold"/>
                  <a:ea typeface="+mn-ea"/>
                  <a:cs typeface="+mn-cs"/>
                </a:rPr>
                <a:t>depending on the product configuration</a:t>
              </a:r>
            </a:p>
          </p:txBody>
        </p:sp>
      </p:grpSp>
      <p:grpSp>
        <p:nvGrpSpPr>
          <p:cNvPr id="703" name="Groupe 702">
            <a:extLst>
              <a:ext uri="{FF2B5EF4-FFF2-40B4-BE49-F238E27FC236}">
                <a16:creationId xmlns:a16="http://schemas.microsoft.com/office/drawing/2014/main" id="{733BE1BF-5EB7-9D79-00F5-900FF6552254}"/>
              </a:ext>
            </a:extLst>
          </p:cNvPr>
          <p:cNvGrpSpPr/>
          <p:nvPr/>
        </p:nvGrpSpPr>
        <p:grpSpPr>
          <a:xfrm>
            <a:off x="8963661" y="3390541"/>
            <a:ext cx="1351636" cy="630000"/>
            <a:chOff x="1202646" y="3090895"/>
            <a:chExt cx="719144" cy="951414"/>
          </a:xfrm>
        </p:grpSpPr>
        <p:sp>
          <p:nvSpPr>
            <p:cNvPr id="704" name="Rectangle : coins arrondis 703">
              <a:extLst>
                <a:ext uri="{FF2B5EF4-FFF2-40B4-BE49-F238E27FC236}">
                  <a16:creationId xmlns:a16="http://schemas.microsoft.com/office/drawing/2014/main" id="{AAF7FD68-B691-B29A-DB19-2620ED491878}"/>
                </a:ext>
              </a:extLst>
            </p:cNvPr>
            <p:cNvSpPr/>
            <p:nvPr/>
          </p:nvSpPr>
          <p:spPr>
            <a:xfrm>
              <a:off x="1202646" y="3090895"/>
              <a:ext cx="719144"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rgbClr val="FFFFFF">
                    <a:alpha val="99000"/>
                  </a:srgbClr>
                </a:solidFill>
                <a:effectLst/>
                <a:uLnTx/>
                <a:uFillTx/>
                <a:latin typeface="Helvetica 75 Bold"/>
                <a:ea typeface="+mn-ea"/>
                <a:cs typeface="+mn-cs"/>
              </a:endParaRPr>
            </a:p>
          </p:txBody>
        </p:sp>
        <p:sp>
          <p:nvSpPr>
            <p:cNvPr id="705" name="Rectangle : coins arrondis 704">
              <a:extLst>
                <a:ext uri="{FF2B5EF4-FFF2-40B4-BE49-F238E27FC236}">
                  <a16:creationId xmlns:a16="http://schemas.microsoft.com/office/drawing/2014/main" id="{C01FA828-6AB7-4306-8BCE-F829EFDE0C54}"/>
                </a:ext>
              </a:extLst>
            </p:cNvPr>
            <p:cNvSpPr/>
            <p:nvPr/>
          </p:nvSpPr>
          <p:spPr>
            <a:xfrm>
              <a:off x="1240628" y="3146162"/>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effectLst/>
                  <a:uLnTx/>
                  <a:uFillTx/>
                  <a:latin typeface="Helvetica 75 Bold"/>
                  <a:ea typeface="+mn-ea"/>
                  <a:cs typeface="+mn-cs"/>
                </a:rPr>
                <a:t>I visualize my </a:t>
              </a:r>
              <a:r>
                <a:rPr kumimoji="0" lang="en-US" sz="800" b="1" i="0" u="none" strike="noStrike" kern="0" cap="none" spc="0" normalizeH="0" baseline="0" noProof="0">
                  <a:ln>
                    <a:noFill/>
                  </a:ln>
                  <a:effectLst/>
                  <a:uLnTx/>
                  <a:uFillTx/>
                  <a:latin typeface="Helvetica 75 Bold"/>
                  <a:ea typeface="+mn-ea"/>
                  <a:cs typeface="+mn-cs"/>
                </a:rPr>
                <a:t>cart</a:t>
              </a:r>
              <a:r>
                <a:rPr kumimoji="0" lang="en-US" sz="800" b="0" i="0" u="none" strike="noStrike" kern="0" cap="none" spc="0" normalizeH="0" baseline="0" noProof="0">
                  <a:ln>
                    <a:noFill/>
                  </a:ln>
                  <a:effectLst/>
                  <a:uLnTx/>
                  <a:uFillTx/>
                  <a:latin typeface="Helvetica 75 Bold"/>
                  <a:ea typeface="+mn-ea"/>
                  <a:cs typeface="+mn-cs"/>
                </a:rPr>
                <a:t> and </a:t>
              </a:r>
              <a:r>
                <a:rPr kumimoji="0" lang="en-US" sz="800" b="1" i="0" u="none" strike="noStrike" kern="0" cap="none" spc="0" normalizeH="0" baseline="0" noProof="0">
                  <a:ln>
                    <a:noFill/>
                  </a:ln>
                  <a:effectLst/>
                  <a:uLnTx/>
                  <a:uFillTx/>
                  <a:latin typeface="Helvetica 75 Bold"/>
                  <a:ea typeface="+mn-ea"/>
                  <a:cs typeface="+mn-cs"/>
                </a:rPr>
                <a:t>order summary</a:t>
              </a:r>
            </a:p>
          </p:txBody>
        </p:sp>
      </p:grpSp>
      <p:grpSp>
        <p:nvGrpSpPr>
          <p:cNvPr id="706" name="Groupe 705">
            <a:extLst>
              <a:ext uri="{FF2B5EF4-FFF2-40B4-BE49-F238E27FC236}">
                <a16:creationId xmlns:a16="http://schemas.microsoft.com/office/drawing/2014/main" id="{D5057FFA-03F7-7324-0FC8-64B9F7E46E83}"/>
              </a:ext>
            </a:extLst>
          </p:cNvPr>
          <p:cNvGrpSpPr/>
          <p:nvPr/>
        </p:nvGrpSpPr>
        <p:grpSpPr>
          <a:xfrm>
            <a:off x="10617021" y="3390541"/>
            <a:ext cx="1351636" cy="630000"/>
            <a:chOff x="1202647" y="3090895"/>
            <a:chExt cx="719144" cy="951414"/>
          </a:xfrm>
        </p:grpSpPr>
        <p:sp>
          <p:nvSpPr>
            <p:cNvPr id="707" name="Rectangle : coins arrondis 706">
              <a:extLst>
                <a:ext uri="{FF2B5EF4-FFF2-40B4-BE49-F238E27FC236}">
                  <a16:creationId xmlns:a16="http://schemas.microsoft.com/office/drawing/2014/main" id="{E457A49C-5B78-A63F-6A56-06DF5CB754AA}"/>
                </a:ext>
              </a:extLst>
            </p:cNvPr>
            <p:cNvSpPr/>
            <p:nvPr/>
          </p:nvSpPr>
          <p:spPr>
            <a:xfrm>
              <a:off x="1202647" y="3090895"/>
              <a:ext cx="719144" cy="951414"/>
            </a:xfrm>
            <a:prstGeom prst="roundRect">
              <a:avLst>
                <a:gd name="adj" fmla="val 12799"/>
              </a:avLst>
            </a:prstGeom>
            <a:solidFill>
              <a:schemeClr val="bg1">
                <a:lumMod val="95000"/>
              </a:schemeClr>
            </a:solidFill>
            <a:ln w="25400" cap="flat" cmpd="sng" algn="ctr">
              <a:solidFill>
                <a:schemeClr val="bg1"/>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solidFill>
                  <a:srgbClr val="FFFFFF">
                    <a:alpha val="99000"/>
                  </a:srgbClr>
                </a:solidFill>
                <a:effectLst/>
                <a:uLnTx/>
                <a:uFillTx/>
                <a:latin typeface="Helvetica 75 Bold"/>
                <a:ea typeface="+mn-ea"/>
                <a:cs typeface="+mn-cs"/>
              </a:endParaRPr>
            </a:p>
          </p:txBody>
        </p:sp>
        <p:sp>
          <p:nvSpPr>
            <p:cNvPr id="708" name="Rectangle : coins arrondis 707">
              <a:extLst>
                <a:ext uri="{FF2B5EF4-FFF2-40B4-BE49-F238E27FC236}">
                  <a16:creationId xmlns:a16="http://schemas.microsoft.com/office/drawing/2014/main" id="{DA741E4B-2741-4933-B401-F151991AB7C9}"/>
                </a:ext>
              </a:extLst>
            </p:cNvPr>
            <p:cNvSpPr/>
            <p:nvPr/>
          </p:nvSpPr>
          <p:spPr>
            <a:xfrm>
              <a:off x="1249808" y="3138790"/>
              <a:ext cx="662092" cy="869680"/>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latin typeface="Helvetica 75 Bold"/>
                  <a:ea typeface="+mn-ea"/>
                  <a:cs typeface="+mn-cs"/>
                </a:rPr>
                <a:t>I can click on “order” </a:t>
              </a:r>
              <a:endParaRPr kumimoji="0" lang="en-US" sz="800" b="1" i="0" u="none" strike="noStrike" kern="0" cap="none" spc="0" normalizeH="0" baseline="0" noProof="0" dirty="0">
                <a:ln>
                  <a:noFill/>
                </a:ln>
                <a:effectLst/>
                <a:uLnTx/>
                <a:uFillTx/>
                <a:latin typeface="Helvetica 75 Bold"/>
                <a:ea typeface="+mn-ea"/>
                <a:cs typeface="+mn-cs"/>
              </a:endParaRPr>
            </a:p>
          </p:txBody>
        </p:sp>
      </p:grpSp>
      <p:sp>
        <p:nvSpPr>
          <p:cNvPr id="714" name="Ellipse 713">
            <a:extLst>
              <a:ext uri="{FF2B5EF4-FFF2-40B4-BE49-F238E27FC236}">
                <a16:creationId xmlns:a16="http://schemas.microsoft.com/office/drawing/2014/main" id="{F2325C24-D1B7-839F-95F4-B62863CA3D48}"/>
              </a:ext>
            </a:extLst>
          </p:cNvPr>
          <p:cNvSpPr/>
          <p:nvPr/>
        </p:nvSpPr>
        <p:spPr>
          <a:xfrm>
            <a:off x="-11074" y="1715422"/>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a:t>
            </a:r>
          </a:p>
        </p:txBody>
      </p:sp>
      <p:sp>
        <p:nvSpPr>
          <p:cNvPr id="715" name="Ellipse 714">
            <a:extLst>
              <a:ext uri="{FF2B5EF4-FFF2-40B4-BE49-F238E27FC236}">
                <a16:creationId xmlns:a16="http://schemas.microsoft.com/office/drawing/2014/main" id="{138AD55C-7FCD-4347-578A-6F133A80DA00}"/>
              </a:ext>
            </a:extLst>
          </p:cNvPr>
          <p:cNvSpPr/>
          <p:nvPr/>
        </p:nvSpPr>
        <p:spPr>
          <a:xfrm>
            <a:off x="1688875" y="1744571"/>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2</a:t>
            </a:r>
          </a:p>
        </p:txBody>
      </p:sp>
      <p:sp>
        <p:nvSpPr>
          <p:cNvPr id="716" name="Ellipse 715">
            <a:extLst>
              <a:ext uri="{FF2B5EF4-FFF2-40B4-BE49-F238E27FC236}">
                <a16:creationId xmlns:a16="http://schemas.microsoft.com/office/drawing/2014/main" id="{45E71E26-6A24-DBD8-6C27-83DADD536537}"/>
              </a:ext>
            </a:extLst>
          </p:cNvPr>
          <p:cNvSpPr/>
          <p:nvPr/>
        </p:nvSpPr>
        <p:spPr>
          <a:xfrm>
            <a:off x="3340679" y="1763847"/>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3</a:t>
            </a:r>
          </a:p>
        </p:txBody>
      </p:sp>
      <p:sp>
        <p:nvSpPr>
          <p:cNvPr id="717" name="Ellipse 716">
            <a:extLst>
              <a:ext uri="{FF2B5EF4-FFF2-40B4-BE49-F238E27FC236}">
                <a16:creationId xmlns:a16="http://schemas.microsoft.com/office/drawing/2014/main" id="{F9AE02CF-41E7-7824-A97F-949659E62A7C}"/>
              </a:ext>
            </a:extLst>
          </p:cNvPr>
          <p:cNvSpPr/>
          <p:nvPr/>
        </p:nvSpPr>
        <p:spPr>
          <a:xfrm>
            <a:off x="5265658" y="1358428"/>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4a</a:t>
            </a:r>
          </a:p>
        </p:txBody>
      </p:sp>
      <p:sp>
        <p:nvSpPr>
          <p:cNvPr id="718" name="Ellipse 717">
            <a:extLst>
              <a:ext uri="{FF2B5EF4-FFF2-40B4-BE49-F238E27FC236}">
                <a16:creationId xmlns:a16="http://schemas.microsoft.com/office/drawing/2014/main" id="{F06E5195-EA2D-44AE-A8FC-87C7728F4B54}"/>
              </a:ext>
            </a:extLst>
          </p:cNvPr>
          <p:cNvSpPr/>
          <p:nvPr/>
        </p:nvSpPr>
        <p:spPr>
          <a:xfrm>
            <a:off x="7499405" y="1393737"/>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5</a:t>
            </a:r>
          </a:p>
        </p:txBody>
      </p:sp>
      <p:cxnSp>
        <p:nvCxnSpPr>
          <p:cNvPr id="721" name="Connecteur droit avec flèche 720">
            <a:extLst>
              <a:ext uri="{FF2B5EF4-FFF2-40B4-BE49-F238E27FC236}">
                <a16:creationId xmlns:a16="http://schemas.microsoft.com/office/drawing/2014/main" id="{860E156B-F619-0B03-DEAB-A0ECC9B0E385}"/>
              </a:ext>
            </a:extLst>
          </p:cNvPr>
          <p:cNvCxnSpPr>
            <a:cxnSpLocks/>
            <a:stCxn id="690" idx="3"/>
            <a:endCxn id="692" idx="1"/>
          </p:cNvCxnSpPr>
          <p:nvPr/>
        </p:nvCxnSpPr>
        <p:spPr>
          <a:xfrm flipV="1">
            <a:off x="1792179" y="3705542"/>
            <a:ext cx="358779" cy="46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24" name="Ellipse 723">
            <a:extLst>
              <a:ext uri="{FF2B5EF4-FFF2-40B4-BE49-F238E27FC236}">
                <a16:creationId xmlns:a16="http://schemas.microsoft.com/office/drawing/2014/main" id="{6DD68ACA-D0A4-0AB2-9088-A1EDD7A53A51}"/>
              </a:ext>
            </a:extLst>
          </p:cNvPr>
          <p:cNvSpPr/>
          <p:nvPr/>
        </p:nvSpPr>
        <p:spPr>
          <a:xfrm>
            <a:off x="494867" y="3296132"/>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6</a:t>
            </a:r>
          </a:p>
        </p:txBody>
      </p:sp>
      <p:sp>
        <p:nvSpPr>
          <p:cNvPr id="725" name="Ellipse 724">
            <a:extLst>
              <a:ext uri="{FF2B5EF4-FFF2-40B4-BE49-F238E27FC236}">
                <a16:creationId xmlns:a16="http://schemas.microsoft.com/office/drawing/2014/main" id="{F7ECFCE7-4476-8655-0A6D-C8643B3D8B01}"/>
              </a:ext>
            </a:extLst>
          </p:cNvPr>
          <p:cNvSpPr/>
          <p:nvPr/>
        </p:nvSpPr>
        <p:spPr>
          <a:xfrm>
            <a:off x="5289522" y="2198317"/>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4b</a:t>
            </a:r>
          </a:p>
        </p:txBody>
      </p:sp>
      <p:sp>
        <p:nvSpPr>
          <p:cNvPr id="726" name="Ellipse 725">
            <a:extLst>
              <a:ext uri="{FF2B5EF4-FFF2-40B4-BE49-F238E27FC236}">
                <a16:creationId xmlns:a16="http://schemas.microsoft.com/office/drawing/2014/main" id="{9F46DAED-7B1E-110E-8808-DAD760986D48}"/>
              </a:ext>
            </a:extLst>
          </p:cNvPr>
          <p:cNvSpPr/>
          <p:nvPr/>
        </p:nvSpPr>
        <p:spPr>
          <a:xfrm>
            <a:off x="7531011" y="2215728"/>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4c</a:t>
            </a:r>
          </a:p>
        </p:txBody>
      </p:sp>
      <p:sp>
        <p:nvSpPr>
          <p:cNvPr id="733" name="Ellipse 732">
            <a:extLst>
              <a:ext uri="{FF2B5EF4-FFF2-40B4-BE49-F238E27FC236}">
                <a16:creationId xmlns:a16="http://schemas.microsoft.com/office/drawing/2014/main" id="{793FA07B-1DFE-6540-94FA-5400922A4AFF}"/>
              </a:ext>
            </a:extLst>
          </p:cNvPr>
          <p:cNvSpPr/>
          <p:nvPr/>
        </p:nvSpPr>
        <p:spPr>
          <a:xfrm>
            <a:off x="2104413" y="3314462"/>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7</a:t>
            </a:r>
          </a:p>
        </p:txBody>
      </p:sp>
      <p:sp>
        <p:nvSpPr>
          <p:cNvPr id="734" name="Ellipse 733">
            <a:extLst>
              <a:ext uri="{FF2B5EF4-FFF2-40B4-BE49-F238E27FC236}">
                <a16:creationId xmlns:a16="http://schemas.microsoft.com/office/drawing/2014/main" id="{0F84A121-66BB-834E-3F6D-D5296DD00D86}"/>
              </a:ext>
            </a:extLst>
          </p:cNvPr>
          <p:cNvSpPr/>
          <p:nvPr/>
        </p:nvSpPr>
        <p:spPr>
          <a:xfrm>
            <a:off x="4078968" y="3321367"/>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8</a:t>
            </a:r>
          </a:p>
        </p:txBody>
      </p:sp>
      <p:sp>
        <p:nvSpPr>
          <p:cNvPr id="735" name="Ellipse 734">
            <a:extLst>
              <a:ext uri="{FF2B5EF4-FFF2-40B4-BE49-F238E27FC236}">
                <a16:creationId xmlns:a16="http://schemas.microsoft.com/office/drawing/2014/main" id="{91A3D5A9-ED54-7B48-0054-B0F3366EC1C5}"/>
              </a:ext>
            </a:extLst>
          </p:cNvPr>
          <p:cNvSpPr/>
          <p:nvPr/>
        </p:nvSpPr>
        <p:spPr>
          <a:xfrm>
            <a:off x="5689780" y="3314462"/>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9</a:t>
            </a:r>
          </a:p>
        </p:txBody>
      </p:sp>
      <p:sp>
        <p:nvSpPr>
          <p:cNvPr id="736" name="Ellipse 735">
            <a:extLst>
              <a:ext uri="{FF2B5EF4-FFF2-40B4-BE49-F238E27FC236}">
                <a16:creationId xmlns:a16="http://schemas.microsoft.com/office/drawing/2014/main" id="{338C8B45-1B7F-4E18-E8BF-57D6400B035C}"/>
              </a:ext>
            </a:extLst>
          </p:cNvPr>
          <p:cNvSpPr/>
          <p:nvPr/>
        </p:nvSpPr>
        <p:spPr>
          <a:xfrm>
            <a:off x="7264923" y="3321367"/>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10</a:t>
            </a:r>
          </a:p>
        </p:txBody>
      </p:sp>
      <p:sp>
        <p:nvSpPr>
          <p:cNvPr id="737" name="Ellipse 736">
            <a:extLst>
              <a:ext uri="{FF2B5EF4-FFF2-40B4-BE49-F238E27FC236}">
                <a16:creationId xmlns:a16="http://schemas.microsoft.com/office/drawing/2014/main" id="{A339AFD7-D69A-BE5E-8BC2-04DBA24918F5}"/>
              </a:ext>
            </a:extLst>
          </p:cNvPr>
          <p:cNvSpPr/>
          <p:nvPr/>
        </p:nvSpPr>
        <p:spPr>
          <a:xfrm>
            <a:off x="8894653" y="3336333"/>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11</a:t>
            </a:r>
          </a:p>
        </p:txBody>
      </p:sp>
      <p:sp>
        <p:nvSpPr>
          <p:cNvPr id="738" name="Ellipse 737">
            <a:extLst>
              <a:ext uri="{FF2B5EF4-FFF2-40B4-BE49-F238E27FC236}">
                <a16:creationId xmlns:a16="http://schemas.microsoft.com/office/drawing/2014/main" id="{8CCAF21F-D8A3-D0FF-99F0-66E601AA453A}"/>
              </a:ext>
            </a:extLst>
          </p:cNvPr>
          <p:cNvSpPr/>
          <p:nvPr/>
        </p:nvSpPr>
        <p:spPr>
          <a:xfrm>
            <a:off x="10559700" y="3330752"/>
            <a:ext cx="252000" cy="252000"/>
          </a:xfrm>
          <a:prstGeom prst="ellips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Helvetica 75 Bold"/>
                <a:ea typeface="+mn-ea"/>
                <a:cs typeface="+mn-cs"/>
              </a:rPr>
              <a:t>12</a:t>
            </a:r>
          </a:p>
        </p:txBody>
      </p:sp>
      <p:cxnSp>
        <p:nvCxnSpPr>
          <p:cNvPr id="741" name="Connecteur : en angle 740">
            <a:extLst>
              <a:ext uri="{FF2B5EF4-FFF2-40B4-BE49-F238E27FC236}">
                <a16:creationId xmlns:a16="http://schemas.microsoft.com/office/drawing/2014/main" id="{5A53879B-BC73-106D-ACE3-3C274C8EEF7D}"/>
              </a:ext>
            </a:extLst>
          </p:cNvPr>
          <p:cNvCxnSpPr>
            <a:cxnSpLocks/>
            <a:stCxn id="27" idx="3"/>
            <a:endCxn id="689" idx="1"/>
          </p:cNvCxnSpPr>
          <p:nvPr/>
        </p:nvCxnSpPr>
        <p:spPr>
          <a:xfrm flipH="1">
            <a:off x="507951" y="1756621"/>
            <a:ext cx="8500230" cy="1948920"/>
          </a:xfrm>
          <a:prstGeom prst="bentConnector5">
            <a:avLst>
              <a:gd name="adj1" fmla="val -2689"/>
              <a:gd name="adj2" fmla="val 69950"/>
              <a:gd name="adj3" fmla="val 102689"/>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48" name="Connecteur droit avec flèche 747">
            <a:extLst>
              <a:ext uri="{FF2B5EF4-FFF2-40B4-BE49-F238E27FC236}">
                <a16:creationId xmlns:a16="http://schemas.microsoft.com/office/drawing/2014/main" id="{E375364E-E346-328A-F5B3-9A12172AF2BE}"/>
              </a:ext>
            </a:extLst>
          </p:cNvPr>
          <p:cNvCxnSpPr>
            <a:cxnSpLocks/>
            <a:stCxn id="693" idx="3"/>
            <a:endCxn id="695" idx="1"/>
          </p:cNvCxnSpPr>
          <p:nvPr/>
        </p:nvCxnSpPr>
        <p:spPr>
          <a:xfrm flipV="1">
            <a:off x="3607826" y="3705541"/>
            <a:ext cx="538724" cy="95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51" name="Connecteur droit avec flèche 750">
            <a:extLst>
              <a:ext uri="{FF2B5EF4-FFF2-40B4-BE49-F238E27FC236}">
                <a16:creationId xmlns:a16="http://schemas.microsoft.com/office/drawing/2014/main" id="{28387AC8-3ACF-4490-ADA0-B1527A1B2A07}"/>
              </a:ext>
            </a:extLst>
          </p:cNvPr>
          <p:cNvCxnSpPr>
            <a:cxnSpLocks/>
            <a:stCxn id="696" idx="3"/>
            <a:endCxn id="698" idx="1"/>
          </p:cNvCxnSpPr>
          <p:nvPr/>
        </p:nvCxnSpPr>
        <p:spPr>
          <a:xfrm flipV="1">
            <a:off x="5462955" y="3705541"/>
            <a:ext cx="255658" cy="953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54" name="Connecteur droit avec flèche 753">
            <a:extLst>
              <a:ext uri="{FF2B5EF4-FFF2-40B4-BE49-F238E27FC236}">
                <a16:creationId xmlns:a16="http://schemas.microsoft.com/office/drawing/2014/main" id="{59D8B5AA-E411-B761-9395-4DEBD112702F}"/>
              </a:ext>
            </a:extLst>
          </p:cNvPr>
          <p:cNvCxnSpPr>
            <a:cxnSpLocks/>
            <a:stCxn id="699" idx="3"/>
            <a:endCxn id="701" idx="1"/>
          </p:cNvCxnSpPr>
          <p:nvPr/>
        </p:nvCxnSpPr>
        <p:spPr>
          <a:xfrm flipV="1">
            <a:off x="7043030" y="3705541"/>
            <a:ext cx="263053" cy="953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57" name="Connecteur droit avec flèche 756">
            <a:extLst>
              <a:ext uri="{FF2B5EF4-FFF2-40B4-BE49-F238E27FC236}">
                <a16:creationId xmlns:a16="http://schemas.microsoft.com/office/drawing/2014/main" id="{B4D1C831-E7AB-642C-C229-DE635FDFCD3F}"/>
              </a:ext>
            </a:extLst>
          </p:cNvPr>
          <p:cNvCxnSpPr>
            <a:cxnSpLocks/>
            <a:stCxn id="702" idx="3"/>
            <a:endCxn id="704" idx="1"/>
          </p:cNvCxnSpPr>
          <p:nvPr/>
        </p:nvCxnSpPr>
        <p:spPr>
          <a:xfrm flipV="1">
            <a:off x="8630505" y="3705541"/>
            <a:ext cx="333156" cy="953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60" name="Connecteur droit avec flèche 759">
            <a:extLst>
              <a:ext uri="{FF2B5EF4-FFF2-40B4-BE49-F238E27FC236}">
                <a16:creationId xmlns:a16="http://schemas.microsoft.com/office/drawing/2014/main" id="{F3D16131-4567-68EB-F9ED-A4477A03D980}"/>
              </a:ext>
            </a:extLst>
          </p:cNvPr>
          <p:cNvCxnSpPr>
            <a:cxnSpLocks/>
            <a:stCxn id="705" idx="3"/>
            <a:endCxn id="707" idx="1"/>
          </p:cNvCxnSpPr>
          <p:nvPr/>
        </p:nvCxnSpPr>
        <p:spPr>
          <a:xfrm flipV="1">
            <a:off x="10279454" y="3705541"/>
            <a:ext cx="337567" cy="953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67" name="ZoneTexte 766">
            <a:extLst>
              <a:ext uri="{FF2B5EF4-FFF2-40B4-BE49-F238E27FC236}">
                <a16:creationId xmlns:a16="http://schemas.microsoft.com/office/drawing/2014/main" id="{387129B2-D361-2E86-A8F9-039AFE35CAFC}"/>
              </a:ext>
            </a:extLst>
          </p:cNvPr>
          <p:cNvSpPr txBox="1"/>
          <p:nvPr/>
        </p:nvSpPr>
        <p:spPr>
          <a:xfrm>
            <a:off x="643142" y="4114950"/>
            <a:ext cx="1297733" cy="615553"/>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Customer provides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1"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Site information (address, contact, type),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1"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Bandwidth,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1"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Contract term</a:t>
            </a:r>
          </a:p>
        </p:txBody>
      </p:sp>
      <p:cxnSp>
        <p:nvCxnSpPr>
          <p:cNvPr id="768" name="Connecteur : en angle 767">
            <a:extLst>
              <a:ext uri="{FF2B5EF4-FFF2-40B4-BE49-F238E27FC236}">
                <a16:creationId xmlns:a16="http://schemas.microsoft.com/office/drawing/2014/main" id="{5B7C8E52-82D4-2AE0-048E-577B17DA97F7}"/>
              </a:ext>
            </a:extLst>
          </p:cNvPr>
          <p:cNvCxnSpPr>
            <a:cxnSpLocks/>
            <a:stCxn id="689" idx="3"/>
            <a:endCxn id="687" idx="1"/>
          </p:cNvCxnSpPr>
          <p:nvPr/>
        </p:nvCxnSpPr>
        <p:spPr>
          <a:xfrm>
            <a:off x="1840937" y="3705541"/>
            <a:ext cx="334445" cy="181507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71" name="Connecteur : en angle 770">
            <a:extLst>
              <a:ext uri="{FF2B5EF4-FFF2-40B4-BE49-F238E27FC236}">
                <a16:creationId xmlns:a16="http://schemas.microsoft.com/office/drawing/2014/main" id="{40845827-E982-B1BF-8C9B-BAC80A3E65A6}"/>
              </a:ext>
            </a:extLst>
          </p:cNvPr>
          <p:cNvCxnSpPr>
            <a:cxnSpLocks/>
            <a:stCxn id="689" idx="3"/>
            <a:endCxn id="686" idx="1"/>
          </p:cNvCxnSpPr>
          <p:nvPr/>
        </p:nvCxnSpPr>
        <p:spPr>
          <a:xfrm>
            <a:off x="1840937" y="3705541"/>
            <a:ext cx="341382" cy="229635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95" name="Rectangle 794">
            <a:extLst>
              <a:ext uri="{FF2B5EF4-FFF2-40B4-BE49-F238E27FC236}">
                <a16:creationId xmlns:a16="http://schemas.microsoft.com/office/drawing/2014/main" id="{B736B3BA-1B05-FBAD-0784-C8E9D84B93E5}"/>
              </a:ext>
            </a:extLst>
          </p:cNvPr>
          <p:cNvSpPr/>
          <p:nvPr/>
        </p:nvSpPr>
        <p:spPr>
          <a:xfrm>
            <a:off x="4731512" y="4415300"/>
            <a:ext cx="1067112" cy="23978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0" i="1" u="none" strike="noStrike" kern="0" cap="none" spc="0" normalizeH="0" baseline="0" noProof="0">
                <a:ln>
                  <a:noFill/>
                </a:ln>
                <a:solidFill>
                  <a:srgbClr val="FD5D56"/>
                </a:solidFill>
                <a:effectLst/>
                <a:uLnTx/>
                <a:uFillTx/>
                <a:latin typeface="Helvetica 75 Bold"/>
                <a:ea typeface="+mn-ea"/>
                <a:cs typeface="+mn-cs"/>
              </a:rPr>
              <a:t>Opportunity </a:t>
            </a:r>
            <a:r>
              <a:rPr kumimoji="0" lang="fr-FR" sz="800" b="0" i="1" u="none" strike="noStrike" kern="0" cap="none" spc="0" normalizeH="0" baseline="0" noProof="0" err="1">
                <a:ln>
                  <a:noFill/>
                </a:ln>
                <a:solidFill>
                  <a:srgbClr val="FD5D56"/>
                </a:solidFill>
                <a:effectLst/>
                <a:uLnTx/>
                <a:uFillTx/>
                <a:latin typeface="Helvetica 75 Bold"/>
                <a:ea typeface="+mn-ea"/>
                <a:cs typeface="+mn-cs"/>
              </a:rPr>
              <a:t>created</a:t>
            </a:r>
            <a:r>
              <a:rPr kumimoji="0" lang="fr-FR" sz="800" b="0" i="1" u="none" strike="noStrike" kern="0" cap="none" spc="0" normalizeH="0" baseline="0" noProof="0">
                <a:ln>
                  <a:noFill/>
                </a:ln>
                <a:solidFill>
                  <a:srgbClr val="FD5D56"/>
                </a:solidFill>
                <a:effectLst/>
                <a:uLnTx/>
                <a:uFillTx/>
                <a:latin typeface="Helvetica 75 Bold"/>
                <a:ea typeface="+mn-ea"/>
                <a:cs typeface="+mn-cs"/>
              </a:rPr>
              <a:t> </a:t>
            </a:r>
          </a:p>
        </p:txBody>
      </p:sp>
      <p:pic>
        <p:nvPicPr>
          <p:cNvPr id="796" name="Image 795">
            <a:extLst>
              <a:ext uri="{FF2B5EF4-FFF2-40B4-BE49-F238E27FC236}">
                <a16:creationId xmlns:a16="http://schemas.microsoft.com/office/drawing/2014/main" id="{9DAFC32A-BA50-E36E-40F9-8FB753ABE759}"/>
              </a:ext>
            </a:extLst>
          </p:cNvPr>
          <p:cNvPicPr>
            <a:picLocks noChangeAspect="1"/>
          </p:cNvPicPr>
          <p:nvPr/>
        </p:nvPicPr>
        <p:blipFill>
          <a:blip r:embed="rId2"/>
          <a:stretch>
            <a:fillRect/>
          </a:stretch>
        </p:blipFill>
        <p:spPr>
          <a:xfrm>
            <a:off x="4523945" y="4394997"/>
            <a:ext cx="260085" cy="260085"/>
          </a:xfrm>
          <a:prstGeom prst="rect">
            <a:avLst/>
          </a:prstGeom>
        </p:spPr>
      </p:pic>
      <p:sp>
        <p:nvSpPr>
          <p:cNvPr id="797" name="Rectangle 796">
            <a:extLst>
              <a:ext uri="{FF2B5EF4-FFF2-40B4-BE49-F238E27FC236}">
                <a16:creationId xmlns:a16="http://schemas.microsoft.com/office/drawing/2014/main" id="{837A8C89-6783-96EC-040F-1351535AFC55}"/>
              </a:ext>
            </a:extLst>
          </p:cNvPr>
          <p:cNvSpPr/>
          <p:nvPr/>
        </p:nvSpPr>
        <p:spPr>
          <a:xfrm>
            <a:off x="4479515" y="4077006"/>
            <a:ext cx="638846"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FF7900"/>
                </a:solidFill>
                <a:effectLst/>
                <a:uLnTx/>
                <a:uFillTx/>
                <a:latin typeface="Helvetica 75 Bold"/>
                <a:ea typeface="+mn-ea"/>
                <a:cs typeface="+mn-cs"/>
              </a:rPr>
              <a:t>Cart</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r>
              <a:rPr kumimoji="0" lang="fr-FR" sz="800" b="1" i="1" u="none" strike="noStrike" kern="0" cap="none" spc="0" normalizeH="0" baseline="0" noProof="0" err="1">
                <a:ln>
                  <a:noFill/>
                </a:ln>
                <a:solidFill>
                  <a:srgbClr val="FF7900"/>
                </a:solidFill>
                <a:effectLst/>
                <a:uLnTx/>
                <a:uFillTx/>
                <a:latin typeface="Helvetica 75 Bold"/>
                <a:ea typeface="+mn-ea"/>
                <a:cs typeface="+mn-cs"/>
              </a:rPr>
              <a:t>created</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p>
        </p:txBody>
      </p:sp>
      <p:pic>
        <p:nvPicPr>
          <p:cNvPr id="798" name="Graphique 797" descr="Panier de course avec un remplissage uni">
            <a:extLst>
              <a:ext uri="{FF2B5EF4-FFF2-40B4-BE49-F238E27FC236}">
                <a16:creationId xmlns:a16="http://schemas.microsoft.com/office/drawing/2014/main" id="{2EE7916A-56BA-4F50-6C70-E242D1948D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33802" y="4039611"/>
            <a:ext cx="301338" cy="301338"/>
          </a:xfrm>
          <a:prstGeom prst="rect">
            <a:avLst/>
          </a:prstGeom>
        </p:spPr>
      </p:pic>
      <p:pic>
        <p:nvPicPr>
          <p:cNvPr id="799" name="Image 798">
            <a:extLst>
              <a:ext uri="{FF2B5EF4-FFF2-40B4-BE49-F238E27FC236}">
                <a16:creationId xmlns:a16="http://schemas.microsoft.com/office/drawing/2014/main" id="{2996AB7E-6155-E02F-B6FC-BA7064B657EC}"/>
              </a:ext>
            </a:extLst>
          </p:cNvPr>
          <p:cNvPicPr>
            <a:picLocks noChangeAspect="1"/>
          </p:cNvPicPr>
          <p:nvPr/>
        </p:nvPicPr>
        <p:blipFill>
          <a:blip r:embed="rId5">
            <a:duotone>
              <a:schemeClr val="accent3">
                <a:shade val="45000"/>
                <a:satMod val="135000"/>
              </a:schemeClr>
              <a:prstClr val="white"/>
            </a:duotone>
          </a:blip>
          <a:stretch>
            <a:fillRect/>
          </a:stretch>
        </p:blipFill>
        <p:spPr>
          <a:xfrm>
            <a:off x="5023600" y="4718137"/>
            <a:ext cx="299203" cy="299203"/>
          </a:xfrm>
          <a:prstGeom prst="rect">
            <a:avLst/>
          </a:prstGeom>
          <a:ln>
            <a:noFill/>
          </a:ln>
        </p:spPr>
      </p:pic>
      <p:sp>
        <p:nvSpPr>
          <p:cNvPr id="800" name="Rectangle 799">
            <a:extLst>
              <a:ext uri="{FF2B5EF4-FFF2-40B4-BE49-F238E27FC236}">
                <a16:creationId xmlns:a16="http://schemas.microsoft.com/office/drawing/2014/main" id="{BC649504-3A96-84C4-47C2-5D2C4E323A3D}"/>
              </a:ext>
            </a:extLst>
          </p:cNvPr>
          <p:cNvSpPr/>
          <p:nvPr/>
        </p:nvSpPr>
        <p:spPr>
          <a:xfrm>
            <a:off x="5265658" y="4748067"/>
            <a:ext cx="756358"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r>
              <a:rPr kumimoji="0" lang="fr-FR" sz="800" b="1" i="1" u="none" strike="noStrike" kern="0" cap="none" spc="0" normalizeH="0" baseline="0" noProof="0" err="1">
                <a:ln>
                  <a:noFill/>
                </a:ln>
                <a:solidFill>
                  <a:srgbClr val="50BE87"/>
                </a:solidFill>
                <a:effectLst/>
                <a:uLnTx/>
                <a:uFillTx/>
                <a:latin typeface="Helvetica 75 Bold"/>
                <a:ea typeface="+mn-ea"/>
                <a:cs typeface="+mn-cs"/>
              </a:rPr>
              <a:t>created</a:t>
            </a:r>
            <a:r>
              <a:rPr kumimoji="0" lang="fr-FR" sz="800" b="1" i="1" u="none" strike="noStrike" kern="0" cap="none" spc="0" normalizeH="0" baseline="0" noProof="0">
                <a:ln>
                  <a:noFill/>
                </a:ln>
                <a:solidFill>
                  <a:srgbClr val="50BE87"/>
                </a:solidFill>
                <a:effectLst/>
                <a:uLnTx/>
                <a:uFillTx/>
                <a:latin typeface="Helvetica 75 Bold"/>
                <a:ea typeface="+mn-ea"/>
                <a:cs typeface="+mn-cs"/>
              </a:rPr>
              <a:t> </a:t>
            </a:r>
          </a:p>
        </p:txBody>
      </p:sp>
      <p:cxnSp>
        <p:nvCxnSpPr>
          <p:cNvPr id="802" name="Connecteur : en arc 801">
            <a:extLst>
              <a:ext uri="{FF2B5EF4-FFF2-40B4-BE49-F238E27FC236}">
                <a16:creationId xmlns:a16="http://schemas.microsoft.com/office/drawing/2014/main" id="{4A3221BE-9D28-2C81-011F-927DBA6D0EE0}"/>
              </a:ext>
            </a:extLst>
          </p:cNvPr>
          <p:cNvCxnSpPr>
            <a:cxnSpLocks/>
            <a:stCxn id="798" idx="2"/>
            <a:endCxn id="796" idx="1"/>
          </p:cNvCxnSpPr>
          <p:nvPr/>
        </p:nvCxnSpPr>
        <p:spPr>
          <a:xfrm rot="16200000" flipH="1">
            <a:off x="4362163" y="4363257"/>
            <a:ext cx="184091" cy="139474"/>
          </a:xfrm>
          <a:prstGeom prst="curved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07" name="Connecteur : en arc 806">
            <a:extLst>
              <a:ext uri="{FF2B5EF4-FFF2-40B4-BE49-F238E27FC236}">
                <a16:creationId xmlns:a16="http://schemas.microsoft.com/office/drawing/2014/main" id="{8B8475EC-8504-8B4E-B98B-F15CD26E386F}"/>
              </a:ext>
            </a:extLst>
          </p:cNvPr>
          <p:cNvCxnSpPr>
            <a:cxnSpLocks/>
          </p:cNvCxnSpPr>
          <p:nvPr/>
        </p:nvCxnSpPr>
        <p:spPr>
          <a:xfrm rot="16200000" flipH="1">
            <a:off x="4768176" y="4784429"/>
            <a:ext cx="184091" cy="139474"/>
          </a:xfrm>
          <a:prstGeom prst="curved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08" name="ZoneTexte 807">
            <a:extLst>
              <a:ext uri="{FF2B5EF4-FFF2-40B4-BE49-F238E27FC236}">
                <a16:creationId xmlns:a16="http://schemas.microsoft.com/office/drawing/2014/main" id="{AE65F7A7-5B79-4D40-ABBB-6C3A64AEE4FD}"/>
              </a:ext>
            </a:extLst>
          </p:cNvPr>
          <p:cNvSpPr txBox="1"/>
          <p:nvPr/>
        </p:nvSpPr>
        <p:spPr>
          <a:xfrm>
            <a:off x="5079061" y="5314382"/>
            <a:ext cx="6272663" cy="846386"/>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Helvetica 75 Bold"/>
                <a:ea typeface="+mn-ea"/>
                <a:cs typeface="+mn-cs"/>
              </a:rPr>
              <a:t>On the MVP, our purpose is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75 Bold"/>
                <a:ea typeface="+mn-ea"/>
                <a:cs typeface="+mn-cs"/>
              </a:rPr>
              <a:t>to provide a full digital quotation experience, enabling customer performing configuration on the digital portal, getting real-time prices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75 Bold"/>
                <a:ea typeface="+mn-ea"/>
                <a:cs typeface="+mn-cs"/>
              </a:rPr>
              <a:t>In case the customer request a support, a form shall be sent to Sales and sales user shall have access to the quote mirroring the customer cart (if created)</a:t>
            </a:r>
          </a:p>
        </p:txBody>
      </p:sp>
      <p:sp>
        <p:nvSpPr>
          <p:cNvPr id="809" name="ZoneTexte 808">
            <a:extLst>
              <a:ext uri="{FF2B5EF4-FFF2-40B4-BE49-F238E27FC236}">
                <a16:creationId xmlns:a16="http://schemas.microsoft.com/office/drawing/2014/main" id="{C862F2BD-EAE0-8DC8-0B86-99158D1461FB}"/>
              </a:ext>
            </a:extLst>
          </p:cNvPr>
          <p:cNvSpPr txBox="1"/>
          <p:nvPr/>
        </p:nvSpPr>
        <p:spPr>
          <a:xfrm>
            <a:off x="486458" y="6538054"/>
            <a:ext cx="4364930" cy="92333"/>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a:ln>
                  <a:noFill/>
                </a:ln>
                <a:solidFill>
                  <a:srgbClr val="FFFFFF">
                    <a:lumMod val="50000"/>
                  </a:srgbClr>
                </a:solidFill>
                <a:effectLst/>
                <a:uLnTx/>
                <a:uFillTx/>
                <a:latin typeface="Helvetica 55 Roman" panose="020B0604020202020204" pitchFamily="34" charset="0"/>
                <a:ea typeface="+mn-ea"/>
                <a:cs typeface="+mn-cs"/>
              </a:rPr>
              <a:t>Source : Customer journey from “MVP Digital Journey – Focus Scopeless internet – V1’ (30/01/25)</a:t>
            </a:r>
          </a:p>
        </p:txBody>
      </p:sp>
      <p:sp>
        <p:nvSpPr>
          <p:cNvPr id="315" name="ZoneTexte 314">
            <a:extLst>
              <a:ext uri="{FF2B5EF4-FFF2-40B4-BE49-F238E27FC236}">
                <a16:creationId xmlns:a16="http://schemas.microsoft.com/office/drawing/2014/main" id="{371FC1FF-CF63-1A15-B623-3A91CED9BE5F}"/>
              </a:ext>
            </a:extLst>
          </p:cNvPr>
          <p:cNvSpPr txBox="1"/>
          <p:nvPr/>
        </p:nvSpPr>
        <p:spPr>
          <a:xfrm>
            <a:off x="11244693" y="2801006"/>
            <a:ext cx="878711" cy="430887"/>
          </a:xfrm>
          <a:prstGeom prst="rect">
            <a:avLst/>
          </a:prstGeom>
          <a:solidFill>
            <a:schemeClr val="accent2">
              <a:lumMod val="60000"/>
              <a:lumOff val="40000"/>
            </a:schemeClr>
          </a:solidFill>
          <a:ln>
            <a:solidFill>
              <a:schemeClr val="bg1"/>
            </a:solid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err="1">
                <a:ln>
                  <a:noFill/>
                </a:ln>
                <a:solidFill>
                  <a:srgbClr val="000000"/>
                </a:solidFill>
                <a:effectLst/>
                <a:uLnTx/>
                <a:uFillTx/>
                <a:latin typeface="Helvetica 75 Bold"/>
                <a:ea typeface="+mn-ea"/>
                <a:cs typeface="+mn-cs"/>
              </a:rPr>
              <a:t>Contract</a:t>
            </a:r>
            <a:r>
              <a:rPr kumimoji="0" lang="fr-FR" sz="1400" b="0" i="0" u="none" strike="noStrike" kern="1200" cap="none" spc="0" normalizeH="0" baseline="0" noProof="0" dirty="0">
                <a:ln>
                  <a:noFill/>
                </a:ln>
                <a:solidFill>
                  <a:srgbClr val="000000"/>
                </a:solidFill>
                <a:effectLst/>
                <a:uLnTx/>
                <a:uFillTx/>
                <a:latin typeface="Helvetica 75 Bold"/>
                <a:ea typeface="+mn-ea"/>
                <a:cs typeface="+mn-cs"/>
              </a:rPr>
              <a:t> signature ?</a:t>
            </a:r>
            <a:endParaRPr kumimoji="0" lang="en-US" sz="1400" b="0" i="0" u="none" strike="noStrike" kern="1200" cap="none" spc="0" normalizeH="0" baseline="0" noProof="0" dirty="0">
              <a:ln>
                <a:noFill/>
              </a:ln>
              <a:solidFill>
                <a:srgbClr val="000000"/>
              </a:solidFill>
              <a:effectLst/>
              <a:uLnTx/>
              <a:uFillTx/>
              <a:latin typeface="Helvetica 75 Bold"/>
              <a:ea typeface="+mn-ea"/>
              <a:cs typeface="+mn-cs"/>
            </a:endParaRPr>
          </a:p>
        </p:txBody>
      </p:sp>
    </p:spTree>
    <p:extLst>
      <p:ext uri="{BB962C8B-B14F-4D97-AF65-F5344CB8AC3E}">
        <p14:creationId xmlns:p14="http://schemas.microsoft.com/office/powerpoint/2010/main" val="54497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54D5-D828-328E-6D4E-8B0B2B005E1C}"/>
            </a:ext>
          </a:extLst>
        </p:cNvPr>
        <p:cNvGrpSpPr/>
        <p:nvPr/>
      </p:nvGrpSpPr>
      <p:grpSpPr>
        <a:xfrm>
          <a:off x="0" y="0"/>
          <a:ext cx="0" cy="0"/>
          <a:chOff x="0" y="0"/>
          <a:chExt cx="0" cy="0"/>
        </a:xfrm>
      </p:grpSpPr>
      <p:graphicFrame>
        <p:nvGraphicFramePr>
          <p:cNvPr id="21" name="Tableau 20">
            <a:extLst>
              <a:ext uri="{FF2B5EF4-FFF2-40B4-BE49-F238E27FC236}">
                <a16:creationId xmlns:a16="http://schemas.microsoft.com/office/drawing/2014/main" id="{C6315D41-12F6-85CB-6F9C-3BD5ABB3D9D1}"/>
              </a:ext>
            </a:extLst>
          </p:cNvPr>
          <p:cNvGraphicFramePr>
            <a:graphicFrameLocks noGrp="1"/>
          </p:cNvGraphicFramePr>
          <p:nvPr>
            <p:extLst>
              <p:ext uri="{D42A27DB-BD31-4B8C-83A1-F6EECF244321}">
                <p14:modId xmlns:p14="http://schemas.microsoft.com/office/powerpoint/2010/main" val="1765038786"/>
              </p:ext>
            </p:extLst>
          </p:nvPr>
        </p:nvGraphicFramePr>
        <p:xfrm>
          <a:off x="575731" y="1281156"/>
          <a:ext cx="9842443" cy="5225803"/>
        </p:xfrm>
        <a:graphic>
          <a:graphicData uri="http://schemas.openxmlformats.org/drawingml/2006/table">
            <a:tbl>
              <a:tblPr firstRow="1" bandRow="1">
                <a:tableStyleId>{5C22544A-7EE6-4342-B048-85BDC9FD1C3A}</a:tableStyleId>
              </a:tblPr>
              <a:tblGrid>
                <a:gridCol w="1916988">
                  <a:extLst>
                    <a:ext uri="{9D8B030D-6E8A-4147-A177-3AD203B41FA5}">
                      <a16:colId xmlns:a16="http://schemas.microsoft.com/office/drawing/2014/main" val="1346423550"/>
                    </a:ext>
                  </a:extLst>
                </a:gridCol>
                <a:gridCol w="1916988">
                  <a:extLst>
                    <a:ext uri="{9D8B030D-6E8A-4147-A177-3AD203B41FA5}">
                      <a16:colId xmlns:a16="http://schemas.microsoft.com/office/drawing/2014/main" val="3655986862"/>
                    </a:ext>
                  </a:extLst>
                </a:gridCol>
                <a:gridCol w="1354728">
                  <a:extLst>
                    <a:ext uri="{9D8B030D-6E8A-4147-A177-3AD203B41FA5}">
                      <a16:colId xmlns:a16="http://schemas.microsoft.com/office/drawing/2014/main" val="1133718934"/>
                    </a:ext>
                  </a:extLst>
                </a:gridCol>
                <a:gridCol w="4653739">
                  <a:extLst>
                    <a:ext uri="{9D8B030D-6E8A-4147-A177-3AD203B41FA5}">
                      <a16:colId xmlns:a16="http://schemas.microsoft.com/office/drawing/2014/main" val="2072326485"/>
                    </a:ext>
                  </a:extLst>
                </a:gridCol>
              </a:tblGrid>
              <a:tr h="284480">
                <a:tc>
                  <a:txBody>
                    <a:bodyPr/>
                    <a:lstStyle/>
                    <a:p>
                      <a:endParaRPr lang="en-US" sz="1100">
                        <a:solidFill>
                          <a:schemeClr val="bg1"/>
                        </a:solidFill>
                      </a:endParaRPr>
                    </a:p>
                  </a:txBody>
                  <a:tcPr marL="121920" marR="121920" marT="60960" marB="60960">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1"/>
                    </a:solidFill>
                  </a:tcPr>
                </a:tc>
                <a:tc>
                  <a:txBody>
                    <a:bodyPr/>
                    <a:lstStyle/>
                    <a:p>
                      <a:r>
                        <a:rPr lang="fr-FR" sz="1100">
                          <a:solidFill>
                            <a:schemeClr val="bg1"/>
                          </a:solidFill>
                        </a:rPr>
                        <a:t>TYPE </a:t>
                      </a:r>
                      <a:endParaRPr lang="en-US" sz="1100">
                        <a:solidFill>
                          <a:schemeClr val="bg1"/>
                        </a:solidFill>
                      </a:endParaRPr>
                    </a:p>
                  </a:txBody>
                  <a:tcPr marL="121920" marR="12192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fr-FR" sz="1100">
                          <a:solidFill>
                            <a:schemeClr val="bg1"/>
                          </a:solidFill>
                        </a:rPr>
                        <a:t>CPQ</a:t>
                      </a:r>
                      <a:endParaRPr lang="en-US" sz="1100">
                        <a:solidFill>
                          <a:schemeClr val="bg1"/>
                        </a:solidFill>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fr-FR" sz="1100">
                          <a:solidFill>
                            <a:schemeClr val="bg1"/>
                          </a:solidFill>
                        </a:rPr>
                        <a:t>COMMENTS </a:t>
                      </a:r>
                      <a:endParaRPr lang="en-US" sz="1100">
                        <a:solidFill>
                          <a:schemeClr val="bg1"/>
                        </a:solidFill>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096142319"/>
                  </a:ext>
                </a:extLst>
              </a:tr>
              <a:tr h="264160">
                <a:tc rowSpan="2">
                  <a:txBody>
                    <a:bodyPr/>
                    <a:lstStyle/>
                    <a:p>
                      <a:pPr algn="l"/>
                      <a:r>
                        <a:rPr lang="fr-FR" sz="1100" b="1">
                          <a:solidFill>
                            <a:schemeClr val="bg1"/>
                          </a:solidFill>
                        </a:rPr>
                        <a:t>Customer</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Existing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776335392"/>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New</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kern="1200">
                          <a:solidFill>
                            <a:schemeClr val="bg1"/>
                          </a:solidFill>
                          <a:latin typeface="+mn-lt"/>
                          <a:ea typeface="+mn-ea"/>
                          <a:cs typeface="+mn-cs"/>
                        </a:rPr>
                        <a:t>MMP</a:t>
                      </a:r>
                      <a:endParaRPr lang="en-US" sz="900" kern="1200">
                        <a:solidFill>
                          <a:schemeClr val="bg1"/>
                        </a:solidFill>
                        <a:latin typeface="+mn-lt"/>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r>
                        <a:rPr lang="fr-FR" sz="900" err="1">
                          <a:solidFill>
                            <a:schemeClr val="bg1"/>
                          </a:solidFill>
                        </a:rPr>
                        <a:t>Depend</a:t>
                      </a:r>
                      <a:r>
                        <a:rPr lang="fr-FR" sz="900">
                          <a:solidFill>
                            <a:schemeClr val="bg1"/>
                          </a:solidFill>
                        </a:rPr>
                        <a:t> on Customer </a:t>
                      </a:r>
                      <a:r>
                        <a:rPr lang="fr-FR" sz="900" err="1">
                          <a:solidFill>
                            <a:schemeClr val="bg1"/>
                          </a:solidFill>
                        </a:rPr>
                        <a:t>referential</a:t>
                      </a:r>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778844645"/>
                  </a:ext>
                </a:extLst>
              </a:tr>
              <a:tr h="264160">
                <a:tc rowSpan="3">
                  <a:txBody>
                    <a:bodyPr/>
                    <a:lstStyle/>
                    <a:p>
                      <a:pPr algn="l"/>
                      <a:r>
                        <a:rPr lang="fr-FR" sz="1100" b="1" err="1">
                          <a:solidFill>
                            <a:schemeClr val="bg1"/>
                          </a:solidFill>
                        </a:rPr>
                        <a:t>Geography</a:t>
                      </a:r>
                      <a:r>
                        <a:rPr lang="fr-FR" sz="1100" b="1">
                          <a:solidFill>
                            <a:schemeClr val="bg1"/>
                          </a:solidFill>
                        </a:rPr>
                        <a:t> </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pPr marL="0" algn="l" defTabSz="914400" rtl="0" eaLnBrk="1" latinLnBrk="0" hangingPunct="1"/>
                      <a:r>
                        <a:rPr lang="fr-FR" sz="900" kern="1200">
                          <a:solidFill>
                            <a:schemeClr val="bg1"/>
                          </a:solidFill>
                          <a:latin typeface="+mn-lt"/>
                          <a:ea typeface="+mn-ea"/>
                          <a:cs typeface="+mn-cs"/>
                        </a:rPr>
                        <a:t>International</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4002535618"/>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France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r>
                        <a:rPr lang="fr-FR" sz="900">
                          <a:solidFill>
                            <a:schemeClr val="bg1"/>
                          </a:solidFill>
                        </a:rPr>
                        <a:t>? </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lang="fr-FR" sz="900" err="1">
                          <a:solidFill>
                            <a:schemeClr val="bg1"/>
                          </a:solidFill>
                        </a:rPr>
                        <a:t>Integration</a:t>
                      </a:r>
                      <a:r>
                        <a:rPr lang="fr-FR" sz="900">
                          <a:solidFill>
                            <a:schemeClr val="bg1"/>
                          </a:solidFill>
                        </a:rPr>
                        <a:t> </a:t>
                      </a:r>
                      <a:r>
                        <a:rPr lang="fr-FR" sz="900" err="1">
                          <a:solidFill>
                            <a:schemeClr val="bg1"/>
                          </a:solidFill>
                        </a:rPr>
                        <a:t>with</a:t>
                      </a:r>
                      <a:r>
                        <a:rPr lang="fr-FR" sz="900">
                          <a:solidFill>
                            <a:schemeClr val="bg1"/>
                          </a:solidFill>
                        </a:rPr>
                        <a:t> </a:t>
                      </a:r>
                      <a:r>
                        <a:rPr lang="fr-FR" sz="900" err="1">
                          <a:solidFill>
                            <a:schemeClr val="bg1"/>
                          </a:solidFill>
                        </a:rPr>
                        <a:t>eligibility</a:t>
                      </a:r>
                      <a:r>
                        <a:rPr lang="fr-FR" sz="900">
                          <a:solidFill>
                            <a:schemeClr val="bg1"/>
                          </a:solidFill>
                        </a:rPr>
                        <a:t> FR </a:t>
                      </a:r>
                      <a:r>
                        <a:rPr lang="fr-FR" sz="900" err="1">
                          <a:solidFill>
                            <a:schemeClr val="bg1"/>
                          </a:solidFill>
                        </a:rPr>
                        <a:t>systems</a:t>
                      </a:r>
                      <a:r>
                        <a:rPr lang="fr-FR" sz="900">
                          <a:solidFill>
                            <a:schemeClr val="bg1"/>
                          </a:solidFill>
                        </a:rPr>
                        <a:t> ? </a:t>
                      </a:r>
                      <a:r>
                        <a:rPr lang="fr-FR" sz="900" err="1">
                          <a:solidFill>
                            <a:schemeClr val="bg1"/>
                          </a:solidFill>
                        </a:rPr>
                        <a:t>Regulatory</a:t>
                      </a:r>
                      <a:r>
                        <a:rPr lang="fr-FR" sz="900">
                          <a:solidFill>
                            <a:schemeClr val="bg1"/>
                          </a:solidFill>
                        </a:rPr>
                        <a:t> </a:t>
                      </a:r>
                      <a:r>
                        <a:rPr lang="fr-FR" sz="900" err="1">
                          <a:solidFill>
                            <a:schemeClr val="bg1"/>
                          </a:solidFill>
                        </a:rPr>
                        <a:t>constraints</a:t>
                      </a:r>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514944733"/>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BRIC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 </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110509347"/>
                  </a:ext>
                </a:extLst>
              </a:tr>
              <a:tr h="318356">
                <a:tc>
                  <a:txBody>
                    <a:bodyPr/>
                    <a:lstStyle/>
                    <a:p>
                      <a:pPr algn="l"/>
                      <a:r>
                        <a:rPr lang="fr-FR" sz="1100" b="1" err="1">
                          <a:solidFill>
                            <a:schemeClr val="bg1"/>
                          </a:solidFill>
                        </a:rPr>
                        <a:t>Language</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FR/EN</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172669755"/>
                  </a:ext>
                </a:extLst>
              </a:tr>
              <a:tr h="304545">
                <a:tc rowSpan="2">
                  <a:txBody>
                    <a:bodyPr/>
                    <a:lstStyle/>
                    <a:p>
                      <a:pPr algn="l"/>
                      <a:r>
                        <a:rPr lang="fr-FR" sz="1100" b="1" err="1">
                          <a:solidFill>
                            <a:schemeClr val="bg1"/>
                          </a:solidFill>
                        </a:rPr>
                        <a:t>Journeys</a:t>
                      </a:r>
                      <a:r>
                        <a:rPr lang="fr-FR" sz="1100" b="1">
                          <a:solidFill>
                            <a:schemeClr val="bg1"/>
                          </a:solidFill>
                        </a:rPr>
                        <a:t> </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In- flights</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fr-FR" sz="900">
                          <a:solidFill>
                            <a:schemeClr val="bg1"/>
                          </a:solidFill>
                        </a:rPr>
                        <a:t>COM dependencies - Rules for MMP tbd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975537907"/>
                  </a:ext>
                </a:extLst>
              </a:tr>
              <a:tr h="277127">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Sales handhover</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 ? </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501696741"/>
                  </a:ext>
                </a:extLst>
              </a:tr>
              <a:tr h="264160">
                <a:tc rowSpan="3">
                  <a:txBody>
                    <a:bodyPr/>
                    <a:lstStyle/>
                    <a:p>
                      <a:pPr algn="l"/>
                      <a:r>
                        <a:rPr lang="fr-FR" sz="1100" b="1" err="1">
                          <a:solidFill>
                            <a:schemeClr val="bg1"/>
                          </a:solidFill>
                        </a:rPr>
                        <a:t>Bid</a:t>
                      </a:r>
                      <a:r>
                        <a:rPr lang="fr-FR" sz="1100" b="1">
                          <a:solidFill>
                            <a:schemeClr val="bg1"/>
                          </a:solidFill>
                        </a:rPr>
                        <a:t>-type</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New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263860826"/>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MACD</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fr-FR" sz="900" err="1">
                          <a:solidFill>
                            <a:schemeClr val="bg1"/>
                          </a:solidFill>
                        </a:rPr>
                        <a:t>Installed</a:t>
                      </a:r>
                      <a:r>
                        <a:rPr lang="fr-FR" sz="900">
                          <a:solidFill>
                            <a:schemeClr val="bg1"/>
                          </a:solidFill>
                        </a:rPr>
                        <a:t> Base/</a:t>
                      </a:r>
                      <a:r>
                        <a:rPr lang="fr-FR" sz="900" err="1">
                          <a:solidFill>
                            <a:schemeClr val="bg1"/>
                          </a:solidFill>
                        </a:rPr>
                        <a:t>inventory</a:t>
                      </a:r>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081985220"/>
                  </a:ext>
                </a:extLst>
              </a:tr>
              <a:tr h="278824">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Renewal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P2</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6"/>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119228282"/>
                  </a:ext>
                </a:extLst>
              </a:tr>
              <a:tr h="264160">
                <a:tc rowSpan="2">
                  <a:txBody>
                    <a:bodyPr/>
                    <a:lstStyle/>
                    <a:p>
                      <a:pPr algn="l"/>
                      <a:r>
                        <a:rPr lang="fr-FR" sz="1100" b="1">
                          <a:solidFill>
                            <a:schemeClr val="bg1"/>
                          </a:solidFill>
                        </a:rPr>
                        <a:t>Sites</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New</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3090143"/>
                  </a:ext>
                </a:extLst>
              </a:tr>
              <a:tr h="28618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Existing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r>
                        <a:rPr lang="fr-FR" sz="900" err="1">
                          <a:solidFill>
                            <a:schemeClr val="bg1"/>
                          </a:solidFill>
                        </a:rPr>
                        <a:t>Sitref</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539202905"/>
                  </a:ext>
                </a:extLst>
              </a:tr>
              <a:tr h="264160">
                <a:tc rowSpan="2">
                  <a:txBody>
                    <a:bodyPr/>
                    <a:lstStyle/>
                    <a:p>
                      <a:pPr algn="l"/>
                      <a:r>
                        <a:rPr lang="fr-FR" sz="1100" b="1" err="1">
                          <a:solidFill>
                            <a:schemeClr val="bg1"/>
                          </a:solidFill>
                        </a:rPr>
                        <a:t>Quote</a:t>
                      </a:r>
                      <a:r>
                        <a:rPr lang="fr-FR" sz="1100" b="1">
                          <a:solidFill>
                            <a:schemeClr val="bg1"/>
                          </a:solidFill>
                        </a:rPr>
                        <a:t> type</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Firm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392838121"/>
                  </a:ext>
                </a:extLst>
              </a:tr>
              <a:tr h="301291">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Project/MSA</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r>
                        <a:rPr lang="fr-FR" sz="900">
                          <a:solidFill>
                            <a:schemeClr val="bg1"/>
                          </a:solidFill>
                        </a:rPr>
                        <a:t>?</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6"/>
                    </a:solidFill>
                  </a:tcPr>
                </a:tc>
                <a:tc>
                  <a:txBody>
                    <a:bodyPr/>
                    <a:lstStyle/>
                    <a:p>
                      <a:r>
                        <a:rPr lang="fr-FR" sz="900">
                          <a:solidFill>
                            <a:schemeClr val="bg1"/>
                          </a:solidFill>
                        </a:rPr>
                        <a:t>Project-to- </a:t>
                      </a:r>
                      <a:r>
                        <a:rPr lang="fr-FR" sz="900" err="1">
                          <a:solidFill>
                            <a:schemeClr val="bg1"/>
                          </a:solidFill>
                        </a:rPr>
                        <a:t>firm</a:t>
                      </a:r>
                      <a:r>
                        <a:rPr lang="fr-FR" sz="900">
                          <a:solidFill>
                            <a:schemeClr val="bg1"/>
                          </a:solidFill>
                        </a:rPr>
                        <a:t> </a:t>
                      </a:r>
                      <a:r>
                        <a:rPr lang="fr-FR" sz="900" err="1">
                          <a:solidFill>
                            <a:schemeClr val="bg1"/>
                          </a:solidFill>
                        </a:rPr>
                        <a:t>quote</a:t>
                      </a:r>
                      <a:r>
                        <a:rPr lang="fr-FR" sz="900">
                          <a:solidFill>
                            <a:schemeClr val="bg1"/>
                          </a:solidFill>
                        </a:rPr>
                        <a:t> UX </a:t>
                      </a:r>
                      <a:r>
                        <a:rPr lang="fr-FR" sz="900" err="1">
                          <a:solidFill>
                            <a:schemeClr val="bg1"/>
                          </a:solidFill>
                        </a:rPr>
                        <a:t>link</a:t>
                      </a:r>
                      <a:r>
                        <a:rPr lang="fr-FR" sz="900">
                          <a:solidFill>
                            <a:schemeClr val="bg1"/>
                          </a:solidFill>
                        </a:rPr>
                        <a:t> </a:t>
                      </a:r>
                      <a:r>
                        <a:rPr lang="fr-FR" sz="900" err="1">
                          <a:solidFill>
                            <a:schemeClr val="bg1"/>
                          </a:solidFill>
                        </a:rPr>
                        <a:t>with</a:t>
                      </a:r>
                      <a:r>
                        <a:rPr lang="fr-FR" sz="900">
                          <a:solidFill>
                            <a:schemeClr val="bg1"/>
                          </a:solidFill>
                        </a:rPr>
                        <a:t> </a:t>
                      </a:r>
                      <a:r>
                        <a:rPr lang="fr-FR" sz="900" err="1">
                          <a:solidFill>
                            <a:schemeClr val="bg1"/>
                          </a:solidFill>
                        </a:rPr>
                        <a:t>project</a:t>
                      </a:r>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246775843"/>
                  </a:ext>
                </a:extLst>
              </a:tr>
              <a:tr h="264160">
                <a:tc rowSpan="3">
                  <a:txBody>
                    <a:bodyPr/>
                    <a:lstStyle/>
                    <a:p>
                      <a:pPr algn="l"/>
                      <a:r>
                        <a:rPr lang="fr-FR" sz="1100" b="1">
                          <a:solidFill>
                            <a:schemeClr val="bg1"/>
                          </a:solidFill>
                        </a:rPr>
                        <a:t>Catalogue </a:t>
                      </a:r>
                      <a:endParaRPr lang="en-US" sz="1100" b="1">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alpha val="69804"/>
                      </a:schemeClr>
                    </a:solidFill>
                  </a:tcPr>
                </a:tc>
                <a:tc>
                  <a:txBody>
                    <a:bodyPr/>
                    <a:lstStyle/>
                    <a:p>
                      <a:pPr marL="0" algn="l" defTabSz="914400" rtl="0" eaLnBrk="1" latinLnBrk="0" hangingPunct="1"/>
                      <a:r>
                        <a:rPr lang="fr-FR" sz="900" kern="1200">
                          <a:solidFill>
                            <a:schemeClr val="bg1"/>
                          </a:solidFill>
                          <a:latin typeface="+mn-lt"/>
                          <a:ea typeface="+mn-ea"/>
                          <a:cs typeface="+mn-cs"/>
                        </a:rPr>
                        <a:t>Standard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423801214"/>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Bespoke</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P2</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787163551"/>
                  </a:ext>
                </a:extLst>
              </a:tr>
              <a:tr h="264160">
                <a:tc vMerge="1">
                  <a:txBody>
                    <a:bodyPr/>
                    <a:lstStyle/>
                    <a:p>
                      <a:endParaRPr lang="en-US" sz="700">
                        <a:solidFill>
                          <a:schemeClr val="bg1"/>
                        </a:solidFill>
                      </a:endParaRPr>
                    </a:p>
                  </a:txBody>
                  <a:tcP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lumMod val="50000"/>
                      </a:schemeClr>
                    </a:solidFill>
                  </a:tcPr>
                </a:tc>
                <a:tc>
                  <a:txBody>
                    <a:bodyPr/>
                    <a:lstStyle/>
                    <a:p>
                      <a:pPr marL="0" algn="l" defTabSz="914400" rtl="0" eaLnBrk="1" latinLnBrk="0" hangingPunct="1"/>
                      <a:r>
                        <a:rPr lang="fr-FR" sz="900" kern="1200">
                          <a:solidFill>
                            <a:schemeClr val="bg1"/>
                          </a:solidFill>
                          <a:latin typeface="+mn-lt"/>
                          <a:ea typeface="+mn-ea"/>
                          <a:cs typeface="+mn-cs"/>
                        </a:rPr>
                        <a:t>Recommendation </a:t>
                      </a:r>
                      <a:endParaRPr lang="en-US" sz="900" kern="1200">
                        <a:solidFill>
                          <a:schemeClr val="bg1"/>
                        </a:solidFill>
                        <a:latin typeface="+mn-lt"/>
                        <a:ea typeface="+mn-ea"/>
                        <a:cs typeface="+mn-cs"/>
                      </a:endParaRPr>
                    </a:p>
                  </a:txBody>
                  <a:tcPr marL="121920" marR="121920" marT="60960" marB="60960" anchor="ctr">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P3</a:t>
                      </a:r>
                      <a:endParaRPr lang="en-US" sz="90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3455504"/>
                  </a:ext>
                </a:extLst>
              </a:tr>
            </a:tbl>
          </a:graphicData>
        </a:graphic>
      </p:graphicFrame>
      <p:sp>
        <p:nvSpPr>
          <p:cNvPr id="3" name="Titre 1">
            <a:extLst>
              <a:ext uri="{FF2B5EF4-FFF2-40B4-BE49-F238E27FC236}">
                <a16:creationId xmlns:a16="http://schemas.microsoft.com/office/drawing/2014/main" id="{74FF38B4-5524-5A1F-63FF-6BDEE4B2CB07}"/>
              </a:ext>
            </a:extLst>
          </p:cNvPr>
          <p:cNvSpPr>
            <a:spLocks noGrp="1"/>
          </p:cNvSpPr>
          <p:nvPr>
            <p:ph type="title"/>
          </p:nvPr>
        </p:nvSpPr>
        <p:spPr>
          <a:xfrm>
            <a:off x="417602" y="357717"/>
            <a:ext cx="11355300" cy="988483"/>
          </a:xfrm>
        </p:spPr>
        <p:txBody>
          <a:bodyPr/>
          <a:lstStyle/>
          <a:p>
            <a:r>
              <a:rPr lang="fr-FR"/>
              <a:t>MMP scope (1/2)</a:t>
            </a:r>
            <a:br>
              <a:rPr lang="fr-FR"/>
            </a:br>
            <a:r>
              <a:rPr lang="fr-FR" sz="2400">
                <a:solidFill>
                  <a:schemeClr val="bg1"/>
                </a:solidFill>
              </a:rPr>
              <a:t>To </a:t>
            </a:r>
            <a:r>
              <a:rPr lang="fr-FR" sz="2400" err="1">
                <a:solidFill>
                  <a:schemeClr val="bg1"/>
                </a:solidFill>
              </a:rPr>
              <a:t>build</a:t>
            </a:r>
            <a:r>
              <a:rPr lang="fr-FR" sz="2400">
                <a:solidFill>
                  <a:schemeClr val="bg1"/>
                </a:solidFill>
              </a:rPr>
              <a:t> </a:t>
            </a:r>
            <a:r>
              <a:rPr lang="fr-FR" sz="2400" err="1">
                <a:solidFill>
                  <a:schemeClr val="bg1"/>
                </a:solidFill>
              </a:rPr>
              <a:t>our</a:t>
            </a:r>
            <a:r>
              <a:rPr lang="fr-FR" sz="2400">
                <a:solidFill>
                  <a:schemeClr val="bg1"/>
                </a:solidFill>
              </a:rPr>
              <a:t> MMP CJ, </a:t>
            </a:r>
            <a:r>
              <a:rPr lang="fr-FR" sz="2400" err="1">
                <a:solidFill>
                  <a:schemeClr val="bg1"/>
                </a:solidFill>
              </a:rPr>
              <a:t>we</a:t>
            </a:r>
            <a:r>
              <a:rPr lang="fr-FR" sz="2400">
                <a:solidFill>
                  <a:schemeClr val="bg1"/>
                </a:solidFill>
              </a:rPr>
              <a:t> </a:t>
            </a:r>
            <a:r>
              <a:rPr lang="fr-FR" sz="2400" err="1">
                <a:solidFill>
                  <a:schemeClr val="bg1"/>
                </a:solidFill>
              </a:rPr>
              <a:t>need</a:t>
            </a:r>
            <a:r>
              <a:rPr lang="fr-FR" sz="2400">
                <a:solidFill>
                  <a:schemeClr val="bg1"/>
                </a:solidFill>
              </a:rPr>
              <a:t> to </a:t>
            </a:r>
            <a:r>
              <a:rPr lang="en-US" sz="2400">
                <a:solidFill>
                  <a:schemeClr val="bg1"/>
                </a:solidFill>
              </a:rPr>
              <a:t>be aligned with the target and synchronized across capabilities</a:t>
            </a:r>
          </a:p>
        </p:txBody>
      </p:sp>
    </p:spTree>
    <p:extLst>
      <p:ext uri="{BB962C8B-B14F-4D97-AF65-F5344CB8AC3E}">
        <p14:creationId xmlns:p14="http://schemas.microsoft.com/office/powerpoint/2010/main" val="350111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F86A0-5DF8-671A-6A38-CFCED1776AA5}"/>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03AF697E-DD85-332F-405B-62E1B790BBF7}"/>
              </a:ext>
            </a:extLst>
          </p:cNvPr>
          <p:cNvSpPr>
            <a:spLocks noGrp="1"/>
          </p:cNvSpPr>
          <p:nvPr>
            <p:ph type="title"/>
          </p:nvPr>
        </p:nvSpPr>
        <p:spPr>
          <a:xfrm>
            <a:off x="417602" y="357717"/>
            <a:ext cx="11355300" cy="988483"/>
          </a:xfrm>
        </p:spPr>
        <p:txBody>
          <a:bodyPr/>
          <a:lstStyle/>
          <a:p>
            <a:r>
              <a:rPr lang="fr-FR"/>
              <a:t>MMP scope (2/2)</a:t>
            </a:r>
            <a:br>
              <a:rPr lang="fr-FR"/>
            </a:br>
            <a:r>
              <a:rPr lang="fr-FR" sz="2400">
                <a:solidFill>
                  <a:schemeClr val="bg1"/>
                </a:solidFill>
              </a:rPr>
              <a:t>To </a:t>
            </a:r>
            <a:r>
              <a:rPr lang="fr-FR" sz="2400" err="1">
                <a:solidFill>
                  <a:schemeClr val="bg1"/>
                </a:solidFill>
              </a:rPr>
              <a:t>build</a:t>
            </a:r>
            <a:r>
              <a:rPr lang="fr-FR" sz="2400">
                <a:solidFill>
                  <a:schemeClr val="bg1"/>
                </a:solidFill>
              </a:rPr>
              <a:t> </a:t>
            </a:r>
            <a:r>
              <a:rPr lang="fr-FR" sz="2400" err="1">
                <a:solidFill>
                  <a:schemeClr val="bg1"/>
                </a:solidFill>
              </a:rPr>
              <a:t>our</a:t>
            </a:r>
            <a:r>
              <a:rPr lang="fr-FR" sz="2400">
                <a:solidFill>
                  <a:schemeClr val="bg1"/>
                </a:solidFill>
              </a:rPr>
              <a:t> MMP CJ, </a:t>
            </a:r>
            <a:r>
              <a:rPr lang="fr-FR" sz="2400" err="1">
                <a:solidFill>
                  <a:schemeClr val="bg1"/>
                </a:solidFill>
              </a:rPr>
              <a:t>we</a:t>
            </a:r>
            <a:r>
              <a:rPr lang="fr-FR" sz="2400">
                <a:solidFill>
                  <a:schemeClr val="bg1"/>
                </a:solidFill>
              </a:rPr>
              <a:t> </a:t>
            </a:r>
            <a:r>
              <a:rPr lang="fr-FR" sz="2400" err="1">
                <a:solidFill>
                  <a:schemeClr val="bg1"/>
                </a:solidFill>
              </a:rPr>
              <a:t>need</a:t>
            </a:r>
            <a:r>
              <a:rPr lang="fr-FR" sz="2400">
                <a:solidFill>
                  <a:schemeClr val="bg1"/>
                </a:solidFill>
              </a:rPr>
              <a:t> to </a:t>
            </a:r>
            <a:r>
              <a:rPr lang="en-US" sz="2400">
                <a:solidFill>
                  <a:schemeClr val="bg1"/>
                </a:solidFill>
              </a:rPr>
              <a:t>be aligned with the target and synchronized across capabilities</a:t>
            </a:r>
          </a:p>
        </p:txBody>
      </p:sp>
      <p:graphicFrame>
        <p:nvGraphicFramePr>
          <p:cNvPr id="21" name="Tableau 20">
            <a:extLst>
              <a:ext uri="{FF2B5EF4-FFF2-40B4-BE49-F238E27FC236}">
                <a16:creationId xmlns:a16="http://schemas.microsoft.com/office/drawing/2014/main" id="{29E31EC0-F5FE-6CD8-F4AD-0F5B4C73D794}"/>
              </a:ext>
            </a:extLst>
          </p:cNvPr>
          <p:cNvGraphicFramePr>
            <a:graphicFrameLocks noGrp="1"/>
          </p:cNvGraphicFramePr>
          <p:nvPr>
            <p:extLst>
              <p:ext uri="{D42A27DB-BD31-4B8C-83A1-F6EECF244321}">
                <p14:modId xmlns:p14="http://schemas.microsoft.com/office/powerpoint/2010/main" val="4128614347"/>
              </p:ext>
            </p:extLst>
          </p:nvPr>
        </p:nvGraphicFramePr>
        <p:xfrm>
          <a:off x="608106" y="1487383"/>
          <a:ext cx="9813985" cy="5012900"/>
        </p:xfrm>
        <a:graphic>
          <a:graphicData uri="http://schemas.openxmlformats.org/drawingml/2006/table">
            <a:tbl>
              <a:tblPr firstRow="1" bandRow="1">
                <a:tableStyleId>{5C22544A-7EE6-4342-B048-85BDC9FD1C3A}</a:tableStyleId>
              </a:tblPr>
              <a:tblGrid>
                <a:gridCol w="1911445">
                  <a:extLst>
                    <a:ext uri="{9D8B030D-6E8A-4147-A177-3AD203B41FA5}">
                      <a16:colId xmlns:a16="http://schemas.microsoft.com/office/drawing/2014/main" val="2385025135"/>
                    </a:ext>
                  </a:extLst>
                </a:gridCol>
                <a:gridCol w="1911445">
                  <a:extLst>
                    <a:ext uri="{9D8B030D-6E8A-4147-A177-3AD203B41FA5}">
                      <a16:colId xmlns:a16="http://schemas.microsoft.com/office/drawing/2014/main" val="3655986862"/>
                    </a:ext>
                  </a:extLst>
                </a:gridCol>
                <a:gridCol w="1350811">
                  <a:extLst>
                    <a:ext uri="{9D8B030D-6E8A-4147-A177-3AD203B41FA5}">
                      <a16:colId xmlns:a16="http://schemas.microsoft.com/office/drawing/2014/main" val="1133718934"/>
                    </a:ext>
                  </a:extLst>
                </a:gridCol>
                <a:gridCol w="4640284">
                  <a:extLst>
                    <a:ext uri="{9D8B030D-6E8A-4147-A177-3AD203B41FA5}">
                      <a16:colId xmlns:a16="http://schemas.microsoft.com/office/drawing/2014/main" val="2072326485"/>
                    </a:ext>
                  </a:extLst>
                </a:gridCol>
              </a:tblGrid>
              <a:tr h="313060">
                <a:tc>
                  <a:txBody>
                    <a:bodyPr/>
                    <a:lstStyle/>
                    <a:p>
                      <a:endParaRPr lang="en-US" sz="11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1"/>
                    </a:solidFill>
                  </a:tcPr>
                </a:tc>
                <a:tc>
                  <a:txBody>
                    <a:bodyPr/>
                    <a:lstStyle/>
                    <a:p>
                      <a:r>
                        <a:rPr lang="fr-FR" sz="1100">
                          <a:solidFill>
                            <a:schemeClr val="bg1"/>
                          </a:solidFill>
                        </a:rPr>
                        <a:t>TYPE </a:t>
                      </a:r>
                      <a:endParaRPr lang="en-US" sz="1100">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fr-FR" sz="1100">
                          <a:solidFill>
                            <a:schemeClr val="bg1"/>
                          </a:solidFill>
                        </a:rPr>
                        <a:t>CPQ</a:t>
                      </a:r>
                      <a:endParaRPr lang="en-US" sz="11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fr-FR" sz="1100">
                          <a:solidFill>
                            <a:schemeClr val="bg1"/>
                          </a:solidFill>
                        </a:rPr>
                        <a:t>COMMENTS </a:t>
                      </a:r>
                      <a:endParaRPr lang="en-US" sz="11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0600160"/>
                  </a:ext>
                </a:extLst>
              </a:tr>
              <a:tr h="292452">
                <a:tc rowSpan="2">
                  <a:txBody>
                    <a:bodyPr/>
                    <a:lstStyle/>
                    <a:p>
                      <a:r>
                        <a:rPr lang="fr-FR" sz="1100" b="1">
                          <a:solidFill>
                            <a:schemeClr val="bg1"/>
                          </a:solidFill>
                        </a:rPr>
                        <a:t>Product </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a:solidFill>
                            <a:schemeClr val="bg1"/>
                          </a:solidFill>
                        </a:rPr>
                        <a:t>Site-</a:t>
                      </a:r>
                      <a:r>
                        <a:rPr lang="fr-FR" sz="900" b="1" err="1">
                          <a:solidFill>
                            <a:schemeClr val="bg1"/>
                          </a:solidFill>
                        </a:rPr>
                        <a:t>based</a:t>
                      </a:r>
                      <a:r>
                        <a:rPr lang="fr-FR" sz="900" b="1">
                          <a:solidFill>
                            <a:schemeClr val="bg1"/>
                          </a:solidFill>
                        </a:rPr>
                        <a: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034941859"/>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Site-</a:t>
                      </a:r>
                      <a:r>
                        <a:rPr lang="fr-FR" sz="900" b="1" err="1">
                          <a:solidFill>
                            <a:schemeClr val="bg1"/>
                          </a:solidFill>
                        </a:rPr>
                        <a:t>less</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707345205"/>
                  </a:ext>
                </a:extLst>
              </a:tr>
              <a:tr h="292452">
                <a:tc rowSpan="5">
                  <a:txBody>
                    <a:bodyPr/>
                    <a:lstStyle/>
                    <a:p>
                      <a:r>
                        <a:rPr lang="fr-FR" sz="1100" b="1">
                          <a:solidFill>
                            <a:schemeClr val="bg1"/>
                          </a:solidFill>
                        </a:rPr>
                        <a:t>Pricing </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a:solidFill>
                            <a:schemeClr val="bg1"/>
                          </a:solidFill>
                        </a:rPr>
                        <a:t>Standard</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470376466"/>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3rd party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657874245"/>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UBB</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lang="fr-FR" sz="900" err="1">
                          <a:solidFill>
                            <a:schemeClr val="bg1"/>
                          </a:solidFill>
                        </a:rPr>
                        <a:t>Dependency</a:t>
                      </a:r>
                      <a:r>
                        <a:rPr lang="fr-FR" sz="900">
                          <a:solidFill>
                            <a:schemeClr val="bg1"/>
                          </a:solidFill>
                        </a:rPr>
                        <a:t> </a:t>
                      </a:r>
                      <a:r>
                        <a:rPr lang="fr-FR" sz="900" err="1">
                          <a:solidFill>
                            <a:schemeClr val="bg1"/>
                          </a:solidFill>
                        </a:rPr>
                        <a:t>installed</a:t>
                      </a:r>
                      <a:r>
                        <a:rPr lang="fr-FR" sz="900">
                          <a:solidFill>
                            <a:schemeClr val="bg1"/>
                          </a:solidFill>
                        </a:rPr>
                        <a:t> </a:t>
                      </a:r>
                      <a:r>
                        <a:rPr lang="fr-FR" sz="900" err="1">
                          <a:solidFill>
                            <a:schemeClr val="bg1"/>
                          </a:solidFill>
                        </a:rPr>
                        <a:t>based</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339089288"/>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Discount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fr-FR" sz="900">
                          <a:solidFill>
                            <a:schemeClr val="bg1"/>
                          </a:solidFill>
                        </a:rPr>
                        <a:t>Sales </a:t>
                      </a:r>
                      <a:r>
                        <a:rPr lang="fr-FR" sz="900" err="1">
                          <a:solidFill>
                            <a:schemeClr val="bg1"/>
                          </a:solidFill>
                        </a:rPr>
                        <a:t>handover</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965194713"/>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P&amp;L </a:t>
                      </a:r>
                      <a:r>
                        <a:rPr lang="fr-FR" sz="900" b="1" err="1">
                          <a:solidFill>
                            <a:schemeClr val="bg1"/>
                          </a:solidFill>
                        </a:rPr>
                        <a:t>mngmt</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r>
                        <a:rPr lang="fr-FR" sz="900">
                          <a:solidFill>
                            <a:schemeClr val="bg1"/>
                          </a:solidFill>
                        </a:rPr>
                        <a:t>Sales </a:t>
                      </a:r>
                      <a:r>
                        <a:rPr lang="fr-FR" sz="900" err="1">
                          <a:solidFill>
                            <a:schemeClr val="bg1"/>
                          </a:solidFill>
                        </a:rPr>
                        <a:t>handover</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688474164"/>
                  </a:ext>
                </a:extLst>
              </a:tr>
              <a:tr h="292452">
                <a:tc rowSpan="3">
                  <a:txBody>
                    <a:bodyPr/>
                    <a:lstStyle/>
                    <a:p>
                      <a:r>
                        <a:rPr lang="fr-FR" sz="1100" b="1" err="1">
                          <a:solidFill>
                            <a:schemeClr val="bg1"/>
                          </a:solidFill>
                        </a:rPr>
                        <a:t>Quote</a:t>
                      </a:r>
                      <a:r>
                        <a:rPr lang="fr-FR" sz="1100" b="1">
                          <a:solidFill>
                            <a:schemeClr val="bg1"/>
                          </a:solidFill>
                        </a:rPr>
                        <a:t> scope</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err="1">
                          <a:solidFill>
                            <a:schemeClr val="bg1"/>
                          </a:solidFill>
                        </a:rPr>
                        <a:t>Multi-sites</a:t>
                      </a:r>
                      <a:r>
                        <a:rPr lang="fr-FR" sz="900" b="1">
                          <a:solidFill>
                            <a:schemeClr val="bg1"/>
                          </a:solidFill>
                        </a:rPr>
                        <a: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580451367"/>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Multi-</a:t>
                      </a:r>
                      <a:r>
                        <a:rPr lang="fr-FR" sz="900" b="1" err="1">
                          <a:solidFill>
                            <a:schemeClr val="bg1"/>
                          </a:solidFill>
                        </a:rPr>
                        <a:t>products</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548737152"/>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Multi-</a:t>
                      </a:r>
                      <a:r>
                        <a:rPr lang="fr-FR" sz="900" b="1" err="1">
                          <a:solidFill>
                            <a:schemeClr val="bg1"/>
                          </a:solidFill>
                        </a:rPr>
                        <a:t>quotes</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2"/>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525721350"/>
                  </a:ext>
                </a:extLst>
              </a:tr>
              <a:tr h="292452">
                <a:tc rowSpan="3">
                  <a:txBody>
                    <a:bodyPr/>
                    <a:lstStyle/>
                    <a:p>
                      <a:r>
                        <a:rPr lang="fr-FR" sz="1100" b="1" err="1">
                          <a:solidFill>
                            <a:schemeClr val="bg1"/>
                          </a:solidFill>
                        </a:rPr>
                        <a:t>Eligibility</a:t>
                      </a:r>
                      <a:r>
                        <a:rPr lang="fr-FR" sz="1100" b="1">
                          <a:solidFill>
                            <a:schemeClr val="bg1"/>
                          </a:solidFill>
                        </a:rPr>
                        <a:t> </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a:solidFill>
                            <a:schemeClr val="bg1"/>
                          </a:solidFill>
                        </a:rPr>
                        <a:t>Commercial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a:solidFill>
                            <a:schemeClr val="bg1"/>
                          </a:solidFill>
                        </a:rPr>
                        <a:t>(</a:t>
                      </a:r>
                      <a:r>
                        <a:rPr lang="fr-FR" sz="900" err="1">
                          <a:solidFill>
                            <a:schemeClr val="bg1"/>
                          </a:solidFill>
                        </a:rPr>
                        <a:t>including</a:t>
                      </a:r>
                      <a:r>
                        <a:rPr lang="fr-FR" sz="900">
                          <a:solidFill>
                            <a:schemeClr val="bg1"/>
                          </a:solidFill>
                        </a:rPr>
                        <a:t> </a:t>
                      </a:r>
                      <a:r>
                        <a:rPr lang="fr-FR" sz="900" err="1">
                          <a:solidFill>
                            <a:schemeClr val="bg1"/>
                          </a:solidFill>
                        </a:rPr>
                        <a:t>legal</a:t>
                      </a:r>
                      <a:r>
                        <a:rPr lang="fr-FR" sz="900">
                          <a:solidFill>
                            <a:schemeClr val="bg1"/>
                          </a:solidFill>
                        </a:rPr>
                        <a:t>)</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352445133"/>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r>
                        <a:rPr lang="fr-FR" sz="900" b="1" err="1">
                          <a:solidFill>
                            <a:schemeClr val="bg1"/>
                          </a:solidFill>
                        </a:rPr>
                        <a:t>Technical</a:t>
                      </a:r>
                      <a:r>
                        <a:rPr lang="fr-FR" sz="900" b="1">
                          <a:solidFill>
                            <a:schemeClr val="bg1"/>
                          </a:solidFill>
                        </a:rPr>
                        <a: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MMP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fr-FR" sz="900" err="1">
                          <a:solidFill>
                            <a:schemeClr val="bg1"/>
                          </a:solidFill>
                        </a:rPr>
                        <a:t>Depend</a:t>
                      </a:r>
                      <a:r>
                        <a:rPr lang="fr-FR" sz="900">
                          <a:solidFill>
                            <a:schemeClr val="bg1"/>
                          </a:solidFill>
                        </a:rPr>
                        <a:t> on </a:t>
                      </a:r>
                      <a:r>
                        <a:rPr lang="fr-FR" sz="900" err="1">
                          <a:solidFill>
                            <a:schemeClr val="bg1"/>
                          </a:solidFill>
                        </a:rPr>
                        <a:t>product</a:t>
                      </a:r>
                      <a:r>
                        <a:rPr lang="fr-FR" sz="900">
                          <a:solidFill>
                            <a:schemeClr val="bg1"/>
                          </a:solidFill>
                        </a:rPr>
                        <a:t> system </a:t>
                      </a:r>
                      <a:r>
                        <a:rPr lang="fr-FR" sz="900" err="1">
                          <a:solidFill>
                            <a:schemeClr val="bg1"/>
                          </a:solidFill>
                        </a:rPr>
                        <a:t>required</a:t>
                      </a:r>
                      <a:r>
                        <a:rPr lang="fr-FR" sz="900">
                          <a:solidFill>
                            <a:schemeClr val="bg1"/>
                          </a:solidFill>
                        </a:rPr>
                        <a:t> for </a:t>
                      </a:r>
                      <a:r>
                        <a:rPr lang="fr-FR" sz="900" err="1">
                          <a:solidFill>
                            <a:schemeClr val="bg1"/>
                          </a:solidFill>
                        </a:rPr>
                        <a:t>eligibility</a:t>
                      </a:r>
                      <a:r>
                        <a:rPr lang="fr-FR" sz="900">
                          <a:solidFill>
                            <a:schemeClr val="bg1"/>
                          </a:solidFill>
                        </a:rPr>
                        <a:t> (</a:t>
                      </a:r>
                      <a:r>
                        <a:rPr lang="fr-FR" sz="900" err="1">
                          <a:solidFill>
                            <a:schemeClr val="bg1"/>
                          </a:solidFill>
                        </a:rPr>
                        <a:t>including</a:t>
                      </a:r>
                      <a:r>
                        <a:rPr lang="fr-FR" sz="900">
                          <a:solidFill>
                            <a:schemeClr val="bg1"/>
                          </a:solidFill>
                        </a:rPr>
                        <a:t> </a:t>
                      </a:r>
                      <a:r>
                        <a:rPr lang="fr-FR" sz="900" err="1">
                          <a:solidFill>
                            <a:schemeClr val="bg1"/>
                          </a:solidFill>
                        </a:rPr>
                        <a:t>operational</a:t>
                      </a:r>
                      <a:r>
                        <a:rPr lang="fr-FR" sz="900">
                          <a:solidFill>
                            <a:schemeClr val="bg1"/>
                          </a:solidFill>
                        </a:rPr>
                        <a:t> </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044916562"/>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Date</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P2</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6"/>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730230760"/>
                  </a:ext>
                </a:extLst>
              </a:tr>
              <a:tr h="292452">
                <a:tc rowSpan="2">
                  <a:txBody>
                    <a:bodyPr/>
                    <a:lstStyle/>
                    <a:p>
                      <a:r>
                        <a:rPr lang="fr-FR" sz="1100" b="1" err="1">
                          <a:solidFill>
                            <a:schemeClr val="bg1"/>
                          </a:solidFill>
                        </a:rPr>
                        <a:t>Currencies</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a:solidFill>
                            <a:schemeClr val="bg1"/>
                          </a:solidFill>
                        </a:rPr>
                        <a:t>One </a:t>
                      </a:r>
                      <a:r>
                        <a:rPr lang="fr-FR" sz="900" b="1" err="1">
                          <a:solidFill>
                            <a:schemeClr val="bg1"/>
                          </a:solidFill>
                        </a:rPr>
                        <a:t>currency</a:t>
                      </a:r>
                      <a:r>
                        <a:rPr lang="fr-FR" sz="900" b="1">
                          <a:solidFill>
                            <a:schemeClr val="bg1"/>
                          </a:solidFill>
                        </a:rPr>
                        <a: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MVP</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280909426"/>
                  </a:ext>
                </a:extLst>
              </a:tr>
              <a:tr h="292452">
                <a:tc vMerge="1">
                  <a:txBody>
                    <a:bodyPr/>
                    <a:lstStyle/>
                    <a:p>
                      <a:endParaRPr lang="en-US" sz="80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3"/>
                    </a:solidFill>
                  </a:tcPr>
                </a:tc>
                <a:tc>
                  <a:txBody>
                    <a:bodyPr/>
                    <a:lstStyle/>
                    <a:p>
                      <a:r>
                        <a:rPr lang="fr-FR" sz="900" b="1">
                          <a:solidFill>
                            <a:schemeClr val="bg1"/>
                          </a:solidFill>
                        </a:rPr>
                        <a:t>Multi-</a:t>
                      </a:r>
                      <a:r>
                        <a:rPr lang="fr-FR" sz="900" b="1" err="1">
                          <a:solidFill>
                            <a:schemeClr val="bg1"/>
                          </a:solidFill>
                        </a:rPr>
                        <a:t>currency</a:t>
                      </a:r>
                      <a:r>
                        <a:rPr lang="fr-FR" sz="900" b="1">
                          <a:solidFill>
                            <a:schemeClr val="bg1"/>
                          </a:solidFill>
                        </a:rPr>
                        <a:t> </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tc>
                  <a:txBody>
                    <a:bodyPr/>
                    <a:lstStyle/>
                    <a:p>
                      <a:r>
                        <a:rPr lang="fr-FR" sz="900">
                          <a:solidFill>
                            <a:schemeClr val="bg1"/>
                          </a:solidFill>
                        </a:rPr>
                        <a:t>P2</a:t>
                      </a:r>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accent6"/>
                    </a:solidFill>
                  </a:tcPr>
                </a:tc>
                <a:tc>
                  <a:txBody>
                    <a:bodyPr/>
                    <a:lstStyle/>
                    <a:p>
                      <a:endParaRPr lang="en-US" sz="90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901365379"/>
                  </a:ext>
                </a:extLst>
              </a:tr>
              <a:tr h="313060">
                <a:tc>
                  <a:txBody>
                    <a:bodyPr/>
                    <a:lstStyle/>
                    <a:p>
                      <a:r>
                        <a:rPr lang="fr-FR" sz="1100" b="1">
                          <a:solidFill>
                            <a:schemeClr val="bg1"/>
                          </a:solidFill>
                        </a:rPr>
                        <a:t>Authentification </a:t>
                      </a:r>
                      <a:endParaRPr lang="en-US" sz="1100" b="1">
                        <a:solidFill>
                          <a:schemeClr val="bg1"/>
                        </a:solidFill>
                      </a:endParaRPr>
                    </a:p>
                  </a:txBody>
                  <a:tcPr marL="60960" marR="60960" marT="60960" marB="60960" anchor="ctr">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0BE87">
                        <a:alpha val="69804"/>
                      </a:srgbClr>
                    </a:solidFill>
                  </a:tcPr>
                </a:tc>
                <a:tc>
                  <a:txBody>
                    <a:bodyPr/>
                    <a:lstStyle/>
                    <a:p>
                      <a:r>
                        <a:rPr lang="fr-FR" sz="900" b="1" err="1">
                          <a:solidFill>
                            <a:schemeClr val="bg1"/>
                          </a:solidFill>
                        </a:rPr>
                        <a:t>tbc</a:t>
                      </a:r>
                      <a:endParaRPr lang="en-US" sz="900" b="1">
                        <a:solidFill>
                          <a:schemeClr val="bg1"/>
                        </a:solidFill>
                      </a:endParaRPr>
                    </a:p>
                  </a:txBody>
                  <a:tcPr marL="60960" marR="60960" marT="60960" marB="60960">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r>
                        <a:rPr lang="en-US" sz="900">
                          <a:solidFill>
                            <a:schemeClr val="bg1"/>
                          </a:solidFill>
                        </a:rPr>
                        <a:t>MMP / Simple rules</a:t>
                      </a: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fr-FR" sz="900" dirty="0">
                          <a:solidFill>
                            <a:schemeClr val="bg1"/>
                          </a:solidFill>
                        </a:rPr>
                        <a:t>Simple </a:t>
                      </a:r>
                      <a:r>
                        <a:rPr lang="fr-FR" sz="900" dirty="0" err="1">
                          <a:solidFill>
                            <a:schemeClr val="bg1"/>
                          </a:solidFill>
                        </a:rPr>
                        <a:t>authentication</a:t>
                      </a:r>
                      <a:r>
                        <a:rPr lang="fr-FR" sz="900" dirty="0">
                          <a:solidFill>
                            <a:schemeClr val="bg1"/>
                          </a:solidFill>
                        </a:rPr>
                        <a:t> </a:t>
                      </a:r>
                      <a:r>
                        <a:rPr lang="fr-FR" sz="900" dirty="0" err="1">
                          <a:solidFill>
                            <a:schemeClr val="bg1"/>
                          </a:solidFill>
                        </a:rPr>
                        <a:t>rules</a:t>
                      </a:r>
                      <a:r>
                        <a:rPr lang="fr-FR" sz="900" dirty="0">
                          <a:solidFill>
                            <a:schemeClr val="bg1"/>
                          </a:solidFill>
                        </a:rPr>
                        <a:t> </a:t>
                      </a:r>
                      <a:endParaRPr lang="en-US" sz="900" dirty="0">
                        <a:solidFill>
                          <a:schemeClr val="bg1"/>
                        </a:solidFill>
                      </a:endParaRP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609152559"/>
                  </a:ext>
                </a:extLst>
              </a:tr>
            </a:tbl>
          </a:graphicData>
        </a:graphic>
      </p:graphicFrame>
    </p:spTree>
    <p:extLst>
      <p:ext uri="{BB962C8B-B14F-4D97-AF65-F5344CB8AC3E}">
        <p14:creationId xmlns:p14="http://schemas.microsoft.com/office/powerpoint/2010/main" val="4036829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4637A-CC53-2302-EF2A-D98E64E6FA5B}"/>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0AA9D05F-0714-59CB-0656-C163042EFBF8}"/>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616D4F9E-5FAF-43A5-D92A-1D36DAFACC0F}"/>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513DD4DE-146B-DC51-DA5E-3FF79DB2D916}"/>
              </a:ext>
            </a:extLst>
          </p:cNvPr>
          <p:cNvSpPr txBox="1"/>
          <p:nvPr/>
        </p:nvSpPr>
        <p:spPr>
          <a:xfrm>
            <a:off x="3866131" y="3811200"/>
            <a:ext cx="7502446" cy="1194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rPr>
              <a:t>CPQ current status </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961A46BC-7F70-D1A6-3B74-ECCE54A97EC7}"/>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4FD67DC8-0C42-B044-B2E5-3B15F569ED9E}"/>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35C2C715-68EA-46DB-8E92-C40519B16BBE}"/>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08AA5344-05EC-4121-1109-92BFC1713BAF}"/>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421963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33F4-CA1B-264A-89A2-B959957D8E58}"/>
            </a:ext>
          </a:extLst>
        </p:cNvPr>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DE97223A-CD7C-E9EF-F6D3-5E886B938B35}"/>
              </a:ext>
            </a:extLst>
          </p:cNvPr>
          <p:cNvGraphicFramePr>
            <a:graphicFrameLocks noGrp="1"/>
          </p:cNvGraphicFramePr>
          <p:nvPr/>
        </p:nvGraphicFramePr>
        <p:xfrm>
          <a:off x="417601" y="1080576"/>
          <a:ext cx="11470465" cy="5704899"/>
        </p:xfrm>
        <a:graphic>
          <a:graphicData uri="http://schemas.openxmlformats.org/drawingml/2006/table">
            <a:tbl>
              <a:tblPr firstRow="1" bandRow="1">
                <a:noFill/>
                <a:tableStyleId>{5C22544A-7EE6-4342-B048-85BDC9FD1C3A}</a:tableStyleId>
              </a:tblPr>
              <a:tblGrid>
                <a:gridCol w="418465">
                  <a:extLst>
                    <a:ext uri="{9D8B030D-6E8A-4147-A177-3AD203B41FA5}">
                      <a16:colId xmlns:a16="http://schemas.microsoft.com/office/drawing/2014/main" val="1588637464"/>
                    </a:ext>
                  </a:extLst>
                </a:gridCol>
                <a:gridCol w="2556000">
                  <a:extLst>
                    <a:ext uri="{9D8B030D-6E8A-4147-A177-3AD203B41FA5}">
                      <a16:colId xmlns:a16="http://schemas.microsoft.com/office/drawing/2014/main" val="4156051591"/>
                    </a:ext>
                  </a:extLst>
                </a:gridCol>
                <a:gridCol w="684000">
                  <a:extLst>
                    <a:ext uri="{9D8B030D-6E8A-4147-A177-3AD203B41FA5}">
                      <a16:colId xmlns:a16="http://schemas.microsoft.com/office/drawing/2014/main" val="2797996930"/>
                    </a:ext>
                  </a:extLst>
                </a:gridCol>
                <a:gridCol w="684000">
                  <a:extLst>
                    <a:ext uri="{9D8B030D-6E8A-4147-A177-3AD203B41FA5}">
                      <a16:colId xmlns:a16="http://schemas.microsoft.com/office/drawing/2014/main" val="1187366370"/>
                    </a:ext>
                  </a:extLst>
                </a:gridCol>
                <a:gridCol w="684000">
                  <a:extLst>
                    <a:ext uri="{9D8B030D-6E8A-4147-A177-3AD203B41FA5}">
                      <a16:colId xmlns:a16="http://schemas.microsoft.com/office/drawing/2014/main" val="305858132"/>
                    </a:ext>
                  </a:extLst>
                </a:gridCol>
                <a:gridCol w="684000">
                  <a:extLst>
                    <a:ext uri="{9D8B030D-6E8A-4147-A177-3AD203B41FA5}">
                      <a16:colId xmlns:a16="http://schemas.microsoft.com/office/drawing/2014/main" val="1165027416"/>
                    </a:ext>
                  </a:extLst>
                </a:gridCol>
                <a:gridCol w="684000">
                  <a:extLst>
                    <a:ext uri="{9D8B030D-6E8A-4147-A177-3AD203B41FA5}">
                      <a16:colId xmlns:a16="http://schemas.microsoft.com/office/drawing/2014/main" val="374047342"/>
                    </a:ext>
                  </a:extLst>
                </a:gridCol>
                <a:gridCol w="684000">
                  <a:extLst>
                    <a:ext uri="{9D8B030D-6E8A-4147-A177-3AD203B41FA5}">
                      <a16:colId xmlns:a16="http://schemas.microsoft.com/office/drawing/2014/main" val="698304569"/>
                    </a:ext>
                  </a:extLst>
                </a:gridCol>
                <a:gridCol w="684000">
                  <a:extLst>
                    <a:ext uri="{9D8B030D-6E8A-4147-A177-3AD203B41FA5}">
                      <a16:colId xmlns:a16="http://schemas.microsoft.com/office/drawing/2014/main" val="896057024"/>
                    </a:ext>
                  </a:extLst>
                </a:gridCol>
                <a:gridCol w="684000">
                  <a:extLst>
                    <a:ext uri="{9D8B030D-6E8A-4147-A177-3AD203B41FA5}">
                      <a16:colId xmlns:a16="http://schemas.microsoft.com/office/drawing/2014/main" val="3367570646"/>
                    </a:ext>
                  </a:extLst>
                </a:gridCol>
                <a:gridCol w="3024000">
                  <a:extLst>
                    <a:ext uri="{9D8B030D-6E8A-4147-A177-3AD203B41FA5}">
                      <a16:colId xmlns:a16="http://schemas.microsoft.com/office/drawing/2014/main" val="2239497510"/>
                    </a:ext>
                  </a:extLst>
                </a:gridCol>
              </a:tblGrid>
              <a:tr h="217814">
                <a:tc gridSpan="2">
                  <a:txBody>
                    <a:bodyPr/>
                    <a:lstStyle/>
                    <a:p>
                      <a:r>
                        <a:rPr lang="en-US" sz="1050" b="0" noProof="0">
                          <a:solidFill>
                            <a:schemeClr val="bg1"/>
                          </a:solidFill>
                        </a:rPr>
                        <a:t>Features</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hMerge="1">
                  <a:txBody>
                    <a:bodyPr/>
                    <a:lstStyle/>
                    <a:p>
                      <a:endParaRPr lang="en-US" sz="1000" b="0">
                        <a:solidFill>
                          <a:schemeClr val="bg1"/>
                        </a:solidFill>
                      </a:endParaRP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gridSpan="2">
                  <a:txBody>
                    <a:bodyPr/>
                    <a:lstStyle/>
                    <a:p>
                      <a:pPr algn="ctr"/>
                      <a:r>
                        <a:rPr lang="en-US" sz="1050" b="0" noProof="0">
                          <a:solidFill>
                            <a:schemeClr val="bg1"/>
                          </a:solidFill>
                        </a:rPr>
                        <a:t>PI1</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gridSpan="6">
                  <a:txBody>
                    <a:bodyPr/>
                    <a:lstStyle/>
                    <a:p>
                      <a:pPr algn="ctr"/>
                      <a:r>
                        <a:rPr lang="en-US" sz="1050" b="0" noProof="0">
                          <a:solidFill>
                            <a:schemeClr val="bg1"/>
                          </a:solidFill>
                        </a:rPr>
                        <a:t>PI2</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hMerge="1">
                  <a:txBody>
                    <a:bodyPr/>
                    <a:lstStyle/>
                    <a:p>
                      <a:endParaRPr lang="en-US" sz="800" b="1">
                        <a:solidFill>
                          <a:schemeClr val="bg1"/>
                        </a:solidFill>
                      </a:endParaRPr>
                    </a:p>
                  </a:txBody>
                  <a:tcPr anchor="b">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1"/>
                    </a:solidFill>
                  </a:tcPr>
                </a:tc>
                <a:tc>
                  <a:txBody>
                    <a:bodyPr/>
                    <a:lstStyle/>
                    <a:p>
                      <a:pPr algn="l"/>
                      <a:endParaRPr lang="en-US" sz="1050" b="0" noProof="0">
                        <a:solidFill>
                          <a:schemeClr val="bg1"/>
                        </a:solidFill>
                      </a:endParaRP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90886670"/>
                  </a:ext>
                </a:extLst>
              </a:tr>
              <a:tr h="217814">
                <a:tc>
                  <a:txBody>
                    <a:bodyPr/>
                    <a:lstStyle/>
                    <a:p>
                      <a:r>
                        <a:rPr lang="en-US" sz="1050" b="0" noProof="0">
                          <a:solidFill>
                            <a:schemeClr val="bg1"/>
                          </a:solidFill>
                        </a:rPr>
                        <a:t>ID</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a:solidFill>
                            <a:schemeClr val="bg1"/>
                          </a:solidFill>
                        </a:rPr>
                        <a:t>Name</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#1.2</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#1.3</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#2.1</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#2.2</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#2.3</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#2.4</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#2.5</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err="1">
                          <a:solidFill>
                            <a:schemeClr val="bg1"/>
                          </a:solidFill>
                        </a:rPr>
                        <a:t>Itr</a:t>
                      </a:r>
                      <a:r>
                        <a:rPr lang="en-US" sz="1050" b="0" noProof="0">
                          <a:solidFill>
                            <a:schemeClr val="bg1"/>
                          </a:solidFill>
                        </a:rPr>
                        <a:t> #2.6</a:t>
                      </a:r>
                    </a:p>
                  </a:txBody>
                  <a:tcPr marL="36000" marR="3600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r>
                        <a:rPr lang="en-US" sz="1050" b="0" noProof="0">
                          <a:solidFill>
                            <a:schemeClr val="bg1"/>
                          </a:solidFill>
                        </a:rPr>
                        <a:t>Comments</a:t>
                      </a:r>
                    </a:p>
                  </a:txBody>
                  <a:tcPr marL="121920" marR="121920" marT="36000" marB="36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676946589"/>
                  </a:ext>
                </a:extLst>
              </a:tr>
              <a:tr h="181511">
                <a:tc>
                  <a:txBody>
                    <a:bodyPr/>
                    <a:lstStyle/>
                    <a:p>
                      <a:r>
                        <a:rPr lang="en-US" sz="800" b="0" noProof="0">
                          <a:solidFill>
                            <a:schemeClr val="bg1"/>
                          </a:solidFill>
                          <a:latin typeface="+mn-lt"/>
                          <a:hlinkClick r:id="rId3"/>
                        </a:rPr>
                        <a:t>206</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Quote Offer Initialization –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Dev</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QA</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3"/>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r>
                        <a:rPr lang="en-US" sz="800" b="0" kern="1200" noProof="0">
                          <a:solidFill>
                            <a:schemeClr val="accent3"/>
                          </a:solidFill>
                          <a:latin typeface="Helvetica 55 Roman" panose="020B0604020202020204" pitchFamily="34" charset="0"/>
                          <a:ea typeface="+mn-ea"/>
                          <a:cs typeface="+mn-cs"/>
                        </a:rPr>
                        <a:t>Passed to </a:t>
                      </a:r>
                      <a:r>
                        <a:rPr lang="en-US" sz="800" b="0" kern="1200" noProof="0">
                          <a:solidFill>
                            <a:schemeClr val="bg1"/>
                          </a:solidFill>
                          <a:latin typeface="Helvetica 55 Roman" panose="020B0604020202020204" pitchFamily="34" charset="0"/>
                          <a:ea typeface="+mn-ea"/>
                          <a:cs typeface="+mn-cs"/>
                        </a:rPr>
                        <a:t>QA.1 US (#430) to update post-demo #2.1</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1342813"/>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4"/>
                        </a:rPr>
                        <a:t>17</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Quote Offer Initialization –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r>
                        <a:rPr lang="en-US" sz="800" b="0" kern="1200" noProof="0">
                          <a:solidFill>
                            <a:schemeClr val="accent6"/>
                          </a:solidFill>
                          <a:latin typeface="Helvetica 55 Roman" panose="020B0604020202020204" pitchFamily="34" charset="0"/>
                          <a:ea typeface="+mn-ea"/>
                          <a:cs typeface="+mn-cs"/>
                        </a:rPr>
                        <a:t>Moved back </a:t>
                      </a:r>
                      <a:r>
                        <a:rPr lang="en-US" sz="800" b="0" kern="1200" noProof="0">
                          <a:solidFill>
                            <a:schemeClr val="bg1"/>
                          </a:solidFill>
                          <a:latin typeface="Helvetica 55 Roman" panose="020B0604020202020204" pitchFamily="34" charset="0"/>
                          <a:ea typeface="+mn-ea"/>
                          <a:cs typeface="+mn-cs"/>
                        </a:rPr>
                        <a:t>to Solution Design (call out DA)</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4164872"/>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Add Sites to Quote –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panose="020B0604020202020204" pitchFamily="34" charset="0"/>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panose="020B0604020202020204" pitchFamily="34" charset="0"/>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1503739"/>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5"/>
                        </a:rPr>
                        <a:t>48</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Add Sites to Quote –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accent6"/>
                          </a:solidFill>
                          <a:latin typeface="Helvetica 55 Roman"/>
                          <a:ea typeface="+mn-ea"/>
                          <a:cs typeface="+mn-cs"/>
                        </a:rPr>
                        <a:t>Moved back </a:t>
                      </a:r>
                      <a:r>
                        <a:rPr lang="en-US" sz="800" b="0" kern="1200" noProof="0">
                          <a:solidFill>
                            <a:schemeClr val="bg1"/>
                          </a:solidFill>
                          <a:latin typeface="Helvetica 55 Roman"/>
                          <a:ea typeface="+mn-ea"/>
                          <a:cs typeface="+mn-cs"/>
                        </a:rPr>
                        <a:t>to Solution Design (call out DA)</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7636198"/>
                  </a:ext>
                </a:extLst>
              </a:tr>
              <a:tr h="181511">
                <a:tc>
                  <a:txBody>
                    <a:bodyPr/>
                    <a:lstStyle/>
                    <a:p>
                      <a:r>
                        <a:rPr lang="en-US" sz="800" b="0" noProof="0">
                          <a:solidFill>
                            <a:schemeClr val="bg1"/>
                          </a:solidFill>
                          <a:latin typeface="+mn-lt"/>
                          <a:hlinkClick r:id="rId6"/>
                        </a:rPr>
                        <a:t>456</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Retrieve Eligible Products-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990074"/>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7"/>
                        </a:rPr>
                        <a:t>16</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Retrieve Eligible Products-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317850"/>
                  </a:ext>
                </a:extLst>
              </a:tr>
              <a:tr h="181511">
                <a:tc>
                  <a:txBody>
                    <a:bodyPr/>
                    <a:lstStyle/>
                    <a:p>
                      <a:r>
                        <a:rPr lang="en-US" sz="800" b="0" noProof="0">
                          <a:solidFill>
                            <a:schemeClr val="bg1"/>
                          </a:solidFill>
                          <a:latin typeface="+mn-lt"/>
                          <a:hlinkClick r:id="rId8"/>
                        </a:rPr>
                        <a:t>453</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Commercial Eligibility-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9606955"/>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9"/>
                        </a:rPr>
                        <a:t>46</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Commercial Eligibility- Self Serve </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a:lnSpc>
                          <a:spcPct val="100000"/>
                        </a:lnSpc>
                        <a:spcBef>
                          <a:spcPts val="0"/>
                        </a:spcBef>
                        <a:spcAft>
                          <a:spcPts val="0"/>
                        </a:spcAft>
                        <a:buNone/>
                      </a:pPr>
                      <a:r>
                        <a:rPr lang="en-US" sz="800" b="0" i="0" u="none" strike="noStrike" kern="1200" noProof="0">
                          <a:solidFill>
                            <a:schemeClr val="accent6"/>
                          </a:solidFill>
                          <a:latin typeface="Helvetica 55 Roman"/>
                        </a:rPr>
                        <a:t>Moved back </a:t>
                      </a:r>
                      <a:r>
                        <a:rPr lang="en-US" sz="800" b="0" i="0" u="none" strike="noStrike" kern="1200" noProof="0">
                          <a:solidFill>
                            <a:schemeClr val="bg1"/>
                          </a:solidFill>
                          <a:latin typeface="Helvetica 55 Roman"/>
                        </a:rPr>
                        <a:t>to Solution Design (call out DA)</a:t>
                      </a:r>
                      <a:endParaRPr lang="en-US"/>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624997"/>
                  </a:ext>
                </a:extLst>
              </a:tr>
              <a:tr h="181511">
                <a:tc>
                  <a:txBody>
                    <a:bodyPr/>
                    <a:lstStyle/>
                    <a:p>
                      <a:r>
                        <a:rPr lang="en-US" sz="800" b="0" noProof="0">
                          <a:solidFill>
                            <a:schemeClr val="bg1"/>
                          </a:solidFill>
                          <a:latin typeface="+mn-lt"/>
                          <a:hlinkClick r:id="rId10"/>
                        </a:rPr>
                        <a:t>457</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Add Product to Quote-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0971250"/>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11"/>
                        </a:rPr>
                        <a:t>249</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Add Product to Quote-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accent6"/>
                          </a:solidFill>
                          <a:latin typeface="Helvetica 55 Roman"/>
                          <a:ea typeface="+mn-ea"/>
                          <a:cs typeface="+mn-cs"/>
                        </a:rPr>
                        <a:t>Moved back </a:t>
                      </a:r>
                      <a:r>
                        <a:rPr lang="en-US" sz="800" b="0" kern="1200" noProof="0">
                          <a:solidFill>
                            <a:schemeClr val="bg1"/>
                          </a:solidFill>
                          <a:latin typeface="Helvetica 55 Roman"/>
                          <a:ea typeface="+mn-ea"/>
                          <a:cs typeface="+mn-cs"/>
                        </a:rPr>
                        <a:t>to Solution Design (call out DA)</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107280"/>
                  </a:ext>
                </a:extLst>
              </a:tr>
              <a:tr h="181511">
                <a:tc>
                  <a:txBody>
                    <a:bodyPr/>
                    <a:lstStyle/>
                    <a:p>
                      <a:r>
                        <a:rPr lang="en-US" sz="800" b="0" noProof="0">
                          <a:solidFill>
                            <a:schemeClr val="bg1"/>
                          </a:solidFill>
                          <a:latin typeface="+mn-lt"/>
                          <a:hlinkClick r:id="rId12"/>
                        </a:rPr>
                        <a:t>458</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Configure Product and View Pricing-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6076641"/>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13"/>
                        </a:rPr>
                        <a:t>19</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Configure Product and View Pricing-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4793120"/>
                  </a:ext>
                </a:extLst>
              </a:tr>
              <a:tr h="181511">
                <a:tc>
                  <a:txBody>
                    <a:bodyPr/>
                    <a:lstStyle/>
                    <a:p>
                      <a:r>
                        <a:rPr lang="en-US" sz="800" b="0" noProof="0">
                          <a:solidFill>
                            <a:schemeClr val="bg1"/>
                          </a:solidFill>
                          <a:latin typeface="+mn-lt"/>
                          <a:hlinkClick r:id="rId14"/>
                        </a:rPr>
                        <a:t>454</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Modify/ Delete Product in Quote- OB serve </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0288539"/>
                  </a:ext>
                </a:extLst>
              </a:tr>
              <a:tr h="181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hlinkClick r:id="rId15"/>
                        </a:rPr>
                        <a:t>250</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Modify/ Delete Product in Quote – Self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36020"/>
                  </a:ext>
                </a:extLst>
              </a:tr>
              <a:tr h="181511">
                <a:tc>
                  <a:txBody>
                    <a:bodyPr/>
                    <a:lstStyle/>
                    <a:p>
                      <a:r>
                        <a:rPr lang="en-US" sz="800" b="0" noProof="0">
                          <a:solidFill>
                            <a:schemeClr val="bg1"/>
                          </a:solidFill>
                          <a:latin typeface="+mn-lt"/>
                          <a:hlinkClick r:id="rId16"/>
                        </a:rPr>
                        <a:t>289</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Capture Customer Approval for Quote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2619458"/>
                  </a:ext>
                </a:extLst>
              </a:tr>
              <a:tr h="181511">
                <a:tc>
                  <a:txBody>
                    <a:bodyPr/>
                    <a:lstStyle/>
                    <a:p>
                      <a:r>
                        <a:rPr lang="en-US" sz="800" b="0" noProof="0">
                          <a:solidFill>
                            <a:schemeClr val="bg1"/>
                          </a:solidFill>
                          <a:latin typeface="+mn-lt"/>
                          <a:hlinkClick r:id="rId17"/>
                        </a:rPr>
                        <a:t>22</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Request for Contract</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l"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1655014"/>
                  </a:ext>
                </a:extLst>
              </a:tr>
              <a:tr h="181511">
                <a:tc>
                  <a:txBody>
                    <a:bodyPr/>
                    <a:lstStyle/>
                    <a:p>
                      <a:r>
                        <a:rPr lang="en-US" sz="800" b="0" noProof="0">
                          <a:solidFill>
                            <a:schemeClr val="bg1"/>
                          </a:solidFill>
                          <a:latin typeface="+mn-lt"/>
                          <a:hlinkClick r:id="rId18"/>
                        </a:rPr>
                        <a:t>261</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Quote State Model</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5425767"/>
                  </a:ext>
                </a:extLst>
              </a:tr>
              <a:tr h="198939">
                <a:tc>
                  <a:txBody>
                    <a:bodyPr/>
                    <a:lstStyle/>
                    <a:p>
                      <a:r>
                        <a:rPr lang="en-US" sz="800" b="0" noProof="0">
                          <a:solidFill>
                            <a:schemeClr val="bg1"/>
                          </a:solidFill>
                          <a:latin typeface="+mn-lt"/>
                          <a:hlinkClick r:id="rId11"/>
                        </a:rPr>
                        <a:t>24</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Convert Quote to Order (firm quote)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2165894"/>
                  </a:ext>
                </a:extLst>
              </a:tr>
              <a:tr h="181511">
                <a:tc>
                  <a:txBody>
                    <a:bodyPr/>
                    <a:lstStyle/>
                    <a:p>
                      <a:r>
                        <a:rPr lang="en-US" sz="800" b="0" noProof="0">
                          <a:solidFill>
                            <a:schemeClr val="bg1"/>
                          </a:solidFill>
                          <a:latin typeface="+mn-lt"/>
                          <a:hlinkClick r:id="rId19"/>
                        </a:rPr>
                        <a:t>464</a:t>
                      </a:r>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Retrieve Quotes (Self-Serve)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accent3"/>
                          </a:solidFill>
                          <a:latin typeface="Helvetica 55 Roman"/>
                          <a:ea typeface="+mn-ea"/>
                          <a:cs typeface="+mn-cs"/>
                        </a:rPr>
                        <a:t>Elaboration passed </a:t>
                      </a:r>
                      <a:r>
                        <a:rPr lang="en-US" sz="800" b="0" kern="1200" noProof="0">
                          <a:solidFill>
                            <a:schemeClr val="bg1"/>
                          </a:solidFill>
                          <a:latin typeface="Helvetica 55 Roman"/>
                          <a:ea typeface="+mn-ea"/>
                          <a:cs typeface="+mn-cs"/>
                        </a:rPr>
                        <a:t>the 16</a:t>
                      </a:r>
                      <a:r>
                        <a:rPr lang="en-US" sz="800" b="0" kern="1200" baseline="30000" noProof="0">
                          <a:solidFill>
                            <a:schemeClr val="bg1"/>
                          </a:solidFill>
                          <a:latin typeface="Helvetica 55 Roman"/>
                          <a:ea typeface="+mn-ea"/>
                          <a:cs typeface="+mn-cs"/>
                        </a:rPr>
                        <a:t>th</a:t>
                      </a:r>
                      <a:r>
                        <a:rPr lang="en-US" sz="800" b="0" kern="1200" noProof="0">
                          <a:solidFill>
                            <a:schemeClr val="bg1"/>
                          </a:solidFill>
                          <a:latin typeface="Helvetica 55 Roman"/>
                          <a:ea typeface="+mn-ea"/>
                          <a:cs typeface="+mn-cs"/>
                        </a:rPr>
                        <a:t> Apr</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3997179"/>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Cart Saved for later</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Dev</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accent3"/>
                          </a:solidFill>
                          <a:latin typeface="Helvetica 55 Roman"/>
                          <a:ea typeface="+mn-ea"/>
                          <a:cs typeface="+mn-cs"/>
                        </a:rPr>
                        <a:t>Elaboration passed </a:t>
                      </a:r>
                      <a:r>
                        <a:rPr lang="en-US" sz="800" b="0" kern="1200" noProof="0">
                          <a:solidFill>
                            <a:schemeClr val="bg1"/>
                          </a:solidFill>
                          <a:latin typeface="Helvetica 55 Roman"/>
                          <a:ea typeface="+mn-ea"/>
                          <a:cs typeface="+mn-cs"/>
                        </a:rPr>
                        <a:t>the 16</a:t>
                      </a:r>
                      <a:r>
                        <a:rPr lang="en-US" sz="800" b="0" kern="1200" baseline="30000" noProof="0">
                          <a:solidFill>
                            <a:schemeClr val="bg1"/>
                          </a:solidFill>
                          <a:latin typeface="Helvetica 55 Roman"/>
                          <a:ea typeface="+mn-ea"/>
                          <a:cs typeface="+mn-cs"/>
                        </a:rPr>
                        <a:t>th</a:t>
                      </a:r>
                      <a:r>
                        <a:rPr lang="en-US" sz="800" b="0" kern="1200" noProof="0">
                          <a:solidFill>
                            <a:schemeClr val="bg1"/>
                          </a:solidFill>
                          <a:latin typeface="Helvetica 55 Roman"/>
                          <a:ea typeface="+mn-ea"/>
                          <a:cs typeface="+mn-cs"/>
                        </a:rPr>
                        <a:t> Apr</a:t>
                      </a: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0934509"/>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Pricing &amp; Quote expiry (OB Serve)</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 </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800" b="0" kern="1200" noProof="0">
                          <a:solidFill>
                            <a:srgbClr val="FF0000"/>
                          </a:solidFill>
                          <a:latin typeface="Helvetica 55 Roman"/>
                          <a:ea typeface="+mn-ea"/>
                          <a:cs typeface="+mn-cs"/>
                        </a:rPr>
                        <a:t>Feature elaboration delayed</a:t>
                      </a:r>
                      <a:r>
                        <a:rPr lang="en-US" sz="800" b="0" kern="1200" noProof="0">
                          <a:solidFill>
                            <a:schemeClr val="bg1"/>
                          </a:solidFill>
                          <a:latin typeface="Helvetica 55 Roman"/>
                          <a:ea typeface="+mn-ea"/>
                          <a:cs typeface="+mn-cs"/>
                        </a:rPr>
                        <a:t>, pending feedback from Digital</a:t>
                      </a: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1590599"/>
                  </a:ext>
                </a:extLst>
              </a:tr>
              <a:tr h="181510">
                <a:tc>
                  <a:txBody>
                    <a:bodyPr/>
                    <a:lstStyle/>
                    <a:p>
                      <a:pPr lvl="0">
                        <a:buNone/>
                      </a:pPr>
                      <a:endParaRPr lang="en-US" sz="800" b="0" noProof="0">
                        <a:solidFill>
                          <a:schemeClr val="bg1"/>
                        </a:solidFill>
                        <a:latin typeface="+mn-lt"/>
                      </a:endParaRPr>
                    </a:p>
                  </a:txBody>
                  <a:tcPr marL="121920" marR="121920" marT="36000" marB="36000">
                    <a:lnL w="6350">
                      <a:solidFill>
                        <a:schemeClr val="bg1"/>
                      </a:solidFill>
                    </a:lnL>
                    <a:lnR w="6350">
                      <a:solidFill>
                        <a:schemeClr val="bg1"/>
                      </a:solid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2"/>
                    </a:solidFill>
                  </a:tcPr>
                </a:tc>
                <a:tc>
                  <a:txBody>
                    <a:bodyPr/>
                    <a:lstStyle/>
                    <a:p>
                      <a:pPr lvl="0">
                        <a:buNone/>
                      </a:pPr>
                      <a:r>
                        <a:rPr lang="en-US" sz="800" b="0" i="0" u="none" strike="noStrike" noProof="0">
                          <a:solidFill>
                            <a:schemeClr val="bg1"/>
                          </a:solidFill>
                          <a:latin typeface="Helvetica 75 Bold"/>
                        </a:rPr>
                        <a:t>Pricing &amp; Quote expiry (Self Serve)</a:t>
                      </a:r>
                      <a:endParaRPr lang="en-US"/>
                    </a:p>
                  </a:txBody>
                  <a:tcPr marL="121920" marR="121920" marT="36000" marB="36000">
                    <a:lnL w="6350">
                      <a:solidFill>
                        <a:schemeClr val="bg1"/>
                      </a:solidFill>
                    </a:lnL>
                    <a:lnR w="6350">
                      <a:solidFill>
                        <a:schemeClr val="bg1"/>
                      </a:solid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2"/>
                    </a:solidFill>
                  </a:tcPr>
                </a:tc>
                <a:tc>
                  <a:txBody>
                    <a:bodyPr/>
                    <a:lstStyle/>
                    <a:p>
                      <a:pPr marL="0" lvl="0" algn="ctr" defTabSz="914400">
                        <a:buNone/>
                      </a:pPr>
                      <a:endParaRPr lang="en-US" sz="800" b="0" kern="1200" noProof="0">
                        <a:solidFill>
                          <a:schemeClr val="bg1"/>
                        </a:solidFill>
                        <a:latin typeface="Helvetica 55 Roman"/>
                        <a:ea typeface="+mn-ea"/>
                        <a:cs typeface="+mn-cs"/>
                      </a:endParaRPr>
                    </a:p>
                  </a:txBody>
                  <a:tcPr marL="36000" marR="36000" marT="36000" marB="36000">
                    <a:lnL w="6350">
                      <a:solidFill>
                        <a:schemeClr val="bg1"/>
                      </a:solid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algn="ctr" defTabSz="914400">
                        <a:buNone/>
                      </a:pPr>
                      <a:endParaRPr lang="en-US" sz="800" b="0" kern="1200" noProof="0">
                        <a:solidFill>
                          <a:schemeClr val="bg1"/>
                        </a:solidFill>
                        <a:latin typeface="Helvetica 55 Roman"/>
                        <a:ea typeface="+mn-ea"/>
                        <a:cs typeface="+mn-cs"/>
                      </a:endParaRPr>
                    </a:p>
                  </a:txBody>
                  <a:tcPr marL="36000" marR="36000" marT="36000" marB="36000">
                    <a:lnL w="0">
                      <a:noFill/>
                    </a:lnL>
                    <a:lnR w="6350">
                      <a:solidFill>
                        <a:schemeClr val="bg1"/>
                      </a:solid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indent="0" algn="ctr" defTabSz="914400">
                        <a:lnSpc>
                          <a:spcPct val="100000"/>
                        </a:lnSpc>
                        <a:spcBef>
                          <a:spcPts val="0"/>
                        </a:spcBef>
                        <a:spcAft>
                          <a:spcPts val="0"/>
                        </a:spcAft>
                        <a:buNone/>
                        <a:tabLst/>
                        <a:defRPr/>
                      </a:pPr>
                      <a:endParaRPr lang="en-US" sz="800" b="0" kern="1200" noProof="0">
                        <a:solidFill>
                          <a:schemeClr val="bg1"/>
                        </a:solidFill>
                        <a:latin typeface="Helvetica 55 Roman"/>
                        <a:ea typeface="+mn-ea"/>
                        <a:cs typeface="+mn-cs"/>
                      </a:endParaRPr>
                    </a:p>
                  </a:txBody>
                  <a:tcPr marL="36000" marR="36000" marT="36000" marB="36000">
                    <a:lnL w="6350">
                      <a:solidFill>
                        <a:schemeClr val="bg1"/>
                      </a:solid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indent="0" algn="ctr" defTabSz="914400">
                        <a:lnSpc>
                          <a:spcPct val="100000"/>
                        </a:lnSpc>
                        <a:spcBef>
                          <a:spcPts val="0"/>
                        </a:spcBef>
                        <a:spcAft>
                          <a:spcPts val="0"/>
                        </a:spcAft>
                        <a:buNone/>
                        <a:tabLst/>
                        <a:defRPr/>
                      </a:pPr>
                      <a:r>
                        <a:rPr lang="en-US" sz="800" b="0" kern="1200" noProof="0">
                          <a:solidFill>
                            <a:schemeClr val="bg1"/>
                          </a:solidFill>
                          <a:latin typeface="Helvetica 55 Roman"/>
                          <a:ea typeface="+mn-ea"/>
                          <a:cs typeface="+mn-cs"/>
                        </a:rPr>
                        <a:t>Elaboration</a:t>
                      </a:r>
                    </a:p>
                  </a:txBody>
                  <a:tcPr marL="36000" marR="36000" marT="36000" marB="36000">
                    <a:lnL w="0">
                      <a:no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bg2"/>
                    </a:solidFill>
                  </a:tcPr>
                </a:tc>
                <a:tc>
                  <a:txBody>
                    <a:bodyPr/>
                    <a:lstStyle/>
                    <a:p>
                      <a:pPr marL="0" lvl="0" indent="0" algn="ctr" defTabSz="914400">
                        <a:lnSpc>
                          <a:spcPct val="100000"/>
                        </a:lnSpc>
                        <a:spcBef>
                          <a:spcPts val="0"/>
                        </a:spcBef>
                        <a:spcAft>
                          <a:spcPts val="0"/>
                        </a:spcAft>
                        <a:buNone/>
                        <a:tabLst/>
                        <a:defRPr/>
                      </a:pPr>
                      <a:endParaRPr lang="en-US" sz="800" b="0" kern="1200" noProof="0">
                        <a:solidFill>
                          <a:schemeClr val="bg1"/>
                        </a:solidFill>
                        <a:latin typeface="Helvetica 55 Roman"/>
                        <a:ea typeface="+mn-ea"/>
                        <a:cs typeface="+mn-cs"/>
                      </a:endParaRPr>
                    </a:p>
                  </a:txBody>
                  <a:tcPr marL="36000" marR="36000" marT="36000" marB="36000">
                    <a:lnL w="0">
                      <a:no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indent="0" algn="ctr" defTabSz="914400">
                        <a:lnSpc>
                          <a:spcPct val="100000"/>
                        </a:lnSpc>
                        <a:spcBef>
                          <a:spcPts val="0"/>
                        </a:spcBef>
                        <a:spcAft>
                          <a:spcPts val="0"/>
                        </a:spcAft>
                        <a:buNone/>
                        <a:tabLst/>
                        <a:defRPr/>
                      </a:pPr>
                      <a:r>
                        <a:rPr lang="en-US" sz="800" b="0" kern="1200" noProof="0">
                          <a:solidFill>
                            <a:schemeClr val="bg1"/>
                          </a:solidFill>
                          <a:latin typeface="Helvetica 55 Roman"/>
                          <a:ea typeface="+mn-ea"/>
                          <a:cs typeface="+mn-cs"/>
                        </a:rPr>
                        <a:t>Solution</a:t>
                      </a:r>
                    </a:p>
                  </a:txBody>
                  <a:tcPr marL="36000" marR="36000" marT="36000" marB="36000">
                    <a:lnL w="0">
                      <a:no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accent2"/>
                    </a:solidFill>
                  </a:tcPr>
                </a:tc>
                <a:tc>
                  <a:txBody>
                    <a:bodyPr/>
                    <a:lstStyle/>
                    <a:p>
                      <a:pPr marL="0" lvl="0" indent="0" algn="ctr" defTabSz="914400">
                        <a:lnSpc>
                          <a:spcPct val="100000"/>
                        </a:lnSpc>
                        <a:spcBef>
                          <a:spcPts val="0"/>
                        </a:spcBef>
                        <a:spcAft>
                          <a:spcPts val="0"/>
                        </a:spcAft>
                        <a:buNone/>
                        <a:tabLst/>
                        <a:defRPr/>
                      </a:pPr>
                      <a:endParaRPr lang="en-US" sz="800" b="0" kern="1200" noProof="0">
                        <a:solidFill>
                          <a:schemeClr val="bg1"/>
                        </a:solidFill>
                        <a:latin typeface="Helvetica 55 Roman"/>
                        <a:ea typeface="+mn-ea"/>
                        <a:cs typeface="+mn-cs"/>
                      </a:endParaRPr>
                    </a:p>
                  </a:txBody>
                  <a:tcPr marL="36000" marR="36000" marT="36000" marB="36000">
                    <a:lnL w="0">
                      <a:noFill/>
                    </a:lnL>
                    <a:lnR w="0">
                      <a:no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indent="0" algn="ctr" defTabSz="914400">
                        <a:lnSpc>
                          <a:spcPct val="100000"/>
                        </a:lnSpc>
                        <a:spcBef>
                          <a:spcPts val="0"/>
                        </a:spcBef>
                        <a:spcAft>
                          <a:spcPts val="0"/>
                        </a:spcAft>
                        <a:buNone/>
                        <a:tabLst/>
                        <a:defRPr/>
                      </a:pPr>
                      <a:endParaRPr lang="en-US" sz="800" b="0" kern="1200" noProof="0">
                        <a:solidFill>
                          <a:schemeClr val="bg1"/>
                        </a:solidFill>
                        <a:latin typeface="Helvetica 55 Roman"/>
                        <a:ea typeface="+mn-ea"/>
                        <a:cs typeface="+mn-cs"/>
                      </a:endParaRPr>
                    </a:p>
                  </a:txBody>
                  <a:tcPr marL="36000" marR="36000" marT="36000" marB="36000">
                    <a:lnL w="0">
                      <a:noFill/>
                    </a:lnL>
                    <a:lnR w="9524">
                      <a:solidFill>
                        <a:schemeClr val="bg1">
                          <a:lumMod val="95000"/>
                        </a:schemeClr>
                      </a:solidFill>
                    </a:lnR>
                    <a:lnT w="9525" cap="flat" cmpd="sng" algn="ctr">
                      <a:solidFill>
                        <a:schemeClr val="bg1">
                          <a:lumMod val="95000"/>
                        </a:schemeClr>
                      </a:solidFill>
                      <a:prstDash val="solid"/>
                      <a:round/>
                      <a:headEnd type="none" w="med" len="med"/>
                      <a:tailEnd type="none" w="med" len="med"/>
                    </a:lnT>
                    <a:lnB w="9524">
                      <a:solidFill>
                        <a:schemeClr val="bg1">
                          <a:lumMod val="95000"/>
                        </a:schemeClr>
                      </a:solidFill>
                    </a:lnB>
                    <a:solidFill>
                      <a:schemeClr val="tx1"/>
                    </a:solidFill>
                  </a:tcPr>
                </a:tc>
                <a:tc>
                  <a:txBody>
                    <a:bodyPr/>
                    <a:lstStyle/>
                    <a:p>
                      <a:pPr marL="0" lvl="0" indent="0" algn="l">
                        <a:lnSpc>
                          <a:spcPct val="100000"/>
                        </a:lnSpc>
                        <a:spcBef>
                          <a:spcPts val="0"/>
                        </a:spcBef>
                        <a:spcAft>
                          <a:spcPts val="0"/>
                        </a:spcAft>
                        <a:buNone/>
                      </a:pPr>
                      <a:r>
                        <a:rPr lang="en-US" sz="800" b="0" i="0" u="none" strike="noStrike" kern="1200" noProof="0">
                          <a:solidFill>
                            <a:srgbClr val="FF0000"/>
                          </a:solidFill>
                          <a:latin typeface="Helvetica 55 Roman"/>
                        </a:rPr>
                        <a:t>Feature elaboration delayed</a:t>
                      </a:r>
                      <a:r>
                        <a:rPr lang="en-US" sz="800" b="0" i="0" u="none" strike="noStrike" kern="1200" noProof="0">
                          <a:solidFill>
                            <a:schemeClr val="bg1"/>
                          </a:solidFill>
                          <a:latin typeface="Helvetica 55 Roman"/>
                        </a:rPr>
                        <a:t>, pending feedback from Digital</a:t>
                      </a:r>
                      <a:endParaRPr lang="en-US"/>
                    </a:p>
                  </a:txBody>
                  <a:tcPr marL="121920" marR="121920" marT="36000" marB="36000">
                    <a:lnL w="9524">
                      <a:solidFill>
                        <a:schemeClr val="bg1">
                          <a:lumMod val="95000"/>
                        </a:schemeClr>
                      </a:solidFill>
                    </a:lnL>
                    <a:lnR w="9524">
                      <a:solidFill>
                        <a:schemeClr val="bg1">
                          <a:lumMod val="95000"/>
                        </a:schemeClr>
                      </a:solidFill>
                    </a:lnR>
                    <a:lnT w="0">
                      <a:noFill/>
                    </a:lnT>
                    <a:lnB w="0">
                      <a:noFill/>
                    </a:lnB>
                    <a:lnTlToBr w="0">
                      <a:noFill/>
                    </a:lnTlToBr>
                    <a:lnBlToTr w="0">
                      <a:noFill/>
                    </a:lnBlToTr>
                    <a:noFill/>
                  </a:tcPr>
                </a:tc>
                <a:extLst>
                  <a:ext uri="{0D108BD9-81ED-4DB2-BD59-A6C34878D82A}">
                    <a16:rowId xmlns:a16="http://schemas.microsoft.com/office/drawing/2014/main" val="3880608162"/>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Quote Document to customer (MMP)</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4"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16194"/>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noProof="0">
                          <a:solidFill>
                            <a:schemeClr val="bg1"/>
                          </a:solidFill>
                          <a:latin typeface="+mn-lt"/>
                        </a:rPr>
                        <a:t>3rd Party Pricing </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382213"/>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Retrieve existing Billing Accounts (MMP)</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9913623"/>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Select Billing Accounts (MMP)</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529947"/>
                  </a:ext>
                </a:extLst>
              </a:tr>
              <a:tr h="181511">
                <a:tc>
                  <a:txBody>
                    <a:bodyPr/>
                    <a:lstStyle/>
                    <a:p>
                      <a:endParaRPr lang="en-US" sz="800" b="0" noProof="0">
                        <a:solidFill>
                          <a:schemeClr val="bg1"/>
                        </a:solidFill>
                        <a:latin typeface="+mn-lt"/>
                      </a:endParaRP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r>
                        <a:rPr lang="en-US" sz="800" b="0" noProof="0">
                          <a:solidFill>
                            <a:schemeClr val="bg1"/>
                          </a:solidFill>
                          <a:latin typeface="+mn-lt"/>
                        </a:rPr>
                        <a:t>Create BAN (MMP)</a:t>
                      </a:r>
                    </a:p>
                  </a:txBody>
                  <a:tcPr marL="121920" marR="121920" marT="36000" marB="3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algn="ctr" defTabSz="914400" rtl="0" eaLnBrk="1" latinLnBrk="0" hangingPunct="1"/>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Elaboration</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kern="1200" noProof="0">
                          <a:solidFill>
                            <a:schemeClr val="bg1"/>
                          </a:solidFill>
                          <a:latin typeface="Helvetica 55 Roman"/>
                          <a:ea typeface="+mn-ea"/>
                          <a:cs typeface="+mn-cs"/>
                        </a:rPr>
                        <a:t>Solution</a:t>
                      </a:r>
                    </a:p>
                  </a:txBody>
                  <a:tcPr marL="36000" marR="36000" marT="36000" marB="36000">
                    <a:lnL w="9525" cap="flat" cmpd="sng" algn="ctr">
                      <a:no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9525" cap="flat" cmpd="sng" algn="ctr">
                      <a:solidFill>
                        <a:schemeClr val="bg1">
                          <a:lumMod val="9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kern="1200" noProof="0">
                        <a:solidFill>
                          <a:schemeClr val="bg1"/>
                        </a:solidFill>
                        <a:latin typeface="Helvetica 55 Roman" panose="020B0604020202020204" pitchFamily="34" charset="0"/>
                        <a:ea typeface="+mn-ea"/>
                        <a:cs typeface="+mn-cs"/>
                      </a:endParaRPr>
                    </a:p>
                  </a:txBody>
                  <a:tcPr marL="121920" marR="121920" marT="36000" marB="36000">
                    <a:lnL w="9525" cap="flat" cmpd="sng" algn="ctr">
                      <a:solidFill>
                        <a:schemeClr val="bg1">
                          <a:lumMod val="95000"/>
                        </a:schemeClr>
                      </a:solidFill>
                      <a:prstDash val="solid"/>
                      <a:round/>
                      <a:headEnd type="none" w="med" len="med"/>
                      <a:tailEnd type="none" w="med" len="med"/>
                    </a:lnL>
                    <a:lnR w="9525"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9446199"/>
                  </a:ext>
                </a:extLst>
              </a:tr>
            </a:tbl>
          </a:graphicData>
        </a:graphic>
      </p:graphicFrame>
      <p:sp>
        <p:nvSpPr>
          <p:cNvPr id="2" name="Titre 1">
            <a:extLst>
              <a:ext uri="{FF2B5EF4-FFF2-40B4-BE49-F238E27FC236}">
                <a16:creationId xmlns:a16="http://schemas.microsoft.com/office/drawing/2014/main" id="{37092C72-1311-3E4A-A855-0F6EDBFA6A44}"/>
              </a:ext>
            </a:extLst>
          </p:cNvPr>
          <p:cNvSpPr>
            <a:spLocks noGrp="1"/>
          </p:cNvSpPr>
          <p:nvPr>
            <p:ph type="title"/>
          </p:nvPr>
        </p:nvSpPr>
        <p:spPr>
          <a:xfrm>
            <a:off x="417601" y="357718"/>
            <a:ext cx="11355300" cy="458698"/>
          </a:xfrm>
        </p:spPr>
        <p:txBody>
          <a:bodyPr/>
          <a:lstStyle/>
          <a:p>
            <a:r>
              <a:rPr lang="fr-FR"/>
              <a:t>CPQ </a:t>
            </a:r>
            <a:r>
              <a:rPr lang="fr-FR" err="1"/>
              <a:t>Features</a:t>
            </a:r>
            <a:r>
              <a:rPr lang="fr-FR"/>
              <a:t> Dashboard</a:t>
            </a:r>
            <a:br>
              <a:rPr lang="fr-FR"/>
            </a:br>
            <a:r>
              <a:rPr lang="fr-FR" err="1">
                <a:solidFill>
                  <a:schemeClr val="bg1"/>
                </a:solidFill>
              </a:rPr>
              <a:t>Status</a:t>
            </a:r>
            <a:r>
              <a:rPr lang="fr-FR">
                <a:solidFill>
                  <a:schemeClr val="bg1"/>
                </a:solidFill>
              </a:rPr>
              <a:t> as of 17th April 2025 (PI2, end of </a:t>
            </a:r>
            <a:r>
              <a:rPr lang="fr-FR" err="1">
                <a:solidFill>
                  <a:schemeClr val="bg1"/>
                </a:solidFill>
              </a:rPr>
              <a:t>Iteration</a:t>
            </a:r>
            <a:r>
              <a:rPr lang="fr-FR">
                <a:solidFill>
                  <a:schemeClr val="bg1"/>
                </a:solidFill>
              </a:rPr>
              <a:t> 1)</a:t>
            </a:r>
            <a:endParaRPr lang="en-US">
              <a:solidFill>
                <a:schemeClr val="bg1"/>
              </a:solidFill>
            </a:endParaRPr>
          </a:p>
        </p:txBody>
      </p:sp>
      <p:grpSp>
        <p:nvGrpSpPr>
          <p:cNvPr id="19" name="Groupe 18">
            <a:extLst>
              <a:ext uri="{FF2B5EF4-FFF2-40B4-BE49-F238E27FC236}">
                <a16:creationId xmlns:a16="http://schemas.microsoft.com/office/drawing/2014/main" id="{24FA1A23-90C8-135C-E994-453CEB2D9294}"/>
              </a:ext>
            </a:extLst>
          </p:cNvPr>
          <p:cNvGrpSpPr/>
          <p:nvPr/>
        </p:nvGrpSpPr>
        <p:grpSpPr>
          <a:xfrm>
            <a:off x="5731529" y="903351"/>
            <a:ext cx="497838" cy="5860410"/>
            <a:chOff x="5450841" y="763571"/>
            <a:chExt cx="497838" cy="5860410"/>
          </a:xfrm>
        </p:grpSpPr>
        <p:cxnSp>
          <p:nvCxnSpPr>
            <p:cNvPr id="5" name="Connecteur droit 4">
              <a:extLst>
                <a:ext uri="{FF2B5EF4-FFF2-40B4-BE49-F238E27FC236}">
                  <a16:creationId xmlns:a16="http://schemas.microsoft.com/office/drawing/2014/main" id="{0113403B-434E-AC52-9409-AB0374A18463}"/>
                </a:ext>
              </a:extLst>
            </p:cNvPr>
            <p:cNvCxnSpPr>
              <a:cxnSpLocks/>
            </p:cNvCxnSpPr>
            <p:nvPr/>
          </p:nvCxnSpPr>
          <p:spPr>
            <a:xfrm>
              <a:off x="5699760" y="1071880"/>
              <a:ext cx="0" cy="555210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E2142C38-0AA1-D48E-E416-D6B38070A667}"/>
                </a:ext>
              </a:extLst>
            </p:cNvPr>
            <p:cNvSpPr txBox="1"/>
            <p:nvPr/>
          </p:nvSpPr>
          <p:spPr>
            <a:xfrm>
              <a:off x="5450841" y="763571"/>
              <a:ext cx="497838" cy="153888"/>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Helvetica 75 Bold"/>
                  <a:ea typeface="+mn-ea"/>
                  <a:cs typeface="+mn-cs"/>
                </a:rPr>
                <a:t>today</a:t>
              </a:r>
            </a:p>
          </p:txBody>
        </p:sp>
        <p:sp>
          <p:nvSpPr>
            <p:cNvPr id="18" name="Triangle isocèle 17">
              <a:extLst>
                <a:ext uri="{FF2B5EF4-FFF2-40B4-BE49-F238E27FC236}">
                  <a16:creationId xmlns:a16="http://schemas.microsoft.com/office/drawing/2014/main" id="{DC7C9B03-F6AE-7B80-54E7-7F13595903B1}"/>
                </a:ext>
              </a:extLst>
            </p:cNvPr>
            <p:cNvSpPr/>
            <p:nvPr/>
          </p:nvSpPr>
          <p:spPr>
            <a:xfrm rot="10800000">
              <a:off x="5613400" y="965200"/>
              <a:ext cx="172720" cy="134056"/>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grpSp>
      <p:pic>
        <p:nvPicPr>
          <p:cNvPr id="23" name="Graphique 22" descr="Coche avec un remplissage uni">
            <a:extLst>
              <a:ext uri="{FF2B5EF4-FFF2-40B4-BE49-F238E27FC236}">
                <a16:creationId xmlns:a16="http://schemas.microsoft.com/office/drawing/2014/main" id="{0786F6D0-967D-7FD5-E4BD-45924006F3FF}"/>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359812" y="5006168"/>
            <a:ext cx="229400" cy="229400"/>
          </a:xfrm>
          <a:prstGeom prst="rect">
            <a:avLst/>
          </a:prstGeom>
        </p:spPr>
      </p:pic>
      <p:pic>
        <p:nvPicPr>
          <p:cNvPr id="25" name="Graphique 24" descr="Coche avec un remplissage uni">
            <a:extLst>
              <a:ext uri="{FF2B5EF4-FFF2-40B4-BE49-F238E27FC236}">
                <a16:creationId xmlns:a16="http://schemas.microsoft.com/office/drawing/2014/main" id="{036D0A28-A929-F9BF-994A-F65A991EB7B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359812" y="5199597"/>
            <a:ext cx="229400" cy="229400"/>
          </a:xfrm>
          <a:prstGeom prst="rect">
            <a:avLst/>
          </a:prstGeom>
        </p:spPr>
      </p:pic>
      <p:cxnSp>
        <p:nvCxnSpPr>
          <p:cNvPr id="27" name="Connecteur droit avec flèche 26">
            <a:extLst>
              <a:ext uri="{FF2B5EF4-FFF2-40B4-BE49-F238E27FC236}">
                <a16:creationId xmlns:a16="http://schemas.microsoft.com/office/drawing/2014/main" id="{365BC66B-4DB8-980C-6C28-4BC885D474B2}"/>
              </a:ext>
            </a:extLst>
          </p:cNvPr>
          <p:cNvCxnSpPr>
            <a:cxnSpLocks/>
          </p:cNvCxnSpPr>
          <p:nvPr/>
        </p:nvCxnSpPr>
        <p:spPr>
          <a:xfrm>
            <a:off x="198120" y="1554480"/>
            <a:ext cx="0" cy="381762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DF5CF0D-DA87-91E5-CE4A-98DF7BD9A4E7}"/>
              </a:ext>
            </a:extLst>
          </p:cNvPr>
          <p:cNvSpPr/>
          <p:nvPr/>
        </p:nvSpPr>
        <p:spPr>
          <a:xfrm rot="16200000">
            <a:off x="-88613" y="3624535"/>
            <a:ext cx="558710" cy="1676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75 Bold"/>
                <a:ea typeface="+mn-ea"/>
                <a:cs typeface="+mn-cs"/>
              </a:rPr>
              <a:t>M V P</a:t>
            </a:r>
          </a:p>
        </p:txBody>
      </p:sp>
      <p:cxnSp>
        <p:nvCxnSpPr>
          <p:cNvPr id="30" name="Connecteur droit avec flèche 29">
            <a:extLst>
              <a:ext uri="{FF2B5EF4-FFF2-40B4-BE49-F238E27FC236}">
                <a16:creationId xmlns:a16="http://schemas.microsoft.com/office/drawing/2014/main" id="{C2E878A4-8B30-3E69-7A6C-F2925B88804D}"/>
              </a:ext>
            </a:extLst>
          </p:cNvPr>
          <p:cNvCxnSpPr>
            <a:cxnSpLocks/>
          </p:cNvCxnSpPr>
          <p:nvPr/>
        </p:nvCxnSpPr>
        <p:spPr>
          <a:xfrm>
            <a:off x="190742" y="5623560"/>
            <a:ext cx="7378" cy="979157"/>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802B941-039B-5C1E-171D-8A4DC3ECECC4}"/>
              </a:ext>
            </a:extLst>
          </p:cNvPr>
          <p:cNvSpPr/>
          <p:nvPr/>
        </p:nvSpPr>
        <p:spPr>
          <a:xfrm rot="16200000">
            <a:off x="-106404" y="6029318"/>
            <a:ext cx="653036" cy="16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75 Bold"/>
                <a:ea typeface="+mn-ea"/>
                <a:cs typeface="+mn-cs"/>
              </a:rPr>
              <a:t>M </a:t>
            </a:r>
            <a:r>
              <a:rPr kumimoji="0" lang="en-US" sz="800" b="0" i="0" u="none" strike="noStrike" kern="1200" cap="none" spc="0" normalizeH="0" baseline="0" noProof="0" err="1">
                <a:ln>
                  <a:noFill/>
                </a:ln>
                <a:solidFill>
                  <a:srgbClr val="FFFFFF"/>
                </a:solidFill>
                <a:effectLst/>
                <a:uLnTx/>
                <a:uFillTx/>
                <a:latin typeface="Helvetica 75 Bold"/>
                <a:ea typeface="+mn-ea"/>
                <a:cs typeface="+mn-cs"/>
              </a:rPr>
              <a:t>M</a:t>
            </a:r>
            <a:r>
              <a:rPr kumimoji="0" lang="en-US" sz="800" b="0" i="0" u="none" strike="noStrike" kern="1200" cap="none" spc="0" normalizeH="0" baseline="0" noProof="0">
                <a:ln>
                  <a:noFill/>
                </a:ln>
                <a:solidFill>
                  <a:srgbClr val="FFFFFF"/>
                </a:solidFill>
                <a:effectLst/>
                <a:uLnTx/>
                <a:uFillTx/>
                <a:latin typeface="Helvetica 75 Bold"/>
                <a:ea typeface="+mn-ea"/>
                <a:cs typeface="+mn-cs"/>
              </a:rPr>
              <a:t> P</a:t>
            </a:r>
          </a:p>
        </p:txBody>
      </p:sp>
      <p:sp>
        <p:nvSpPr>
          <p:cNvPr id="1025" name="Rectangle 1024">
            <a:extLst>
              <a:ext uri="{FF2B5EF4-FFF2-40B4-BE49-F238E27FC236}">
                <a16:creationId xmlns:a16="http://schemas.microsoft.com/office/drawing/2014/main" id="{C54051B4-F11C-E518-4741-747439CE094A}"/>
              </a:ext>
            </a:extLst>
          </p:cNvPr>
          <p:cNvSpPr/>
          <p:nvPr/>
        </p:nvSpPr>
        <p:spPr>
          <a:xfrm rot="16200000">
            <a:off x="152459" y="5431214"/>
            <a:ext cx="125950" cy="1438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75 Bold"/>
                <a:ea typeface="+mn-ea"/>
                <a:cs typeface="+mn-cs"/>
              </a:rPr>
              <a:t>?</a:t>
            </a:r>
          </a:p>
        </p:txBody>
      </p:sp>
      <p:pic>
        <p:nvPicPr>
          <p:cNvPr id="1027" name="Graphique 1026" descr="Coche avec un remplissage uni">
            <a:extLst>
              <a:ext uri="{FF2B5EF4-FFF2-40B4-BE49-F238E27FC236}">
                <a16:creationId xmlns:a16="http://schemas.microsoft.com/office/drawing/2014/main" id="{5EEFF310-0828-1503-062A-4F5596A9527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331472" y="1521308"/>
            <a:ext cx="229400" cy="229400"/>
          </a:xfrm>
          <a:prstGeom prst="rect">
            <a:avLst/>
          </a:prstGeom>
        </p:spPr>
      </p:pic>
      <p:graphicFrame>
        <p:nvGraphicFramePr>
          <p:cNvPr id="1028" name="Tableau 1027">
            <a:extLst>
              <a:ext uri="{FF2B5EF4-FFF2-40B4-BE49-F238E27FC236}">
                <a16:creationId xmlns:a16="http://schemas.microsoft.com/office/drawing/2014/main" id="{0FE088BF-4B7A-E2BF-BC41-B0817779CFE8}"/>
              </a:ext>
            </a:extLst>
          </p:cNvPr>
          <p:cNvGraphicFramePr>
            <a:graphicFrameLocks noGrp="1"/>
          </p:cNvGraphicFramePr>
          <p:nvPr/>
        </p:nvGraphicFramePr>
        <p:xfrm>
          <a:off x="8130538" y="270783"/>
          <a:ext cx="3780388" cy="285360"/>
        </p:xfrm>
        <a:graphic>
          <a:graphicData uri="http://schemas.openxmlformats.org/drawingml/2006/table">
            <a:tbl>
              <a:tblPr firstRow="1" bandRow="1">
                <a:noFill/>
                <a:tableStyleId>{5C22544A-7EE6-4342-B048-85BDC9FD1C3A}</a:tableStyleId>
              </a:tblPr>
              <a:tblGrid>
                <a:gridCol w="945097">
                  <a:extLst>
                    <a:ext uri="{9D8B030D-6E8A-4147-A177-3AD203B41FA5}">
                      <a16:colId xmlns:a16="http://schemas.microsoft.com/office/drawing/2014/main" val="859590034"/>
                    </a:ext>
                  </a:extLst>
                </a:gridCol>
                <a:gridCol w="945097">
                  <a:extLst>
                    <a:ext uri="{9D8B030D-6E8A-4147-A177-3AD203B41FA5}">
                      <a16:colId xmlns:a16="http://schemas.microsoft.com/office/drawing/2014/main" val="3043160600"/>
                    </a:ext>
                  </a:extLst>
                </a:gridCol>
                <a:gridCol w="945097">
                  <a:extLst>
                    <a:ext uri="{9D8B030D-6E8A-4147-A177-3AD203B41FA5}">
                      <a16:colId xmlns:a16="http://schemas.microsoft.com/office/drawing/2014/main" val="1554285637"/>
                    </a:ext>
                  </a:extLst>
                </a:gridCol>
                <a:gridCol w="945097">
                  <a:extLst>
                    <a:ext uri="{9D8B030D-6E8A-4147-A177-3AD203B41FA5}">
                      <a16:colId xmlns:a16="http://schemas.microsoft.com/office/drawing/2014/main" val="3255210750"/>
                    </a:ext>
                  </a:extLst>
                </a:gridCol>
              </a:tblGrid>
              <a:tr h="204652">
                <a:tc>
                  <a:txBody>
                    <a:bodyPr/>
                    <a:lstStyle/>
                    <a:p>
                      <a:pPr marL="0" algn="ctr" defTabSz="914400" rtl="0" eaLnBrk="1" latinLnBrk="0" hangingPunct="1"/>
                      <a:r>
                        <a:rPr lang="en-US" sz="700" b="0" kern="1200" noProof="0">
                          <a:solidFill>
                            <a:schemeClr val="bg1"/>
                          </a:solidFill>
                          <a:latin typeface="Helvetica 55 Roman" panose="020B0604020202020204" pitchFamily="34" charset="0"/>
                          <a:ea typeface="+mn-ea"/>
                          <a:cs typeface="+mn-cs"/>
                        </a:rPr>
                        <a:t>Feature Elaboration (</a:t>
                      </a:r>
                      <a:r>
                        <a:rPr lang="en-US" sz="700" b="0" kern="1200" noProof="0" err="1">
                          <a:solidFill>
                            <a:schemeClr val="bg1"/>
                          </a:solidFill>
                          <a:latin typeface="Helvetica 55 Roman" panose="020B0604020202020204" pitchFamily="34" charset="0"/>
                          <a:ea typeface="+mn-ea"/>
                          <a:cs typeface="+mn-cs"/>
                        </a:rPr>
                        <a:t>DoR</a:t>
                      </a:r>
                      <a:r>
                        <a:rPr lang="en-US" sz="700" b="0" kern="1200" noProof="0">
                          <a:solidFill>
                            <a:schemeClr val="bg1"/>
                          </a:solidFill>
                          <a:latin typeface="Helvetica 55 Roman" panose="020B0604020202020204" pitchFamily="34" charset="0"/>
                          <a:ea typeface="+mn-ea"/>
                          <a:cs typeface="+mn-cs"/>
                        </a:rPr>
                        <a:t>)</a:t>
                      </a:r>
                    </a:p>
                  </a:txBody>
                  <a:tcPr marL="36000" marR="36000" marT="36000" marB="36000" anchor="ctr">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bg2"/>
                    </a:solidFill>
                  </a:tcPr>
                </a:tc>
                <a:tc>
                  <a:txBody>
                    <a:bodyPr/>
                    <a:lstStyle/>
                    <a:p>
                      <a:pPr marL="0" algn="ctr" defTabSz="914400" rtl="0" eaLnBrk="1" latinLnBrk="0" hangingPunct="1"/>
                      <a:r>
                        <a:rPr lang="en-US" sz="700" b="0" kern="1200" noProof="0">
                          <a:solidFill>
                            <a:schemeClr val="bg1"/>
                          </a:solidFill>
                          <a:latin typeface="Helvetica 55 Roman" panose="020B0604020202020204" pitchFamily="34" charset="0"/>
                          <a:ea typeface="+mn-ea"/>
                          <a:cs typeface="+mn-cs"/>
                        </a:rPr>
                        <a:t>Solution Design</a:t>
                      </a:r>
                    </a:p>
                    <a:p>
                      <a:pPr marL="0" algn="ctr" defTabSz="914400" rtl="0" eaLnBrk="1" latinLnBrk="0" hangingPunct="1"/>
                      <a:r>
                        <a:rPr lang="en-US" sz="700" b="0" kern="1200" noProof="0">
                          <a:solidFill>
                            <a:schemeClr val="bg1"/>
                          </a:solidFill>
                          <a:latin typeface="Helvetica 55 Roman" panose="020B0604020202020204" pitchFamily="34" charset="0"/>
                          <a:ea typeface="+mn-ea"/>
                          <a:cs typeface="+mn-cs"/>
                        </a:rPr>
                        <a:t>(DoD</a:t>
                      </a:r>
                    </a:p>
                  </a:txBody>
                  <a:tcPr marL="36000" marR="36000" marT="36000" marB="36000" anchor="ctr">
                    <a:lnL w="9525"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700" b="0" kern="1200" noProof="0">
                          <a:solidFill>
                            <a:schemeClr val="bg1"/>
                          </a:solidFill>
                          <a:latin typeface="Helvetica 55 Roman" panose="020B0604020202020204" pitchFamily="34" charset="0"/>
                          <a:ea typeface="+mn-ea"/>
                          <a:cs typeface="+mn-cs"/>
                        </a:rPr>
                        <a:t>Devs</a:t>
                      </a:r>
                    </a:p>
                  </a:txBody>
                  <a:tcPr marL="36000" marR="36000" marT="36000" marB="36000" anchor="ctr">
                    <a:lnL w="635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5"/>
                    </a:solidFill>
                  </a:tcPr>
                </a:tc>
                <a:tc>
                  <a:txBody>
                    <a:bodyPr/>
                    <a:lstStyle/>
                    <a:p>
                      <a:pPr marL="0" algn="ctr" defTabSz="914400" rtl="0" eaLnBrk="1" latinLnBrk="0" hangingPunct="1"/>
                      <a:r>
                        <a:rPr lang="en-US" sz="700" b="0" kern="1200" noProof="0">
                          <a:solidFill>
                            <a:schemeClr val="bg1"/>
                          </a:solidFill>
                          <a:latin typeface="Helvetica 55 Roman" panose="020B0604020202020204" pitchFamily="34" charset="0"/>
                          <a:ea typeface="+mn-ea"/>
                          <a:cs typeface="+mn-cs"/>
                        </a:rPr>
                        <a:t>QA</a:t>
                      </a: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solidFill>
                        <a:schemeClr val="bg1">
                          <a:lumMod val="9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1263252412"/>
                  </a:ext>
                </a:extLst>
              </a:tr>
            </a:tbl>
          </a:graphicData>
        </a:graphic>
      </p:graphicFrame>
      <p:sp>
        <p:nvSpPr>
          <p:cNvPr id="1029" name="ZoneTexte 1028">
            <a:extLst>
              <a:ext uri="{FF2B5EF4-FFF2-40B4-BE49-F238E27FC236}">
                <a16:creationId xmlns:a16="http://schemas.microsoft.com/office/drawing/2014/main" id="{AA4861EF-0815-9A06-C1C2-D8F00CFE5B2A}"/>
              </a:ext>
            </a:extLst>
          </p:cNvPr>
          <p:cNvSpPr txBox="1"/>
          <p:nvPr/>
        </p:nvSpPr>
        <p:spPr>
          <a:xfrm>
            <a:off x="8130538" y="126632"/>
            <a:ext cx="2049780" cy="107722"/>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Feature Workflow</a:t>
            </a:r>
          </a:p>
        </p:txBody>
      </p:sp>
      <p:pic>
        <p:nvPicPr>
          <p:cNvPr id="1031" name="Graphique 1030" descr="Fermer avec un remplissage uni">
            <a:extLst>
              <a:ext uri="{FF2B5EF4-FFF2-40B4-BE49-F238E27FC236}">
                <a16:creationId xmlns:a16="http://schemas.microsoft.com/office/drawing/2014/main" id="{11B904C5-98DB-46B0-25D2-CA33C9B7DC4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357945" y="1757428"/>
            <a:ext cx="173041" cy="173041"/>
          </a:xfrm>
          <a:prstGeom prst="rect">
            <a:avLst/>
          </a:prstGeom>
        </p:spPr>
      </p:pic>
      <p:pic>
        <p:nvPicPr>
          <p:cNvPr id="1032" name="Graphique 1031" descr="Fermer avec un remplissage uni">
            <a:extLst>
              <a:ext uri="{FF2B5EF4-FFF2-40B4-BE49-F238E27FC236}">
                <a16:creationId xmlns:a16="http://schemas.microsoft.com/office/drawing/2014/main" id="{FBC7BC69-6B69-92DE-D38F-F6BE50A8082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357945" y="2144428"/>
            <a:ext cx="173041" cy="173041"/>
          </a:xfrm>
          <a:prstGeom prst="rect">
            <a:avLst/>
          </a:prstGeom>
        </p:spPr>
      </p:pic>
      <p:pic>
        <p:nvPicPr>
          <p:cNvPr id="1033" name="Graphique 1032" descr="Fermer avec un remplissage uni">
            <a:extLst>
              <a:ext uri="{FF2B5EF4-FFF2-40B4-BE49-F238E27FC236}">
                <a16:creationId xmlns:a16="http://schemas.microsoft.com/office/drawing/2014/main" id="{085212E6-E2CE-08F7-48B4-9E8BA05BBD4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353802" y="3295277"/>
            <a:ext cx="173041" cy="173041"/>
          </a:xfrm>
          <a:prstGeom prst="rect">
            <a:avLst/>
          </a:prstGeom>
        </p:spPr>
      </p:pic>
      <p:sp>
        <p:nvSpPr>
          <p:cNvPr id="4" name="Arrow: Curved Down 3">
            <a:extLst>
              <a:ext uri="{FF2B5EF4-FFF2-40B4-BE49-F238E27FC236}">
                <a16:creationId xmlns:a16="http://schemas.microsoft.com/office/drawing/2014/main" id="{5035CC49-FE2E-B750-642C-F2108932D2C2}"/>
              </a:ext>
            </a:extLst>
          </p:cNvPr>
          <p:cNvSpPr/>
          <p:nvPr/>
        </p:nvSpPr>
        <p:spPr>
          <a:xfrm>
            <a:off x="6052856" y="5484999"/>
            <a:ext cx="362186" cy="135935"/>
          </a:xfrm>
          <a:prstGeom prst="curved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Arrow: Curved Down 5">
            <a:extLst>
              <a:ext uri="{FF2B5EF4-FFF2-40B4-BE49-F238E27FC236}">
                <a16:creationId xmlns:a16="http://schemas.microsoft.com/office/drawing/2014/main" id="{A36014DC-CB32-8853-486B-B16095EE9CAE}"/>
              </a:ext>
            </a:extLst>
          </p:cNvPr>
          <p:cNvSpPr/>
          <p:nvPr/>
        </p:nvSpPr>
        <p:spPr>
          <a:xfrm>
            <a:off x="6057235" y="5682068"/>
            <a:ext cx="362186" cy="135935"/>
          </a:xfrm>
          <a:prstGeom prst="curved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Tree>
    <p:extLst>
      <p:ext uri="{BB962C8B-B14F-4D97-AF65-F5344CB8AC3E}">
        <p14:creationId xmlns:p14="http://schemas.microsoft.com/office/powerpoint/2010/main" val="137286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F3E21-68C1-90A1-682E-5BFDC2F8F12E}"/>
            </a:ext>
          </a:extLst>
        </p:cNvPr>
        <p:cNvGrpSpPr/>
        <p:nvPr/>
      </p:nvGrpSpPr>
      <p:grpSpPr>
        <a:xfrm>
          <a:off x="0" y="0"/>
          <a:ext cx="0" cy="0"/>
          <a:chOff x="0" y="0"/>
          <a:chExt cx="0" cy="0"/>
        </a:xfrm>
      </p:grpSpPr>
      <p:sp>
        <p:nvSpPr>
          <p:cNvPr id="53" name="Rectangle 52">
            <a:extLst>
              <a:ext uri="{FF2B5EF4-FFF2-40B4-BE49-F238E27FC236}">
                <a16:creationId xmlns:a16="http://schemas.microsoft.com/office/drawing/2014/main" id="{C4F28B85-280C-D76E-422E-DB6466499886}"/>
              </a:ext>
            </a:extLst>
          </p:cNvPr>
          <p:cNvSpPr/>
          <p:nvPr/>
        </p:nvSpPr>
        <p:spPr>
          <a:xfrm>
            <a:off x="367296" y="6616322"/>
            <a:ext cx="11716377" cy="404081"/>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7" name="Rectangle 116">
            <a:extLst>
              <a:ext uri="{FF2B5EF4-FFF2-40B4-BE49-F238E27FC236}">
                <a16:creationId xmlns:a16="http://schemas.microsoft.com/office/drawing/2014/main" id="{E8BA8C67-F41A-3C8D-A29E-B219C9AA70CF}"/>
              </a:ext>
            </a:extLst>
          </p:cNvPr>
          <p:cNvSpPr/>
          <p:nvPr/>
        </p:nvSpPr>
        <p:spPr>
          <a:xfrm>
            <a:off x="367296" y="5227600"/>
            <a:ext cx="11716377" cy="475054"/>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8" name="Rectangle 117">
            <a:extLst>
              <a:ext uri="{FF2B5EF4-FFF2-40B4-BE49-F238E27FC236}">
                <a16:creationId xmlns:a16="http://schemas.microsoft.com/office/drawing/2014/main" id="{1F9E3414-B56C-4ECC-1F75-CCA56764DA8E}"/>
              </a:ext>
            </a:extLst>
          </p:cNvPr>
          <p:cNvSpPr/>
          <p:nvPr/>
        </p:nvSpPr>
        <p:spPr>
          <a:xfrm>
            <a:off x="375689" y="5963813"/>
            <a:ext cx="11716377" cy="404081"/>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6" name="Rectangle 115">
            <a:extLst>
              <a:ext uri="{FF2B5EF4-FFF2-40B4-BE49-F238E27FC236}">
                <a16:creationId xmlns:a16="http://schemas.microsoft.com/office/drawing/2014/main" id="{4C7DC453-85D5-250F-2BDD-01557AEC23CD}"/>
              </a:ext>
            </a:extLst>
          </p:cNvPr>
          <p:cNvSpPr/>
          <p:nvPr/>
        </p:nvSpPr>
        <p:spPr>
          <a:xfrm>
            <a:off x="6095251" y="4523894"/>
            <a:ext cx="6006529" cy="475054"/>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5" name="Rectangle 114">
            <a:extLst>
              <a:ext uri="{FF2B5EF4-FFF2-40B4-BE49-F238E27FC236}">
                <a16:creationId xmlns:a16="http://schemas.microsoft.com/office/drawing/2014/main" id="{D2A56B47-37B7-6C34-495C-02594A7BADCC}"/>
              </a:ext>
            </a:extLst>
          </p:cNvPr>
          <p:cNvSpPr/>
          <p:nvPr/>
        </p:nvSpPr>
        <p:spPr>
          <a:xfrm>
            <a:off x="3585485" y="2688704"/>
            <a:ext cx="8516297" cy="414662"/>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4" name="Rectangle 113">
            <a:extLst>
              <a:ext uri="{FF2B5EF4-FFF2-40B4-BE49-F238E27FC236}">
                <a16:creationId xmlns:a16="http://schemas.microsoft.com/office/drawing/2014/main" id="{58E1922D-1DEE-EA84-0E86-CBA7390D1CDB}"/>
              </a:ext>
            </a:extLst>
          </p:cNvPr>
          <p:cNvSpPr/>
          <p:nvPr/>
        </p:nvSpPr>
        <p:spPr>
          <a:xfrm>
            <a:off x="356931" y="4521236"/>
            <a:ext cx="5634462" cy="475054"/>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0" name="Rectangle 109">
            <a:extLst>
              <a:ext uri="{FF2B5EF4-FFF2-40B4-BE49-F238E27FC236}">
                <a16:creationId xmlns:a16="http://schemas.microsoft.com/office/drawing/2014/main" id="{D3E76D69-15BB-A0CF-F698-EE8A863B5DF4}"/>
              </a:ext>
            </a:extLst>
          </p:cNvPr>
          <p:cNvSpPr/>
          <p:nvPr/>
        </p:nvSpPr>
        <p:spPr>
          <a:xfrm>
            <a:off x="356932" y="3374788"/>
            <a:ext cx="11726741" cy="893708"/>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2" name="Titre 1">
            <a:extLst>
              <a:ext uri="{FF2B5EF4-FFF2-40B4-BE49-F238E27FC236}">
                <a16:creationId xmlns:a16="http://schemas.microsoft.com/office/drawing/2014/main" id="{186D78CD-0EEE-AD87-7B2B-6AB15F9A36F5}"/>
              </a:ext>
            </a:extLst>
          </p:cNvPr>
          <p:cNvSpPr>
            <a:spLocks noGrp="1"/>
          </p:cNvSpPr>
          <p:nvPr>
            <p:ph type="title"/>
          </p:nvPr>
        </p:nvSpPr>
        <p:spPr>
          <a:xfrm>
            <a:off x="417602" y="239185"/>
            <a:ext cx="11355300" cy="988483"/>
          </a:xfrm>
        </p:spPr>
        <p:txBody>
          <a:bodyPr/>
          <a:lstStyle/>
          <a:p>
            <a:r>
              <a:rPr lang="en-US"/>
              <a:t>L1 - Customer Quotation process</a:t>
            </a:r>
            <a:endParaRPr lang="en-US">
              <a:solidFill>
                <a:schemeClr val="tx1"/>
              </a:solidFill>
              <a:highlight>
                <a:srgbClr val="00FFFF"/>
              </a:highlight>
            </a:endParaRPr>
          </a:p>
        </p:txBody>
      </p:sp>
      <p:sp>
        <p:nvSpPr>
          <p:cNvPr id="9" name="Rectangle 8">
            <a:extLst>
              <a:ext uri="{FF2B5EF4-FFF2-40B4-BE49-F238E27FC236}">
                <a16:creationId xmlns:a16="http://schemas.microsoft.com/office/drawing/2014/main" id="{F8408BC9-CD48-7B93-3A9A-6885F9648513}"/>
              </a:ext>
            </a:extLst>
          </p:cNvPr>
          <p:cNvSpPr/>
          <p:nvPr/>
        </p:nvSpPr>
        <p:spPr>
          <a:xfrm>
            <a:off x="375689" y="811334"/>
            <a:ext cx="11726741" cy="1624827"/>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endParaRPr>
          </a:p>
        </p:txBody>
      </p:sp>
      <p:sp>
        <p:nvSpPr>
          <p:cNvPr id="11" name="Rectangle 10">
            <a:extLst>
              <a:ext uri="{FF2B5EF4-FFF2-40B4-BE49-F238E27FC236}">
                <a16:creationId xmlns:a16="http://schemas.microsoft.com/office/drawing/2014/main" id="{168344F4-7B9B-8DBE-6E6F-5D68B2483CB3}"/>
              </a:ext>
            </a:extLst>
          </p:cNvPr>
          <p:cNvSpPr/>
          <p:nvPr/>
        </p:nvSpPr>
        <p:spPr>
          <a:xfrm>
            <a:off x="380329" y="609503"/>
            <a:ext cx="11721454" cy="182728"/>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Offer Creation</a:t>
            </a:r>
          </a:p>
        </p:txBody>
      </p:sp>
      <p:sp>
        <p:nvSpPr>
          <p:cNvPr id="12" name="Rectangle 11">
            <a:extLst>
              <a:ext uri="{FF2B5EF4-FFF2-40B4-BE49-F238E27FC236}">
                <a16:creationId xmlns:a16="http://schemas.microsoft.com/office/drawing/2014/main" id="{42AFA21C-8D15-5969-F328-8969ED6B374F}"/>
              </a:ext>
            </a:extLst>
          </p:cNvPr>
          <p:cNvSpPr/>
          <p:nvPr/>
        </p:nvSpPr>
        <p:spPr>
          <a:xfrm>
            <a:off x="875059" y="875333"/>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75 Bold"/>
                <a:ea typeface="+mn-ea"/>
                <a:cs typeface="+mn-cs"/>
              </a:rPr>
              <a:t>Initialize Quote Offer</a:t>
            </a:r>
          </a:p>
        </p:txBody>
      </p:sp>
      <p:sp>
        <p:nvSpPr>
          <p:cNvPr id="14" name="Rectangle 13">
            <a:extLst>
              <a:ext uri="{FF2B5EF4-FFF2-40B4-BE49-F238E27FC236}">
                <a16:creationId xmlns:a16="http://schemas.microsoft.com/office/drawing/2014/main" id="{DFECE065-798E-097B-959A-B120713CC560}"/>
              </a:ext>
            </a:extLst>
          </p:cNvPr>
          <p:cNvSpPr/>
          <p:nvPr/>
        </p:nvSpPr>
        <p:spPr>
          <a:xfrm>
            <a:off x="875059" y="1657183"/>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75 Bold"/>
                <a:ea typeface="+mn-ea"/>
                <a:cs typeface="+mn-cs"/>
              </a:rPr>
              <a:t>Retrieve Eligible Products </a:t>
            </a:r>
          </a:p>
        </p:txBody>
      </p:sp>
      <p:sp>
        <p:nvSpPr>
          <p:cNvPr id="15" name="Rectangle 14">
            <a:extLst>
              <a:ext uri="{FF2B5EF4-FFF2-40B4-BE49-F238E27FC236}">
                <a16:creationId xmlns:a16="http://schemas.microsoft.com/office/drawing/2014/main" id="{AC358D6A-A51E-5BA1-399A-041A6CDD6631}"/>
              </a:ext>
            </a:extLst>
          </p:cNvPr>
          <p:cNvSpPr/>
          <p:nvPr/>
        </p:nvSpPr>
        <p:spPr>
          <a:xfrm>
            <a:off x="856302" y="3437737"/>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Configure Product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&amp; View Pricing </a:t>
            </a:r>
          </a:p>
        </p:txBody>
      </p:sp>
      <p:sp>
        <p:nvSpPr>
          <p:cNvPr id="16" name="Rectangle 15">
            <a:extLst>
              <a:ext uri="{FF2B5EF4-FFF2-40B4-BE49-F238E27FC236}">
                <a16:creationId xmlns:a16="http://schemas.microsoft.com/office/drawing/2014/main" id="{B198847A-EBE5-9CDE-17DF-F011DB3E7CF1}"/>
              </a:ext>
            </a:extLst>
          </p:cNvPr>
          <p:cNvSpPr/>
          <p:nvPr/>
        </p:nvSpPr>
        <p:spPr>
          <a:xfrm>
            <a:off x="7316700" y="3448498"/>
            <a:ext cx="1512000"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Manage 3rd Party Pricing </a:t>
            </a:r>
          </a:p>
        </p:txBody>
      </p:sp>
      <p:sp>
        <p:nvSpPr>
          <p:cNvPr id="18" name="Rectangle 17">
            <a:extLst>
              <a:ext uri="{FF2B5EF4-FFF2-40B4-BE49-F238E27FC236}">
                <a16:creationId xmlns:a16="http://schemas.microsoft.com/office/drawing/2014/main" id="{8139F507-6E11-DA4F-92B0-174B7CFA3F33}"/>
              </a:ext>
            </a:extLst>
          </p:cNvPr>
          <p:cNvSpPr/>
          <p:nvPr/>
        </p:nvSpPr>
        <p:spPr>
          <a:xfrm>
            <a:off x="4068801" y="2726652"/>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75 Bold"/>
                <a:ea typeface="+mn-ea"/>
                <a:cs typeface="+mn-cs"/>
              </a:rPr>
              <a:t>Validate Commercial &amp; Legal Eligibility</a:t>
            </a:r>
          </a:p>
        </p:txBody>
      </p:sp>
      <p:sp>
        <p:nvSpPr>
          <p:cNvPr id="19" name="Rectangle 18">
            <a:extLst>
              <a:ext uri="{FF2B5EF4-FFF2-40B4-BE49-F238E27FC236}">
                <a16:creationId xmlns:a16="http://schemas.microsoft.com/office/drawing/2014/main" id="{3236DBFD-EEE7-7D12-E56E-F9D7EC39CA6D}"/>
              </a:ext>
            </a:extLst>
          </p:cNvPr>
          <p:cNvSpPr/>
          <p:nvPr/>
        </p:nvSpPr>
        <p:spPr>
          <a:xfrm>
            <a:off x="844024" y="460334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Compute Quote Offer P&amp;L</a:t>
            </a:r>
          </a:p>
        </p:txBody>
      </p:sp>
      <p:sp>
        <p:nvSpPr>
          <p:cNvPr id="20" name="Rectangle 19">
            <a:extLst>
              <a:ext uri="{FF2B5EF4-FFF2-40B4-BE49-F238E27FC236}">
                <a16:creationId xmlns:a16="http://schemas.microsoft.com/office/drawing/2014/main" id="{AC231B4F-7EEA-D1A8-7235-A8E323966FB8}"/>
              </a:ext>
            </a:extLst>
          </p:cNvPr>
          <p:cNvSpPr/>
          <p:nvPr/>
        </p:nvSpPr>
        <p:spPr>
          <a:xfrm>
            <a:off x="4100931" y="460334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Quote Offer Approval workflow</a:t>
            </a:r>
          </a:p>
        </p:txBody>
      </p:sp>
      <p:sp>
        <p:nvSpPr>
          <p:cNvPr id="21" name="Rectangle 20">
            <a:extLst>
              <a:ext uri="{FF2B5EF4-FFF2-40B4-BE49-F238E27FC236}">
                <a16:creationId xmlns:a16="http://schemas.microsoft.com/office/drawing/2014/main" id="{C945A9B2-EDA3-DC79-0D4D-0C3A0116B1E4}"/>
              </a:ext>
            </a:extLst>
          </p:cNvPr>
          <p:cNvSpPr/>
          <p:nvPr/>
        </p:nvSpPr>
        <p:spPr>
          <a:xfrm>
            <a:off x="10514902" y="4587303"/>
            <a:ext cx="1512000"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Generate Quote Document for customer</a:t>
            </a:r>
          </a:p>
        </p:txBody>
      </p:sp>
      <p:sp>
        <p:nvSpPr>
          <p:cNvPr id="22" name="Rectangle 21">
            <a:extLst>
              <a:ext uri="{FF2B5EF4-FFF2-40B4-BE49-F238E27FC236}">
                <a16:creationId xmlns:a16="http://schemas.microsoft.com/office/drawing/2014/main" id="{19ECAEEA-3153-D910-DDC1-C56AEDD87204}"/>
              </a:ext>
            </a:extLst>
          </p:cNvPr>
          <p:cNvSpPr/>
          <p:nvPr/>
        </p:nvSpPr>
        <p:spPr>
          <a:xfrm>
            <a:off x="4119180" y="5292962"/>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Schedule Orders</a:t>
            </a:r>
          </a:p>
        </p:txBody>
      </p:sp>
      <p:sp>
        <p:nvSpPr>
          <p:cNvPr id="23" name="Rectangle 22">
            <a:extLst>
              <a:ext uri="{FF2B5EF4-FFF2-40B4-BE49-F238E27FC236}">
                <a16:creationId xmlns:a16="http://schemas.microsoft.com/office/drawing/2014/main" id="{76B32D94-D594-2251-DD54-63A16B5F6D37}"/>
              </a:ext>
            </a:extLst>
          </p:cNvPr>
          <p:cNvSpPr/>
          <p:nvPr/>
        </p:nvSpPr>
        <p:spPr>
          <a:xfrm>
            <a:off x="4109678" y="3445391"/>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Installed Base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and Inventory</a:t>
            </a:r>
          </a:p>
        </p:txBody>
      </p:sp>
      <p:sp>
        <p:nvSpPr>
          <p:cNvPr id="26" name="Rectangle 25">
            <a:extLst>
              <a:ext uri="{FF2B5EF4-FFF2-40B4-BE49-F238E27FC236}">
                <a16:creationId xmlns:a16="http://schemas.microsoft.com/office/drawing/2014/main" id="{BDAB8DDA-B9DD-4539-942E-16FD7CEF282B}"/>
              </a:ext>
            </a:extLst>
          </p:cNvPr>
          <p:cNvSpPr/>
          <p:nvPr/>
        </p:nvSpPr>
        <p:spPr>
          <a:xfrm>
            <a:off x="2507635" y="5292962"/>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Customer Approval for Ordering </a:t>
            </a:r>
          </a:p>
        </p:txBody>
      </p:sp>
      <p:sp>
        <p:nvSpPr>
          <p:cNvPr id="27" name="Rectangle 26">
            <a:extLst>
              <a:ext uri="{FF2B5EF4-FFF2-40B4-BE49-F238E27FC236}">
                <a16:creationId xmlns:a16="http://schemas.microsoft.com/office/drawing/2014/main" id="{4E6928D5-5EA6-5A34-7D1B-6BC4C7C2A0DD}"/>
              </a:ext>
            </a:extLst>
          </p:cNvPr>
          <p:cNvSpPr/>
          <p:nvPr/>
        </p:nvSpPr>
        <p:spPr>
          <a:xfrm>
            <a:off x="858495" y="5292962"/>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Convert Quote to Order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Firm Quote</a:t>
            </a:r>
          </a:p>
        </p:txBody>
      </p:sp>
      <p:sp>
        <p:nvSpPr>
          <p:cNvPr id="30" name="Rectangle 35">
            <a:extLst>
              <a:ext uri="{FF2B5EF4-FFF2-40B4-BE49-F238E27FC236}">
                <a16:creationId xmlns:a16="http://schemas.microsoft.com/office/drawing/2014/main" id="{8B3B7BCE-34A0-7594-EEE1-D47533E0EBD6}"/>
              </a:ext>
            </a:extLst>
          </p:cNvPr>
          <p:cNvSpPr/>
          <p:nvPr/>
        </p:nvSpPr>
        <p:spPr>
          <a:xfrm>
            <a:off x="10125505" y="2727707"/>
            <a:ext cx="1512000" cy="324000"/>
          </a:xfrm>
          <a:prstGeom prst="flowChartProcess">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Validate Date eligibility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Stock, 3</a:t>
            </a:r>
            <a:r>
              <a:rPr kumimoji="0" lang="en-GB" sz="900" b="0" i="0" u="none" strike="noStrike" kern="1200" cap="none" spc="0" normalizeH="0" baseline="30000" noProof="0">
                <a:ln>
                  <a:noFill/>
                </a:ln>
                <a:solidFill>
                  <a:prstClr val="black"/>
                </a:solidFill>
                <a:effectLst/>
                <a:uLnTx/>
                <a:uFillTx/>
                <a:latin typeface="Helvetica 55 Roman" panose="020B0604020202020204" pitchFamily="34" charset="0"/>
                <a:ea typeface="+mn-ea"/>
                <a:cs typeface="+mn-cs"/>
              </a:rPr>
              <a:t>rd</a:t>
            </a: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 parties, ..</a:t>
            </a:r>
          </a:p>
        </p:txBody>
      </p:sp>
      <p:sp>
        <p:nvSpPr>
          <p:cNvPr id="32" name="ZoneTexte 31">
            <a:extLst>
              <a:ext uri="{FF2B5EF4-FFF2-40B4-BE49-F238E27FC236}">
                <a16:creationId xmlns:a16="http://schemas.microsoft.com/office/drawing/2014/main" id="{351D9643-AF8C-C43B-A2D7-8F42DFDE9CC9}"/>
              </a:ext>
            </a:extLst>
          </p:cNvPr>
          <p:cNvSpPr txBox="1"/>
          <p:nvPr/>
        </p:nvSpPr>
        <p:spPr>
          <a:xfrm>
            <a:off x="87730" y="605350"/>
            <a:ext cx="169918" cy="184666"/>
          </a:xfrm>
          <a:prstGeom prst="rect">
            <a:avLst/>
          </a:prstGeom>
          <a:noFill/>
        </p:spPr>
        <p:txBody>
          <a:bodyPr wrap="none" lIns="0" tIns="0" rIns="0" bIns="0"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7900"/>
                </a:solidFill>
                <a:effectLst/>
                <a:uLnTx/>
                <a:uFillTx/>
                <a:latin typeface="Helvetica 55 Roman" panose="020B0604020202020204" pitchFamily="34" charset="0"/>
                <a:ea typeface="ＭＳ Ｐゴシック" pitchFamily="34" charset="-128"/>
                <a:cs typeface="+mn-cs"/>
              </a:rPr>
              <a:t>L2</a:t>
            </a:r>
          </a:p>
        </p:txBody>
      </p:sp>
      <p:sp>
        <p:nvSpPr>
          <p:cNvPr id="33" name="ZoneTexte 32">
            <a:extLst>
              <a:ext uri="{FF2B5EF4-FFF2-40B4-BE49-F238E27FC236}">
                <a16:creationId xmlns:a16="http://schemas.microsoft.com/office/drawing/2014/main" id="{3F9BF28F-441E-701F-77B8-83DAEB733010}"/>
              </a:ext>
            </a:extLst>
          </p:cNvPr>
          <p:cNvSpPr txBox="1"/>
          <p:nvPr/>
        </p:nvSpPr>
        <p:spPr>
          <a:xfrm>
            <a:off x="87730" y="860893"/>
            <a:ext cx="169918" cy="184666"/>
          </a:xfrm>
          <a:prstGeom prst="rect">
            <a:avLst/>
          </a:prstGeom>
          <a:noFill/>
        </p:spPr>
        <p:txBody>
          <a:bodyPr wrap="none" lIns="0" tIns="0" rIns="0" bIns="0"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Helvetica 55 Roman" panose="020B0604020202020204" pitchFamily="34" charset="0"/>
                <a:ea typeface="ＭＳ Ｐゴシック" pitchFamily="34" charset="-128"/>
                <a:cs typeface="+mn-cs"/>
              </a:rPr>
              <a:t>L3</a:t>
            </a:r>
          </a:p>
        </p:txBody>
      </p:sp>
      <p:sp>
        <p:nvSpPr>
          <p:cNvPr id="35" name="Rectangle 34">
            <a:extLst>
              <a:ext uri="{FF2B5EF4-FFF2-40B4-BE49-F238E27FC236}">
                <a16:creationId xmlns:a16="http://schemas.microsoft.com/office/drawing/2014/main" id="{FAF3B857-AC2C-D6D8-7123-1D847BE73FE2}"/>
              </a:ext>
            </a:extLst>
          </p:cNvPr>
          <p:cNvSpPr/>
          <p:nvPr/>
        </p:nvSpPr>
        <p:spPr>
          <a:xfrm>
            <a:off x="375689" y="5757810"/>
            <a:ext cx="11721454" cy="180000"/>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white"/>
                </a:solidFill>
                <a:effectLst/>
                <a:uLnTx/>
                <a:uFillTx/>
                <a:latin typeface="Helvetica 75 Bold"/>
                <a:ea typeface="+mn-ea"/>
                <a:cs typeface="+mn-cs"/>
              </a:rPr>
            </a:br>
            <a:r>
              <a:rPr kumimoji="0" lang="fr-FR" sz="1000" b="0" i="0" u="none" strike="noStrike" kern="1200" cap="none" spc="0" normalizeH="0" baseline="0" noProof="0" err="1">
                <a:ln>
                  <a:noFill/>
                </a:ln>
                <a:solidFill>
                  <a:prstClr val="white"/>
                </a:solidFill>
                <a:effectLst/>
                <a:uLnTx/>
                <a:uFillTx/>
                <a:latin typeface="Helvetica 75 Bold"/>
                <a:ea typeface="+mn-ea"/>
                <a:cs typeface="+mn-cs"/>
              </a:rPr>
              <a:t>Technical</a:t>
            </a:r>
            <a:r>
              <a:rPr kumimoji="0" lang="fr-FR" sz="1000" b="0" i="0" u="none" strike="noStrike" kern="1200" cap="none" spc="0" normalizeH="0" baseline="0" noProof="0">
                <a:ln>
                  <a:noFill/>
                </a:ln>
                <a:solidFill>
                  <a:prstClr val="white"/>
                </a:solidFill>
                <a:effectLst/>
                <a:uLnTx/>
                <a:uFillTx/>
                <a:latin typeface="Helvetica 75 Bold"/>
                <a:ea typeface="+mn-ea"/>
                <a:cs typeface="+mn-cs"/>
              </a:rPr>
              <a:t> </a:t>
            </a:r>
            <a:r>
              <a:rPr kumimoji="0" lang="fr-FR" sz="1000" b="0" i="0" u="none" strike="noStrike" kern="1200" cap="none" spc="0" normalizeH="0" baseline="0" noProof="0" err="1">
                <a:ln>
                  <a:noFill/>
                </a:ln>
                <a:solidFill>
                  <a:prstClr val="white"/>
                </a:solidFill>
                <a:effectLst/>
                <a:uLnTx/>
                <a:uFillTx/>
                <a:latin typeface="Helvetica 75 Bold"/>
                <a:ea typeface="+mn-ea"/>
                <a:cs typeface="+mn-cs"/>
              </a:rPr>
              <a:t>Features</a:t>
            </a:r>
            <a:r>
              <a:rPr kumimoji="0" lang="fr-FR" sz="1000" b="0" i="0" u="none" strike="noStrike" kern="1200" cap="none" spc="0" normalizeH="0" baseline="0" noProof="0">
                <a:ln>
                  <a:noFill/>
                </a:ln>
                <a:solidFill>
                  <a:prstClr val="white"/>
                </a:solidFill>
                <a:effectLst/>
                <a:uLnTx/>
                <a:uFillTx/>
                <a:latin typeface="Helvetica 75 Bold"/>
                <a:ea typeface="+mn-ea"/>
                <a:cs typeface="+mn-cs"/>
              </a:rPr>
              <a:t> </a:t>
            </a:r>
            <a:endParaRPr kumimoji="0" lang="en-GB" sz="1000" b="0" i="0" u="none" strike="noStrike" kern="1200" cap="none" spc="0" normalizeH="0" baseline="0" noProof="0">
              <a:ln>
                <a:noFill/>
              </a:ln>
              <a:solidFill>
                <a:prstClr val="white"/>
              </a:solidFill>
              <a:effectLst/>
              <a:uLnTx/>
              <a:uFillTx/>
              <a:latin typeface="Helvetica 75 Bold"/>
              <a:ea typeface="+mn-ea"/>
              <a:cs typeface="+mn-cs"/>
            </a:endParaRPr>
          </a:p>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white"/>
              </a:solidFill>
              <a:effectLst/>
              <a:uLnTx/>
              <a:uFillTx/>
              <a:latin typeface="Helvetica 75 Bold"/>
              <a:ea typeface="+mn-ea"/>
              <a:cs typeface="+mn-cs"/>
            </a:endParaRPr>
          </a:p>
        </p:txBody>
      </p:sp>
      <p:sp>
        <p:nvSpPr>
          <p:cNvPr id="36" name="Rectangle 35">
            <a:extLst>
              <a:ext uri="{FF2B5EF4-FFF2-40B4-BE49-F238E27FC236}">
                <a16:creationId xmlns:a16="http://schemas.microsoft.com/office/drawing/2014/main" id="{4659120E-B95F-945A-2B96-FD18CBA573DC}"/>
              </a:ext>
            </a:extLst>
          </p:cNvPr>
          <p:cNvSpPr/>
          <p:nvPr/>
        </p:nvSpPr>
        <p:spPr>
          <a:xfrm>
            <a:off x="356931" y="3152673"/>
            <a:ext cx="11720945" cy="217364"/>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Offer Pricing</a:t>
            </a:r>
          </a:p>
        </p:txBody>
      </p:sp>
      <p:sp>
        <p:nvSpPr>
          <p:cNvPr id="38" name="Rectangle 37">
            <a:extLst>
              <a:ext uri="{FF2B5EF4-FFF2-40B4-BE49-F238E27FC236}">
                <a16:creationId xmlns:a16="http://schemas.microsoft.com/office/drawing/2014/main" id="{139D6581-0520-3CC0-B7FB-B7FDA5684DD1}"/>
              </a:ext>
            </a:extLst>
          </p:cNvPr>
          <p:cNvSpPr/>
          <p:nvPr/>
        </p:nvSpPr>
        <p:spPr>
          <a:xfrm>
            <a:off x="3585485" y="2474776"/>
            <a:ext cx="8516297" cy="180000"/>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white"/>
                </a:solidFill>
                <a:effectLst/>
                <a:uLnTx/>
                <a:uFillTx/>
                <a:latin typeface="Helvetica 75 Bold"/>
                <a:ea typeface="+mn-ea"/>
                <a:cs typeface="+mn-cs"/>
              </a:rPr>
              <a:t>Quote Offer Eligibility</a:t>
            </a:r>
          </a:p>
        </p:txBody>
      </p:sp>
      <p:sp>
        <p:nvSpPr>
          <p:cNvPr id="39" name="Rectangle 38">
            <a:extLst>
              <a:ext uri="{FF2B5EF4-FFF2-40B4-BE49-F238E27FC236}">
                <a16:creationId xmlns:a16="http://schemas.microsoft.com/office/drawing/2014/main" id="{0DBBBF3F-6A09-FB95-58B4-A5E5C4419AF7}"/>
              </a:ext>
            </a:extLst>
          </p:cNvPr>
          <p:cNvSpPr/>
          <p:nvPr/>
        </p:nvSpPr>
        <p:spPr>
          <a:xfrm>
            <a:off x="362508" y="4326783"/>
            <a:ext cx="5637000" cy="180000"/>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Offer Profitability</a:t>
            </a:r>
          </a:p>
        </p:txBody>
      </p:sp>
      <p:sp>
        <p:nvSpPr>
          <p:cNvPr id="40" name="Rectangle 39">
            <a:extLst>
              <a:ext uri="{FF2B5EF4-FFF2-40B4-BE49-F238E27FC236}">
                <a16:creationId xmlns:a16="http://schemas.microsoft.com/office/drawing/2014/main" id="{4A4CE9A2-84EA-4152-CD05-C84AE1EBFF59}"/>
              </a:ext>
            </a:extLst>
          </p:cNvPr>
          <p:cNvSpPr/>
          <p:nvPr/>
        </p:nvSpPr>
        <p:spPr>
          <a:xfrm>
            <a:off x="6095252" y="4325543"/>
            <a:ext cx="6006530" cy="179885"/>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Offer Customer Approval</a:t>
            </a:r>
          </a:p>
        </p:txBody>
      </p:sp>
      <p:sp>
        <p:nvSpPr>
          <p:cNvPr id="41" name="Rectangle 40">
            <a:extLst>
              <a:ext uri="{FF2B5EF4-FFF2-40B4-BE49-F238E27FC236}">
                <a16:creationId xmlns:a16="http://schemas.microsoft.com/office/drawing/2014/main" id="{00876DE0-0E94-6CB2-00C5-262BF8F5BCFE}"/>
              </a:ext>
            </a:extLst>
          </p:cNvPr>
          <p:cNvSpPr/>
          <p:nvPr/>
        </p:nvSpPr>
        <p:spPr>
          <a:xfrm>
            <a:off x="356930" y="5037042"/>
            <a:ext cx="11744849" cy="169587"/>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Order Creation </a:t>
            </a:r>
          </a:p>
        </p:txBody>
      </p:sp>
      <p:sp>
        <p:nvSpPr>
          <p:cNvPr id="42" name="Rectangle 41">
            <a:extLst>
              <a:ext uri="{FF2B5EF4-FFF2-40B4-BE49-F238E27FC236}">
                <a16:creationId xmlns:a16="http://schemas.microsoft.com/office/drawing/2014/main" id="{7BC2D559-21A8-92CF-D923-A6D371696062}"/>
              </a:ext>
            </a:extLst>
          </p:cNvPr>
          <p:cNvSpPr/>
          <p:nvPr/>
        </p:nvSpPr>
        <p:spPr>
          <a:xfrm>
            <a:off x="6497541" y="4592159"/>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Request for Contract</a:t>
            </a:r>
          </a:p>
        </p:txBody>
      </p:sp>
      <p:sp>
        <p:nvSpPr>
          <p:cNvPr id="43" name="Rectangle 42">
            <a:extLst>
              <a:ext uri="{FF2B5EF4-FFF2-40B4-BE49-F238E27FC236}">
                <a16:creationId xmlns:a16="http://schemas.microsoft.com/office/drawing/2014/main" id="{8E0BBA14-C964-B81F-45F1-54D62F3553F0}"/>
              </a:ext>
            </a:extLst>
          </p:cNvPr>
          <p:cNvSpPr/>
          <p:nvPr/>
        </p:nvSpPr>
        <p:spPr>
          <a:xfrm>
            <a:off x="2502826" y="460334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Gross Margin eligibility</a:t>
            </a:r>
          </a:p>
        </p:txBody>
      </p:sp>
      <p:sp>
        <p:nvSpPr>
          <p:cNvPr id="44" name="Rectangle 43">
            <a:extLst>
              <a:ext uri="{FF2B5EF4-FFF2-40B4-BE49-F238E27FC236}">
                <a16:creationId xmlns:a16="http://schemas.microsoft.com/office/drawing/2014/main" id="{F7CEE95D-C0A3-9FA8-C85C-A496C46840F3}"/>
              </a:ext>
            </a:extLst>
          </p:cNvPr>
          <p:cNvSpPr/>
          <p:nvPr/>
        </p:nvSpPr>
        <p:spPr>
          <a:xfrm>
            <a:off x="2526993" y="1657183"/>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Add Product to Quote</a:t>
            </a:r>
          </a:p>
        </p:txBody>
      </p:sp>
      <p:sp>
        <p:nvSpPr>
          <p:cNvPr id="45" name="Rectangle 44">
            <a:extLst>
              <a:ext uri="{FF2B5EF4-FFF2-40B4-BE49-F238E27FC236}">
                <a16:creationId xmlns:a16="http://schemas.microsoft.com/office/drawing/2014/main" id="{29FF917E-B2C5-1059-ABCB-131B66609046}"/>
              </a:ext>
            </a:extLst>
          </p:cNvPr>
          <p:cNvSpPr/>
          <p:nvPr/>
        </p:nvSpPr>
        <p:spPr>
          <a:xfrm>
            <a:off x="4141222" y="1657183"/>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Modify/Delete Products</a:t>
            </a:r>
            <a:endParaRPr kumimoji="0" lang="en-GB" sz="9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46" name="Rectangle 45">
            <a:extLst>
              <a:ext uri="{FF2B5EF4-FFF2-40B4-BE49-F238E27FC236}">
                <a16:creationId xmlns:a16="http://schemas.microsoft.com/office/drawing/2014/main" id="{B3EFF4EB-FDA9-6C6F-0963-676F8873FDD4}"/>
              </a:ext>
            </a:extLst>
          </p:cNvPr>
          <p:cNvSpPr/>
          <p:nvPr/>
        </p:nvSpPr>
        <p:spPr>
          <a:xfrm>
            <a:off x="7335457" y="878951"/>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Multiple Quotes</a:t>
            </a:r>
          </a:p>
        </p:txBody>
      </p:sp>
      <p:sp>
        <p:nvSpPr>
          <p:cNvPr id="47" name="Rectangle 46">
            <a:extLst>
              <a:ext uri="{FF2B5EF4-FFF2-40B4-BE49-F238E27FC236}">
                <a16:creationId xmlns:a16="http://schemas.microsoft.com/office/drawing/2014/main" id="{7F7DE039-C8B9-E721-B427-3E92643D81FF}"/>
              </a:ext>
            </a:extLst>
          </p:cNvPr>
          <p:cNvSpPr/>
          <p:nvPr/>
        </p:nvSpPr>
        <p:spPr>
          <a:xfrm>
            <a:off x="5741541" y="878774"/>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Handover to Sales x Digital</a:t>
            </a:r>
          </a:p>
        </p:txBody>
      </p:sp>
      <p:sp>
        <p:nvSpPr>
          <p:cNvPr id="50" name="Rectangle 49">
            <a:extLst>
              <a:ext uri="{FF2B5EF4-FFF2-40B4-BE49-F238E27FC236}">
                <a16:creationId xmlns:a16="http://schemas.microsoft.com/office/drawing/2014/main" id="{D96B9411-1D8D-04D2-6808-D4F3DAF998BB}"/>
              </a:ext>
            </a:extLst>
          </p:cNvPr>
          <p:cNvSpPr/>
          <p:nvPr/>
        </p:nvSpPr>
        <p:spPr>
          <a:xfrm>
            <a:off x="8520582" y="4583406"/>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Capture Customer Approval</a:t>
            </a:r>
          </a:p>
        </p:txBody>
      </p:sp>
      <p:sp>
        <p:nvSpPr>
          <p:cNvPr id="51" name="Rectangle 50">
            <a:extLst>
              <a:ext uri="{FF2B5EF4-FFF2-40B4-BE49-F238E27FC236}">
                <a16:creationId xmlns:a16="http://schemas.microsoft.com/office/drawing/2014/main" id="{84CAEF81-9A52-169D-F94D-BDF658CE16F0}"/>
              </a:ext>
            </a:extLst>
          </p:cNvPr>
          <p:cNvSpPr/>
          <p:nvPr/>
        </p:nvSpPr>
        <p:spPr>
          <a:xfrm>
            <a:off x="869583" y="5998893"/>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Quote State Model </a:t>
            </a:r>
          </a:p>
        </p:txBody>
      </p:sp>
      <p:sp>
        <p:nvSpPr>
          <p:cNvPr id="54" name="Rectangle 53">
            <a:extLst>
              <a:ext uri="{FF2B5EF4-FFF2-40B4-BE49-F238E27FC236}">
                <a16:creationId xmlns:a16="http://schemas.microsoft.com/office/drawing/2014/main" id="{933A8BFF-2004-C674-A975-5033F6776F43}"/>
              </a:ext>
            </a:extLst>
          </p:cNvPr>
          <p:cNvSpPr/>
          <p:nvPr/>
        </p:nvSpPr>
        <p:spPr>
          <a:xfrm>
            <a:off x="5722784" y="3453998"/>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Quote Discounting </a:t>
            </a:r>
          </a:p>
        </p:txBody>
      </p:sp>
      <p:sp>
        <p:nvSpPr>
          <p:cNvPr id="63" name="Rectangle 62">
            <a:extLst>
              <a:ext uri="{FF2B5EF4-FFF2-40B4-BE49-F238E27FC236}">
                <a16:creationId xmlns:a16="http://schemas.microsoft.com/office/drawing/2014/main" id="{621A9C32-1A68-A531-9031-2B535A801AEB}"/>
              </a:ext>
            </a:extLst>
          </p:cNvPr>
          <p:cNvSpPr/>
          <p:nvPr/>
        </p:nvSpPr>
        <p:spPr>
          <a:xfrm>
            <a:off x="11248110" y="21195"/>
            <a:ext cx="778793" cy="147791"/>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
        <p:nvSpPr>
          <p:cNvPr id="65" name="ZoneTexte 64">
            <a:extLst>
              <a:ext uri="{FF2B5EF4-FFF2-40B4-BE49-F238E27FC236}">
                <a16:creationId xmlns:a16="http://schemas.microsoft.com/office/drawing/2014/main" id="{B9C87356-FD94-F952-F2D3-12A8F697ED27}"/>
              </a:ext>
            </a:extLst>
          </p:cNvPr>
          <p:cNvSpPr txBox="1"/>
          <p:nvPr/>
        </p:nvSpPr>
        <p:spPr>
          <a:xfrm>
            <a:off x="9864894" y="12874"/>
            <a:ext cx="1321868" cy="518091"/>
          </a:xfrm>
          <a:prstGeom prst="rect">
            <a:avLst/>
          </a:prstGeom>
        </p:spPr>
        <p:txBody>
          <a:bodyPr wrap="square" lIns="0" tIns="0" rIns="0" bIns="0" rtlCol="0">
            <a:spAutoFit/>
          </a:bodyPr>
          <a:lstStyle/>
          <a:p>
            <a:pPr marL="0" marR="0" lvl="0" indent="0" algn="r" defTabSz="914354" rtl="0" eaLnBrk="1" fontAlgn="auto" latinLnBrk="0" hangingPunct="1">
              <a:lnSpc>
                <a:spcPct val="100000"/>
              </a:lnSpc>
              <a:spcBef>
                <a:spcPts val="40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ＭＳ Ｐゴシック" pitchFamily="34" charset="-128"/>
                <a:cs typeface="+mn-cs"/>
              </a:rPr>
              <a:t>Feature elaboration in PI1</a:t>
            </a:r>
          </a:p>
          <a:p>
            <a:pPr marL="0" marR="0" lvl="0" indent="0" algn="r" defTabSz="914354" rtl="0" eaLnBrk="1" fontAlgn="auto" latinLnBrk="0" hangingPunct="1">
              <a:lnSpc>
                <a:spcPct val="100000"/>
              </a:lnSpc>
              <a:spcBef>
                <a:spcPts val="40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ＭＳ Ｐゴシック" pitchFamily="34" charset="-128"/>
                <a:cs typeface="+mn-cs"/>
              </a:rPr>
              <a:t> in PI2 </a:t>
            </a:r>
          </a:p>
          <a:p>
            <a:pPr marL="0" marR="0" lvl="0" indent="0" algn="r" defTabSz="914354" rtl="0" eaLnBrk="1" fontAlgn="auto" latinLnBrk="0" hangingPunct="1">
              <a:lnSpc>
                <a:spcPct val="100000"/>
              </a:lnSpc>
              <a:spcBef>
                <a:spcPts val="40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ＭＳ Ｐゴシック" pitchFamily="34" charset="-128"/>
                <a:cs typeface="+mn-cs"/>
              </a:rPr>
              <a:t>Relevance TBC</a:t>
            </a:r>
          </a:p>
        </p:txBody>
      </p:sp>
      <p:sp>
        <p:nvSpPr>
          <p:cNvPr id="6" name="Rectangle 5">
            <a:extLst>
              <a:ext uri="{FF2B5EF4-FFF2-40B4-BE49-F238E27FC236}">
                <a16:creationId xmlns:a16="http://schemas.microsoft.com/office/drawing/2014/main" id="{C49A591B-6A66-1744-35C1-174D03405AA1}"/>
              </a:ext>
            </a:extLst>
          </p:cNvPr>
          <p:cNvSpPr/>
          <p:nvPr/>
        </p:nvSpPr>
        <p:spPr>
          <a:xfrm>
            <a:off x="856302" y="3840334"/>
            <a:ext cx="1512000"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Manage expiry</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Price &amp; Quote</a:t>
            </a:r>
          </a:p>
        </p:txBody>
      </p:sp>
      <p:sp>
        <p:nvSpPr>
          <p:cNvPr id="17" name="Rectangle 16">
            <a:extLst>
              <a:ext uri="{FF2B5EF4-FFF2-40B4-BE49-F238E27FC236}">
                <a16:creationId xmlns:a16="http://schemas.microsoft.com/office/drawing/2014/main" id="{9CCDDB9A-EDFD-AB8D-B651-3296042ABF23}"/>
              </a:ext>
            </a:extLst>
          </p:cNvPr>
          <p:cNvSpPr/>
          <p:nvPr/>
        </p:nvSpPr>
        <p:spPr>
          <a:xfrm>
            <a:off x="2508144" y="599889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Authenticate users</a:t>
            </a:r>
            <a:endPar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SSO</a:t>
            </a:r>
          </a:p>
        </p:txBody>
      </p:sp>
      <p:sp>
        <p:nvSpPr>
          <p:cNvPr id="29" name="Rectangle 28">
            <a:extLst>
              <a:ext uri="{FF2B5EF4-FFF2-40B4-BE49-F238E27FC236}">
                <a16:creationId xmlns:a16="http://schemas.microsoft.com/office/drawing/2014/main" id="{996E8CAE-AF7A-759A-FD30-40DE22F3B177}"/>
              </a:ext>
            </a:extLst>
          </p:cNvPr>
          <p:cNvSpPr/>
          <p:nvPr/>
        </p:nvSpPr>
        <p:spPr>
          <a:xfrm>
            <a:off x="11248109" y="194049"/>
            <a:ext cx="778793" cy="147791"/>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49" name="Rectangle 48">
            <a:extLst>
              <a:ext uri="{FF2B5EF4-FFF2-40B4-BE49-F238E27FC236}">
                <a16:creationId xmlns:a16="http://schemas.microsoft.com/office/drawing/2014/main" id="{B7B3C79A-D832-823A-8C73-EC549E4F7D4E}"/>
              </a:ext>
            </a:extLst>
          </p:cNvPr>
          <p:cNvSpPr/>
          <p:nvPr/>
        </p:nvSpPr>
        <p:spPr>
          <a:xfrm>
            <a:off x="873258" y="6628490"/>
            <a:ext cx="1508325" cy="297396"/>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Iot Gap Analysis</a:t>
            </a:r>
          </a:p>
        </p:txBody>
      </p:sp>
      <p:sp>
        <p:nvSpPr>
          <p:cNvPr id="52" name="Rectangle 51">
            <a:extLst>
              <a:ext uri="{FF2B5EF4-FFF2-40B4-BE49-F238E27FC236}">
                <a16:creationId xmlns:a16="http://schemas.microsoft.com/office/drawing/2014/main" id="{75069DE3-B5C3-7164-8507-16A2627D941C}"/>
              </a:ext>
            </a:extLst>
          </p:cNvPr>
          <p:cNvSpPr/>
          <p:nvPr/>
        </p:nvSpPr>
        <p:spPr>
          <a:xfrm>
            <a:off x="370846" y="6408246"/>
            <a:ext cx="11709581" cy="180000"/>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defTabSz="1219140" rtl="0" eaLnBrk="1" fontAlgn="auto" latinLnBrk="0" hangingPunct="1">
              <a:lnSpc>
                <a:spcPct val="100000"/>
              </a:lnSpc>
              <a:spcBef>
                <a:spcPts val="0"/>
              </a:spcBef>
              <a:spcAft>
                <a:spcPts val="0"/>
              </a:spcAft>
              <a:buClrTx/>
              <a:buSzTx/>
              <a:buFontTx/>
              <a:buNone/>
              <a:tabLst/>
              <a:defRPr/>
            </a:pPr>
            <a:br>
              <a:rPr kumimoji="0" lang="en-US" sz="1000" b="0" i="0" u="none" strike="noStrike" kern="1200" cap="none" spc="0" normalizeH="0" baseline="0" noProof="0" dirty="0">
                <a:ln>
                  <a:noFill/>
                </a:ln>
                <a:solidFill>
                  <a:prstClr val="white"/>
                </a:solidFill>
                <a:effectLst/>
                <a:uLnTx/>
                <a:uFillTx/>
                <a:latin typeface="Helvetica 75 Bold"/>
                <a:ea typeface="+mn-ea"/>
                <a:cs typeface="+mn-cs"/>
              </a:rPr>
            </a:br>
            <a:r>
              <a:rPr lang="en-US" sz="1000" dirty="0">
                <a:solidFill>
                  <a:prstClr val="white"/>
                </a:solidFill>
                <a:latin typeface="Helvetica 75 Bold"/>
              </a:rPr>
              <a:t>               </a:t>
            </a:r>
            <a:r>
              <a:rPr kumimoji="0" lang="fr-FR" sz="1000" b="0" i="0" u="none" strike="noStrike" kern="1200" cap="none" spc="0" normalizeH="0" baseline="0" noProof="0" dirty="0">
                <a:ln>
                  <a:noFill/>
                </a:ln>
                <a:solidFill>
                  <a:prstClr val="white"/>
                </a:solidFill>
                <a:effectLst/>
                <a:uLnTx/>
                <a:uFillTx/>
                <a:latin typeface="Helvetica 75 Bold"/>
                <a:ea typeface="+mn-ea"/>
                <a:cs typeface="+mn-cs"/>
              </a:rPr>
              <a:t>General</a:t>
            </a:r>
            <a:endParaRPr kumimoji="0" lang="en-GB" sz="1000" b="0" i="0" u="none" strike="noStrike" kern="1200" cap="none" spc="0" normalizeH="0" baseline="0" noProof="0" dirty="0">
              <a:ln>
                <a:noFill/>
              </a:ln>
              <a:solidFill>
                <a:prstClr val="white"/>
              </a:solidFill>
              <a:effectLst/>
              <a:uLnTx/>
              <a:uFillTx/>
              <a:latin typeface="Helvetica 75 Bold"/>
              <a:ea typeface="+mn-ea"/>
              <a:cs typeface="+mn-cs"/>
            </a:endParaRPr>
          </a:p>
          <a:p>
            <a:pPr marL="0" marR="0" lvl="0" indent="0" defTabSz="121914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prstClr val="white"/>
              </a:solidFill>
              <a:effectLst/>
              <a:uLnTx/>
              <a:uFillTx/>
              <a:latin typeface="Helvetica 75 Bold"/>
              <a:ea typeface="+mn-ea"/>
              <a:cs typeface="+mn-cs"/>
            </a:endParaRPr>
          </a:p>
        </p:txBody>
      </p:sp>
      <p:sp>
        <p:nvSpPr>
          <p:cNvPr id="3" name="Rectangle 2">
            <a:extLst>
              <a:ext uri="{FF2B5EF4-FFF2-40B4-BE49-F238E27FC236}">
                <a16:creationId xmlns:a16="http://schemas.microsoft.com/office/drawing/2014/main" id="{FE3509B6-F9F2-D7CF-8C8E-1F9912369AB9}"/>
              </a:ext>
            </a:extLst>
          </p:cNvPr>
          <p:cNvSpPr/>
          <p:nvPr/>
        </p:nvSpPr>
        <p:spPr>
          <a:xfrm>
            <a:off x="2526993" y="880904"/>
            <a:ext cx="1512000"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solidFill>
                <a:effectLst/>
                <a:uLnTx/>
                <a:uFillTx/>
                <a:latin typeface="Helvetica 75 Bold"/>
                <a:ea typeface="+mn-ea"/>
                <a:cs typeface="+mn-cs"/>
              </a:rPr>
              <a:t>Retrieve quotes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Self-serve</a:t>
            </a:r>
          </a:p>
        </p:txBody>
      </p:sp>
      <p:sp>
        <p:nvSpPr>
          <p:cNvPr id="8" name="Rectangle 7">
            <a:extLst>
              <a:ext uri="{FF2B5EF4-FFF2-40B4-BE49-F238E27FC236}">
                <a16:creationId xmlns:a16="http://schemas.microsoft.com/office/drawing/2014/main" id="{C37EE795-542C-4CCC-08E9-DAD580F23F6E}"/>
              </a:ext>
            </a:extLst>
          </p:cNvPr>
          <p:cNvSpPr/>
          <p:nvPr/>
        </p:nvSpPr>
        <p:spPr>
          <a:xfrm>
            <a:off x="8939592" y="5292962"/>
            <a:ext cx="3082462"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Manage billing information</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Retrieve, Select, Enter new info, request BAN creation </a:t>
            </a:r>
          </a:p>
        </p:txBody>
      </p:sp>
      <p:sp>
        <p:nvSpPr>
          <p:cNvPr id="5" name="Rectangle 4">
            <a:extLst>
              <a:ext uri="{FF2B5EF4-FFF2-40B4-BE49-F238E27FC236}">
                <a16:creationId xmlns:a16="http://schemas.microsoft.com/office/drawing/2014/main" id="{4EFD3A8E-A286-47A6-6BA7-11EF40B1F6C8}"/>
              </a:ext>
            </a:extLst>
          </p:cNvPr>
          <p:cNvSpPr/>
          <p:nvPr/>
        </p:nvSpPr>
        <p:spPr>
          <a:xfrm>
            <a:off x="4141222" y="877027"/>
            <a:ext cx="1512000" cy="324000"/>
          </a:xfrm>
          <a:prstGeom prst="rect">
            <a:avLst/>
          </a:prstGeom>
          <a:solidFill>
            <a:schemeClr val="accent2"/>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Cart Saved for Later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Self-serve</a:t>
            </a:r>
          </a:p>
        </p:txBody>
      </p:sp>
      <p:sp>
        <p:nvSpPr>
          <p:cNvPr id="48" name="Rectangle 47">
            <a:extLst>
              <a:ext uri="{FF2B5EF4-FFF2-40B4-BE49-F238E27FC236}">
                <a16:creationId xmlns:a16="http://schemas.microsoft.com/office/drawing/2014/main" id="{F3057134-D69A-A706-B837-859EAFCA899E}"/>
              </a:ext>
            </a:extLst>
          </p:cNvPr>
          <p:cNvSpPr/>
          <p:nvPr/>
        </p:nvSpPr>
        <p:spPr>
          <a:xfrm>
            <a:off x="4092925" y="5998893"/>
            <a:ext cx="313836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Roles &amp; assign quotes</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Users : customers, internals, partners</a:t>
            </a:r>
          </a:p>
        </p:txBody>
      </p:sp>
      <p:sp>
        <p:nvSpPr>
          <p:cNvPr id="57" name="Rectangle 56">
            <a:extLst>
              <a:ext uri="{FF2B5EF4-FFF2-40B4-BE49-F238E27FC236}">
                <a16:creationId xmlns:a16="http://schemas.microsoft.com/office/drawing/2014/main" id="{C6F1D504-17F4-C83D-BA31-9C6583595D38}"/>
              </a:ext>
            </a:extLst>
          </p:cNvPr>
          <p:cNvSpPr/>
          <p:nvPr/>
        </p:nvSpPr>
        <p:spPr>
          <a:xfrm>
            <a:off x="7354215" y="599889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Reporting &amp; Analytics</a:t>
            </a:r>
          </a:p>
        </p:txBody>
      </p:sp>
      <p:sp>
        <p:nvSpPr>
          <p:cNvPr id="58" name="Rectangle 57">
            <a:extLst>
              <a:ext uri="{FF2B5EF4-FFF2-40B4-BE49-F238E27FC236}">
                <a16:creationId xmlns:a16="http://schemas.microsoft.com/office/drawing/2014/main" id="{3BBC09AC-4F28-85DA-194D-F82457B933D7}"/>
              </a:ext>
            </a:extLst>
          </p:cNvPr>
          <p:cNvSpPr/>
          <p:nvPr/>
        </p:nvSpPr>
        <p:spPr>
          <a:xfrm>
            <a:off x="8940101" y="599889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Archive quotes data</a:t>
            </a:r>
          </a:p>
        </p:txBody>
      </p:sp>
      <p:sp>
        <p:nvSpPr>
          <p:cNvPr id="59" name="Rectangle 58">
            <a:extLst>
              <a:ext uri="{FF2B5EF4-FFF2-40B4-BE49-F238E27FC236}">
                <a16:creationId xmlns:a16="http://schemas.microsoft.com/office/drawing/2014/main" id="{A773FFB0-8085-86B9-2130-2D7891832451}"/>
              </a:ext>
            </a:extLst>
          </p:cNvPr>
          <p:cNvSpPr/>
          <p:nvPr/>
        </p:nvSpPr>
        <p:spPr>
          <a:xfrm>
            <a:off x="8915035" y="1251020"/>
            <a:ext cx="1512000" cy="324000"/>
          </a:xfrm>
          <a:prstGeom prst="rect">
            <a:avLst/>
          </a:prstGeom>
          <a:solidFill>
            <a:schemeClr val="accent6">
              <a:lumMod val="20000"/>
              <a:lumOff val="80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Quote Versionning</a:t>
            </a:r>
          </a:p>
        </p:txBody>
      </p:sp>
      <p:sp>
        <p:nvSpPr>
          <p:cNvPr id="61" name="Rectangle 60">
            <a:extLst>
              <a:ext uri="{FF2B5EF4-FFF2-40B4-BE49-F238E27FC236}">
                <a16:creationId xmlns:a16="http://schemas.microsoft.com/office/drawing/2014/main" id="{54ECA2A1-37F4-142B-6F62-0BC6F6D6428B}"/>
              </a:ext>
            </a:extLst>
          </p:cNvPr>
          <p:cNvSpPr/>
          <p:nvPr/>
        </p:nvSpPr>
        <p:spPr>
          <a:xfrm>
            <a:off x="8921343" y="878479"/>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Duplicate quote</a:t>
            </a:r>
          </a:p>
        </p:txBody>
      </p:sp>
      <p:sp>
        <p:nvSpPr>
          <p:cNvPr id="69" name="Rectangle 68">
            <a:extLst>
              <a:ext uri="{FF2B5EF4-FFF2-40B4-BE49-F238E27FC236}">
                <a16:creationId xmlns:a16="http://schemas.microsoft.com/office/drawing/2014/main" id="{CFAAC561-3AFE-9DFC-BC01-B0686036C2F2}"/>
              </a:ext>
            </a:extLst>
          </p:cNvPr>
          <p:cNvSpPr/>
          <p:nvPr/>
        </p:nvSpPr>
        <p:spPr>
          <a:xfrm>
            <a:off x="5741541" y="1651371"/>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Add Bulk products/configs</a:t>
            </a:r>
          </a:p>
        </p:txBody>
      </p:sp>
      <p:sp>
        <p:nvSpPr>
          <p:cNvPr id="70" name="Rectangle 69">
            <a:extLst>
              <a:ext uri="{FF2B5EF4-FFF2-40B4-BE49-F238E27FC236}">
                <a16:creationId xmlns:a16="http://schemas.microsoft.com/office/drawing/2014/main" id="{33CE3A18-490C-2C84-7D6A-8B3BDFEDA2B4}"/>
              </a:ext>
            </a:extLst>
          </p:cNvPr>
          <p:cNvSpPr/>
          <p:nvPr/>
        </p:nvSpPr>
        <p:spPr>
          <a:xfrm>
            <a:off x="2507357" y="3840334"/>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Collect Customer Requested Date</a:t>
            </a:r>
          </a:p>
        </p:txBody>
      </p:sp>
      <p:sp>
        <p:nvSpPr>
          <p:cNvPr id="71" name="Rectangle 70">
            <a:extLst>
              <a:ext uri="{FF2B5EF4-FFF2-40B4-BE49-F238E27FC236}">
                <a16:creationId xmlns:a16="http://schemas.microsoft.com/office/drawing/2014/main" id="{2AED99D1-45B8-F746-C615-B7B0828744CE}"/>
              </a:ext>
            </a:extLst>
          </p:cNvPr>
          <p:cNvSpPr/>
          <p:nvPr/>
        </p:nvSpPr>
        <p:spPr>
          <a:xfrm>
            <a:off x="4102268" y="3847988"/>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Delivery address</a:t>
            </a:r>
          </a:p>
        </p:txBody>
      </p:sp>
      <p:sp>
        <p:nvSpPr>
          <p:cNvPr id="73" name="Rectangle 72">
            <a:extLst>
              <a:ext uri="{FF2B5EF4-FFF2-40B4-BE49-F238E27FC236}">
                <a16:creationId xmlns:a16="http://schemas.microsoft.com/office/drawing/2014/main" id="{C49F1D34-D13F-E5EC-C932-3BE8F4D9A3F8}"/>
              </a:ext>
            </a:extLst>
          </p:cNvPr>
          <p:cNvSpPr/>
          <p:nvPr/>
        </p:nvSpPr>
        <p:spPr>
          <a:xfrm>
            <a:off x="10516477" y="878479"/>
            <a:ext cx="1512000" cy="324000"/>
          </a:xfrm>
          <a:prstGeom prst="rect">
            <a:avLst/>
          </a:prstGeom>
          <a:solidFill>
            <a:schemeClr val="accent6">
              <a:lumMod val="20000"/>
              <a:lumOff val="80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Integrate with Project management tool</a:t>
            </a:r>
          </a:p>
        </p:txBody>
      </p:sp>
      <p:sp>
        <p:nvSpPr>
          <p:cNvPr id="74" name="Rectangle 73">
            <a:extLst>
              <a:ext uri="{FF2B5EF4-FFF2-40B4-BE49-F238E27FC236}">
                <a16:creationId xmlns:a16="http://schemas.microsoft.com/office/drawing/2014/main" id="{032F66C7-8AFB-C2AB-0CFD-0D18C9185288}"/>
              </a:ext>
            </a:extLst>
          </p:cNvPr>
          <p:cNvSpPr/>
          <p:nvPr/>
        </p:nvSpPr>
        <p:spPr>
          <a:xfrm>
            <a:off x="10523248" y="125267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Decompose Project quote into firm quotes</a:t>
            </a:r>
          </a:p>
        </p:txBody>
      </p:sp>
      <p:sp>
        <p:nvSpPr>
          <p:cNvPr id="78" name="Rectangle 77">
            <a:extLst>
              <a:ext uri="{FF2B5EF4-FFF2-40B4-BE49-F238E27FC236}">
                <a16:creationId xmlns:a16="http://schemas.microsoft.com/office/drawing/2014/main" id="{9EA367FB-52C5-9126-EBD5-4E6D358F3C02}"/>
              </a:ext>
            </a:extLst>
          </p:cNvPr>
          <p:cNvSpPr/>
          <p:nvPr/>
        </p:nvSpPr>
        <p:spPr>
          <a:xfrm>
            <a:off x="2508236" y="3439680"/>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Select Customer Price Book</a:t>
            </a:r>
          </a:p>
        </p:txBody>
      </p:sp>
      <p:sp>
        <p:nvSpPr>
          <p:cNvPr id="79" name="Rectangle 78">
            <a:extLst>
              <a:ext uri="{FF2B5EF4-FFF2-40B4-BE49-F238E27FC236}">
                <a16:creationId xmlns:a16="http://schemas.microsoft.com/office/drawing/2014/main" id="{5BF3A8B5-2F86-889E-4C7F-307D8E24A1EB}"/>
              </a:ext>
            </a:extLst>
          </p:cNvPr>
          <p:cNvSpPr/>
          <p:nvPr/>
        </p:nvSpPr>
        <p:spPr>
          <a:xfrm>
            <a:off x="5718776" y="5292962"/>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Inflight orders</a:t>
            </a:r>
          </a:p>
        </p:txBody>
      </p:sp>
      <p:sp>
        <p:nvSpPr>
          <p:cNvPr id="80" name="Rectangle 79">
            <a:extLst>
              <a:ext uri="{FF2B5EF4-FFF2-40B4-BE49-F238E27FC236}">
                <a16:creationId xmlns:a16="http://schemas.microsoft.com/office/drawing/2014/main" id="{9DFD0357-4C34-3027-00A0-04C65A362FF7}"/>
              </a:ext>
            </a:extLst>
          </p:cNvPr>
          <p:cNvSpPr/>
          <p:nvPr/>
        </p:nvSpPr>
        <p:spPr>
          <a:xfrm>
            <a:off x="7335457" y="1647083"/>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Catalogue(s) </a:t>
            </a: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Browse, search, filter</a:t>
            </a:r>
          </a:p>
        </p:txBody>
      </p:sp>
      <p:sp>
        <p:nvSpPr>
          <p:cNvPr id="81" name="Rectangle 80">
            <a:extLst>
              <a:ext uri="{FF2B5EF4-FFF2-40B4-BE49-F238E27FC236}">
                <a16:creationId xmlns:a16="http://schemas.microsoft.com/office/drawing/2014/main" id="{C215098C-8A3B-3F34-8D77-BB59A6DFE9B4}"/>
              </a:ext>
            </a:extLst>
          </p:cNvPr>
          <p:cNvSpPr/>
          <p:nvPr/>
        </p:nvSpPr>
        <p:spPr>
          <a:xfrm>
            <a:off x="10497720" y="3446199"/>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Recommend Configs</a:t>
            </a:r>
          </a:p>
        </p:txBody>
      </p:sp>
      <p:sp>
        <p:nvSpPr>
          <p:cNvPr id="82" name="Rectangle 81">
            <a:extLst>
              <a:ext uri="{FF2B5EF4-FFF2-40B4-BE49-F238E27FC236}">
                <a16:creationId xmlns:a16="http://schemas.microsoft.com/office/drawing/2014/main" id="{01116280-EBC4-B0B6-654B-342B923DFC1A}"/>
              </a:ext>
            </a:extLst>
          </p:cNvPr>
          <p:cNvSpPr/>
          <p:nvPr/>
        </p:nvSpPr>
        <p:spPr>
          <a:xfrm>
            <a:off x="5722784" y="3847536"/>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resources</a:t>
            </a:r>
          </a:p>
        </p:txBody>
      </p:sp>
      <p:sp>
        <p:nvSpPr>
          <p:cNvPr id="83" name="Rectangle 82">
            <a:extLst>
              <a:ext uri="{FF2B5EF4-FFF2-40B4-BE49-F238E27FC236}">
                <a16:creationId xmlns:a16="http://schemas.microsoft.com/office/drawing/2014/main" id="{ED2837C4-9827-5F0A-70BF-AF01038D3E6B}"/>
              </a:ext>
            </a:extLst>
          </p:cNvPr>
          <p:cNvSpPr/>
          <p:nvPr/>
        </p:nvSpPr>
        <p:spPr>
          <a:xfrm>
            <a:off x="8896278" y="3445391"/>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Currency </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retrieve, select, convert</a:t>
            </a:r>
          </a:p>
        </p:txBody>
      </p:sp>
      <p:sp>
        <p:nvSpPr>
          <p:cNvPr id="84" name="Rectangle 83">
            <a:extLst>
              <a:ext uri="{FF2B5EF4-FFF2-40B4-BE49-F238E27FC236}">
                <a16:creationId xmlns:a16="http://schemas.microsoft.com/office/drawing/2014/main" id="{7FCDAC07-97C2-4AE7-FAE2-E1B45C30C220}"/>
              </a:ext>
            </a:extLst>
          </p:cNvPr>
          <p:cNvSpPr/>
          <p:nvPr/>
        </p:nvSpPr>
        <p:spPr>
          <a:xfrm>
            <a:off x="10497720" y="3840334"/>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Evaluate ESG Impact</a:t>
            </a:r>
          </a:p>
        </p:txBody>
      </p:sp>
      <p:sp>
        <p:nvSpPr>
          <p:cNvPr id="86" name="Rectangle 85">
            <a:extLst>
              <a:ext uri="{FF2B5EF4-FFF2-40B4-BE49-F238E27FC236}">
                <a16:creationId xmlns:a16="http://schemas.microsoft.com/office/drawing/2014/main" id="{1FB1A215-7704-3F04-AD44-962A5DA7BE23}"/>
              </a:ext>
            </a:extLst>
          </p:cNvPr>
          <p:cNvSpPr/>
          <p:nvPr/>
        </p:nvSpPr>
        <p:spPr>
          <a:xfrm>
            <a:off x="7316700" y="3834809"/>
            <a:ext cx="1512000" cy="324000"/>
          </a:xfrm>
          <a:prstGeom prst="rect">
            <a:avLst/>
          </a:prstGeom>
          <a:solidFill>
            <a:schemeClr val="accent6">
              <a:lumMod val="20000"/>
              <a:lumOff val="80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Compute price with Tax</a:t>
            </a:r>
          </a:p>
        </p:txBody>
      </p:sp>
      <p:sp>
        <p:nvSpPr>
          <p:cNvPr id="87" name="Rectangle 86">
            <a:extLst>
              <a:ext uri="{FF2B5EF4-FFF2-40B4-BE49-F238E27FC236}">
                <a16:creationId xmlns:a16="http://schemas.microsoft.com/office/drawing/2014/main" id="{8F66F557-ECFD-BC74-0915-DC707E3A1859}"/>
              </a:ext>
            </a:extLst>
          </p:cNvPr>
          <p:cNvSpPr/>
          <p:nvPr/>
        </p:nvSpPr>
        <p:spPr>
          <a:xfrm>
            <a:off x="7353706" y="5292962"/>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Attach Bill of material</a:t>
            </a:r>
          </a:p>
        </p:txBody>
      </p:sp>
      <p:sp>
        <p:nvSpPr>
          <p:cNvPr id="97" name="ZoneTexte 96">
            <a:extLst>
              <a:ext uri="{FF2B5EF4-FFF2-40B4-BE49-F238E27FC236}">
                <a16:creationId xmlns:a16="http://schemas.microsoft.com/office/drawing/2014/main" id="{654FA882-5736-3226-2DC2-AB3C14803CE7}"/>
              </a:ext>
            </a:extLst>
          </p:cNvPr>
          <p:cNvSpPr txBox="1"/>
          <p:nvPr/>
        </p:nvSpPr>
        <p:spPr>
          <a:xfrm>
            <a:off x="447375" y="937837"/>
            <a:ext cx="406479"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F8F8F"/>
                </a:solidFill>
                <a:effectLst/>
                <a:uLnTx/>
                <a:uFillTx/>
                <a:latin typeface="Helvetica 55 Roman" panose="020B0604020202020204" pitchFamily="34" charset="0"/>
                <a:ea typeface="+mn-ea"/>
                <a:cs typeface="+mn-cs"/>
              </a:rPr>
              <a:t>Quote </a:t>
            </a:r>
            <a:r>
              <a:rPr kumimoji="0" lang="en-US" sz="700" b="0" i="0" u="none" strike="noStrike" kern="1200" cap="none" spc="0" normalizeH="0" baseline="0" noProof="0" err="1">
                <a:ln>
                  <a:noFill/>
                </a:ln>
                <a:solidFill>
                  <a:srgbClr val="8F8F8F"/>
                </a:solidFill>
                <a:effectLst/>
                <a:uLnTx/>
                <a:uFillTx/>
                <a:latin typeface="Helvetica 55 Roman" panose="020B0604020202020204" pitchFamily="34" charset="0"/>
                <a:ea typeface="+mn-ea"/>
                <a:cs typeface="+mn-cs"/>
              </a:rPr>
              <a:t>mgmt</a:t>
            </a:r>
            <a:endParaRPr kumimoji="0" lang="en-US" sz="700" b="0" i="0" u="none" strike="noStrike" kern="1200" cap="none" spc="0" normalizeH="0" baseline="0" noProof="0">
              <a:ln>
                <a:noFill/>
              </a:ln>
              <a:solidFill>
                <a:srgbClr val="8F8F8F"/>
              </a:solidFill>
              <a:effectLst/>
              <a:uLnTx/>
              <a:uFillTx/>
              <a:latin typeface="Helvetica 55 Roman" panose="020B0604020202020204" pitchFamily="34" charset="0"/>
              <a:ea typeface="+mn-ea"/>
              <a:cs typeface="+mn-cs"/>
            </a:endParaRPr>
          </a:p>
        </p:txBody>
      </p:sp>
      <p:sp>
        <p:nvSpPr>
          <p:cNvPr id="98" name="ZoneTexte 97">
            <a:extLst>
              <a:ext uri="{FF2B5EF4-FFF2-40B4-BE49-F238E27FC236}">
                <a16:creationId xmlns:a16="http://schemas.microsoft.com/office/drawing/2014/main" id="{E67E6CF1-1F11-D967-419D-A1D848BF202F}"/>
              </a:ext>
            </a:extLst>
          </p:cNvPr>
          <p:cNvSpPr txBox="1"/>
          <p:nvPr/>
        </p:nvSpPr>
        <p:spPr>
          <a:xfrm>
            <a:off x="460050" y="1673477"/>
            <a:ext cx="393805"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F8F8F"/>
                </a:solidFill>
                <a:effectLst/>
                <a:uLnTx/>
                <a:uFillTx/>
                <a:latin typeface="Helvetica 55 Roman" panose="020B0604020202020204" pitchFamily="34" charset="0"/>
                <a:ea typeface="+mn-ea"/>
                <a:cs typeface="+mn-cs"/>
              </a:rPr>
              <a:t>Product </a:t>
            </a:r>
            <a:r>
              <a:rPr kumimoji="0" lang="en-US" sz="700" b="0" i="0" u="none" strike="noStrike" kern="1200" cap="none" spc="0" normalizeH="0" baseline="0" noProof="0" err="1">
                <a:ln>
                  <a:noFill/>
                </a:ln>
                <a:solidFill>
                  <a:srgbClr val="8F8F8F"/>
                </a:solidFill>
                <a:effectLst/>
                <a:uLnTx/>
                <a:uFillTx/>
                <a:latin typeface="Helvetica 55 Roman" panose="020B0604020202020204" pitchFamily="34" charset="0"/>
                <a:ea typeface="+mn-ea"/>
                <a:cs typeface="+mn-cs"/>
              </a:rPr>
              <a:t>mgmt</a:t>
            </a:r>
            <a:endParaRPr kumimoji="0" lang="en-US" sz="700" b="0" i="0" u="none" strike="noStrike" kern="1200" cap="none" spc="0" normalizeH="0" baseline="0" noProof="0">
              <a:ln>
                <a:noFill/>
              </a:ln>
              <a:solidFill>
                <a:srgbClr val="8F8F8F"/>
              </a:solidFill>
              <a:effectLst/>
              <a:uLnTx/>
              <a:uFillTx/>
              <a:latin typeface="Helvetica 55 Roman" panose="020B0604020202020204" pitchFamily="34" charset="0"/>
              <a:ea typeface="+mn-ea"/>
              <a:cs typeface="+mn-cs"/>
            </a:endParaRPr>
          </a:p>
        </p:txBody>
      </p:sp>
      <p:sp>
        <p:nvSpPr>
          <p:cNvPr id="99" name="ZoneTexte 98">
            <a:extLst>
              <a:ext uri="{FF2B5EF4-FFF2-40B4-BE49-F238E27FC236}">
                <a16:creationId xmlns:a16="http://schemas.microsoft.com/office/drawing/2014/main" id="{57662CE6-EB88-9CF1-1CF7-B59314768CD4}"/>
              </a:ext>
            </a:extLst>
          </p:cNvPr>
          <p:cNvSpPr txBox="1"/>
          <p:nvPr/>
        </p:nvSpPr>
        <p:spPr>
          <a:xfrm>
            <a:off x="457019" y="2148854"/>
            <a:ext cx="393806" cy="107722"/>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F8F8F"/>
                </a:solidFill>
                <a:effectLst/>
                <a:uLnTx/>
                <a:uFillTx/>
                <a:latin typeface="Helvetica 55 Roman" panose="020B0604020202020204" pitchFamily="34" charset="0"/>
                <a:ea typeface="+mn-ea"/>
                <a:cs typeface="+mn-cs"/>
              </a:rPr>
              <a:t>Others</a:t>
            </a:r>
          </a:p>
        </p:txBody>
      </p:sp>
      <p:sp>
        <p:nvSpPr>
          <p:cNvPr id="103" name="Rectangle 102">
            <a:extLst>
              <a:ext uri="{FF2B5EF4-FFF2-40B4-BE49-F238E27FC236}">
                <a16:creationId xmlns:a16="http://schemas.microsoft.com/office/drawing/2014/main" id="{FD7693B5-3762-28BB-8D34-4FAF064FFF1E}"/>
              </a:ext>
            </a:extLst>
          </p:cNvPr>
          <p:cNvSpPr/>
          <p:nvPr/>
        </p:nvSpPr>
        <p:spPr>
          <a:xfrm>
            <a:off x="875059" y="2068607"/>
            <a:ext cx="1512000" cy="324000"/>
          </a:xfrm>
          <a:prstGeom prst="rect">
            <a:avLst/>
          </a:prstGeom>
          <a:solidFill>
            <a:srgbClr val="00B050"/>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0000"/>
                </a:solidFill>
                <a:effectLst/>
                <a:uLnTx/>
                <a:uFillTx/>
                <a:latin typeface="Helvetica 75 Bold"/>
                <a:ea typeface="+mn-ea"/>
                <a:cs typeface="+mn-cs"/>
              </a:rPr>
              <a:t>Add Sites to Quote </a:t>
            </a:r>
          </a:p>
        </p:txBody>
      </p:sp>
      <p:sp>
        <p:nvSpPr>
          <p:cNvPr id="104" name="Rectangle 103">
            <a:extLst>
              <a:ext uri="{FF2B5EF4-FFF2-40B4-BE49-F238E27FC236}">
                <a16:creationId xmlns:a16="http://schemas.microsoft.com/office/drawing/2014/main" id="{6A4B3D56-0323-4D4C-5324-16FB9971F07A}"/>
              </a:ext>
            </a:extLst>
          </p:cNvPr>
          <p:cNvSpPr/>
          <p:nvPr/>
        </p:nvSpPr>
        <p:spPr>
          <a:xfrm>
            <a:off x="10524507" y="1658222"/>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Recommend Products</a:t>
            </a:r>
          </a:p>
        </p:txBody>
      </p:sp>
      <p:sp>
        <p:nvSpPr>
          <p:cNvPr id="105" name="Rectangle 104">
            <a:extLst>
              <a:ext uri="{FF2B5EF4-FFF2-40B4-BE49-F238E27FC236}">
                <a16:creationId xmlns:a16="http://schemas.microsoft.com/office/drawing/2014/main" id="{D30C1E83-1245-4B26-0277-37B6BC22553A}"/>
              </a:ext>
            </a:extLst>
          </p:cNvPr>
          <p:cNvSpPr/>
          <p:nvPr/>
        </p:nvSpPr>
        <p:spPr>
          <a:xfrm>
            <a:off x="7326209" y="1258457"/>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75 Bold"/>
                <a:ea typeface="+mn-ea"/>
                <a:cs typeface="+mn-cs"/>
              </a:rPr>
              <a:t>Manage Template(s)</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New renew move migrate…</a:t>
            </a:r>
          </a:p>
        </p:txBody>
      </p:sp>
      <p:sp>
        <p:nvSpPr>
          <p:cNvPr id="106" name="Rectangle 105">
            <a:extLst>
              <a:ext uri="{FF2B5EF4-FFF2-40B4-BE49-F238E27FC236}">
                <a16:creationId xmlns:a16="http://schemas.microsoft.com/office/drawing/2014/main" id="{1A216A74-5F92-92B4-1146-99EEF5258A14}"/>
              </a:ext>
            </a:extLst>
          </p:cNvPr>
          <p:cNvSpPr/>
          <p:nvPr/>
        </p:nvSpPr>
        <p:spPr>
          <a:xfrm>
            <a:off x="5741541" y="2068607"/>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Add Bulk sites</a:t>
            </a:r>
          </a:p>
        </p:txBody>
      </p:sp>
      <p:sp>
        <p:nvSpPr>
          <p:cNvPr id="107" name="Rectangle 106">
            <a:extLst>
              <a:ext uri="{FF2B5EF4-FFF2-40B4-BE49-F238E27FC236}">
                <a16:creationId xmlns:a16="http://schemas.microsoft.com/office/drawing/2014/main" id="{37B4A769-70F1-AF73-655A-6FDF16225126}"/>
              </a:ext>
            </a:extLst>
          </p:cNvPr>
          <p:cNvSpPr/>
          <p:nvPr/>
        </p:nvSpPr>
        <p:spPr>
          <a:xfrm>
            <a:off x="7335457" y="2068607"/>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Customer contact</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retrieve, select, update </a:t>
            </a:r>
          </a:p>
        </p:txBody>
      </p:sp>
      <p:sp>
        <p:nvSpPr>
          <p:cNvPr id="108" name="Rectangle 107">
            <a:extLst>
              <a:ext uri="{FF2B5EF4-FFF2-40B4-BE49-F238E27FC236}">
                <a16:creationId xmlns:a16="http://schemas.microsoft.com/office/drawing/2014/main" id="{4686B0F9-81AF-5FA4-E6C2-A483F8FA88B9}"/>
              </a:ext>
            </a:extLst>
          </p:cNvPr>
          <p:cNvSpPr/>
          <p:nvPr/>
        </p:nvSpPr>
        <p:spPr>
          <a:xfrm>
            <a:off x="5741541" y="1257209"/>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Opportunity</a:t>
            </a: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Retrieve, create, Sync</a:t>
            </a:r>
            <a:endParaRPr kumimoji="0" lang="en-GB" sz="9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endParaRPr>
          </a:p>
        </p:txBody>
      </p:sp>
      <p:sp>
        <p:nvSpPr>
          <p:cNvPr id="111" name="Rectangle 110">
            <a:extLst>
              <a:ext uri="{FF2B5EF4-FFF2-40B4-BE49-F238E27FC236}">
                <a16:creationId xmlns:a16="http://schemas.microsoft.com/office/drawing/2014/main" id="{EF9EB0A6-17B4-9EC8-C510-BD0180BD231B}"/>
              </a:ext>
            </a:extLst>
          </p:cNvPr>
          <p:cNvSpPr/>
          <p:nvPr/>
        </p:nvSpPr>
        <p:spPr>
          <a:xfrm>
            <a:off x="375689" y="2682268"/>
            <a:ext cx="3102802" cy="414662"/>
          </a:xfrm>
          <a:prstGeom prst="rect">
            <a:avLst/>
          </a:prstGeom>
          <a:solidFill>
            <a:schemeClr val="tx1">
              <a:lumMod val="85000"/>
              <a:lumOff val="15000"/>
            </a:schemeClr>
          </a:solidFill>
          <a:ln w="12700">
            <a:solidFill>
              <a:schemeClr val="tx1">
                <a:lumMod val="85000"/>
                <a:lumOff val="1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1219140"/>
            <a:endParaRPr lang="en-GB">
              <a:solidFill>
                <a:srgbClr val="FFFFFF"/>
              </a:solidFill>
              <a:latin typeface="Helvetica 55 Roman" panose="020B0604020202020204" pitchFamily="34" charset="0"/>
            </a:endParaRPr>
          </a:p>
        </p:txBody>
      </p:sp>
      <p:sp>
        <p:nvSpPr>
          <p:cNvPr id="112" name="Rectangle 111">
            <a:extLst>
              <a:ext uri="{FF2B5EF4-FFF2-40B4-BE49-F238E27FC236}">
                <a16:creationId xmlns:a16="http://schemas.microsoft.com/office/drawing/2014/main" id="{BA1DC40B-7040-3AEC-F7A1-BE612ED99B1F}"/>
              </a:ext>
            </a:extLst>
          </p:cNvPr>
          <p:cNvSpPr/>
          <p:nvPr/>
        </p:nvSpPr>
        <p:spPr>
          <a:xfrm>
            <a:off x="375689" y="2482971"/>
            <a:ext cx="3091411" cy="180000"/>
          </a:xfrm>
          <a:prstGeom prst="rect">
            <a:avLst/>
          </a:prstGeom>
          <a:solidFill>
            <a:schemeClr val="bg2"/>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504000" bIns="0" rtlCol="0" anchor="ct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white"/>
                </a:solidFill>
                <a:effectLst/>
                <a:uLnTx/>
                <a:uFillTx/>
                <a:latin typeface="Helvetica 75 Bold"/>
                <a:ea typeface="+mn-ea"/>
                <a:cs typeface="+mn-cs"/>
              </a:rPr>
              <a:t>Quote Offer Exception (</a:t>
            </a:r>
            <a:r>
              <a:rPr kumimoji="0" lang="en-GB" sz="1000" b="0" i="0" u="none" strike="noStrike" kern="1200" cap="none" spc="0" normalizeH="0" baseline="0" noProof="0" err="1">
                <a:ln>
                  <a:noFill/>
                </a:ln>
                <a:solidFill>
                  <a:prstClr val="white"/>
                </a:solidFill>
                <a:effectLst/>
                <a:uLnTx/>
                <a:uFillTx/>
                <a:latin typeface="Helvetica 75 Bold"/>
                <a:ea typeface="+mn-ea"/>
                <a:cs typeface="+mn-cs"/>
              </a:rPr>
              <a:t>BeSpoke</a:t>
            </a:r>
            <a:r>
              <a:rPr kumimoji="0" lang="en-GB" sz="1000" b="0" i="0" u="none" strike="noStrike" kern="1200" cap="none" spc="0" normalizeH="0" baseline="0" noProof="0">
                <a:ln>
                  <a:noFill/>
                </a:ln>
                <a:solidFill>
                  <a:prstClr val="white"/>
                </a:solidFill>
                <a:effectLst/>
                <a:uLnTx/>
                <a:uFillTx/>
                <a:latin typeface="Helvetica 75 Bold"/>
                <a:ea typeface="+mn-ea"/>
                <a:cs typeface="+mn-cs"/>
              </a:rPr>
              <a:t> “OSM”)</a:t>
            </a:r>
          </a:p>
        </p:txBody>
      </p:sp>
      <p:sp>
        <p:nvSpPr>
          <p:cNvPr id="113" name="Rectangle 112">
            <a:extLst>
              <a:ext uri="{FF2B5EF4-FFF2-40B4-BE49-F238E27FC236}">
                <a16:creationId xmlns:a16="http://schemas.microsoft.com/office/drawing/2014/main" id="{4F1EE189-4FD0-E9EA-B213-66B6ABEB8FF2}"/>
              </a:ext>
            </a:extLst>
          </p:cNvPr>
          <p:cNvSpPr/>
          <p:nvPr/>
        </p:nvSpPr>
        <p:spPr>
          <a:xfrm>
            <a:off x="875059" y="2734570"/>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Manage One-Off Exception</a:t>
            </a:r>
          </a:p>
        </p:txBody>
      </p:sp>
      <p:sp>
        <p:nvSpPr>
          <p:cNvPr id="128" name="Rectangle 127">
            <a:extLst>
              <a:ext uri="{FF2B5EF4-FFF2-40B4-BE49-F238E27FC236}">
                <a16:creationId xmlns:a16="http://schemas.microsoft.com/office/drawing/2014/main" id="{A19A4354-4E56-9A41-6A61-F109C6C0D9C5}"/>
              </a:ext>
            </a:extLst>
          </p:cNvPr>
          <p:cNvSpPr/>
          <p:nvPr/>
        </p:nvSpPr>
        <p:spPr>
          <a:xfrm>
            <a:off x="11248108" y="403740"/>
            <a:ext cx="778793" cy="147791"/>
          </a:xfrm>
          <a:prstGeom prst="rect">
            <a:avLst/>
          </a:prstGeom>
          <a:solidFill>
            <a:schemeClr val="accent6">
              <a:lumMod val="20000"/>
              <a:lumOff val="80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cxnSp>
        <p:nvCxnSpPr>
          <p:cNvPr id="130" name="Connecteur droit 129">
            <a:extLst>
              <a:ext uri="{FF2B5EF4-FFF2-40B4-BE49-F238E27FC236}">
                <a16:creationId xmlns:a16="http://schemas.microsoft.com/office/drawing/2014/main" id="{DF15BFDA-A88A-56CD-5BD7-D14F761D0BDF}"/>
              </a:ext>
            </a:extLst>
          </p:cNvPr>
          <p:cNvCxnSpPr>
            <a:cxnSpLocks/>
          </p:cNvCxnSpPr>
          <p:nvPr/>
        </p:nvCxnSpPr>
        <p:spPr>
          <a:xfrm>
            <a:off x="779286" y="875333"/>
            <a:ext cx="0" cy="6996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B162CCB-8E07-F4C5-53BA-A4D6866ACC93}"/>
              </a:ext>
            </a:extLst>
          </p:cNvPr>
          <p:cNvSpPr/>
          <p:nvPr/>
        </p:nvSpPr>
        <p:spPr>
          <a:xfrm>
            <a:off x="6090998" y="2727497"/>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Validate Contract Eligibility (MSA)</a:t>
            </a:r>
          </a:p>
        </p:txBody>
      </p:sp>
      <p:sp>
        <p:nvSpPr>
          <p:cNvPr id="25" name="Rectangle 24">
            <a:extLst>
              <a:ext uri="{FF2B5EF4-FFF2-40B4-BE49-F238E27FC236}">
                <a16:creationId xmlns:a16="http://schemas.microsoft.com/office/drawing/2014/main" id="{3EA29B7F-AF8B-9576-7AEF-1990824D5462}"/>
              </a:ext>
            </a:extLst>
          </p:cNvPr>
          <p:cNvSpPr/>
          <p:nvPr/>
        </p:nvSpPr>
        <p:spPr>
          <a:xfrm>
            <a:off x="8159035" y="2726285"/>
            <a:ext cx="1512000" cy="324000"/>
          </a:xfrm>
          <a:prstGeom prst="rect">
            <a:avLst/>
          </a:prstGeom>
          <a:solidFill>
            <a:schemeClr val="bg1">
              <a:lumMod val="85000"/>
            </a:schemeClr>
          </a:solidFill>
          <a:ln w="12700">
            <a:solidFill>
              <a:schemeClr val="tx2">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Helvetica 75 Bold"/>
                <a:ea typeface="+mn-ea"/>
                <a:cs typeface="+mn-cs"/>
              </a:rPr>
              <a:t>Validate Technical &amp; Operational Eligibility</a:t>
            </a:r>
          </a:p>
        </p:txBody>
      </p:sp>
    </p:spTree>
    <p:extLst>
      <p:ext uri="{BB962C8B-B14F-4D97-AF65-F5344CB8AC3E}">
        <p14:creationId xmlns:p14="http://schemas.microsoft.com/office/powerpoint/2010/main" val="221972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7DAD1-7D7F-5CC3-6D4B-8159FFD0767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C19B73-3C5B-615B-695D-8F6AC7BEDE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 name="think-cell data - do not delete" hidden="1">
                        <a:extLst>
                          <a:ext uri="{FF2B5EF4-FFF2-40B4-BE49-F238E27FC236}">
                            <a16:creationId xmlns:a16="http://schemas.microsoft.com/office/drawing/2014/main" id="{F4C19B73-3C5B-615B-695D-8F6AC7BEDE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986C971-E3DA-F2BC-A435-BCDF48123652}"/>
              </a:ext>
            </a:extLst>
          </p:cNvPr>
          <p:cNvSpPr>
            <a:spLocks noGrp="1"/>
          </p:cNvSpPr>
          <p:nvPr>
            <p:ph type="title"/>
          </p:nvPr>
        </p:nvSpPr>
        <p:spPr>
          <a:xfrm>
            <a:off x="385708" y="241884"/>
            <a:ext cx="11353800" cy="991659"/>
          </a:xfrm>
        </p:spPr>
        <p:txBody>
          <a:bodyPr vert="horz"/>
          <a:lstStyle/>
          <a:p>
            <a:r>
              <a:rPr lang="en-GB" dirty="0"/>
              <a:t>CPQ L1-L3 Processes MVP</a:t>
            </a:r>
            <a:br>
              <a:rPr lang="en-GB" dirty="0"/>
            </a:br>
            <a:r>
              <a:rPr lang="fr-FR" sz="1600" dirty="0" err="1">
                <a:solidFill>
                  <a:schemeClr val="bg1"/>
                </a:solidFill>
              </a:rPr>
              <a:t>We</a:t>
            </a:r>
            <a:r>
              <a:rPr lang="fr-FR" sz="1600" dirty="0">
                <a:solidFill>
                  <a:schemeClr val="bg1"/>
                </a:solidFill>
              </a:rPr>
              <a:t> have </a:t>
            </a:r>
            <a:r>
              <a:rPr lang="fr-FR" sz="1600" dirty="0" err="1">
                <a:solidFill>
                  <a:schemeClr val="bg1"/>
                </a:solidFill>
              </a:rPr>
              <a:t>defined</a:t>
            </a:r>
            <a:r>
              <a:rPr lang="fr-FR" sz="1600" dirty="0">
                <a:solidFill>
                  <a:schemeClr val="bg1"/>
                </a:solidFill>
              </a:rPr>
              <a:t> MVP </a:t>
            </a:r>
            <a:r>
              <a:rPr lang="fr-FR" sz="1600" dirty="0" err="1">
                <a:solidFill>
                  <a:schemeClr val="bg1"/>
                </a:solidFill>
              </a:rPr>
              <a:t>features</a:t>
            </a:r>
            <a:r>
              <a:rPr lang="fr-FR" sz="1600" dirty="0">
                <a:solidFill>
                  <a:schemeClr val="bg1"/>
                </a:solidFill>
              </a:rPr>
              <a:t> and design an E2E L3 process flow for </a:t>
            </a:r>
            <a:r>
              <a:rPr lang="fr-FR" sz="1600" dirty="0" err="1">
                <a:solidFill>
                  <a:schemeClr val="bg1"/>
                </a:solidFill>
              </a:rPr>
              <a:t>quote</a:t>
            </a:r>
            <a:r>
              <a:rPr lang="fr-FR" sz="1600" dirty="0">
                <a:solidFill>
                  <a:schemeClr val="bg1"/>
                </a:solidFill>
              </a:rPr>
              <a:t> to </a:t>
            </a:r>
            <a:r>
              <a:rPr lang="fr-FR" sz="1600" dirty="0" err="1">
                <a:solidFill>
                  <a:schemeClr val="bg1"/>
                </a:solidFill>
              </a:rPr>
              <a:t>order</a:t>
            </a:r>
            <a:endParaRPr lang="en-GB" dirty="0"/>
          </a:p>
        </p:txBody>
      </p:sp>
      <p:graphicFrame>
        <p:nvGraphicFramePr>
          <p:cNvPr id="103" name="Tableau 102">
            <a:extLst>
              <a:ext uri="{FF2B5EF4-FFF2-40B4-BE49-F238E27FC236}">
                <a16:creationId xmlns:a16="http://schemas.microsoft.com/office/drawing/2014/main" id="{79017DBD-68EF-5523-47E2-FB9ED1DAAFC7}"/>
              </a:ext>
            </a:extLst>
          </p:cNvPr>
          <p:cNvGraphicFramePr>
            <a:graphicFrameLocks noGrp="1"/>
          </p:cNvGraphicFramePr>
          <p:nvPr>
            <p:extLst>
              <p:ext uri="{D42A27DB-BD31-4B8C-83A1-F6EECF244321}">
                <p14:modId xmlns:p14="http://schemas.microsoft.com/office/powerpoint/2010/main" val="3271216409"/>
              </p:ext>
            </p:extLst>
          </p:nvPr>
        </p:nvGraphicFramePr>
        <p:xfrm>
          <a:off x="250723" y="1168159"/>
          <a:ext cx="11653426" cy="4894154"/>
        </p:xfrm>
        <a:graphic>
          <a:graphicData uri="http://schemas.openxmlformats.org/drawingml/2006/table">
            <a:tbl>
              <a:tblPr>
                <a:tableStyleId>{5C22544A-7EE6-4342-B048-85BDC9FD1C3A}</a:tableStyleId>
              </a:tblPr>
              <a:tblGrid>
                <a:gridCol w="1127033">
                  <a:extLst>
                    <a:ext uri="{9D8B030D-6E8A-4147-A177-3AD203B41FA5}">
                      <a16:colId xmlns:a16="http://schemas.microsoft.com/office/drawing/2014/main" val="1790393575"/>
                    </a:ext>
                  </a:extLst>
                </a:gridCol>
                <a:gridCol w="1476057">
                  <a:extLst>
                    <a:ext uri="{9D8B030D-6E8A-4147-A177-3AD203B41FA5}">
                      <a16:colId xmlns:a16="http://schemas.microsoft.com/office/drawing/2014/main" val="1109563073"/>
                    </a:ext>
                  </a:extLst>
                </a:gridCol>
                <a:gridCol w="2101645">
                  <a:extLst>
                    <a:ext uri="{9D8B030D-6E8A-4147-A177-3AD203B41FA5}">
                      <a16:colId xmlns:a16="http://schemas.microsoft.com/office/drawing/2014/main" val="2256540884"/>
                    </a:ext>
                  </a:extLst>
                </a:gridCol>
                <a:gridCol w="6948691">
                  <a:extLst>
                    <a:ext uri="{9D8B030D-6E8A-4147-A177-3AD203B41FA5}">
                      <a16:colId xmlns:a16="http://schemas.microsoft.com/office/drawing/2014/main" val="326198802"/>
                    </a:ext>
                  </a:extLst>
                </a:gridCol>
              </a:tblGrid>
              <a:tr h="358453">
                <a:tc>
                  <a:txBody>
                    <a:bodyPr/>
                    <a:lstStyle/>
                    <a:p>
                      <a:pPr algn="l" fontAlgn="t"/>
                      <a:r>
                        <a:rPr lang="fr-FR" sz="1400" b="1" i="0" u="none" strike="noStrike" dirty="0">
                          <a:solidFill>
                            <a:schemeClr val="bg1"/>
                          </a:solidFill>
                          <a:effectLst/>
                          <a:latin typeface="+mn-lt"/>
                        </a:rPr>
                        <a:t>L1 Process</a:t>
                      </a:r>
                    </a:p>
                  </a:txBody>
                  <a:tcPr marL="36000" marR="36000" marT="36000" marB="36000">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L2 Process</a:t>
                      </a:r>
                    </a:p>
                  </a:txBody>
                  <a:tcPr marL="36000" marR="36000" marT="36000" marB="36000">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L3 Process</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Description </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08624505"/>
                  </a:ext>
                </a:extLst>
              </a:tr>
              <a:tr h="403197">
                <a:tc rowSpan="18">
                  <a:txBody>
                    <a:bodyPr/>
                    <a:lstStyle/>
                    <a:p>
                      <a:pPr algn="ctr" fontAlgn="t"/>
                      <a:r>
                        <a:rPr lang="fr-FR" sz="1400" b="1" i="0" u="none" strike="noStrike" dirty="0">
                          <a:solidFill>
                            <a:schemeClr val="bg1"/>
                          </a:solidFill>
                          <a:effectLst/>
                          <a:latin typeface="+mn-lt"/>
                        </a:rPr>
                        <a:t>Customer Quotation Process</a:t>
                      </a:r>
                    </a:p>
                  </a:txBody>
                  <a:tcPr marL="36000" marR="36000" marT="36000" marB="36000" vert="vert270" anchor="ctr">
                    <a:lnL w="12700" cap="flat" cmpd="sng" algn="ctr">
                      <a:no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rowSpan="7">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Creation</a:t>
                      </a:r>
                      <a:r>
                        <a:rPr lang="fr-FR" sz="900" b="1" i="0" u="none" strike="noStrike" dirty="0">
                          <a:solidFill>
                            <a:schemeClr val="bg1"/>
                          </a:solidFill>
                          <a:effectLst/>
                          <a:latin typeface="+mn-lt"/>
                        </a:rPr>
                        <a:t>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285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u="none" strike="noStrike" dirty="0" err="1">
                          <a:solidFill>
                            <a:schemeClr val="bg1"/>
                          </a:solidFill>
                          <a:effectLst/>
                          <a:latin typeface="+mn-lt"/>
                        </a:rPr>
                        <a:t>Quote</a:t>
                      </a:r>
                      <a:r>
                        <a:rPr lang="fr-FR" sz="900" b="1" u="none" strike="noStrike" dirty="0">
                          <a:solidFill>
                            <a:schemeClr val="bg1"/>
                          </a:solidFill>
                          <a:effectLst/>
                          <a:latin typeface="+mn-lt"/>
                        </a:rPr>
                        <a:t> </a:t>
                      </a:r>
                      <a:r>
                        <a:rPr lang="fr-FR" sz="900" b="1" u="none" strike="noStrike" dirty="0" err="1">
                          <a:solidFill>
                            <a:schemeClr val="bg1"/>
                          </a:solidFill>
                          <a:effectLst/>
                          <a:latin typeface="+mn-lt"/>
                        </a:rPr>
                        <a:t>Offer</a:t>
                      </a:r>
                      <a:r>
                        <a:rPr lang="fr-FR" sz="900" b="1" u="none" strike="noStrike" dirty="0">
                          <a:solidFill>
                            <a:schemeClr val="bg1"/>
                          </a:solidFill>
                          <a:effectLst/>
                          <a:latin typeface="+mn-lt"/>
                        </a:rPr>
                        <a:t> </a:t>
                      </a:r>
                      <a:r>
                        <a:rPr lang="fr-FR" sz="900" b="1" u="none" strike="noStrike" dirty="0" err="1">
                          <a:solidFill>
                            <a:schemeClr val="bg1"/>
                          </a:solidFill>
                          <a:effectLst/>
                          <a:latin typeface="+mn-lt"/>
                        </a:rPr>
                        <a:t>Initialization</a:t>
                      </a:r>
                      <a:r>
                        <a:rPr lang="fr-FR" sz="900" b="1" u="none" strike="noStrike" dirty="0">
                          <a:solidFill>
                            <a:schemeClr val="bg1"/>
                          </a:solidFill>
                          <a:effectLst/>
                          <a:latin typeface="+mn-lt"/>
                        </a:rPr>
                        <a:t> </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marL="0" marR="0" lvl="0" indent="0" algn="l" defTabSz="1219261" rtl="0" eaLnBrk="1" fontAlgn="t" latinLnBrk="0" hangingPunct="1">
                        <a:lnSpc>
                          <a:spcPct val="100000"/>
                        </a:lnSpc>
                        <a:spcBef>
                          <a:spcPts val="0"/>
                        </a:spcBef>
                        <a:spcAft>
                          <a:spcPts val="0"/>
                        </a:spcAft>
                        <a:buClrTx/>
                        <a:buSzTx/>
                        <a:buFontTx/>
                        <a:buNone/>
                        <a:tabLst/>
                        <a:defRPr/>
                      </a:pPr>
                      <a:r>
                        <a:rPr lang="fr-FR" sz="900" b="0" dirty="0">
                          <a:solidFill>
                            <a:schemeClr val="bg1"/>
                          </a:solidFill>
                          <a:latin typeface="+mn-lt"/>
                        </a:rPr>
                        <a:t>This </a:t>
                      </a:r>
                      <a:r>
                        <a:rPr lang="fr-FR" sz="900" b="0" dirty="0" err="1">
                          <a:solidFill>
                            <a:schemeClr val="bg1"/>
                          </a:solidFill>
                          <a:latin typeface="+mn-lt"/>
                        </a:rPr>
                        <a:t>feature</a:t>
                      </a:r>
                      <a:r>
                        <a:rPr lang="fr-FR" sz="900" b="0" dirty="0">
                          <a:solidFill>
                            <a:schemeClr val="bg1"/>
                          </a:solidFill>
                          <a:latin typeface="+mn-lt"/>
                        </a:rPr>
                        <a:t> </a:t>
                      </a:r>
                      <a:r>
                        <a:rPr lang="fr-FR" sz="900" b="0" dirty="0" err="1">
                          <a:solidFill>
                            <a:schemeClr val="bg1"/>
                          </a:solidFill>
                          <a:latin typeface="+mn-lt"/>
                        </a:rPr>
                        <a:t>covers</a:t>
                      </a:r>
                      <a:r>
                        <a:rPr lang="fr-FR" sz="900" b="0" dirty="0">
                          <a:solidFill>
                            <a:schemeClr val="bg1"/>
                          </a:solidFill>
                          <a:latin typeface="+mn-lt"/>
                        </a:rPr>
                        <a:t> a </a:t>
                      </a:r>
                      <a:r>
                        <a:rPr lang="fr-FR" sz="900" b="0" dirty="0" err="1">
                          <a:solidFill>
                            <a:schemeClr val="bg1"/>
                          </a:solidFill>
                          <a:latin typeface="+mn-lt"/>
                        </a:rPr>
                        <a:t>scopeless</a:t>
                      </a:r>
                      <a:r>
                        <a:rPr lang="fr-FR" sz="900" b="0" dirty="0">
                          <a:solidFill>
                            <a:schemeClr val="bg1"/>
                          </a:solidFill>
                          <a:latin typeface="+mn-lt"/>
                        </a:rPr>
                        <a:t> </a:t>
                      </a:r>
                      <a:r>
                        <a:rPr lang="fr-FR" sz="900" b="0" dirty="0" err="1">
                          <a:solidFill>
                            <a:schemeClr val="accent2"/>
                          </a:solidFill>
                          <a:latin typeface="+mn-lt"/>
                        </a:rPr>
                        <a:t>quote</a:t>
                      </a:r>
                      <a:r>
                        <a:rPr lang="fr-FR" sz="900" b="0" dirty="0">
                          <a:solidFill>
                            <a:schemeClr val="accent2"/>
                          </a:solidFill>
                          <a:latin typeface="+mn-lt"/>
                        </a:rPr>
                        <a:t> </a:t>
                      </a:r>
                      <a:r>
                        <a:rPr lang="fr-FR" sz="900" b="0" dirty="0" err="1">
                          <a:solidFill>
                            <a:schemeClr val="accent2"/>
                          </a:solidFill>
                          <a:latin typeface="+mn-lt"/>
                        </a:rPr>
                        <a:t>creation</a:t>
                      </a:r>
                      <a:r>
                        <a:rPr lang="fr-FR" sz="900" b="0" dirty="0">
                          <a:solidFill>
                            <a:schemeClr val="accent2"/>
                          </a:solidFill>
                          <a:latin typeface="+mn-lt"/>
                        </a:rPr>
                        <a:t> </a:t>
                      </a:r>
                      <a:r>
                        <a:rPr lang="fr-FR" sz="900" b="0" dirty="0">
                          <a:solidFill>
                            <a:schemeClr val="bg1"/>
                          </a:solidFill>
                          <a:latin typeface="+mn-lt"/>
                        </a:rPr>
                        <a:t>and the </a:t>
                      </a:r>
                      <a:r>
                        <a:rPr lang="fr-FR" sz="900" b="0" dirty="0" err="1">
                          <a:solidFill>
                            <a:schemeClr val="accent2"/>
                          </a:solidFill>
                          <a:latin typeface="+mn-lt"/>
                        </a:rPr>
                        <a:t>pre</a:t>
                      </a:r>
                      <a:r>
                        <a:rPr lang="fr-FR" sz="900" b="0" dirty="0">
                          <a:solidFill>
                            <a:schemeClr val="accent2"/>
                          </a:solidFill>
                          <a:latin typeface="+mn-lt"/>
                        </a:rPr>
                        <a:t>-population </a:t>
                      </a:r>
                      <a:r>
                        <a:rPr lang="fr-FR" sz="900" b="0" dirty="0">
                          <a:solidFill>
                            <a:schemeClr val="bg1"/>
                          </a:solidFill>
                          <a:latin typeface="+mn-lt"/>
                        </a:rPr>
                        <a:t>of the </a:t>
                      </a:r>
                      <a:r>
                        <a:rPr lang="fr-FR" sz="900" b="0" dirty="0" err="1">
                          <a:solidFill>
                            <a:schemeClr val="bg1"/>
                          </a:solidFill>
                          <a:latin typeface="+mn-lt"/>
                        </a:rPr>
                        <a:t>quote</a:t>
                      </a:r>
                      <a:r>
                        <a:rPr lang="fr-FR" sz="900" b="0" dirty="0">
                          <a:solidFill>
                            <a:schemeClr val="bg1"/>
                          </a:solidFill>
                          <a:latin typeface="+mn-lt"/>
                        </a:rPr>
                        <a:t>. </a:t>
                      </a: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683487054"/>
                  </a:ext>
                </a:extLst>
              </a:tr>
              <a:tr h="326200">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tc>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tc>
                <a:tc>
                  <a:txBody>
                    <a:bodyPr/>
                    <a:lstStyle/>
                    <a:p>
                      <a:pPr algn="l" fontAlgn="t"/>
                      <a:r>
                        <a:rPr lang="en-US" sz="900" b="1" u="none" strike="noStrike" dirty="0">
                          <a:solidFill>
                            <a:schemeClr val="bg1"/>
                          </a:solidFill>
                          <a:effectLst/>
                          <a:latin typeface="+mn-lt"/>
                        </a:rPr>
                        <a:t>Add sites to Quote (Existing Sites)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dirty="0">
                          <a:solidFill>
                            <a:schemeClr val="bg1"/>
                          </a:solidFill>
                        </a:rPr>
                        <a:t>This feature covers </a:t>
                      </a:r>
                      <a:r>
                        <a:rPr lang="en-US" sz="900" dirty="0">
                          <a:solidFill>
                            <a:schemeClr val="accent2"/>
                          </a:solidFill>
                        </a:rPr>
                        <a:t>adding a single new site</a:t>
                      </a:r>
                      <a:r>
                        <a:rPr lang="en-US" sz="900" dirty="0">
                          <a:solidFill>
                            <a:schemeClr val="bg1"/>
                          </a:solidFill>
                        </a:rPr>
                        <a:t> to the quote for OB-serve journey (manual site addition using the CPQ tool) and  for Self-serve journey (via API from the Digital Portal) .</a:t>
                      </a:r>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23656527"/>
                  </a:ext>
                </a:extLst>
              </a:tr>
              <a:tr h="315124">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tc>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tc>
                <a:tc>
                  <a:txBody>
                    <a:bodyPr/>
                    <a:lstStyle/>
                    <a:p>
                      <a:pPr algn="l" fontAlgn="t"/>
                      <a:r>
                        <a:rPr lang="fr-FR" sz="900" b="1" u="none" strike="noStrike" dirty="0" err="1">
                          <a:solidFill>
                            <a:schemeClr val="bg1"/>
                          </a:solidFill>
                          <a:effectLst/>
                          <a:latin typeface="+mn-lt"/>
                        </a:rPr>
                        <a:t>Retrieve</a:t>
                      </a:r>
                      <a:r>
                        <a:rPr lang="fr-FR" sz="900" b="1" u="none" strike="noStrike" dirty="0">
                          <a:solidFill>
                            <a:schemeClr val="bg1"/>
                          </a:solidFill>
                          <a:effectLst/>
                          <a:latin typeface="+mn-lt"/>
                        </a:rPr>
                        <a:t> Eligible </a:t>
                      </a:r>
                      <a:r>
                        <a:rPr lang="fr-FR" sz="900" b="1" u="none" strike="noStrike" dirty="0" err="1">
                          <a:solidFill>
                            <a:schemeClr val="bg1"/>
                          </a:solidFill>
                          <a:effectLst/>
                          <a:latin typeface="+mn-lt"/>
                        </a:rPr>
                        <a:t>Products</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marL="0" marR="0" lvl="0" indent="0" algn="l" defTabSz="1219261" rtl="0" eaLnBrk="1" fontAlgn="t" latinLnBrk="0" hangingPunct="1">
                        <a:lnSpc>
                          <a:spcPct val="100000"/>
                        </a:lnSpc>
                        <a:spcBef>
                          <a:spcPts val="0"/>
                        </a:spcBef>
                        <a:spcAft>
                          <a:spcPts val="0"/>
                        </a:spcAft>
                        <a:buClrTx/>
                        <a:buSzTx/>
                        <a:buFontTx/>
                        <a:buNone/>
                        <a:tabLst/>
                        <a:defRPr/>
                      </a:pPr>
                      <a:r>
                        <a:rPr lang="en-US" sz="900" b="0" i="0" kern="1200" dirty="0">
                          <a:solidFill>
                            <a:schemeClr val="bg1"/>
                          </a:solidFill>
                          <a:effectLst/>
                          <a:latin typeface="+mn-lt"/>
                          <a:ea typeface="+mn-ea"/>
                          <a:cs typeface="+mn-cs"/>
                        </a:rPr>
                        <a:t>This feature covers </a:t>
                      </a:r>
                      <a:r>
                        <a:rPr lang="en-US" sz="900" b="0" i="0" kern="1200" dirty="0">
                          <a:solidFill>
                            <a:schemeClr val="accent2"/>
                          </a:solidFill>
                          <a:effectLst/>
                          <a:latin typeface="+mn-lt"/>
                          <a:ea typeface="+mn-ea"/>
                          <a:cs typeface="+mn-cs"/>
                        </a:rPr>
                        <a:t>retrieving and display eligible products </a:t>
                      </a:r>
                      <a:r>
                        <a:rPr lang="en-US" sz="900" b="0" i="0" kern="1200" dirty="0">
                          <a:solidFill>
                            <a:schemeClr val="bg1"/>
                          </a:solidFill>
                          <a:effectLst/>
                          <a:latin typeface="+mn-lt"/>
                          <a:ea typeface="+mn-ea"/>
                          <a:cs typeface="+mn-cs"/>
                        </a:rPr>
                        <a:t>based on a specific site details. This feature is linked to Commercial Eligibility. </a:t>
                      </a:r>
                      <a:endParaRPr lang="fr-FR" sz="900" b="0" dirty="0">
                        <a:solidFill>
                          <a:schemeClr val="bg1"/>
                        </a:solidFill>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29245646"/>
                  </a:ext>
                </a:extLst>
              </a:tr>
              <a:tr h="156364">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a:txBody>
                    <a:bodyPr/>
                    <a:lstStyle/>
                    <a:p>
                      <a:pPr algn="l" fontAlgn="t"/>
                      <a:r>
                        <a:rPr lang="en-US" sz="900" b="1" u="none" strike="noStrike" dirty="0">
                          <a:solidFill>
                            <a:schemeClr val="bg1"/>
                          </a:solidFill>
                          <a:effectLst/>
                          <a:latin typeface="+mn-lt"/>
                        </a:rPr>
                        <a:t>Add products to quote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u="none" strike="noStrike" dirty="0">
                          <a:solidFill>
                            <a:schemeClr val="bg1"/>
                          </a:solidFill>
                          <a:effectLst/>
                          <a:latin typeface="+mn-lt"/>
                        </a:rPr>
                        <a:t>This feature covers </a:t>
                      </a:r>
                      <a:r>
                        <a:rPr lang="en-US" sz="900" b="0" i="0" u="none" strike="noStrike" dirty="0">
                          <a:solidFill>
                            <a:schemeClr val="accent2"/>
                          </a:solidFill>
                          <a:effectLst/>
                          <a:latin typeface="+mn-lt"/>
                        </a:rPr>
                        <a:t>adding an eligible product </a:t>
                      </a:r>
                      <a:r>
                        <a:rPr lang="en-US" sz="900" b="0" i="0" u="none" strike="noStrike" dirty="0">
                          <a:solidFill>
                            <a:schemeClr val="bg1"/>
                          </a:solidFill>
                          <a:effectLst/>
                          <a:latin typeface="+mn-lt"/>
                        </a:rPr>
                        <a:t>to the quote. </a:t>
                      </a: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03923556"/>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Modify</a:t>
                      </a:r>
                      <a:r>
                        <a:rPr lang="fr-FR" sz="900" b="1" i="0" u="none" strike="noStrike" dirty="0">
                          <a:solidFill>
                            <a:schemeClr val="bg1"/>
                          </a:solidFill>
                          <a:effectLst/>
                          <a:latin typeface="+mn-lt"/>
                        </a:rPr>
                        <a:t>/</a:t>
                      </a:r>
                      <a:r>
                        <a:rPr lang="fr-FR" sz="900" b="1" i="0" u="none" strike="noStrike" dirty="0" err="1">
                          <a:solidFill>
                            <a:schemeClr val="bg1"/>
                          </a:solidFill>
                          <a:effectLst/>
                          <a:latin typeface="+mn-lt"/>
                        </a:rPr>
                        <a:t>Delete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product</a:t>
                      </a:r>
                      <a:r>
                        <a:rPr lang="fr-FR" sz="900" b="1" i="0" u="none" strike="noStrike" dirty="0">
                          <a:solidFill>
                            <a:schemeClr val="bg1"/>
                          </a:solidFill>
                          <a:effectLst/>
                          <a:latin typeface="+mn-lt"/>
                        </a:rPr>
                        <a:t> in </a:t>
                      </a:r>
                      <a:r>
                        <a:rPr lang="fr-FR" sz="900" b="1" i="0" u="none" strike="noStrike" dirty="0" err="1">
                          <a:solidFill>
                            <a:schemeClr val="bg1"/>
                          </a:solidFill>
                          <a:effectLst/>
                          <a:latin typeface="+mn-lt"/>
                        </a:rPr>
                        <a:t>quote</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fr-FR" sz="900" b="0" i="0" u="none" strike="noStrike" dirty="0">
                          <a:solidFill>
                            <a:schemeClr val="bg1"/>
                          </a:solidFill>
                          <a:effectLst/>
                          <a:latin typeface="+mn-lt"/>
                        </a:rPr>
                        <a:t>This </a:t>
                      </a:r>
                      <a:r>
                        <a:rPr lang="fr-FR" sz="900" b="0" i="0" u="none" strike="noStrike" dirty="0" err="1">
                          <a:solidFill>
                            <a:schemeClr val="bg1"/>
                          </a:solidFill>
                          <a:effectLst/>
                          <a:latin typeface="+mn-lt"/>
                        </a:rPr>
                        <a:t>feature</a:t>
                      </a:r>
                      <a:r>
                        <a:rPr lang="fr-FR" sz="900" b="0" i="0" u="none" strike="noStrike" dirty="0">
                          <a:solidFill>
                            <a:schemeClr val="bg1"/>
                          </a:solidFill>
                          <a:effectLst/>
                          <a:latin typeface="+mn-lt"/>
                        </a:rPr>
                        <a:t> convers </a:t>
                      </a:r>
                      <a:r>
                        <a:rPr lang="fr-FR" sz="900" b="0" i="0" u="none" strike="noStrike" dirty="0" err="1">
                          <a:solidFill>
                            <a:schemeClr val="accent2"/>
                          </a:solidFill>
                          <a:effectLst/>
                          <a:latin typeface="+mn-lt"/>
                        </a:rPr>
                        <a:t>modifying</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selected</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product</a:t>
                      </a:r>
                      <a:r>
                        <a:rPr lang="fr-FR" sz="900" b="0" i="0" u="none" strike="noStrike" dirty="0">
                          <a:solidFill>
                            <a:schemeClr val="bg1"/>
                          </a:solidFill>
                          <a:effectLst/>
                          <a:latin typeface="+mn-lt"/>
                        </a:rPr>
                        <a:t> configurations, or </a:t>
                      </a:r>
                      <a:r>
                        <a:rPr lang="fr-FR" sz="900" b="0" i="0" u="none" strike="noStrike" dirty="0" err="1">
                          <a:solidFill>
                            <a:schemeClr val="accent2"/>
                          </a:solidFill>
                          <a:effectLst/>
                          <a:latin typeface="+mn-lt"/>
                        </a:rPr>
                        <a:t>deleting</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current</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product</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selection</a:t>
                      </a:r>
                      <a:r>
                        <a:rPr lang="fr-FR" sz="900" b="0" i="0" u="none" strike="noStrike" dirty="0">
                          <a:solidFill>
                            <a:schemeClr val="bg1"/>
                          </a:solidFill>
                          <a:effectLst/>
                          <a:latin typeface="+mn-lt"/>
                        </a:rPr>
                        <a:t>. </a:t>
                      </a:r>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64990396"/>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Retrieve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quotes</a:t>
                      </a:r>
                      <a:r>
                        <a:rPr lang="fr-FR" sz="900" b="1" i="0" u="none" strike="noStrike" dirty="0">
                          <a:solidFill>
                            <a:schemeClr val="bg1"/>
                          </a:solidFill>
                          <a:effectLst/>
                          <a:latin typeface="+mn-lt"/>
                        </a:rPr>
                        <a:t> (self-serve)</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u="none" strike="noStrike" dirty="0">
                          <a:solidFill>
                            <a:schemeClr val="bg1"/>
                          </a:solidFill>
                          <a:effectLst/>
                          <a:latin typeface="+mn-lt"/>
                        </a:rPr>
                        <a:t>This feature covers the </a:t>
                      </a:r>
                      <a:r>
                        <a:rPr lang="en-US" sz="900" b="0" i="0" u="none" strike="noStrike" dirty="0">
                          <a:solidFill>
                            <a:schemeClr val="accent2"/>
                          </a:solidFill>
                          <a:effectLst/>
                          <a:latin typeface="+mn-lt"/>
                        </a:rPr>
                        <a:t>retrieve quotes (saved for later</a:t>
                      </a:r>
                      <a:r>
                        <a:rPr lang="en-US" sz="900" b="0" i="0" u="none" strike="noStrike" dirty="0">
                          <a:solidFill>
                            <a:schemeClr val="bg1"/>
                          </a:solidFill>
                          <a:effectLst/>
                          <a:latin typeface="+mn-lt"/>
                        </a:rPr>
                        <a:t>) functionality when the customer wants to carry on his previous quotation journey on the portal. </a:t>
                      </a: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96956904"/>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Cart</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Saved</a:t>
                      </a:r>
                      <a:r>
                        <a:rPr lang="fr-FR" sz="900" b="1" i="0" u="none" strike="noStrike" dirty="0">
                          <a:solidFill>
                            <a:schemeClr val="bg1"/>
                          </a:solidFill>
                          <a:effectLst/>
                          <a:latin typeface="+mn-lt"/>
                        </a:rPr>
                        <a:t> for </a:t>
                      </a:r>
                      <a:r>
                        <a:rPr lang="fr-FR" sz="900" b="1" i="0" u="none" strike="noStrike" dirty="0" err="1">
                          <a:solidFill>
                            <a:schemeClr val="bg1"/>
                          </a:solidFill>
                          <a:effectLst/>
                          <a:latin typeface="+mn-lt"/>
                        </a:rPr>
                        <a:t>later</a:t>
                      </a:r>
                      <a:r>
                        <a:rPr lang="fr-FR" sz="900" b="1" i="0" u="none" strike="noStrike" dirty="0">
                          <a:solidFill>
                            <a:schemeClr val="bg1"/>
                          </a:solidFill>
                          <a:effectLst/>
                          <a:latin typeface="+mn-lt"/>
                        </a:rPr>
                        <a:t> (self-serve)</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284002892"/>
                  </a:ext>
                </a:extLst>
              </a:tr>
              <a:tr h="0">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tc>
                <a:tc>
                  <a:txBody>
                    <a:bodyPr/>
                    <a:lstStyle/>
                    <a:p>
                      <a:pPr algn="ctr" fontAlgn="t"/>
                      <a:r>
                        <a:rPr lang="en-US" sz="900" b="1" i="0" u="none" strike="noStrike" dirty="0">
                          <a:solidFill>
                            <a:schemeClr val="bg1"/>
                          </a:solidFill>
                          <a:effectLst/>
                          <a:latin typeface="+mn-lt"/>
                        </a:rPr>
                        <a:t>Quote Offer Eligibility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en-US" sz="900" b="1" u="none" strike="noStrike" dirty="0">
                          <a:solidFill>
                            <a:schemeClr val="bg1"/>
                          </a:solidFill>
                          <a:effectLst/>
                          <a:latin typeface="+mn-lt"/>
                        </a:rPr>
                        <a:t>Commercial Eligibility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fr-FR" sz="900" b="0" i="0" u="none" strike="noStrike" dirty="0">
                          <a:solidFill>
                            <a:schemeClr val="bg1"/>
                          </a:solidFill>
                          <a:effectLst/>
                          <a:latin typeface="+mn-lt"/>
                        </a:rPr>
                        <a:t>This </a:t>
                      </a:r>
                      <a:r>
                        <a:rPr lang="fr-FR" sz="900" b="0" i="0" u="none" strike="noStrike" dirty="0" err="1">
                          <a:solidFill>
                            <a:schemeClr val="bg1"/>
                          </a:solidFill>
                          <a:effectLst/>
                          <a:latin typeface="+mn-lt"/>
                        </a:rPr>
                        <a:t>feature</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covers</a:t>
                      </a:r>
                      <a:r>
                        <a:rPr lang="fr-FR" sz="900" b="0" i="0" u="none" strike="noStrike" dirty="0">
                          <a:solidFill>
                            <a:schemeClr val="bg1"/>
                          </a:solidFill>
                          <a:effectLst/>
                          <a:latin typeface="+mn-lt"/>
                        </a:rPr>
                        <a:t> </a:t>
                      </a:r>
                      <a:r>
                        <a:rPr lang="fr-FR" sz="900" b="0" i="0" u="none" strike="noStrike" dirty="0" err="1">
                          <a:solidFill>
                            <a:schemeClr val="accent2"/>
                          </a:solidFill>
                          <a:effectLst/>
                          <a:latin typeface="+mn-lt"/>
                        </a:rPr>
                        <a:t>retrieving</a:t>
                      </a:r>
                      <a:r>
                        <a:rPr lang="fr-FR" sz="900" b="0" i="0" u="none" strike="noStrike" dirty="0">
                          <a:solidFill>
                            <a:schemeClr val="accent2"/>
                          </a:solidFill>
                          <a:effectLst/>
                          <a:latin typeface="+mn-lt"/>
                        </a:rPr>
                        <a:t> </a:t>
                      </a:r>
                      <a:r>
                        <a:rPr lang="fr-FR" sz="900" b="0" i="0" u="none" strike="noStrike" dirty="0" err="1">
                          <a:solidFill>
                            <a:schemeClr val="accent2"/>
                          </a:solidFill>
                          <a:effectLst/>
                          <a:latin typeface="+mn-lt"/>
                        </a:rPr>
                        <a:t>product</a:t>
                      </a:r>
                      <a:r>
                        <a:rPr lang="fr-FR" sz="900" b="0" i="0" u="none" strike="noStrike" dirty="0">
                          <a:solidFill>
                            <a:schemeClr val="accent2"/>
                          </a:solidFill>
                          <a:effectLst/>
                          <a:latin typeface="+mn-lt"/>
                        </a:rPr>
                        <a:t>/</a:t>
                      </a:r>
                      <a:r>
                        <a:rPr lang="fr-FR" sz="900" b="0" i="0" u="none" strike="noStrike" dirty="0" err="1">
                          <a:solidFill>
                            <a:schemeClr val="accent2"/>
                          </a:solidFill>
                          <a:effectLst/>
                          <a:latin typeface="+mn-lt"/>
                        </a:rPr>
                        <a:t>family</a:t>
                      </a:r>
                      <a:r>
                        <a:rPr lang="fr-FR" sz="900" b="0" i="0" u="none" strike="noStrike" dirty="0">
                          <a:solidFill>
                            <a:schemeClr val="accent2"/>
                          </a:solidFill>
                          <a:effectLst/>
                          <a:latin typeface="+mn-lt"/>
                        </a:rPr>
                        <a:t> </a:t>
                      </a:r>
                      <a:r>
                        <a:rPr lang="fr-FR" sz="900" b="0" i="0" u="none" strike="noStrike" dirty="0" err="1">
                          <a:solidFill>
                            <a:schemeClr val="accent2"/>
                          </a:solidFill>
                          <a:effectLst/>
                          <a:latin typeface="+mn-lt"/>
                        </a:rPr>
                        <a:t>product</a:t>
                      </a:r>
                      <a:r>
                        <a:rPr lang="fr-FR" sz="900" b="0" i="0" u="none" strike="noStrike" dirty="0">
                          <a:solidFill>
                            <a:schemeClr val="accent2"/>
                          </a:solidFill>
                          <a:effectLst/>
                          <a:latin typeface="+mn-lt"/>
                        </a:rPr>
                        <a:t> </a:t>
                      </a:r>
                      <a:r>
                        <a:rPr lang="fr-FR" sz="900" b="0" i="0" u="none" strike="noStrike" dirty="0" err="1">
                          <a:solidFill>
                            <a:schemeClr val="bg1"/>
                          </a:solidFill>
                          <a:effectLst/>
                          <a:latin typeface="+mn-lt"/>
                        </a:rPr>
                        <a:t>availability</a:t>
                      </a:r>
                      <a:r>
                        <a:rPr lang="fr-FR" sz="900" b="0" i="0" u="none" strike="noStrike" dirty="0">
                          <a:solidFill>
                            <a:schemeClr val="bg1"/>
                          </a:solidFill>
                          <a:effectLst/>
                          <a:latin typeface="+mn-lt"/>
                        </a:rPr>
                        <a:t> in </a:t>
                      </a:r>
                      <a:r>
                        <a:rPr lang="fr-FR" sz="900" b="0" i="0" u="none" strike="noStrike" dirty="0">
                          <a:solidFill>
                            <a:schemeClr val="accent2"/>
                          </a:solidFill>
                          <a:effectLst/>
                          <a:latin typeface="+mn-lt"/>
                        </a:rPr>
                        <a:t>a </a:t>
                      </a:r>
                      <a:r>
                        <a:rPr lang="fr-FR" sz="900" b="0" i="0" u="none" strike="noStrike" dirty="0" err="1">
                          <a:solidFill>
                            <a:schemeClr val="accent2"/>
                          </a:solidFill>
                          <a:effectLst/>
                          <a:latin typeface="+mn-lt"/>
                        </a:rPr>
                        <a:t>given</a:t>
                      </a:r>
                      <a:r>
                        <a:rPr lang="fr-FR" sz="900" b="0" i="0" u="none" strike="noStrike" dirty="0">
                          <a:solidFill>
                            <a:schemeClr val="accent2"/>
                          </a:solidFill>
                          <a:effectLst/>
                          <a:latin typeface="+mn-lt"/>
                        </a:rPr>
                        <a:t> country </a:t>
                      </a:r>
                      <a:r>
                        <a:rPr lang="fr-FR" sz="900" b="0" i="0" u="none" strike="noStrike" dirty="0">
                          <a:solidFill>
                            <a:schemeClr val="bg1"/>
                          </a:solidFill>
                          <a:effectLst/>
                          <a:latin typeface="+mn-lt"/>
                        </a:rPr>
                        <a:t>and </a:t>
                      </a:r>
                      <a:r>
                        <a:rPr lang="fr-FR" sz="900" b="0" i="0" u="none" strike="noStrike" dirty="0" err="1">
                          <a:solidFill>
                            <a:schemeClr val="bg1"/>
                          </a:solidFill>
                          <a:effectLst/>
                          <a:latin typeface="+mn-lt"/>
                        </a:rPr>
                        <a:t>displaying</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only</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eligible</a:t>
                      </a:r>
                      <a:r>
                        <a:rPr lang="fr-FR" sz="900" b="0" i="0" u="none" strike="noStrike" dirty="0">
                          <a:solidFill>
                            <a:schemeClr val="bg1"/>
                          </a:solidFill>
                          <a:effectLst/>
                          <a:latin typeface="+mn-lt"/>
                        </a:rPr>
                        <a:t> </a:t>
                      </a:r>
                      <a:r>
                        <a:rPr lang="fr-FR" sz="900" b="0" i="0" u="none" strike="noStrike" dirty="0" err="1">
                          <a:solidFill>
                            <a:schemeClr val="bg1"/>
                          </a:solidFill>
                          <a:effectLst/>
                          <a:latin typeface="+mn-lt"/>
                        </a:rPr>
                        <a:t>product</a:t>
                      </a:r>
                      <a:r>
                        <a:rPr lang="fr-FR" sz="900" b="0" i="0" u="none" strike="noStrike" dirty="0">
                          <a:solidFill>
                            <a:schemeClr val="bg1"/>
                          </a:solidFill>
                          <a:effectLst/>
                          <a:latin typeface="+mn-lt"/>
                        </a:rPr>
                        <a:t>.</a:t>
                      </a:r>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42304514"/>
                  </a:ext>
                </a:extLst>
              </a:tr>
              <a:tr h="196545">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rowSpan="3">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Pricing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u="none" strike="noStrike" dirty="0">
                          <a:solidFill>
                            <a:schemeClr val="bg1"/>
                          </a:solidFill>
                          <a:effectLst/>
                          <a:latin typeface="+mn-lt"/>
                        </a:rPr>
                        <a:t>Configure Product &amp; </a:t>
                      </a:r>
                      <a:r>
                        <a:rPr lang="fr-FR" sz="900" b="1" u="none" strike="noStrike" dirty="0" err="1">
                          <a:solidFill>
                            <a:schemeClr val="bg1"/>
                          </a:solidFill>
                          <a:effectLst/>
                          <a:latin typeface="+mn-lt"/>
                        </a:rPr>
                        <a:t>View</a:t>
                      </a:r>
                      <a:r>
                        <a:rPr lang="fr-FR" sz="900" b="1" u="none" strike="noStrike" dirty="0">
                          <a:solidFill>
                            <a:schemeClr val="bg1"/>
                          </a:solidFill>
                          <a:effectLst/>
                          <a:latin typeface="+mn-lt"/>
                        </a:rPr>
                        <a:t> Pricing </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u="none" strike="noStrike" dirty="0">
                          <a:solidFill>
                            <a:schemeClr val="bg1"/>
                          </a:solidFill>
                          <a:effectLst/>
                          <a:latin typeface="+mn-lt"/>
                        </a:rPr>
                        <a:t>This feature enables </a:t>
                      </a:r>
                      <a:r>
                        <a:rPr lang="en-US" sz="900" b="0" i="0" u="none" strike="noStrike" dirty="0">
                          <a:solidFill>
                            <a:schemeClr val="accent2"/>
                          </a:solidFill>
                          <a:effectLst/>
                          <a:latin typeface="+mn-lt"/>
                        </a:rPr>
                        <a:t>configuring a product </a:t>
                      </a:r>
                      <a:r>
                        <a:rPr lang="en-US" sz="900" b="0" i="0" u="none" strike="noStrike" dirty="0">
                          <a:solidFill>
                            <a:schemeClr val="bg1"/>
                          </a:solidFill>
                          <a:effectLst/>
                          <a:latin typeface="+mn-lt"/>
                        </a:rPr>
                        <a:t>added to the quote and </a:t>
                      </a:r>
                      <a:r>
                        <a:rPr lang="en-US" sz="900" b="0" i="0" u="none" strike="noStrike" dirty="0" err="1">
                          <a:solidFill>
                            <a:schemeClr val="bg1"/>
                          </a:solidFill>
                          <a:effectLst/>
                          <a:latin typeface="+mn-lt"/>
                        </a:rPr>
                        <a:t>vieawing</a:t>
                      </a:r>
                      <a:r>
                        <a:rPr lang="en-US" sz="900" b="0" i="0" u="none" strike="noStrike" dirty="0">
                          <a:solidFill>
                            <a:schemeClr val="bg1"/>
                          </a:solidFill>
                          <a:effectLst/>
                          <a:latin typeface="+mn-lt"/>
                        </a:rPr>
                        <a:t> </a:t>
                      </a:r>
                      <a:r>
                        <a:rPr lang="en-US" sz="900" b="0" i="0" u="none" strike="noStrike" dirty="0">
                          <a:solidFill>
                            <a:schemeClr val="accent2"/>
                          </a:solidFill>
                          <a:effectLst/>
                          <a:latin typeface="+mn-lt"/>
                        </a:rPr>
                        <a:t>real-time pricing</a:t>
                      </a:r>
                      <a:r>
                        <a:rPr lang="en-US" sz="900" b="0" i="0" u="none" strike="noStrike" dirty="0">
                          <a:solidFill>
                            <a:schemeClr val="bg1"/>
                          </a:solidFill>
                          <a:effectLst/>
                          <a:latin typeface="+mn-lt"/>
                        </a:rPr>
                        <a:t>.</a:t>
                      </a:r>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53695519"/>
                  </a:ext>
                </a:extLst>
              </a:tr>
              <a:tr h="196545">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Expiry</a:t>
                      </a:r>
                      <a:r>
                        <a:rPr lang="fr-FR" sz="900" b="1" i="0" u="none" strike="noStrike" dirty="0">
                          <a:solidFill>
                            <a:schemeClr val="bg1"/>
                          </a:solidFill>
                          <a:effectLst/>
                          <a:latin typeface="+mn-lt"/>
                        </a:rPr>
                        <a:t> (Price &amp;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906805617"/>
                  </a:ext>
                </a:extLst>
              </a:tr>
              <a:tr h="17017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3rd Party Pricing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61673887"/>
                  </a:ext>
                </a:extLst>
              </a:tr>
              <a:tr h="196545">
                <a:tc vMerge="1">
                  <a:txBody>
                    <a:bodyPr/>
                    <a:lstStyle/>
                    <a:p>
                      <a:pPr algn="ctr" fontAlgn="t"/>
                      <a:endParaRPr lang="fr-FR" sz="1400" b="1" i="0" u="none" strike="noStrike">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rowSpan="3">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Customer </a:t>
                      </a:r>
                      <a:r>
                        <a:rPr lang="fr-FR" sz="900" b="1" i="0" u="none" strike="noStrike" dirty="0" err="1">
                          <a:solidFill>
                            <a:schemeClr val="bg1"/>
                          </a:solidFill>
                          <a:effectLst/>
                          <a:latin typeface="+mn-lt"/>
                        </a:rPr>
                        <a:t>Approval</a:t>
                      </a:r>
                      <a:r>
                        <a:rPr lang="fr-FR" sz="900" b="1" i="0" u="none" strike="noStrike" dirty="0">
                          <a:solidFill>
                            <a:schemeClr val="bg1"/>
                          </a:solidFill>
                          <a:effectLst/>
                          <a:latin typeface="+mn-lt"/>
                        </a:rPr>
                        <a:t>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Request</a:t>
                      </a:r>
                      <a:r>
                        <a:rPr lang="fr-FR" sz="900" b="1" i="0" u="none" strike="noStrike" dirty="0">
                          <a:solidFill>
                            <a:schemeClr val="bg1"/>
                          </a:solidFill>
                          <a:effectLst/>
                          <a:latin typeface="+mn-lt"/>
                        </a:rPr>
                        <a:t> for </a:t>
                      </a:r>
                      <a:r>
                        <a:rPr lang="fr-FR" sz="900" b="1" i="0" u="none" strike="noStrike" dirty="0" err="1">
                          <a:solidFill>
                            <a:schemeClr val="bg1"/>
                          </a:solidFill>
                          <a:effectLst/>
                          <a:latin typeface="+mn-lt"/>
                        </a:rPr>
                        <a:t>Contract</a:t>
                      </a:r>
                      <a:r>
                        <a:rPr lang="fr-FR" sz="900" b="1" i="0" u="none" strike="noStrike" dirty="0">
                          <a:solidFill>
                            <a:schemeClr val="bg1"/>
                          </a:solidFill>
                          <a:effectLst/>
                          <a:latin typeface="+mn-lt"/>
                        </a:rPr>
                        <a:t>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u="none" strike="noStrike" dirty="0">
                          <a:solidFill>
                            <a:schemeClr val="bg1"/>
                          </a:solidFill>
                          <a:effectLst/>
                          <a:latin typeface="+mn-lt"/>
                        </a:rPr>
                        <a:t>This feature covers </a:t>
                      </a:r>
                      <a:r>
                        <a:rPr lang="en-US" sz="900" b="0" i="0" u="none" strike="noStrike" dirty="0">
                          <a:solidFill>
                            <a:schemeClr val="accent2"/>
                          </a:solidFill>
                          <a:effectLst/>
                          <a:latin typeface="+mn-lt"/>
                        </a:rPr>
                        <a:t>requesting the contract </a:t>
                      </a:r>
                      <a:r>
                        <a:rPr lang="en-US" sz="900" b="0" i="0" u="none" strike="noStrike" dirty="0">
                          <a:solidFill>
                            <a:schemeClr val="bg1"/>
                          </a:solidFill>
                          <a:effectLst/>
                          <a:latin typeface="+mn-lt"/>
                        </a:rPr>
                        <a:t>once the quote has been approved.</a:t>
                      </a:r>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619434097"/>
                  </a:ext>
                </a:extLst>
              </a:tr>
              <a:tr h="148144">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19050" cap="flat" cmpd="sng" algn="ctr">
                      <a:solidFill>
                        <a:schemeClr val="bg1"/>
                      </a:solidFill>
                      <a:prstDash val="solid"/>
                      <a:round/>
                      <a:headEnd type="none" w="med" len="med"/>
                      <a:tailEnd type="none" w="med" len="med"/>
                    </a:lnR>
                    <a:solidFill>
                      <a:schemeClr val="accent1">
                        <a:lumMod val="40000"/>
                        <a:lumOff val="60000"/>
                      </a:schemeClr>
                    </a:solidFill>
                  </a:tcPr>
                </a:tc>
                <a:tc>
                  <a:txBody>
                    <a:bodyPr/>
                    <a:lstStyle/>
                    <a:p>
                      <a:pPr algn="l" fontAlgn="t"/>
                      <a:r>
                        <a:rPr lang="fr-FR" sz="900" b="1" i="0" u="none" strike="noStrike" dirty="0">
                          <a:solidFill>
                            <a:schemeClr val="bg1"/>
                          </a:solidFill>
                          <a:effectLst/>
                          <a:latin typeface="+mn-lt"/>
                        </a:rPr>
                        <a:t>Capture Customer </a:t>
                      </a:r>
                      <a:r>
                        <a:rPr lang="fr-FR" sz="900" b="1" i="0" u="none" strike="noStrike" dirty="0" err="1">
                          <a:solidFill>
                            <a:schemeClr val="bg1"/>
                          </a:solidFill>
                          <a:effectLst/>
                          <a:latin typeface="+mn-lt"/>
                        </a:rPr>
                        <a:t>Approval</a:t>
                      </a:r>
                      <a:r>
                        <a:rPr lang="fr-FR" sz="900" b="1" i="0" u="none" strike="noStrike" dirty="0">
                          <a:solidFill>
                            <a:schemeClr val="bg1"/>
                          </a:solidFill>
                          <a:effectLst/>
                          <a:latin typeface="+mn-lt"/>
                        </a:rPr>
                        <a:t>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u="none" strike="noStrike" dirty="0">
                          <a:solidFill>
                            <a:schemeClr val="bg1"/>
                          </a:solidFill>
                          <a:effectLst/>
                          <a:latin typeface="+mn-lt"/>
                        </a:rPr>
                        <a:t>This feature covers </a:t>
                      </a:r>
                      <a:r>
                        <a:rPr lang="en-US" sz="900" b="0" i="0" u="none" strike="noStrike" dirty="0">
                          <a:solidFill>
                            <a:schemeClr val="accent2"/>
                          </a:solidFill>
                          <a:effectLst/>
                          <a:latin typeface="+mn-lt"/>
                        </a:rPr>
                        <a:t>capturing customer approval </a:t>
                      </a:r>
                      <a:r>
                        <a:rPr lang="en-US" sz="900" b="0" i="0" u="none" strike="noStrike" dirty="0">
                          <a:solidFill>
                            <a:schemeClr val="bg1"/>
                          </a:solidFill>
                          <a:effectLst/>
                          <a:latin typeface="+mn-lt"/>
                        </a:rPr>
                        <a:t>of a quote before contract can be generated by CLM. </a:t>
                      </a:r>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00042052"/>
                  </a:ext>
                </a:extLst>
              </a:tr>
              <a:tr h="14814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Generate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Document for </a:t>
                      </a:r>
                      <a:r>
                        <a:rPr lang="fr-FR" sz="900" b="1" i="0" u="none" strike="noStrike" dirty="0" err="1">
                          <a:solidFill>
                            <a:schemeClr val="bg1"/>
                          </a:solidFill>
                          <a:effectLst/>
                          <a:latin typeface="+mn-lt"/>
                        </a:rPr>
                        <a:t>customer</a:t>
                      </a:r>
                      <a:r>
                        <a:rPr lang="fr-FR" sz="900" b="1" i="0" u="none" strike="noStrike" dirty="0">
                          <a:solidFill>
                            <a:schemeClr val="bg1"/>
                          </a:solidFill>
                          <a:effectLst/>
                          <a:latin typeface="+mn-lt"/>
                        </a:rPr>
                        <a:t>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r>
                        <a:rPr lang="en-US" sz="900" b="0" i="0" kern="1200" dirty="0">
                          <a:solidFill>
                            <a:schemeClr val="bg1"/>
                          </a:solidFill>
                          <a:effectLst/>
                          <a:latin typeface="+mn-lt"/>
                          <a:ea typeface="+mn-ea"/>
                          <a:cs typeface="+mn-cs"/>
                        </a:rPr>
                        <a:t>This feature covers the </a:t>
                      </a:r>
                      <a:r>
                        <a:rPr lang="en-US" sz="900" b="0" i="0" kern="1200" dirty="0">
                          <a:solidFill>
                            <a:schemeClr val="accent2"/>
                          </a:solidFill>
                          <a:effectLst/>
                          <a:latin typeface="+mn-lt"/>
                          <a:ea typeface="+mn-ea"/>
                          <a:cs typeface="+mn-cs"/>
                        </a:rPr>
                        <a:t>quote document generation </a:t>
                      </a:r>
                      <a:r>
                        <a:rPr lang="en-US" sz="900" b="0" i="0" kern="1200" dirty="0">
                          <a:solidFill>
                            <a:schemeClr val="bg1"/>
                          </a:solidFill>
                          <a:effectLst/>
                          <a:latin typeface="+mn-lt"/>
                          <a:ea typeface="+mn-ea"/>
                          <a:cs typeface="+mn-cs"/>
                        </a:rPr>
                        <a:t>to be sent to customer</a:t>
                      </a:r>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823776634"/>
                  </a:ext>
                </a:extLst>
              </a:tr>
              <a:tr h="178010">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solidFill>
                      <a:schemeClr val="accent1"/>
                    </a:solidFill>
                  </a:tcPr>
                </a:tc>
                <a:tc rowSpan="2">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Order</a:t>
                      </a:r>
                      <a:r>
                        <a:rPr lang="fr-FR" sz="900" b="1" i="0" u="none" strike="noStrike" dirty="0">
                          <a:solidFill>
                            <a:schemeClr val="bg1"/>
                          </a:solidFill>
                          <a:effectLst/>
                          <a:latin typeface="+mn-lt"/>
                        </a:rPr>
                        <a:t> Capture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Convert</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to </a:t>
                      </a:r>
                      <a:r>
                        <a:rPr lang="fr-FR" sz="900" b="1" i="0" u="none" strike="noStrike" dirty="0" err="1">
                          <a:solidFill>
                            <a:schemeClr val="bg1"/>
                          </a:solidFill>
                          <a:effectLst/>
                          <a:latin typeface="+mn-lt"/>
                        </a:rPr>
                        <a:t>Order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Firm</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ctr"/>
                      <a:r>
                        <a:rPr lang="en-US" sz="900" b="0" i="0" u="none" strike="noStrike" kern="1200" dirty="0">
                          <a:solidFill>
                            <a:schemeClr val="bg1"/>
                          </a:solidFill>
                          <a:effectLst/>
                          <a:latin typeface="+mn-lt"/>
                          <a:ea typeface="+mn-ea"/>
                          <a:cs typeface="+mn-cs"/>
                        </a:rPr>
                        <a:t>This feature enables to </a:t>
                      </a:r>
                      <a:r>
                        <a:rPr lang="en-US" sz="900" b="0" i="0" u="none" strike="noStrike" kern="1200" dirty="0">
                          <a:solidFill>
                            <a:schemeClr val="accent2"/>
                          </a:solidFill>
                          <a:effectLst/>
                          <a:latin typeface="+mn-lt"/>
                          <a:ea typeface="+mn-ea"/>
                          <a:cs typeface="+mn-cs"/>
                        </a:rPr>
                        <a:t>convert a to order payload </a:t>
                      </a:r>
                      <a:r>
                        <a:rPr lang="en-US" sz="900" b="0" i="0" u="none" strike="noStrike" kern="1200" dirty="0">
                          <a:solidFill>
                            <a:schemeClr val="bg1"/>
                          </a:solidFill>
                          <a:effectLst/>
                          <a:latin typeface="+mn-lt"/>
                          <a:ea typeface="+mn-ea"/>
                          <a:cs typeface="+mn-cs"/>
                        </a:rPr>
                        <a:t>once the customer has signed the contract. </a:t>
                      </a:r>
                    </a:p>
                  </a:txBody>
                  <a:tcPr marL="6350" marR="6350" marT="635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3281239"/>
                  </a:ext>
                </a:extLst>
              </a:tr>
              <a:tr h="178010">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Billing</a:t>
                      </a:r>
                      <a:r>
                        <a:rPr lang="fr-FR" sz="900" b="1" i="0" u="none" strike="noStrike" dirty="0">
                          <a:solidFill>
                            <a:schemeClr val="bg1"/>
                          </a:solidFill>
                          <a:effectLst/>
                          <a:latin typeface="+mn-lt"/>
                        </a:rPr>
                        <a:t> Information</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ctr"/>
                      <a:endParaRPr lang="en-US" sz="900" b="0" i="0" u="none" strike="noStrike" kern="1200" dirty="0">
                        <a:solidFill>
                          <a:schemeClr val="bg1"/>
                        </a:solidFill>
                        <a:effectLst/>
                        <a:latin typeface="+mn-lt"/>
                        <a:ea typeface="+mn-ea"/>
                        <a:cs typeface="+mn-cs"/>
                      </a:endParaRPr>
                    </a:p>
                  </a:txBody>
                  <a:tcPr marL="6350" marR="6350" marT="635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55336776"/>
                  </a:ext>
                </a:extLst>
              </a:tr>
              <a:tr h="237304">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pPr algn="ctr" fontAlgn="t"/>
                      <a:r>
                        <a:rPr lang="fr-FR" sz="900" b="1" i="0" u="none" strike="noStrike" dirty="0" err="1">
                          <a:solidFill>
                            <a:schemeClr val="bg1"/>
                          </a:solidFill>
                          <a:effectLst/>
                          <a:latin typeface="+mn-lt"/>
                        </a:rPr>
                        <a:t>Technical</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Features</a:t>
                      </a:r>
                      <a:endParaRPr lang="fr-FR" sz="900" b="1" i="0" u="none" strike="noStrike" dirty="0">
                        <a:solidFill>
                          <a:schemeClr val="bg1"/>
                        </a:solidFill>
                        <a:effectLst/>
                        <a:latin typeface="+mn-lt"/>
                      </a:endParaRP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State Model</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ctr"/>
                      <a:r>
                        <a:rPr lang="en-US" sz="900" b="0" i="0" u="none" strike="noStrike" kern="1200" dirty="0">
                          <a:solidFill>
                            <a:schemeClr val="bg1"/>
                          </a:solidFill>
                          <a:effectLst/>
                          <a:latin typeface="+mn-lt"/>
                          <a:ea typeface="+mn-ea"/>
                          <a:cs typeface="+mn-cs"/>
                        </a:rPr>
                        <a:t>This technical feature covers the </a:t>
                      </a:r>
                      <a:r>
                        <a:rPr lang="en-US" sz="900" b="0" i="0" u="none" strike="noStrike" kern="1200" dirty="0">
                          <a:solidFill>
                            <a:schemeClr val="accent2"/>
                          </a:solidFill>
                          <a:effectLst/>
                          <a:latin typeface="+mn-lt"/>
                          <a:ea typeface="+mn-ea"/>
                          <a:cs typeface="+mn-cs"/>
                        </a:rPr>
                        <a:t>quote object model </a:t>
                      </a:r>
                      <a:r>
                        <a:rPr lang="en-US" sz="900" b="0" i="0" u="none" strike="noStrike" kern="1200" dirty="0">
                          <a:solidFill>
                            <a:schemeClr val="bg1"/>
                          </a:solidFill>
                          <a:effectLst/>
                          <a:latin typeface="+mn-lt"/>
                          <a:ea typeface="+mn-ea"/>
                          <a:cs typeface="+mn-cs"/>
                        </a:rPr>
                        <a:t>(for MVP only), including permissions based on the quote-state.</a:t>
                      </a:r>
                    </a:p>
                  </a:txBody>
                  <a:tcPr marL="6350" marR="6350" marT="635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540864654"/>
                  </a:ext>
                </a:extLst>
              </a:tr>
              <a:tr h="178010">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pPr algn="ctr" fontAlgn="t"/>
                      <a:r>
                        <a:rPr lang="fr-FR" sz="900" b="1" i="0" u="none" strike="noStrike" dirty="0">
                          <a:solidFill>
                            <a:schemeClr val="bg1"/>
                          </a:solidFill>
                          <a:effectLst/>
                          <a:latin typeface="+mn-lt"/>
                        </a:rPr>
                        <a:t>General</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a:solidFill>
                            <a:schemeClr val="bg1"/>
                          </a:solidFill>
                          <a:effectLst/>
                          <a:latin typeface="+mn-lt"/>
                        </a:rPr>
                        <a:t>IoT Gap </a:t>
                      </a:r>
                      <a:r>
                        <a:rPr lang="fr-FR" sz="900" b="1" i="0" u="none" strike="noStrike" dirty="0" err="1">
                          <a:solidFill>
                            <a:schemeClr val="bg1"/>
                          </a:solidFill>
                          <a:effectLst/>
                          <a:latin typeface="+mn-lt"/>
                        </a:rPr>
                        <a:t>Analysis</a:t>
                      </a:r>
                      <a:r>
                        <a:rPr lang="fr-FR" sz="900" b="1" i="0" u="none" strike="noStrike" dirty="0">
                          <a:solidFill>
                            <a:schemeClr val="bg1"/>
                          </a:solidFill>
                          <a:effectLst/>
                          <a:latin typeface="+mn-lt"/>
                        </a:rPr>
                        <a:t>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ctr"/>
                      <a:endParaRPr lang="en-US" sz="900" b="0" i="0" u="none" strike="noStrike" kern="1200" dirty="0">
                        <a:solidFill>
                          <a:schemeClr val="bg1"/>
                        </a:solidFill>
                        <a:effectLst/>
                        <a:latin typeface="+mn-lt"/>
                        <a:ea typeface="+mn-ea"/>
                        <a:cs typeface="+mn-cs"/>
                      </a:endParaRPr>
                    </a:p>
                  </a:txBody>
                  <a:tcPr marL="6350" marR="6350" marT="6350" anchor="ctr">
                    <a:lnL w="28575"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66158266"/>
                  </a:ext>
                </a:extLst>
              </a:tr>
            </a:tbl>
          </a:graphicData>
        </a:graphic>
      </p:graphicFrame>
    </p:spTree>
    <p:extLst>
      <p:ext uri="{BB962C8B-B14F-4D97-AF65-F5344CB8AC3E}">
        <p14:creationId xmlns:p14="http://schemas.microsoft.com/office/powerpoint/2010/main" val="2855470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92A0-2AD3-F437-1CCF-A5DF0343CD4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25A33C6-94CF-F92B-2E3E-091C3D19D6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 name="think-cell data - do not delete" hidden="1">
                        <a:extLst>
                          <a:ext uri="{FF2B5EF4-FFF2-40B4-BE49-F238E27FC236}">
                            <a16:creationId xmlns:a16="http://schemas.microsoft.com/office/drawing/2014/main" id="{425A33C6-94CF-F92B-2E3E-091C3D19D6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0F43EF0-E9D5-5ED0-18FE-6FE874DD0F78}"/>
              </a:ext>
            </a:extLst>
          </p:cNvPr>
          <p:cNvSpPr>
            <a:spLocks noGrp="1"/>
          </p:cNvSpPr>
          <p:nvPr>
            <p:ph type="title"/>
          </p:nvPr>
        </p:nvSpPr>
        <p:spPr>
          <a:xfrm>
            <a:off x="385708" y="241884"/>
            <a:ext cx="11353800" cy="991659"/>
          </a:xfrm>
        </p:spPr>
        <p:txBody>
          <a:bodyPr vert="horz"/>
          <a:lstStyle/>
          <a:p>
            <a:r>
              <a:rPr lang="en-GB" dirty="0"/>
              <a:t>CPQ L1-L3 Processes MMP (1/2)</a:t>
            </a:r>
            <a:br>
              <a:rPr lang="en-GB" dirty="0"/>
            </a:br>
            <a:r>
              <a:rPr lang="fr-FR" sz="1600" dirty="0" err="1">
                <a:solidFill>
                  <a:schemeClr val="bg1"/>
                </a:solidFill>
              </a:rPr>
              <a:t>We</a:t>
            </a:r>
            <a:r>
              <a:rPr lang="fr-FR" sz="1600" dirty="0">
                <a:solidFill>
                  <a:schemeClr val="bg1"/>
                </a:solidFill>
              </a:rPr>
              <a:t> </a:t>
            </a:r>
            <a:r>
              <a:rPr lang="fr-FR" sz="1600" dirty="0" err="1">
                <a:solidFill>
                  <a:schemeClr val="bg1"/>
                </a:solidFill>
              </a:rPr>
              <a:t>will</a:t>
            </a:r>
            <a:r>
              <a:rPr lang="fr-FR" sz="1600" dirty="0">
                <a:solidFill>
                  <a:schemeClr val="bg1"/>
                </a:solidFill>
              </a:rPr>
              <a:t> </a:t>
            </a:r>
            <a:r>
              <a:rPr lang="fr-FR" sz="1600" dirty="0" err="1">
                <a:solidFill>
                  <a:schemeClr val="bg1"/>
                </a:solidFill>
              </a:rPr>
              <a:t>define</a:t>
            </a:r>
            <a:r>
              <a:rPr lang="fr-FR" sz="1600" dirty="0">
                <a:solidFill>
                  <a:schemeClr val="bg1"/>
                </a:solidFill>
              </a:rPr>
              <a:t> MPP </a:t>
            </a:r>
            <a:r>
              <a:rPr lang="fr-FR" sz="1600" dirty="0" err="1">
                <a:solidFill>
                  <a:schemeClr val="bg1"/>
                </a:solidFill>
              </a:rPr>
              <a:t>features</a:t>
            </a:r>
            <a:r>
              <a:rPr lang="fr-FR" sz="1600" dirty="0">
                <a:solidFill>
                  <a:schemeClr val="bg1"/>
                </a:solidFill>
              </a:rPr>
              <a:t> and design an E2E L3 process flow for </a:t>
            </a:r>
            <a:r>
              <a:rPr lang="fr-FR" sz="1600" dirty="0" err="1">
                <a:solidFill>
                  <a:schemeClr val="bg1"/>
                </a:solidFill>
              </a:rPr>
              <a:t>quote</a:t>
            </a:r>
            <a:r>
              <a:rPr lang="fr-FR" sz="1600" dirty="0">
                <a:solidFill>
                  <a:schemeClr val="bg1"/>
                </a:solidFill>
              </a:rPr>
              <a:t> to </a:t>
            </a:r>
            <a:r>
              <a:rPr lang="fr-FR" sz="1600" dirty="0" err="1">
                <a:solidFill>
                  <a:schemeClr val="bg1"/>
                </a:solidFill>
              </a:rPr>
              <a:t>order</a:t>
            </a:r>
            <a:endParaRPr lang="en-GB" dirty="0"/>
          </a:p>
        </p:txBody>
      </p:sp>
      <p:graphicFrame>
        <p:nvGraphicFramePr>
          <p:cNvPr id="103" name="Tableau 102">
            <a:extLst>
              <a:ext uri="{FF2B5EF4-FFF2-40B4-BE49-F238E27FC236}">
                <a16:creationId xmlns:a16="http://schemas.microsoft.com/office/drawing/2014/main" id="{31CABF91-E110-D7AA-91C5-81FE50CBD220}"/>
              </a:ext>
            </a:extLst>
          </p:cNvPr>
          <p:cNvGraphicFramePr>
            <a:graphicFrameLocks noGrp="1"/>
          </p:cNvGraphicFramePr>
          <p:nvPr>
            <p:extLst>
              <p:ext uri="{D42A27DB-BD31-4B8C-83A1-F6EECF244321}">
                <p14:modId xmlns:p14="http://schemas.microsoft.com/office/powerpoint/2010/main" val="1900807270"/>
              </p:ext>
            </p:extLst>
          </p:nvPr>
        </p:nvGraphicFramePr>
        <p:xfrm>
          <a:off x="287851" y="876350"/>
          <a:ext cx="11616298" cy="5808711"/>
        </p:xfrm>
        <a:graphic>
          <a:graphicData uri="http://schemas.openxmlformats.org/drawingml/2006/table">
            <a:tbl>
              <a:tblPr>
                <a:tableStyleId>{5C22544A-7EE6-4342-B048-85BDC9FD1C3A}</a:tableStyleId>
              </a:tblPr>
              <a:tblGrid>
                <a:gridCol w="1089905">
                  <a:extLst>
                    <a:ext uri="{9D8B030D-6E8A-4147-A177-3AD203B41FA5}">
                      <a16:colId xmlns:a16="http://schemas.microsoft.com/office/drawing/2014/main" val="1790393575"/>
                    </a:ext>
                  </a:extLst>
                </a:gridCol>
                <a:gridCol w="1198940">
                  <a:extLst>
                    <a:ext uri="{9D8B030D-6E8A-4147-A177-3AD203B41FA5}">
                      <a16:colId xmlns:a16="http://schemas.microsoft.com/office/drawing/2014/main" val="1109563073"/>
                    </a:ext>
                  </a:extLst>
                </a:gridCol>
                <a:gridCol w="2710601">
                  <a:extLst>
                    <a:ext uri="{9D8B030D-6E8A-4147-A177-3AD203B41FA5}">
                      <a16:colId xmlns:a16="http://schemas.microsoft.com/office/drawing/2014/main" val="2256540884"/>
                    </a:ext>
                  </a:extLst>
                </a:gridCol>
                <a:gridCol w="6616852">
                  <a:extLst>
                    <a:ext uri="{9D8B030D-6E8A-4147-A177-3AD203B41FA5}">
                      <a16:colId xmlns:a16="http://schemas.microsoft.com/office/drawing/2014/main" val="326198802"/>
                    </a:ext>
                  </a:extLst>
                </a:gridCol>
              </a:tblGrid>
              <a:tr h="344038">
                <a:tc>
                  <a:txBody>
                    <a:bodyPr/>
                    <a:lstStyle/>
                    <a:p>
                      <a:pPr algn="l" fontAlgn="t"/>
                      <a:r>
                        <a:rPr lang="fr-FR" sz="1400" b="1" i="0" u="none" strike="noStrike" dirty="0">
                          <a:solidFill>
                            <a:schemeClr val="bg1"/>
                          </a:solidFill>
                          <a:effectLst/>
                          <a:latin typeface="+mn-lt"/>
                        </a:rPr>
                        <a:t>L1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L2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L3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Description </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08624505"/>
                  </a:ext>
                </a:extLst>
              </a:tr>
              <a:tr h="233414">
                <a:tc rowSpan="25">
                  <a:txBody>
                    <a:bodyPr/>
                    <a:lstStyle/>
                    <a:p>
                      <a:pPr algn="ctr" fontAlgn="t"/>
                      <a:r>
                        <a:rPr lang="fr-FR" sz="1400" b="1" i="0" u="none" strike="noStrike" dirty="0">
                          <a:solidFill>
                            <a:schemeClr val="bg1"/>
                          </a:solidFill>
                          <a:effectLst/>
                          <a:latin typeface="+mn-lt"/>
                        </a:rPr>
                        <a:t>Customer Quotation Process</a:t>
                      </a:r>
                    </a:p>
                  </a:txBody>
                  <a:tcPr marL="36000" marR="36000" marT="36000" marB="36000" vert="vert270" anchor="ctr">
                    <a:lnL w="38100" cap="flat" cmpd="sng" algn="ctr">
                      <a:no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tx2"/>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rowSpan="12">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Creation</a:t>
                      </a:r>
                      <a:r>
                        <a:rPr lang="fr-FR" sz="900" b="1" i="0" u="none" strike="noStrike" dirty="0">
                          <a:solidFill>
                            <a:schemeClr val="bg1"/>
                          </a:solidFill>
                          <a:effectLst/>
                          <a:latin typeface="+mn-lt"/>
                        </a:rPr>
                        <a:t>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2857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Handover</a:t>
                      </a:r>
                      <a:r>
                        <a:rPr lang="fr-FR" sz="900" b="1" i="0" u="none" strike="noStrike" dirty="0">
                          <a:solidFill>
                            <a:schemeClr val="bg1"/>
                          </a:solidFill>
                          <a:effectLst/>
                          <a:latin typeface="+mn-lt"/>
                        </a:rPr>
                        <a:t> to Sales x Digital</a:t>
                      </a:r>
                    </a:p>
                  </a:txBody>
                  <a:tcPr marL="36000" marR="36000" marT="36000" marB="36000">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marL="0" marR="0" lvl="0" indent="0" algn="l" defTabSz="1219261" rtl="0" eaLnBrk="1" fontAlgn="t" latinLnBrk="0" hangingPunct="1">
                        <a:lnSpc>
                          <a:spcPct val="100000"/>
                        </a:lnSpc>
                        <a:spcBef>
                          <a:spcPts val="0"/>
                        </a:spcBef>
                        <a:spcAft>
                          <a:spcPts val="0"/>
                        </a:spcAft>
                        <a:buClrTx/>
                        <a:buSzTx/>
                        <a:buFontTx/>
                        <a:buNone/>
                        <a:tabLst/>
                        <a:defRPr/>
                      </a:pPr>
                      <a:endParaRPr lang="fr-FR" sz="900" b="0" dirty="0">
                        <a:solidFill>
                          <a:schemeClr val="bg1"/>
                        </a:solidFill>
                        <a:latin typeface="+mn-lt"/>
                      </a:endParaRPr>
                    </a:p>
                  </a:txBody>
                  <a:tcPr marL="36000" marR="36000" marT="36000" marB="36000">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28575" cap="flat" cmpd="sng" algn="ctr">
                      <a:solidFill>
                        <a:schemeClr val="tx2"/>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683487054"/>
                  </a:ext>
                </a:extLst>
              </a:tr>
              <a:tr h="313082">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tc>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tc>
                <a:tc>
                  <a:txBody>
                    <a:bodyPr/>
                    <a:lstStyle/>
                    <a:p>
                      <a:pPr algn="l" fontAlgn="t"/>
                      <a:r>
                        <a:rPr lang="fr-FR" sz="900" b="1" i="0" u="none" strike="noStrike" dirty="0">
                          <a:solidFill>
                            <a:schemeClr val="bg1"/>
                          </a:solidFill>
                          <a:effectLst/>
                          <a:latin typeface="+mn-lt"/>
                        </a:rPr>
                        <a:t>Manage Opportunity, </a:t>
                      </a:r>
                      <a:r>
                        <a:rPr lang="fr-FR" sz="900" b="1" i="0" u="none" strike="noStrike" dirty="0" err="1">
                          <a:solidFill>
                            <a:schemeClr val="bg1"/>
                          </a:solidFill>
                          <a:effectLst/>
                          <a:latin typeface="+mn-lt"/>
                        </a:rPr>
                        <a:t>Retrieve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create</a:t>
                      </a:r>
                      <a:r>
                        <a:rPr lang="fr-FR" sz="900" b="1" i="0" u="none" strike="noStrike" dirty="0">
                          <a:solidFill>
                            <a:schemeClr val="bg1"/>
                          </a:solidFill>
                          <a:effectLst/>
                          <a:latin typeface="+mn-lt"/>
                        </a:rPr>
                        <a:t>, Sync</a:t>
                      </a:r>
                    </a:p>
                  </a:txBody>
                  <a:tcPr marL="36000" marR="36000" marT="36000" marB="36000">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23656527"/>
                  </a:ext>
                </a:extLst>
              </a:tr>
              <a:tr h="302452">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tc>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tc>
                <a:tc>
                  <a:txBody>
                    <a:bodyPr/>
                    <a:lstStyle/>
                    <a:p>
                      <a:pPr algn="l" fontAlgn="t"/>
                      <a:r>
                        <a:rPr lang="fr-FR" sz="900" b="1" i="0" u="none" strike="noStrike" dirty="0" err="1">
                          <a:solidFill>
                            <a:schemeClr val="bg1"/>
                          </a:solidFill>
                          <a:effectLst/>
                          <a:latin typeface="+mn-lt"/>
                        </a:rPr>
                        <a:t>Add</a:t>
                      </a:r>
                      <a:r>
                        <a:rPr lang="fr-FR" sz="900" b="1" i="0" u="none" strike="noStrike" dirty="0">
                          <a:solidFill>
                            <a:schemeClr val="bg1"/>
                          </a:solidFill>
                          <a:effectLst/>
                          <a:latin typeface="+mn-lt"/>
                        </a:rPr>
                        <a:t> bulk </a:t>
                      </a:r>
                      <a:r>
                        <a:rPr lang="fr-FR" sz="900" b="1" i="0" u="none" strike="noStrike" dirty="0" err="1">
                          <a:solidFill>
                            <a:schemeClr val="bg1"/>
                          </a:solidFill>
                          <a:effectLst/>
                          <a:latin typeface="+mn-lt"/>
                        </a:rPr>
                        <a:t>products</a:t>
                      </a:r>
                      <a:r>
                        <a:rPr lang="fr-FR" sz="900" b="1" i="0" u="none" strike="noStrike" dirty="0">
                          <a:solidFill>
                            <a:schemeClr val="bg1"/>
                          </a:solidFill>
                          <a:effectLst/>
                          <a:latin typeface="+mn-lt"/>
                        </a:rPr>
                        <a:t>/</a:t>
                      </a:r>
                      <a:r>
                        <a:rPr lang="fr-FR" sz="900" b="1" i="0" u="none" strike="noStrike" dirty="0" err="1">
                          <a:solidFill>
                            <a:schemeClr val="bg1"/>
                          </a:solidFill>
                          <a:effectLst/>
                          <a:latin typeface="+mn-lt"/>
                        </a:rPr>
                        <a:t>configs</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marL="0" marR="0" lvl="0" indent="0" algn="l" defTabSz="1219261" rtl="0" eaLnBrk="1" fontAlgn="t" latinLnBrk="0" hangingPunct="1">
                        <a:lnSpc>
                          <a:spcPct val="100000"/>
                        </a:lnSpc>
                        <a:spcBef>
                          <a:spcPts val="0"/>
                        </a:spcBef>
                        <a:spcAft>
                          <a:spcPts val="0"/>
                        </a:spcAft>
                        <a:buClrTx/>
                        <a:buSzTx/>
                        <a:buFontTx/>
                        <a:buNone/>
                        <a:tabLst/>
                        <a:defRPr/>
                      </a:pPr>
                      <a:endParaRPr lang="fr-FR" sz="900" b="0" dirty="0">
                        <a:solidFill>
                          <a:schemeClr val="bg1"/>
                        </a:solidFill>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29245646"/>
                  </a:ext>
                </a:extLst>
              </a:tr>
              <a:tr h="204531">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a:txBody>
                    <a:bodyPr/>
                    <a:lstStyle/>
                    <a:p>
                      <a:pPr algn="l" fontAlgn="t"/>
                      <a:r>
                        <a:rPr lang="fr-FR" sz="900" b="1" i="0" u="none" strike="noStrike" dirty="0" err="1">
                          <a:solidFill>
                            <a:schemeClr val="bg1"/>
                          </a:solidFill>
                          <a:effectLst/>
                          <a:latin typeface="+mn-lt"/>
                        </a:rPr>
                        <a:t>Add</a:t>
                      </a:r>
                      <a:r>
                        <a:rPr lang="fr-FR" sz="900" b="1" i="0" u="none" strike="noStrike" dirty="0">
                          <a:solidFill>
                            <a:schemeClr val="bg1"/>
                          </a:solidFill>
                          <a:effectLst/>
                          <a:latin typeface="+mn-lt"/>
                        </a:rPr>
                        <a:t> bulk sites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03923556"/>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multiple Quotes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64990396"/>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Template(s), new, </a:t>
                      </a:r>
                      <a:r>
                        <a:rPr lang="fr-FR" sz="900" b="1" i="0" u="none" strike="noStrike" dirty="0" err="1">
                          <a:solidFill>
                            <a:schemeClr val="bg1"/>
                          </a:solidFill>
                          <a:effectLst/>
                          <a:latin typeface="+mn-lt"/>
                        </a:rPr>
                        <a:t>renew</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migrate</a:t>
                      </a:r>
                      <a:r>
                        <a:rPr lang="fr-FR" sz="900" b="1" i="0" u="none" strike="noStrike" dirty="0">
                          <a:solidFill>
                            <a:schemeClr val="bg1"/>
                          </a:solidFill>
                          <a:effectLst/>
                          <a:latin typeface="+mn-lt"/>
                        </a:rPr>
                        <a:t>…</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10685789"/>
                  </a:ext>
                </a:extLst>
              </a:tr>
              <a:tr h="223365">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Customer Contact</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19247585"/>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Duplicate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32912287"/>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Versioning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510130622"/>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Integrate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with</a:t>
                      </a:r>
                      <a:r>
                        <a:rPr lang="fr-FR" sz="900" b="1" i="0" u="none" strike="noStrike" dirty="0">
                          <a:solidFill>
                            <a:schemeClr val="bg1"/>
                          </a:solidFill>
                          <a:effectLst/>
                          <a:latin typeface="+mn-lt"/>
                        </a:rPr>
                        <a:t> Project Management </a:t>
                      </a:r>
                      <a:r>
                        <a:rPr lang="fr-FR" sz="900" b="1" i="0" u="none" strike="noStrike" dirty="0" err="1">
                          <a:solidFill>
                            <a:schemeClr val="bg1"/>
                          </a:solidFill>
                          <a:effectLst/>
                          <a:latin typeface="+mn-lt"/>
                        </a:rPr>
                        <a:t>tool</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03906949"/>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Decompose</a:t>
                      </a:r>
                      <a:r>
                        <a:rPr lang="fr-FR" sz="900" b="1" i="0" u="none" strike="noStrike" dirty="0">
                          <a:solidFill>
                            <a:schemeClr val="bg1"/>
                          </a:solidFill>
                          <a:effectLst/>
                          <a:latin typeface="+mn-lt"/>
                        </a:rPr>
                        <a:t> Project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in </a:t>
                      </a:r>
                      <a:r>
                        <a:rPr lang="fr-FR" sz="900" b="1" i="0" u="none" strike="noStrike" dirty="0" err="1">
                          <a:solidFill>
                            <a:schemeClr val="bg1"/>
                          </a:solidFill>
                          <a:effectLst/>
                          <a:latin typeface="+mn-lt"/>
                        </a:rPr>
                        <a:t>firm</a:t>
                      </a:r>
                      <a:r>
                        <a:rPr lang="fr-FR" sz="900" b="1" i="0" u="none" strike="noStrike" dirty="0">
                          <a:solidFill>
                            <a:schemeClr val="bg1"/>
                          </a:solidFill>
                          <a:effectLst/>
                          <a:latin typeface="+mn-lt"/>
                        </a:rPr>
                        <a:t> Quotes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84354547"/>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Recommend</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Products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25278250"/>
                  </a:ext>
                </a:extLst>
              </a:tr>
              <a:tr h="204531">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rowSpan="3">
                  <a:txBody>
                    <a:bodyPr/>
                    <a:lstStyle/>
                    <a:p>
                      <a:pPr algn="ctr" fontAlgn="t"/>
                      <a:r>
                        <a:rPr lang="en-US" sz="900" b="1" i="0" u="none" strike="noStrike" dirty="0">
                          <a:solidFill>
                            <a:schemeClr val="bg1"/>
                          </a:solidFill>
                          <a:effectLst/>
                          <a:latin typeface="+mn-lt"/>
                        </a:rPr>
                        <a:t>Quote Offer Eligibility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Validate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Contract</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Eligibility</a:t>
                      </a:r>
                      <a:r>
                        <a:rPr lang="fr-FR" sz="900" b="1" i="0" u="none" strike="noStrike" dirty="0">
                          <a:solidFill>
                            <a:schemeClr val="bg1"/>
                          </a:solidFill>
                          <a:effectLst/>
                          <a:latin typeface="+mn-lt"/>
                        </a:rPr>
                        <a:t> (MSA)</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42304514"/>
                  </a:ext>
                </a:extLst>
              </a:tr>
              <a:tr h="204531">
                <a:tc vMerge="1">
                  <a:txBody>
                    <a:bodyPr/>
                    <a:lstStyle/>
                    <a:p>
                      <a:endParaRPr lang="en-US"/>
                    </a:p>
                  </a:txBody>
                  <a:tcPr/>
                </a:tc>
                <a:tc vMerge="1">
                  <a:txBody>
                    <a:bodyPr/>
                    <a:lstStyle/>
                    <a:p>
                      <a:pPr algn="ctr" fontAlgn="t"/>
                      <a:endParaRPr lang="en-US"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Validate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Technical</a:t>
                      </a:r>
                      <a:r>
                        <a:rPr lang="fr-FR" sz="900" b="1" i="0" u="none" strike="noStrike" dirty="0">
                          <a:solidFill>
                            <a:schemeClr val="bg1"/>
                          </a:solidFill>
                          <a:effectLst/>
                          <a:latin typeface="+mn-lt"/>
                        </a:rPr>
                        <a:t> &amp; </a:t>
                      </a:r>
                      <a:r>
                        <a:rPr lang="fr-FR" sz="900" b="1" i="0" u="none" strike="noStrike" dirty="0" err="1">
                          <a:solidFill>
                            <a:schemeClr val="bg1"/>
                          </a:solidFill>
                          <a:effectLst/>
                          <a:latin typeface="+mn-lt"/>
                        </a:rPr>
                        <a:t>Operational</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Eligibility</a:t>
                      </a:r>
                      <a:r>
                        <a:rPr lang="fr-FR" sz="900" b="1" i="0" u="none" strike="noStrike" dirty="0">
                          <a:solidFill>
                            <a:schemeClr val="bg1"/>
                          </a:solidFill>
                          <a:effectLst/>
                          <a:latin typeface="+mn-lt"/>
                        </a:rPr>
                        <a:t>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10782232"/>
                  </a:ext>
                </a:extLst>
              </a:tr>
              <a:tr h="204531">
                <a:tc vMerge="1">
                  <a:txBody>
                    <a:bodyPr/>
                    <a:lstStyle/>
                    <a:p>
                      <a:endParaRPr lang="en-US"/>
                    </a:p>
                  </a:txBody>
                  <a:tcPr/>
                </a:tc>
                <a:tc vMerge="1">
                  <a:txBody>
                    <a:bodyPr/>
                    <a:lstStyle/>
                    <a:p>
                      <a:pPr algn="ctr" fontAlgn="t"/>
                      <a:endParaRPr lang="en-US"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Validate</a:t>
                      </a:r>
                      <a:r>
                        <a:rPr lang="fr-FR" sz="900" b="1" i="0" u="none" strike="noStrike" dirty="0">
                          <a:solidFill>
                            <a:schemeClr val="bg1"/>
                          </a:solidFill>
                          <a:effectLst/>
                          <a:latin typeface="+mn-lt"/>
                        </a:rPr>
                        <a:t> Date </a:t>
                      </a:r>
                      <a:r>
                        <a:rPr lang="fr-FR" sz="900" b="1" i="0" u="none" strike="noStrike" dirty="0" err="1">
                          <a:solidFill>
                            <a:schemeClr val="bg1"/>
                          </a:solidFill>
                          <a:effectLst/>
                          <a:latin typeface="+mn-lt"/>
                        </a:rPr>
                        <a:t>Eligibility</a:t>
                      </a:r>
                      <a:r>
                        <a:rPr lang="fr-FR" sz="900" b="1" i="0" u="none" strike="noStrike" dirty="0">
                          <a:solidFill>
                            <a:schemeClr val="bg1"/>
                          </a:solidFill>
                          <a:effectLst/>
                          <a:latin typeface="+mn-lt"/>
                        </a:rPr>
                        <a:t>, Stock, 3rd Party Pricing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96071793"/>
                  </a:ext>
                </a:extLst>
              </a:tr>
              <a:tr h="204531">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rowSpan="10">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Pricing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a:solidFill>
                            <a:schemeClr val="bg1"/>
                          </a:solidFill>
                          <a:effectLst/>
                          <a:latin typeface="+mn-lt"/>
                        </a:rPr>
                        <a:t>Select Customer </a:t>
                      </a:r>
                      <a:r>
                        <a:rPr lang="fr-FR" sz="900" b="1" i="0" u="none" strike="noStrike" dirty="0" err="1">
                          <a:solidFill>
                            <a:schemeClr val="bg1"/>
                          </a:solidFill>
                          <a:effectLst/>
                          <a:latin typeface="+mn-lt"/>
                        </a:rPr>
                        <a:t>Pricebook</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53695519"/>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Collect</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Custoemr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Requested</a:t>
                      </a:r>
                      <a:r>
                        <a:rPr lang="fr-FR" sz="900" b="1" i="0" u="none" strike="noStrike" dirty="0">
                          <a:solidFill>
                            <a:schemeClr val="bg1"/>
                          </a:solidFill>
                          <a:effectLst/>
                          <a:latin typeface="+mn-lt"/>
                        </a:rPr>
                        <a:t> Date</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500699570"/>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Installed</a:t>
                      </a:r>
                      <a:r>
                        <a:rPr lang="fr-FR" sz="900" b="1" i="0" u="none" strike="noStrike" dirty="0">
                          <a:solidFill>
                            <a:schemeClr val="bg1"/>
                          </a:solidFill>
                          <a:effectLst/>
                          <a:latin typeface="+mn-lt"/>
                        </a:rPr>
                        <a:t> Base and Inventory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821040480"/>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Delivery </a:t>
                      </a:r>
                      <a:r>
                        <a:rPr lang="fr-FR" sz="900" b="1" i="0" u="none" strike="noStrike" dirty="0" err="1">
                          <a:solidFill>
                            <a:schemeClr val="bg1"/>
                          </a:solidFill>
                          <a:effectLst/>
                          <a:latin typeface="+mn-lt"/>
                        </a:rPr>
                        <a:t>Address</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69949880"/>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Discounting</a:t>
                      </a:r>
                      <a:r>
                        <a:rPr lang="fr-FR" sz="900" b="1" i="0" u="none" strike="noStrike" dirty="0">
                          <a:solidFill>
                            <a:schemeClr val="bg1"/>
                          </a:solidFill>
                          <a:effectLst/>
                          <a:latin typeface="+mn-lt"/>
                        </a:rPr>
                        <a:t>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260702963"/>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Resources</a:t>
                      </a:r>
                      <a:endParaRPr lang="fr-FR"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39632711"/>
                  </a:ext>
                </a:extLst>
              </a:tr>
              <a:tr h="204531">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Compute</a:t>
                      </a:r>
                      <a:r>
                        <a:rPr lang="fr-FR" sz="900" b="1" i="0" u="none" strike="noStrike" dirty="0">
                          <a:solidFill>
                            <a:schemeClr val="bg1"/>
                          </a:solidFill>
                          <a:effectLst/>
                          <a:latin typeface="+mn-lt"/>
                        </a:rPr>
                        <a:t> Price </a:t>
                      </a:r>
                      <a:r>
                        <a:rPr lang="fr-FR" sz="900" b="1" i="0" u="none" strike="noStrike" dirty="0" err="1">
                          <a:solidFill>
                            <a:schemeClr val="bg1"/>
                          </a:solidFill>
                          <a:effectLst/>
                          <a:latin typeface="+mn-lt"/>
                        </a:rPr>
                        <a:t>with</a:t>
                      </a:r>
                      <a:r>
                        <a:rPr lang="fr-FR" sz="900" b="1" i="0" u="none" strike="noStrike" dirty="0">
                          <a:solidFill>
                            <a:schemeClr val="bg1"/>
                          </a:solidFill>
                          <a:effectLst/>
                          <a:latin typeface="+mn-lt"/>
                        </a:rPr>
                        <a:t> Taxes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75978056"/>
                  </a:ext>
                </a:extLst>
              </a:tr>
              <a:tr h="204531">
                <a:tc vMerge="1">
                  <a:txBody>
                    <a:bodyPr/>
                    <a:lstStyle/>
                    <a:p>
                      <a:pPr algn="ctr" fontAlgn="t"/>
                      <a:endParaRPr lang="fr-FR" sz="1400" b="1" i="0" u="none" strike="noStrike">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vMerge="1">
                  <a:txBody>
                    <a:bodyPr/>
                    <a:lstStyle/>
                    <a:p>
                      <a:endParaRPr/>
                    </a:p>
                  </a:txBody>
                  <a:tcPr marL="36000" marR="36000" marT="36000" marB="3600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Currency (</a:t>
                      </a:r>
                      <a:r>
                        <a:rPr lang="fr-FR" sz="900" b="1" i="0" u="none" strike="noStrike" dirty="0" err="1">
                          <a:solidFill>
                            <a:schemeClr val="bg1"/>
                          </a:solidFill>
                          <a:effectLst/>
                          <a:latin typeface="+mn-lt"/>
                        </a:rPr>
                        <a:t>retrieve</a:t>
                      </a:r>
                      <a:r>
                        <a:rPr lang="fr-FR" sz="900" b="1" i="0" u="none" strike="noStrike" dirty="0">
                          <a:solidFill>
                            <a:schemeClr val="bg1"/>
                          </a:solidFill>
                          <a:effectLst/>
                          <a:latin typeface="+mn-lt"/>
                        </a:rPr>
                        <a:t>, select, </a:t>
                      </a:r>
                      <a:r>
                        <a:rPr lang="fr-FR" sz="900" b="1" i="0" u="none" strike="noStrike" dirty="0" err="1">
                          <a:solidFill>
                            <a:schemeClr val="bg1"/>
                          </a:solidFill>
                          <a:effectLst/>
                          <a:latin typeface="+mn-lt"/>
                        </a:rPr>
                        <a:t>convert</a:t>
                      </a:r>
                      <a:r>
                        <a:rPr lang="fr-FR" sz="900" b="1" i="0" u="none" strike="noStrike" dirty="0">
                          <a:solidFill>
                            <a:schemeClr val="bg1"/>
                          </a:solidFill>
                          <a:effectLst/>
                          <a:latin typeface="+mn-lt"/>
                        </a:rPr>
                        <a:t>)</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619434097"/>
                  </a:ext>
                </a:extLst>
              </a:tr>
              <a:tr h="204531">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19050" cap="flat" cmpd="sng" algn="ctr">
                      <a:solidFill>
                        <a:schemeClr val="bg1"/>
                      </a:solidFill>
                      <a:prstDash val="solid"/>
                      <a:round/>
                      <a:headEnd type="none" w="med" len="med"/>
                      <a:tailEnd type="none" w="med" len="med"/>
                    </a:lnR>
                    <a:solidFill>
                      <a:schemeClr val="accent1">
                        <a:lumMod val="40000"/>
                        <a:lumOff val="60000"/>
                      </a:schemeClr>
                    </a:solidFill>
                  </a:tcPr>
                </a:tc>
                <a:tc>
                  <a:txBody>
                    <a:bodyPr/>
                    <a:lstStyle/>
                    <a:p>
                      <a:pPr algn="l" fontAlgn="t"/>
                      <a:r>
                        <a:rPr lang="fr-FR" sz="900" b="1" i="0" u="none" strike="noStrike" dirty="0" err="1">
                          <a:solidFill>
                            <a:schemeClr val="bg1"/>
                          </a:solidFill>
                          <a:effectLst/>
                          <a:latin typeface="+mn-lt"/>
                        </a:rPr>
                        <a:t>Recommend</a:t>
                      </a:r>
                      <a:r>
                        <a:rPr lang="fr-FR" sz="900" b="1" i="0" u="none" strike="noStrike" dirty="0">
                          <a:solidFill>
                            <a:schemeClr val="bg1"/>
                          </a:solidFill>
                          <a:effectLst/>
                          <a:latin typeface="+mn-lt"/>
                        </a:rPr>
                        <a:t> Configurations</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00042052"/>
                  </a:ext>
                </a:extLst>
              </a:tr>
              <a:tr h="204531">
                <a:tc vMerge="1">
                  <a:txBody>
                    <a:bodyPr/>
                    <a:lstStyle/>
                    <a:p>
                      <a:pPr algn="ctr" fontAlgn="t"/>
                      <a:endParaRPr lang="fr-FR" sz="1400" b="1" i="0" u="none" strike="noStrike" dirty="0">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solidFill>
                      <a:schemeClr val="accent1"/>
                    </a:solidFill>
                  </a:tcPr>
                </a:tc>
                <a:tc vMerge="1">
                  <a:txBody>
                    <a:bodyPr/>
                    <a:lstStyle/>
                    <a:p>
                      <a:endParaRPr dirty="0"/>
                    </a:p>
                  </a:txBody>
                  <a:tcPr marL="36000" marR="36000" marT="36000" marB="3600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Evaluate</a:t>
                      </a:r>
                      <a:r>
                        <a:rPr lang="fr-FR" sz="900" b="1" i="0" u="none" strike="noStrike" dirty="0">
                          <a:solidFill>
                            <a:schemeClr val="bg1"/>
                          </a:solidFill>
                          <a:effectLst/>
                          <a:latin typeface="+mn-lt"/>
                        </a:rPr>
                        <a:t> ESG Impact</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ctr"/>
                      <a:endParaRPr lang="en-US" sz="900" b="0" i="0" u="none" strike="noStrike" kern="1200" dirty="0">
                        <a:solidFill>
                          <a:schemeClr val="bg1"/>
                        </a:solidFill>
                        <a:effectLst/>
                        <a:latin typeface="+mn-lt"/>
                        <a:ea typeface="+mn-ea"/>
                        <a:cs typeface="+mn-cs"/>
                      </a:endParaRPr>
                    </a:p>
                  </a:txBody>
                  <a:tcPr marL="6350" marR="6350" marT="635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3281239"/>
                  </a:ext>
                </a:extLst>
              </a:tr>
            </a:tbl>
          </a:graphicData>
        </a:graphic>
      </p:graphicFrame>
    </p:spTree>
    <p:extLst>
      <p:ext uri="{BB962C8B-B14F-4D97-AF65-F5344CB8AC3E}">
        <p14:creationId xmlns:p14="http://schemas.microsoft.com/office/powerpoint/2010/main" val="375987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50F9-79C1-F217-013D-FC78EAA5BF3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8F738C1-0A4C-552C-1EBA-43A4500524D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5" name="think-cell data - do not delete" hidden="1">
                        <a:extLst>
                          <a:ext uri="{FF2B5EF4-FFF2-40B4-BE49-F238E27FC236}">
                            <a16:creationId xmlns:a16="http://schemas.microsoft.com/office/drawing/2014/main" id="{B8F738C1-0A4C-552C-1EBA-43A4500524D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A4B1ADD-B7C8-9E2D-7B7E-B38D3DD592B7}"/>
              </a:ext>
            </a:extLst>
          </p:cNvPr>
          <p:cNvSpPr>
            <a:spLocks noGrp="1"/>
          </p:cNvSpPr>
          <p:nvPr>
            <p:ph type="title"/>
          </p:nvPr>
        </p:nvSpPr>
        <p:spPr>
          <a:xfrm>
            <a:off x="385708" y="241884"/>
            <a:ext cx="11353800" cy="991659"/>
          </a:xfrm>
        </p:spPr>
        <p:txBody>
          <a:bodyPr vert="horz"/>
          <a:lstStyle/>
          <a:p>
            <a:r>
              <a:rPr lang="en-GB" dirty="0"/>
              <a:t>CPQ L1-L3 Processes MMP (2/2)</a:t>
            </a:r>
            <a:br>
              <a:rPr lang="en-GB" dirty="0"/>
            </a:br>
            <a:r>
              <a:rPr lang="fr-FR" sz="1600" dirty="0" err="1">
                <a:solidFill>
                  <a:schemeClr val="bg1"/>
                </a:solidFill>
              </a:rPr>
              <a:t>We</a:t>
            </a:r>
            <a:r>
              <a:rPr lang="fr-FR" sz="1600" dirty="0">
                <a:solidFill>
                  <a:schemeClr val="bg1"/>
                </a:solidFill>
              </a:rPr>
              <a:t> </a:t>
            </a:r>
            <a:r>
              <a:rPr lang="fr-FR" sz="1600" dirty="0" err="1">
                <a:solidFill>
                  <a:schemeClr val="bg1"/>
                </a:solidFill>
              </a:rPr>
              <a:t>will</a:t>
            </a:r>
            <a:r>
              <a:rPr lang="fr-FR" sz="1600" dirty="0">
                <a:solidFill>
                  <a:schemeClr val="bg1"/>
                </a:solidFill>
              </a:rPr>
              <a:t> </a:t>
            </a:r>
            <a:r>
              <a:rPr lang="fr-FR" sz="1600" dirty="0" err="1">
                <a:solidFill>
                  <a:schemeClr val="bg1"/>
                </a:solidFill>
              </a:rPr>
              <a:t>define</a:t>
            </a:r>
            <a:r>
              <a:rPr lang="fr-FR" sz="1600" dirty="0">
                <a:solidFill>
                  <a:schemeClr val="bg1"/>
                </a:solidFill>
              </a:rPr>
              <a:t> MPP </a:t>
            </a:r>
            <a:r>
              <a:rPr lang="fr-FR" sz="1600" dirty="0" err="1">
                <a:solidFill>
                  <a:schemeClr val="bg1"/>
                </a:solidFill>
              </a:rPr>
              <a:t>features</a:t>
            </a:r>
            <a:r>
              <a:rPr lang="fr-FR" sz="1600" dirty="0">
                <a:solidFill>
                  <a:schemeClr val="bg1"/>
                </a:solidFill>
              </a:rPr>
              <a:t> and design an E2E L3 process flow for </a:t>
            </a:r>
            <a:r>
              <a:rPr lang="fr-FR" sz="1600" dirty="0" err="1">
                <a:solidFill>
                  <a:schemeClr val="bg1"/>
                </a:solidFill>
              </a:rPr>
              <a:t>quote</a:t>
            </a:r>
            <a:r>
              <a:rPr lang="fr-FR" sz="1600" dirty="0">
                <a:solidFill>
                  <a:schemeClr val="bg1"/>
                </a:solidFill>
              </a:rPr>
              <a:t> to </a:t>
            </a:r>
            <a:r>
              <a:rPr lang="fr-FR" sz="1600" dirty="0" err="1">
                <a:solidFill>
                  <a:schemeClr val="bg1"/>
                </a:solidFill>
              </a:rPr>
              <a:t>order</a:t>
            </a:r>
            <a:endParaRPr lang="en-GB" dirty="0"/>
          </a:p>
        </p:txBody>
      </p:sp>
      <p:graphicFrame>
        <p:nvGraphicFramePr>
          <p:cNvPr id="103" name="Tableau 102">
            <a:extLst>
              <a:ext uri="{FF2B5EF4-FFF2-40B4-BE49-F238E27FC236}">
                <a16:creationId xmlns:a16="http://schemas.microsoft.com/office/drawing/2014/main" id="{DB52D0F8-EAA5-BC81-9DEF-12E77EC522C1}"/>
              </a:ext>
            </a:extLst>
          </p:cNvPr>
          <p:cNvGraphicFramePr>
            <a:graphicFrameLocks noGrp="1"/>
          </p:cNvGraphicFramePr>
          <p:nvPr>
            <p:extLst>
              <p:ext uri="{D42A27DB-BD31-4B8C-83A1-F6EECF244321}">
                <p14:modId xmlns:p14="http://schemas.microsoft.com/office/powerpoint/2010/main" val="2581971057"/>
              </p:ext>
            </p:extLst>
          </p:nvPr>
        </p:nvGraphicFramePr>
        <p:xfrm>
          <a:off x="287851" y="1233543"/>
          <a:ext cx="11616298" cy="3142693"/>
        </p:xfrm>
        <a:graphic>
          <a:graphicData uri="http://schemas.openxmlformats.org/drawingml/2006/table">
            <a:tbl>
              <a:tblPr>
                <a:tableStyleId>{5C22544A-7EE6-4342-B048-85BDC9FD1C3A}</a:tableStyleId>
              </a:tblPr>
              <a:tblGrid>
                <a:gridCol w="1089905">
                  <a:extLst>
                    <a:ext uri="{9D8B030D-6E8A-4147-A177-3AD203B41FA5}">
                      <a16:colId xmlns:a16="http://schemas.microsoft.com/office/drawing/2014/main" val="1790393575"/>
                    </a:ext>
                  </a:extLst>
                </a:gridCol>
                <a:gridCol w="1198940">
                  <a:extLst>
                    <a:ext uri="{9D8B030D-6E8A-4147-A177-3AD203B41FA5}">
                      <a16:colId xmlns:a16="http://schemas.microsoft.com/office/drawing/2014/main" val="1109563073"/>
                    </a:ext>
                  </a:extLst>
                </a:gridCol>
                <a:gridCol w="2872833">
                  <a:extLst>
                    <a:ext uri="{9D8B030D-6E8A-4147-A177-3AD203B41FA5}">
                      <a16:colId xmlns:a16="http://schemas.microsoft.com/office/drawing/2014/main" val="2256540884"/>
                    </a:ext>
                  </a:extLst>
                </a:gridCol>
                <a:gridCol w="6454620">
                  <a:extLst>
                    <a:ext uri="{9D8B030D-6E8A-4147-A177-3AD203B41FA5}">
                      <a16:colId xmlns:a16="http://schemas.microsoft.com/office/drawing/2014/main" val="326198802"/>
                    </a:ext>
                  </a:extLst>
                </a:gridCol>
              </a:tblGrid>
              <a:tr h="358453">
                <a:tc>
                  <a:txBody>
                    <a:bodyPr/>
                    <a:lstStyle/>
                    <a:p>
                      <a:pPr algn="l" fontAlgn="t"/>
                      <a:r>
                        <a:rPr lang="fr-FR" sz="1400" b="1" i="0" u="none" strike="noStrike" dirty="0">
                          <a:solidFill>
                            <a:schemeClr val="bg1"/>
                          </a:solidFill>
                          <a:effectLst/>
                          <a:latin typeface="+mn-lt"/>
                        </a:rPr>
                        <a:t>L1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L2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L3 Process</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t"/>
                      <a:r>
                        <a:rPr lang="fr-FR" sz="1400" b="1" i="0" u="none" strike="noStrike" dirty="0">
                          <a:solidFill>
                            <a:schemeClr val="bg1"/>
                          </a:solidFill>
                          <a:effectLst/>
                          <a:latin typeface="+mn-lt"/>
                        </a:rPr>
                        <a:t>Description </a:t>
                      </a:r>
                    </a:p>
                  </a:txBody>
                  <a:tcPr marL="36000" marR="36000" marT="36000" marB="3600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285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08624505"/>
                  </a:ext>
                </a:extLst>
              </a:tr>
              <a:tr h="156364">
                <a:tc rowSpan="12">
                  <a:txBody>
                    <a:bodyPr/>
                    <a:lstStyle/>
                    <a:p>
                      <a:pPr marL="0" marR="0" lvl="0" indent="0" algn="ctr" defTabSz="1219261" rtl="0" eaLnBrk="1" fontAlgn="auto" latinLnBrk="0" hangingPunct="1">
                        <a:lnSpc>
                          <a:spcPct val="100000"/>
                        </a:lnSpc>
                        <a:spcBef>
                          <a:spcPts val="0"/>
                        </a:spcBef>
                        <a:spcAft>
                          <a:spcPts val="0"/>
                        </a:spcAft>
                        <a:buClrTx/>
                        <a:buSzTx/>
                        <a:buFontTx/>
                        <a:buNone/>
                        <a:tabLst/>
                        <a:defRPr/>
                      </a:pPr>
                      <a:r>
                        <a:rPr lang="fr-FR" sz="1200" b="1" i="0" u="none" strike="noStrike" dirty="0">
                          <a:solidFill>
                            <a:schemeClr val="bg1"/>
                          </a:solidFill>
                          <a:effectLst/>
                          <a:latin typeface="+mn-lt"/>
                        </a:rPr>
                        <a:t>Customer Quotation Process</a:t>
                      </a:r>
                    </a:p>
                    <a:p>
                      <a:pPr algn="ctr"/>
                      <a:endParaRPr lang="en-US" sz="1000" dirty="0"/>
                    </a:p>
                  </a:txBody>
                  <a:tcPr vert="vert270" anchor="ctr">
                    <a:lnL w="12700" cmpd="sng">
                      <a:noFill/>
                    </a:lnL>
                    <a:lnR w="28575" cap="flat" cmpd="sng" algn="ctr">
                      <a:solidFill>
                        <a:schemeClr val="bg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Exception (</a:t>
                      </a:r>
                      <a:r>
                        <a:rPr lang="fr-FR" sz="900" b="1" i="0" u="none" strike="noStrike" dirty="0" err="1">
                          <a:solidFill>
                            <a:schemeClr val="bg1"/>
                          </a:solidFill>
                          <a:effectLst/>
                          <a:latin typeface="+mn-lt"/>
                        </a:rPr>
                        <a:t>Bespoke</a:t>
                      </a:r>
                      <a:r>
                        <a:rPr lang="fr-FR" sz="900" b="1" i="0" u="none" strike="noStrike" dirty="0">
                          <a:solidFill>
                            <a:schemeClr val="bg1"/>
                          </a:solidFill>
                          <a:effectLst/>
                          <a:latin typeface="+mn-lt"/>
                        </a:rPr>
                        <a:t>, OSM)</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2857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a:solidFill>
                            <a:schemeClr val="bg1"/>
                          </a:solidFill>
                          <a:effectLst/>
                          <a:latin typeface="+mn-lt"/>
                        </a:rPr>
                        <a:t>Manage One-off Exception</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28575" cap="flat" cmpd="sng" algn="ctr">
                      <a:solidFill>
                        <a:schemeClr val="tx2"/>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410685789"/>
                  </a:ext>
                </a:extLst>
              </a:tr>
              <a:tr h="156364">
                <a:tc vMerge="1">
                  <a:txBody>
                    <a:bodyPr/>
                    <a:lstStyle/>
                    <a:p>
                      <a:endParaRPr lang="en-US"/>
                    </a:p>
                  </a:txBody>
                  <a:tcPr/>
                </a:tc>
                <a:tc rowSpan="3">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Profitability</a:t>
                      </a:r>
                      <a:r>
                        <a:rPr lang="fr-FR" sz="900" b="1" i="0" u="none" strike="noStrike" dirty="0">
                          <a:solidFill>
                            <a:schemeClr val="bg1"/>
                          </a:solidFill>
                          <a:effectLst/>
                          <a:latin typeface="+mn-lt"/>
                        </a:rPr>
                        <a:t> </a:t>
                      </a: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Compute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P&amp;L</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19247585"/>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Gross </a:t>
                      </a:r>
                      <a:r>
                        <a:rPr lang="fr-FR" sz="900" b="1" i="0" u="none" strike="noStrike" dirty="0" err="1">
                          <a:solidFill>
                            <a:schemeClr val="bg1"/>
                          </a:solidFill>
                          <a:effectLst/>
                          <a:latin typeface="+mn-lt"/>
                        </a:rPr>
                        <a:t>Margin</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Eligibility</a:t>
                      </a:r>
                      <a:r>
                        <a:rPr lang="fr-FR" sz="900" b="1" i="0" u="none" strike="noStrike" dirty="0">
                          <a:solidFill>
                            <a:schemeClr val="bg1"/>
                          </a:solidFill>
                          <a:effectLst/>
                          <a:latin typeface="+mn-lt"/>
                        </a:rPr>
                        <a:t>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32912287"/>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Offer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approval</a:t>
                      </a:r>
                      <a:r>
                        <a:rPr lang="fr-FR" sz="900" b="1" i="0" u="none" strike="noStrike" dirty="0">
                          <a:solidFill>
                            <a:schemeClr val="bg1"/>
                          </a:solidFill>
                          <a:effectLst/>
                          <a:latin typeface="+mn-lt"/>
                        </a:rPr>
                        <a:t> workflow</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510130622"/>
                  </a:ext>
                </a:extLst>
              </a:tr>
              <a:tr h="156364">
                <a:tc vMerge="1">
                  <a:txBody>
                    <a:bodyPr/>
                    <a:lstStyle/>
                    <a:p>
                      <a:endParaRPr lang="en-US"/>
                    </a:p>
                  </a:txBody>
                  <a:tcPr/>
                </a:tc>
                <a:tc rowSpan="4">
                  <a:txBody>
                    <a:bodyPr/>
                    <a:lstStyle/>
                    <a:p>
                      <a:pPr algn="ctr" fontAlgn="t"/>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Order</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Creation</a:t>
                      </a:r>
                      <a:endParaRPr lang="fr-FR" sz="900" b="1" i="0" u="none" strike="noStrike" dirty="0">
                        <a:solidFill>
                          <a:schemeClr val="bg1"/>
                        </a:solidFill>
                        <a:effectLst/>
                        <a:latin typeface="+mn-lt"/>
                      </a:endParaRP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a:solidFill>
                            <a:schemeClr val="bg1"/>
                          </a:solidFill>
                          <a:effectLst/>
                          <a:latin typeface="+mn-lt"/>
                        </a:rPr>
                        <a:t>Manage Customer </a:t>
                      </a:r>
                      <a:r>
                        <a:rPr lang="fr-FR" sz="900" b="1" i="0" u="none" strike="noStrike" dirty="0" err="1">
                          <a:solidFill>
                            <a:schemeClr val="bg1"/>
                          </a:solidFill>
                          <a:effectLst/>
                          <a:latin typeface="+mn-lt"/>
                        </a:rPr>
                        <a:t>Approval</a:t>
                      </a:r>
                      <a:r>
                        <a:rPr lang="fr-FR" sz="900" b="1" i="0" u="none" strike="noStrike" dirty="0">
                          <a:solidFill>
                            <a:schemeClr val="bg1"/>
                          </a:solidFill>
                          <a:effectLst/>
                          <a:latin typeface="+mn-lt"/>
                        </a:rPr>
                        <a:t> for </a:t>
                      </a:r>
                      <a:r>
                        <a:rPr lang="fr-FR" sz="900" b="1" i="0" u="none" strike="noStrike" dirty="0" err="1">
                          <a:solidFill>
                            <a:schemeClr val="bg1"/>
                          </a:solidFill>
                          <a:effectLst/>
                          <a:latin typeface="+mn-lt"/>
                        </a:rPr>
                        <a:t>Ordering</a:t>
                      </a:r>
                      <a:r>
                        <a:rPr lang="fr-FR" sz="900" b="1" i="0" u="none" strike="noStrike" dirty="0">
                          <a:solidFill>
                            <a:schemeClr val="bg1"/>
                          </a:solidFill>
                          <a:effectLst/>
                          <a:latin typeface="+mn-lt"/>
                        </a:rPr>
                        <a:t>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03906949"/>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Schedule </a:t>
                      </a:r>
                      <a:r>
                        <a:rPr lang="fr-FR" sz="900" b="1" i="0" u="none" strike="noStrike" dirty="0" err="1">
                          <a:solidFill>
                            <a:schemeClr val="bg1"/>
                          </a:solidFill>
                          <a:effectLst/>
                          <a:latin typeface="+mn-lt"/>
                        </a:rPr>
                        <a:t>Orders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84354547"/>
                  </a:ext>
                </a:extLst>
              </a:tr>
              <a:tr h="156364">
                <a:tc vMerge="1">
                  <a:txBody>
                    <a:bodyPr/>
                    <a:lstStyle/>
                    <a:p>
                      <a:endParaRPr lang="en-US"/>
                    </a:p>
                  </a:txBody>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Inflight</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Orders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25278250"/>
                  </a:ext>
                </a:extLst>
              </a:tr>
              <a:tr h="0">
                <a:tc vMerge="1">
                  <a:txBody>
                    <a:bodyPr/>
                    <a:lstStyle/>
                    <a:p>
                      <a:pPr algn="l" fontAlgn="t"/>
                      <a:endParaRPr lang="en-US"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vMerge="1">
                  <a:txBody>
                    <a:bodyPr/>
                    <a:lstStyle/>
                    <a:p>
                      <a:pPr algn="ctr" fontAlgn="t"/>
                      <a:endParaRPr lang="en-US"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Attach</a:t>
                      </a:r>
                      <a:r>
                        <a:rPr lang="fr-FR" sz="900" b="1" i="0" u="none" strike="noStrike" dirty="0">
                          <a:solidFill>
                            <a:schemeClr val="bg1"/>
                          </a:solidFill>
                          <a:effectLst/>
                          <a:latin typeface="+mn-lt"/>
                        </a:rPr>
                        <a:t> Bill of </a:t>
                      </a:r>
                      <a:r>
                        <a:rPr lang="fr-FR" sz="900" b="1" i="0" u="none" strike="noStrike" dirty="0" err="1">
                          <a:solidFill>
                            <a:schemeClr val="bg1"/>
                          </a:solidFill>
                          <a:effectLst/>
                          <a:latin typeface="+mn-lt"/>
                        </a:rPr>
                        <a:t>Material</a:t>
                      </a:r>
                      <a:r>
                        <a:rPr lang="fr-FR" sz="900" b="1" i="0" u="none" strike="noStrike" dirty="0">
                          <a:solidFill>
                            <a:schemeClr val="bg1"/>
                          </a:solidFill>
                          <a:effectLst/>
                          <a:latin typeface="+mn-lt"/>
                        </a:rPr>
                        <a:t> </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42304514"/>
                  </a:ext>
                </a:extLst>
              </a:tr>
              <a:tr h="0">
                <a:tc vMerge="1">
                  <a:txBody>
                    <a:bodyPr/>
                    <a:lstStyle/>
                    <a:p>
                      <a:endParaRPr lang="en-US"/>
                    </a:p>
                  </a:txBody>
                  <a:tcPr/>
                </a:tc>
                <a:tc rowSpan="4">
                  <a:txBody>
                    <a:bodyPr/>
                    <a:lstStyle/>
                    <a:p>
                      <a:pPr algn="ctr" fontAlgn="t"/>
                      <a:r>
                        <a:rPr lang="fr-FR" sz="900" b="1" i="0" u="none" strike="noStrike" dirty="0" err="1">
                          <a:solidFill>
                            <a:schemeClr val="bg1"/>
                          </a:solidFill>
                          <a:effectLst/>
                          <a:latin typeface="+mn-lt"/>
                        </a:rPr>
                        <a:t>Technical</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Features</a:t>
                      </a:r>
                      <a:endParaRPr lang="en-US" sz="900" b="1" i="0" u="none" strike="noStrike" dirty="0">
                        <a:solidFill>
                          <a:schemeClr val="bg1"/>
                        </a:solidFill>
                        <a:effectLst/>
                        <a:latin typeface="+mn-lt"/>
                      </a:endParaRPr>
                    </a:p>
                  </a:txBody>
                  <a:tcPr marL="36000" marR="36000" marT="36000" marB="36000" anchor="ctr">
                    <a:lnL w="28575" cap="flat" cmpd="sng" algn="ctr">
                      <a:solidFill>
                        <a:schemeClr val="bg2"/>
                      </a:solidFill>
                      <a:prstDash val="solid"/>
                      <a:round/>
                      <a:headEnd type="none" w="med" len="med"/>
                      <a:tailEnd type="none" w="med" len="med"/>
                    </a:lnL>
                    <a:lnR w="28575" cap="flat" cmpd="sng" algn="ctr">
                      <a:solidFill>
                        <a:schemeClr val="accent3"/>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F7900">
                        <a:alpha val="30196"/>
                      </a:srgbClr>
                    </a:solidFill>
                  </a:tcPr>
                </a:tc>
                <a:tc>
                  <a:txBody>
                    <a:bodyPr/>
                    <a:lstStyle/>
                    <a:p>
                      <a:pPr algn="l" fontAlgn="t"/>
                      <a:r>
                        <a:rPr lang="fr-FR" sz="900" b="1" i="0" u="none" strike="noStrike" dirty="0" err="1">
                          <a:solidFill>
                            <a:schemeClr val="bg1"/>
                          </a:solidFill>
                          <a:effectLst/>
                          <a:latin typeface="+mn-lt"/>
                        </a:rPr>
                        <a:t>Authenticate</a:t>
                      </a:r>
                      <a:r>
                        <a:rPr lang="fr-FR" sz="900" b="1" i="0" u="none" strike="noStrike" dirty="0">
                          <a:solidFill>
                            <a:schemeClr val="bg1"/>
                          </a:solidFill>
                          <a:effectLst/>
                          <a:latin typeface="+mn-lt"/>
                        </a:rPr>
                        <a:t> </a:t>
                      </a:r>
                      <a:r>
                        <a:rPr lang="fr-FR" sz="900" b="1" i="0" u="none" strike="noStrike" dirty="0" err="1">
                          <a:solidFill>
                            <a:schemeClr val="bg1"/>
                          </a:solidFill>
                          <a:effectLst/>
                          <a:latin typeface="+mn-lt"/>
                        </a:rPr>
                        <a:t>users</a:t>
                      </a:r>
                      <a:r>
                        <a:rPr lang="fr-FR" sz="900" b="1" i="0" u="none" strike="noStrike" dirty="0">
                          <a:solidFill>
                            <a:schemeClr val="bg1"/>
                          </a:solidFill>
                          <a:effectLst/>
                          <a:latin typeface="+mn-lt"/>
                        </a:rPr>
                        <a:t> SSO</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10782232"/>
                  </a:ext>
                </a:extLst>
              </a:tr>
              <a:tr h="0">
                <a:tc vMerge="1">
                  <a:txBody>
                    <a:bodyPr/>
                    <a:lstStyle/>
                    <a:p>
                      <a:endParaRPr lang="en-US"/>
                    </a:p>
                  </a:txBody>
                  <a:tcPr/>
                </a:tc>
                <a:tc vMerge="1">
                  <a:txBody>
                    <a:bodyPr/>
                    <a:lstStyle/>
                    <a:p>
                      <a:pPr algn="ctr" fontAlgn="t"/>
                      <a:endParaRPr lang="en-US"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Manage </a:t>
                      </a:r>
                      <a:r>
                        <a:rPr lang="fr-FR" sz="900" b="1" i="0" u="none" strike="noStrike" dirty="0" err="1">
                          <a:solidFill>
                            <a:schemeClr val="bg1"/>
                          </a:solidFill>
                          <a:effectLst/>
                          <a:latin typeface="+mn-lt"/>
                        </a:rPr>
                        <a:t>Roles</a:t>
                      </a:r>
                      <a:r>
                        <a:rPr lang="fr-FR" sz="900" b="1" i="0" u="none" strike="noStrike" dirty="0">
                          <a:solidFill>
                            <a:schemeClr val="bg1"/>
                          </a:solidFill>
                          <a:effectLst/>
                          <a:latin typeface="+mn-lt"/>
                        </a:rPr>
                        <a:t> &amp; </a:t>
                      </a:r>
                      <a:r>
                        <a:rPr lang="fr-FR" sz="900" b="1" i="0" u="none" strike="noStrike" dirty="0" err="1">
                          <a:solidFill>
                            <a:schemeClr val="bg1"/>
                          </a:solidFill>
                          <a:effectLst/>
                          <a:latin typeface="+mn-lt"/>
                        </a:rPr>
                        <a:t>Assign</a:t>
                      </a:r>
                      <a:r>
                        <a:rPr lang="fr-FR" sz="900" b="1" i="0" u="none" strike="noStrike" dirty="0">
                          <a:solidFill>
                            <a:schemeClr val="bg1"/>
                          </a:solidFill>
                          <a:effectLst/>
                          <a:latin typeface="+mn-lt"/>
                        </a:rPr>
                        <a:t> Quotes</a:t>
                      </a:r>
                      <a:endParaRPr lang="en-US" sz="900" b="1" i="0" u="none" strike="noStrike" dirty="0">
                        <a:solidFill>
                          <a:schemeClr val="bg1"/>
                        </a:solidFill>
                        <a:effectLst/>
                        <a:latin typeface="+mn-lt"/>
                      </a:endParaRP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en-US"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96071793"/>
                  </a:ext>
                </a:extLst>
              </a:tr>
              <a:tr h="196545">
                <a:tc vMerge="1">
                  <a:txBody>
                    <a:bodyPr/>
                    <a:lstStyle/>
                    <a:p>
                      <a:pPr algn="l" fontAlgn="t"/>
                      <a:endParaRPr lang="fr-FR" sz="1050" b="0" i="0" u="none" strike="noStrike">
                        <a:solidFill>
                          <a:srgbClr val="000000"/>
                        </a:solidFill>
                        <a:effectLst/>
                        <a:latin typeface="Arial" panose="020B0604020202020204" pitchFamily="34" charset="0"/>
                      </a:endParaRPr>
                    </a:p>
                  </a:txBody>
                  <a:tcPr marL="0" marR="0" marT="0" marB="0">
                    <a:lnT w="38100" cap="flat" cmpd="sng" algn="ctr">
                      <a:solidFill>
                        <a:schemeClr val="tx1"/>
                      </a:solidFill>
                      <a:prstDash val="solid"/>
                      <a:round/>
                      <a:headEnd type="none" w="med" len="med"/>
                      <a:tailEnd type="none" w="med" len="med"/>
                    </a:lnT>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err="1">
                          <a:solidFill>
                            <a:schemeClr val="bg1"/>
                          </a:solidFill>
                          <a:effectLst/>
                          <a:latin typeface="+mn-lt"/>
                        </a:rPr>
                        <a:t>Reporting</a:t>
                      </a:r>
                      <a:r>
                        <a:rPr lang="fr-FR" sz="900" b="1" i="0" u="none" strike="noStrike" dirty="0">
                          <a:solidFill>
                            <a:schemeClr val="bg1"/>
                          </a:solidFill>
                          <a:effectLst/>
                          <a:latin typeface="+mn-lt"/>
                        </a:rPr>
                        <a:t> &amp; Analytics</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53695519"/>
                  </a:ext>
                </a:extLst>
              </a:tr>
              <a:tr h="196545">
                <a:tc vMerge="1">
                  <a:txBody>
                    <a:bodyPr/>
                    <a:lstStyle/>
                    <a:p>
                      <a:pPr algn="ctr" fontAlgn="t"/>
                      <a:endParaRPr lang="fr-FR" sz="1400" b="1" i="0" u="none" strike="noStrike">
                        <a:solidFill>
                          <a:schemeClr val="bg1"/>
                        </a:solidFill>
                        <a:effectLst/>
                        <a:latin typeface="+mn-lt"/>
                      </a:endParaRPr>
                    </a:p>
                  </a:txBody>
                  <a:tcPr marL="36000" marR="36000" marT="36000" marB="36000" vert="vert270" anchor="ct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vMerge="1">
                  <a:txBody>
                    <a:bodyPr/>
                    <a:lstStyle/>
                    <a:p>
                      <a:pPr algn="ctr" fontAlgn="t"/>
                      <a:endParaRPr lang="fr-FR" sz="900" b="1" i="0" u="none" strike="noStrike" dirty="0">
                        <a:solidFill>
                          <a:srgbClr val="000000"/>
                        </a:solidFill>
                        <a:effectLst/>
                        <a:latin typeface="+mn-lt"/>
                      </a:endParaRPr>
                    </a:p>
                  </a:txBody>
                  <a:tcPr marL="36000" marR="36000" marT="36000" marB="3600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pPr algn="l" fontAlgn="t"/>
                      <a:r>
                        <a:rPr lang="fr-FR" sz="900" b="1" i="0" u="none" strike="noStrike" dirty="0">
                          <a:solidFill>
                            <a:schemeClr val="bg1"/>
                          </a:solidFill>
                          <a:effectLst/>
                          <a:latin typeface="+mn-lt"/>
                        </a:rPr>
                        <a:t>Archive </a:t>
                      </a:r>
                      <a:r>
                        <a:rPr lang="fr-FR" sz="900" b="1" i="0" u="none" strike="noStrike" dirty="0" err="1">
                          <a:solidFill>
                            <a:schemeClr val="bg1"/>
                          </a:solidFill>
                          <a:effectLst/>
                          <a:latin typeface="+mn-lt"/>
                        </a:rPr>
                        <a:t>quote</a:t>
                      </a:r>
                      <a:r>
                        <a:rPr lang="fr-FR" sz="900" b="1" i="0" u="none" strike="noStrike" dirty="0">
                          <a:solidFill>
                            <a:schemeClr val="bg1"/>
                          </a:solidFill>
                          <a:effectLst/>
                          <a:latin typeface="+mn-lt"/>
                        </a:rPr>
                        <a:t> data </a:t>
                      </a:r>
                    </a:p>
                  </a:txBody>
                  <a:tcPr marL="36000" marR="36000" marT="36000" marB="36000" anchor="ctr">
                    <a:lnL w="28575" cap="flat" cmpd="sng" algn="ctr">
                      <a:solidFill>
                        <a:schemeClr val="accent3"/>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9525" cap="flat" cmpd="sng" algn="ctr">
                      <a:solidFill>
                        <a:schemeClr val="tx2"/>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pPr algn="l" fontAlgn="t"/>
                      <a:endParaRPr lang="fr-FR" sz="900" b="0" i="0" u="none" strike="noStrike" dirty="0">
                        <a:solidFill>
                          <a:schemeClr val="bg1"/>
                        </a:solidFill>
                        <a:effectLst/>
                        <a:latin typeface="+mn-lt"/>
                      </a:endParaRPr>
                    </a:p>
                  </a:txBody>
                  <a:tcPr marL="36000" marR="36000" marT="36000" marB="36000" anchor="ctr">
                    <a:lnL w="28575" cap="flat" cmpd="sng" algn="ctr">
                      <a:solidFill>
                        <a:schemeClr val="accent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619434097"/>
                  </a:ext>
                </a:extLst>
              </a:tr>
            </a:tbl>
          </a:graphicData>
        </a:graphic>
      </p:graphicFrame>
    </p:spTree>
    <p:extLst>
      <p:ext uri="{BB962C8B-B14F-4D97-AF65-F5344CB8AC3E}">
        <p14:creationId xmlns:p14="http://schemas.microsoft.com/office/powerpoint/2010/main" val="385423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F890-C3AF-F4F8-F3C6-BB54346255F5}"/>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305D01E2-1EBA-7A07-500B-84A20A85A457}"/>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A5737F87-BCCA-4B50-6DAD-E343C49F463C}"/>
              </a:ext>
            </a:extLst>
          </p:cNvPr>
          <p:cNvSpPr/>
          <p:nvPr/>
        </p:nvSpPr>
        <p:spPr>
          <a:xfrm>
            <a:off x="3042709" y="3047999"/>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41412B87-E52B-A409-AECF-6C77D08C1885}"/>
              </a:ext>
            </a:extLst>
          </p:cNvPr>
          <p:cNvSpPr txBox="1"/>
          <p:nvPr/>
        </p:nvSpPr>
        <p:spPr>
          <a:xfrm>
            <a:off x="3866131" y="3811200"/>
            <a:ext cx="7502446" cy="1194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rPr>
              <a:t>CPQ diagrams</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dirty="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C58901C8-E460-959C-DB16-5CB780AB9FFB}"/>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F82AA3A2-557C-050F-C2AF-B26338A287ED}"/>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95A357F1-6E32-1CFB-107D-5FE8D2DF27CB}"/>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84F4FCB3-79E8-8EC9-7A63-0FA3E7CE001B}"/>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252019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AE34C3-B869-418D-7D0D-F02768D99C36}"/>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(1/7)</a:t>
            </a:r>
            <a:br>
              <a:rPr lang="fr-FR" dirty="0"/>
            </a:br>
            <a:r>
              <a:rPr lang="fr-FR" sz="2400" dirty="0">
                <a:solidFill>
                  <a:schemeClr val="bg1"/>
                </a:solidFill>
              </a:rPr>
              <a:t>L4- </a:t>
            </a:r>
            <a:r>
              <a:rPr lang="fr-FR" sz="2400" dirty="0" err="1">
                <a:solidFill>
                  <a:schemeClr val="bg1"/>
                </a:solidFill>
              </a:rPr>
              <a:t>Quote</a:t>
            </a:r>
            <a:r>
              <a:rPr lang="fr-FR" sz="2400" dirty="0">
                <a:solidFill>
                  <a:schemeClr val="bg1"/>
                </a:solidFill>
              </a:rPr>
              <a:t> </a:t>
            </a:r>
            <a:r>
              <a:rPr lang="fr-FR" sz="2400" dirty="0" err="1">
                <a:solidFill>
                  <a:schemeClr val="bg1"/>
                </a:solidFill>
              </a:rPr>
              <a:t>offer</a:t>
            </a:r>
            <a:r>
              <a:rPr lang="fr-FR" sz="2400" dirty="0">
                <a:solidFill>
                  <a:schemeClr val="bg1"/>
                </a:solidFill>
              </a:rPr>
              <a:t> </a:t>
            </a:r>
            <a:r>
              <a:rPr lang="fr-FR" sz="2400" dirty="0" err="1">
                <a:solidFill>
                  <a:schemeClr val="bg1"/>
                </a:solidFill>
              </a:rPr>
              <a:t>initialization</a:t>
            </a:r>
            <a:r>
              <a:rPr lang="fr-FR" sz="2400" dirty="0">
                <a:solidFill>
                  <a:schemeClr val="bg1"/>
                </a:solidFill>
              </a:rPr>
              <a:t>  </a:t>
            </a:r>
            <a:br>
              <a:rPr lang="fr-FR" dirty="0"/>
            </a:br>
            <a:endParaRPr lang="en-US" dirty="0"/>
          </a:p>
        </p:txBody>
      </p:sp>
      <p:pic>
        <p:nvPicPr>
          <p:cNvPr id="4" name="Image 3">
            <a:extLst>
              <a:ext uri="{FF2B5EF4-FFF2-40B4-BE49-F238E27FC236}">
                <a16:creationId xmlns:a16="http://schemas.microsoft.com/office/drawing/2014/main" id="{4F640C7E-6F87-4E1A-95A3-A0C6D3C49691}"/>
              </a:ext>
            </a:extLst>
          </p:cNvPr>
          <p:cNvPicPr>
            <a:picLocks noChangeAspect="1"/>
          </p:cNvPicPr>
          <p:nvPr/>
        </p:nvPicPr>
        <p:blipFill>
          <a:blip r:embed="rId3"/>
          <a:stretch>
            <a:fillRect/>
          </a:stretch>
        </p:blipFill>
        <p:spPr>
          <a:xfrm>
            <a:off x="2059058" y="1104901"/>
            <a:ext cx="8073884" cy="5298278"/>
          </a:xfrm>
          <a:prstGeom prst="rect">
            <a:avLst/>
          </a:prstGeom>
        </p:spPr>
      </p:pic>
      <p:grpSp>
        <p:nvGrpSpPr>
          <p:cNvPr id="7" name="Groupe 6">
            <a:extLst>
              <a:ext uri="{FF2B5EF4-FFF2-40B4-BE49-F238E27FC236}">
                <a16:creationId xmlns:a16="http://schemas.microsoft.com/office/drawing/2014/main" id="{17EC1C33-9C88-31AC-18C6-0B858FC15EF7}"/>
              </a:ext>
            </a:extLst>
          </p:cNvPr>
          <p:cNvGrpSpPr/>
          <p:nvPr/>
        </p:nvGrpSpPr>
        <p:grpSpPr>
          <a:xfrm>
            <a:off x="11508884" y="-60099"/>
            <a:ext cx="694063" cy="998489"/>
            <a:chOff x="11508884" y="-60099"/>
            <a:chExt cx="694063" cy="998489"/>
          </a:xfrm>
        </p:grpSpPr>
        <p:sp>
          <p:nvSpPr>
            <p:cNvPr id="5" name="Bande diagonale 4">
              <a:extLst>
                <a:ext uri="{FF2B5EF4-FFF2-40B4-BE49-F238E27FC236}">
                  <a16:creationId xmlns:a16="http://schemas.microsoft.com/office/drawing/2014/main" id="{B8D98DAD-CD5C-C34C-0D07-60AFD22A03C4}"/>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6" name="ZoneTexte 5">
              <a:extLst>
                <a:ext uri="{FF2B5EF4-FFF2-40B4-BE49-F238E27FC236}">
                  <a16:creationId xmlns:a16="http://schemas.microsoft.com/office/drawing/2014/main" id="{1D5926D7-4235-CB9A-F364-59ADEB45F5AA}"/>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369644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8D5E2-0E38-0751-C7F2-83C5CF94FCF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6574DC-5B99-3C6D-AB2B-0DD759144EF9}"/>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(2/7)</a:t>
            </a:r>
            <a:br>
              <a:rPr lang="fr-FR" dirty="0"/>
            </a:br>
            <a:r>
              <a:rPr lang="fr-FR" sz="2400" dirty="0">
                <a:solidFill>
                  <a:schemeClr val="bg1"/>
                </a:solidFill>
              </a:rPr>
              <a:t>L4- </a:t>
            </a:r>
            <a:r>
              <a:rPr lang="fr-FR" sz="2400" dirty="0" err="1">
                <a:solidFill>
                  <a:schemeClr val="bg1"/>
                </a:solidFill>
              </a:rPr>
              <a:t>add</a:t>
            </a:r>
            <a:r>
              <a:rPr lang="fr-FR" sz="2400" dirty="0">
                <a:solidFill>
                  <a:schemeClr val="bg1"/>
                </a:solidFill>
              </a:rPr>
              <a:t> sites to </a:t>
            </a:r>
            <a:r>
              <a:rPr lang="fr-FR" sz="2400" dirty="0" err="1">
                <a:solidFill>
                  <a:schemeClr val="bg1"/>
                </a:solidFill>
              </a:rPr>
              <a:t>quote</a:t>
            </a:r>
            <a:br>
              <a:rPr lang="fr-FR" dirty="0"/>
            </a:br>
            <a:endParaRPr lang="en-US" dirty="0"/>
          </a:p>
        </p:txBody>
      </p:sp>
      <p:pic>
        <p:nvPicPr>
          <p:cNvPr id="4" name="Image 3">
            <a:extLst>
              <a:ext uri="{FF2B5EF4-FFF2-40B4-BE49-F238E27FC236}">
                <a16:creationId xmlns:a16="http://schemas.microsoft.com/office/drawing/2014/main" id="{2D867AAE-E8A6-9851-AF94-C531B69E5352}"/>
              </a:ext>
            </a:extLst>
          </p:cNvPr>
          <p:cNvPicPr>
            <a:picLocks noChangeAspect="1"/>
          </p:cNvPicPr>
          <p:nvPr/>
        </p:nvPicPr>
        <p:blipFill>
          <a:blip r:embed="rId3"/>
          <a:srcRect l="11113"/>
          <a:stretch/>
        </p:blipFill>
        <p:spPr>
          <a:xfrm>
            <a:off x="2260600" y="1088696"/>
            <a:ext cx="7670800" cy="5412645"/>
          </a:xfrm>
          <a:prstGeom prst="rect">
            <a:avLst/>
          </a:prstGeom>
        </p:spPr>
      </p:pic>
      <p:grpSp>
        <p:nvGrpSpPr>
          <p:cNvPr id="5" name="Groupe 4">
            <a:extLst>
              <a:ext uri="{FF2B5EF4-FFF2-40B4-BE49-F238E27FC236}">
                <a16:creationId xmlns:a16="http://schemas.microsoft.com/office/drawing/2014/main" id="{8084E6C1-1EC4-4F1D-9152-AA6F3F4C30D2}"/>
              </a:ext>
            </a:extLst>
          </p:cNvPr>
          <p:cNvGrpSpPr/>
          <p:nvPr/>
        </p:nvGrpSpPr>
        <p:grpSpPr>
          <a:xfrm>
            <a:off x="11508884" y="-60099"/>
            <a:ext cx="694063" cy="998489"/>
            <a:chOff x="11508884" y="-60099"/>
            <a:chExt cx="694063" cy="998489"/>
          </a:xfrm>
        </p:grpSpPr>
        <p:sp>
          <p:nvSpPr>
            <p:cNvPr id="6" name="Bande diagonale 5">
              <a:extLst>
                <a:ext uri="{FF2B5EF4-FFF2-40B4-BE49-F238E27FC236}">
                  <a16:creationId xmlns:a16="http://schemas.microsoft.com/office/drawing/2014/main" id="{1964A146-E87B-3077-746B-16F548FE28B4}"/>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7" name="ZoneTexte 6">
              <a:extLst>
                <a:ext uri="{FF2B5EF4-FFF2-40B4-BE49-F238E27FC236}">
                  <a16:creationId xmlns:a16="http://schemas.microsoft.com/office/drawing/2014/main" id="{C7315F1F-08EF-43C0-A78D-9518C2DB4A51}"/>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222020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EBD37-01D5-9B9E-B732-C6DB0607887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3FE533E-B4A0-3C57-733C-7E8396A0AA3F}"/>
              </a:ext>
            </a:extLst>
          </p:cNvPr>
          <p:cNvSpPr>
            <a:spLocks noGrp="1"/>
          </p:cNvSpPr>
          <p:nvPr>
            <p:ph type="title"/>
          </p:nvPr>
        </p:nvSpPr>
        <p:spPr>
          <a:xfrm>
            <a:off x="88594" y="338724"/>
            <a:ext cx="11353800" cy="991659"/>
          </a:xfrm>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(3/7)</a:t>
            </a:r>
            <a:br>
              <a:rPr lang="fr-FR" dirty="0"/>
            </a:br>
            <a:r>
              <a:rPr lang="fr-FR" sz="2400" dirty="0">
                <a:solidFill>
                  <a:schemeClr val="bg1"/>
                </a:solidFill>
              </a:rPr>
              <a:t>L4- </a:t>
            </a:r>
            <a:r>
              <a:rPr lang="fr-FR" sz="2400" dirty="0" err="1">
                <a:solidFill>
                  <a:schemeClr val="bg1"/>
                </a:solidFill>
              </a:rPr>
              <a:t>Retrieve</a:t>
            </a:r>
            <a:r>
              <a:rPr lang="fr-FR" sz="2400" dirty="0">
                <a:solidFill>
                  <a:schemeClr val="bg1"/>
                </a:solidFill>
              </a:rPr>
              <a:t> </a:t>
            </a:r>
            <a:r>
              <a:rPr lang="fr-FR" sz="2400" dirty="0" err="1">
                <a:solidFill>
                  <a:schemeClr val="bg1"/>
                </a:solidFill>
              </a:rPr>
              <a:t>eligible</a:t>
            </a:r>
            <a:r>
              <a:rPr lang="fr-FR" sz="2400" dirty="0">
                <a:solidFill>
                  <a:schemeClr val="bg1"/>
                </a:solidFill>
              </a:rPr>
              <a:t> </a:t>
            </a:r>
            <a:r>
              <a:rPr lang="fr-FR" sz="2400" dirty="0" err="1">
                <a:solidFill>
                  <a:schemeClr val="bg1"/>
                </a:solidFill>
              </a:rPr>
              <a:t>product</a:t>
            </a:r>
            <a:r>
              <a:rPr lang="fr-FR" sz="2400" dirty="0">
                <a:solidFill>
                  <a:schemeClr val="bg1"/>
                </a:solidFill>
              </a:rPr>
              <a:t> </a:t>
            </a:r>
            <a:br>
              <a:rPr lang="fr-FR" dirty="0"/>
            </a:br>
            <a:endParaRPr lang="en-US" dirty="0"/>
          </a:p>
        </p:txBody>
      </p:sp>
      <p:pic>
        <p:nvPicPr>
          <p:cNvPr id="7" name="Image 6">
            <a:extLst>
              <a:ext uri="{FF2B5EF4-FFF2-40B4-BE49-F238E27FC236}">
                <a16:creationId xmlns:a16="http://schemas.microsoft.com/office/drawing/2014/main" id="{43E2396D-8919-2DB0-4615-79877E7C3F09}"/>
              </a:ext>
            </a:extLst>
          </p:cNvPr>
          <p:cNvPicPr>
            <a:picLocks noChangeAspect="1"/>
          </p:cNvPicPr>
          <p:nvPr/>
        </p:nvPicPr>
        <p:blipFill>
          <a:blip r:embed="rId3"/>
          <a:srcRect l="5032" r="8391" b="12436"/>
          <a:stretch/>
        </p:blipFill>
        <p:spPr>
          <a:xfrm>
            <a:off x="5538815" y="3862271"/>
            <a:ext cx="6336367" cy="2700125"/>
          </a:xfrm>
          <a:prstGeom prst="rect">
            <a:avLst/>
          </a:prstGeom>
        </p:spPr>
      </p:pic>
      <p:grpSp>
        <p:nvGrpSpPr>
          <p:cNvPr id="9" name="Groupe 8">
            <a:extLst>
              <a:ext uri="{FF2B5EF4-FFF2-40B4-BE49-F238E27FC236}">
                <a16:creationId xmlns:a16="http://schemas.microsoft.com/office/drawing/2014/main" id="{8DFDF4E5-11F5-7766-5D00-09D113EC7AE4}"/>
              </a:ext>
            </a:extLst>
          </p:cNvPr>
          <p:cNvGrpSpPr/>
          <p:nvPr/>
        </p:nvGrpSpPr>
        <p:grpSpPr>
          <a:xfrm>
            <a:off x="5538814" y="295604"/>
            <a:ext cx="6336367" cy="3644094"/>
            <a:chOff x="5221996" y="160597"/>
            <a:chExt cx="6970004" cy="3644094"/>
          </a:xfrm>
        </p:grpSpPr>
        <p:pic>
          <p:nvPicPr>
            <p:cNvPr id="5" name="Image 4">
              <a:extLst>
                <a:ext uri="{FF2B5EF4-FFF2-40B4-BE49-F238E27FC236}">
                  <a16:creationId xmlns:a16="http://schemas.microsoft.com/office/drawing/2014/main" id="{1CC83DC4-E3B6-EAED-1368-3F3859ECFDD0}"/>
                </a:ext>
              </a:extLst>
            </p:cNvPr>
            <p:cNvPicPr>
              <a:picLocks noChangeAspect="1"/>
            </p:cNvPicPr>
            <p:nvPr/>
          </p:nvPicPr>
          <p:blipFill>
            <a:blip r:embed="rId4"/>
            <a:srcRect l="3794"/>
            <a:stretch/>
          </p:blipFill>
          <p:spPr>
            <a:xfrm>
              <a:off x="5221996" y="160598"/>
              <a:ext cx="6716615" cy="3644093"/>
            </a:xfrm>
            <a:prstGeom prst="rect">
              <a:avLst/>
            </a:prstGeom>
          </p:spPr>
        </p:pic>
        <p:pic>
          <p:nvPicPr>
            <p:cNvPr id="8" name="Image 7">
              <a:extLst>
                <a:ext uri="{FF2B5EF4-FFF2-40B4-BE49-F238E27FC236}">
                  <a16:creationId xmlns:a16="http://schemas.microsoft.com/office/drawing/2014/main" id="{1390E01B-6FFC-A3AD-B914-BF3E172053F2}"/>
                </a:ext>
              </a:extLst>
            </p:cNvPr>
            <p:cNvPicPr>
              <a:picLocks noChangeAspect="1"/>
            </p:cNvPicPr>
            <p:nvPr/>
          </p:nvPicPr>
          <p:blipFill>
            <a:blip r:embed="rId4"/>
            <a:srcRect l="94556" r="1815"/>
            <a:stretch/>
          </p:blipFill>
          <p:spPr>
            <a:xfrm>
              <a:off x="11938611" y="160597"/>
              <a:ext cx="253389" cy="3644093"/>
            </a:xfrm>
            <a:prstGeom prst="rect">
              <a:avLst/>
            </a:prstGeom>
          </p:spPr>
        </p:pic>
      </p:grpSp>
      <p:grpSp>
        <p:nvGrpSpPr>
          <p:cNvPr id="10" name="Groupe 9">
            <a:extLst>
              <a:ext uri="{FF2B5EF4-FFF2-40B4-BE49-F238E27FC236}">
                <a16:creationId xmlns:a16="http://schemas.microsoft.com/office/drawing/2014/main" id="{58B98274-784A-FC2A-D319-426EDA1C2371}"/>
              </a:ext>
            </a:extLst>
          </p:cNvPr>
          <p:cNvGrpSpPr/>
          <p:nvPr/>
        </p:nvGrpSpPr>
        <p:grpSpPr>
          <a:xfrm>
            <a:off x="11508884" y="-60099"/>
            <a:ext cx="694063" cy="998489"/>
            <a:chOff x="11508884" y="-60099"/>
            <a:chExt cx="694063" cy="998489"/>
          </a:xfrm>
        </p:grpSpPr>
        <p:sp>
          <p:nvSpPr>
            <p:cNvPr id="11" name="Bande diagonale 10">
              <a:extLst>
                <a:ext uri="{FF2B5EF4-FFF2-40B4-BE49-F238E27FC236}">
                  <a16:creationId xmlns:a16="http://schemas.microsoft.com/office/drawing/2014/main" id="{BEA5B307-3040-20AF-891C-0AAFA475DEEC}"/>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12" name="ZoneTexte 11">
              <a:extLst>
                <a:ext uri="{FF2B5EF4-FFF2-40B4-BE49-F238E27FC236}">
                  <a16:creationId xmlns:a16="http://schemas.microsoft.com/office/drawing/2014/main" id="{429E79C9-A19C-DC94-B67C-1824B13C998F}"/>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330775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0B3A1-93CE-470B-40FB-F23F00B2D0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0D8D5C-21D0-BAE1-31B7-9CBB7DB042B0}"/>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(4/7)</a:t>
            </a:r>
            <a:br>
              <a:rPr lang="fr-FR" dirty="0"/>
            </a:br>
            <a:r>
              <a:rPr lang="fr-FR" sz="2400" dirty="0">
                <a:solidFill>
                  <a:schemeClr val="bg1"/>
                </a:solidFill>
              </a:rPr>
              <a:t>L4- </a:t>
            </a:r>
            <a:r>
              <a:rPr lang="fr-FR" sz="2400" dirty="0" err="1">
                <a:solidFill>
                  <a:schemeClr val="bg1"/>
                </a:solidFill>
              </a:rPr>
              <a:t>add</a:t>
            </a:r>
            <a:r>
              <a:rPr lang="fr-FR" sz="2400" dirty="0">
                <a:solidFill>
                  <a:schemeClr val="bg1"/>
                </a:solidFill>
              </a:rPr>
              <a:t> </a:t>
            </a:r>
            <a:r>
              <a:rPr lang="fr-FR" sz="2400" dirty="0" err="1">
                <a:solidFill>
                  <a:schemeClr val="bg1"/>
                </a:solidFill>
              </a:rPr>
              <a:t>product</a:t>
            </a:r>
            <a:r>
              <a:rPr lang="fr-FR" sz="2400" dirty="0">
                <a:solidFill>
                  <a:schemeClr val="bg1"/>
                </a:solidFill>
              </a:rPr>
              <a:t> to </a:t>
            </a:r>
            <a:r>
              <a:rPr lang="fr-FR" sz="2400" dirty="0" err="1">
                <a:solidFill>
                  <a:schemeClr val="bg1"/>
                </a:solidFill>
              </a:rPr>
              <a:t>quote</a:t>
            </a:r>
            <a:r>
              <a:rPr lang="fr-FR" sz="2400" dirty="0">
                <a:solidFill>
                  <a:schemeClr val="bg1"/>
                </a:solidFill>
              </a:rPr>
              <a:t> </a:t>
            </a:r>
            <a:br>
              <a:rPr lang="fr-FR" dirty="0"/>
            </a:br>
            <a:endParaRPr lang="en-US" dirty="0"/>
          </a:p>
        </p:txBody>
      </p:sp>
      <p:pic>
        <p:nvPicPr>
          <p:cNvPr id="4" name="Image 3">
            <a:extLst>
              <a:ext uri="{FF2B5EF4-FFF2-40B4-BE49-F238E27FC236}">
                <a16:creationId xmlns:a16="http://schemas.microsoft.com/office/drawing/2014/main" id="{E4E6BD8A-A547-710F-65E7-25F230A3FAA5}"/>
              </a:ext>
            </a:extLst>
          </p:cNvPr>
          <p:cNvPicPr>
            <a:picLocks noChangeAspect="1"/>
          </p:cNvPicPr>
          <p:nvPr/>
        </p:nvPicPr>
        <p:blipFill>
          <a:blip r:embed="rId3"/>
          <a:stretch>
            <a:fillRect/>
          </a:stretch>
        </p:blipFill>
        <p:spPr>
          <a:xfrm>
            <a:off x="2382002" y="2008248"/>
            <a:ext cx="7427996" cy="2841504"/>
          </a:xfrm>
          <a:prstGeom prst="rect">
            <a:avLst/>
          </a:prstGeom>
        </p:spPr>
      </p:pic>
      <p:grpSp>
        <p:nvGrpSpPr>
          <p:cNvPr id="5" name="Groupe 4">
            <a:extLst>
              <a:ext uri="{FF2B5EF4-FFF2-40B4-BE49-F238E27FC236}">
                <a16:creationId xmlns:a16="http://schemas.microsoft.com/office/drawing/2014/main" id="{EA2BD08D-6278-A287-7CE8-9DEAC25B27A5}"/>
              </a:ext>
            </a:extLst>
          </p:cNvPr>
          <p:cNvGrpSpPr/>
          <p:nvPr/>
        </p:nvGrpSpPr>
        <p:grpSpPr>
          <a:xfrm>
            <a:off x="11508884" y="-60099"/>
            <a:ext cx="694063" cy="998489"/>
            <a:chOff x="11508884" y="-60099"/>
            <a:chExt cx="694063" cy="998489"/>
          </a:xfrm>
        </p:grpSpPr>
        <p:sp>
          <p:nvSpPr>
            <p:cNvPr id="6" name="Bande diagonale 5">
              <a:extLst>
                <a:ext uri="{FF2B5EF4-FFF2-40B4-BE49-F238E27FC236}">
                  <a16:creationId xmlns:a16="http://schemas.microsoft.com/office/drawing/2014/main" id="{B002BBB1-3CAD-712B-7BA2-E9948A0AB7DD}"/>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7" name="ZoneTexte 6">
              <a:extLst>
                <a:ext uri="{FF2B5EF4-FFF2-40B4-BE49-F238E27FC236}">
                  <a16:creationId xmlns:a16="http://schemas.microsoft.com/office/drawing/2014/main" id="{A83F859A-E000-AD82-C1CD-0EEAFB32852A}"/>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154550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CA3FC-76A9-C69D-6D2F-C7397D0AAE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46E3E2-FC12-66A2-7678-0029DFCC4D92}"/>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(5/7)</a:t>
            </a:r>
            <a:br>
              <a:rPr lang="fr-FR" dirty="0"/>
            </a:br>
            <a:r>
              <a:rPr lang="fr-FR" sz="2400" dirty="0">
                <a:solidFill>
                  <a:schemeClr val="bg1"/>
                </a:solidFill>
              </a:rPr>
              <a:t>L4- </a:t>
            </a:r>
            <a:r>
              <a:rPr lang="fr-FR" sz="2400" dirty="0" err="1">
                <a:solidFill>
                  <a:schemeClr val="bg1"/>
                </a:solidFill>
              </a:rPr>
              <a:t>Modify</a:t>
            </a:r>
            <a:r>
              <a:rPr lang="fr-FR" sz="2400" dirty="0">
                <a:solidFill>
                  <a:schemeClr val="bg1"/>
                </a:solidFill>
              </a:rPr>
              <a:t>, </a:t>
            </a:r>
            <a:r>
              <a:rPr lang="fr-FR" sz="2400" dirty="0" err="1">
                <a:solidFill>
                  <a:schemeClr val="bg1"/>
                </a:solidFill>
              </a:rPr>
              <a:t>delete</a:t>
            </a:r>
            <a:r>
              <a:rPr lang="fr-FR" sz="2400" dirty="0">
                <a:solidFill>
                  <a:schemeClr val="bg1"/>
                </a:solidFill>
              </a:rPr>
              <a:t> </a:t>
            </a:r>
            <a:r>
              <a:rPr lang="fr-FR" sz="2400" dirty="0" err="1">
                <a:solidFill>
                  <a:schemeClr val="bg1"/>
                </a:solidFill>
              </a:rPr>
              <a:t>product</a:t>
            </a:r>
            <a:r>
              <a:rPr lang="fr-FR" sz="2400" dirty="0">
                <a:solidFill>
                  <a:schemeClr val="bg1"/>
                </a:solidFill>
              </a:rPr>
              <a:t> in </a:t>
            </a:r>
            <a:r>
              <a:rPr lang="fr-FR" sz="2400" dirty="0" err="1">
                <a:solidFill>
                  <a:schemeClr val="bg1"/>
                </a:solidFill>
              </a:rPr>
              <a:t>quote</a:t>
            </a:r>
            <a:br>
              <a:rPr lang="fr-FR" dirty="0"/>
            </a:br>
            <a:endParaRPr lang="en-US" dirty="0"/>
          </a:p>
        </p:txBody>
      </p:sp>
      <p:pic>
        <p:nvPicPr>
          <p:cNvPr id="4" name="Image 3">
            <a:extLst>
              <a:ext uri="{FF2B5EF4-FFF2-40B4-BE49-F238E27FC236}">
                <a16:creationId xmlns:a16="http://schemas.microsoft.com/office/drawing/2014/main" id="{8BA60DCD-2652-9C81-6A9A-DF8251CD93BF}"/>
              </a:ext>
            </a:extLst>
          </p:cNvPr>
          <p:cNvPicPr>
            <a:picLocks noChangeAspect="1"/>
          </p:cNvPicPr>
          <p:nvPr/>
        </p:nvPicPr>
        <p:blipFill>
          <a:blip r:embed="rId3"/>
          <a:stretch>
            <a:fillRect/>
          </a:stretch>
        </p:blipFill>
        <p:spPr>
          <a:xfrm>
            <a:off x="1180618" y="1586429"/>
            <a:ext cx="9830764" cy="4375086"/>
          </a:xfrm>
          <a:prstGeom prst="rect">
            <a:avLst/>
          </a:prstGeom>
        </p:spPr>
      </p:pic>
      <p:grpSp>
        <p:nvGrpSpPr>
          <p:cNvPr id="5" name="Groupe 4">
            <a:extLst>
              <a:ext uri="{FF2B5EF4-FFF2-40B4-BE49-F238E27FC236}">
                <a16:creationId xmlns:a16="http://schemas.microsoft.com/office/drawing/2014/main" id="{B0D24E86-CC2E-D137-438C-B9D97159FB30}"/>
              </a:ext>
            </a:extLst>
          </p:cNvPr>
          <p:cNvGrpSpPr/>
          <p:nvPr/>
        </p:nvGrpSpPr>
        <p:grpSpPr>
          <a:xfrm>
            <a:off x="11508884" y="-60099"/>
            <a:ext cx="694063" cy="998489"/>
            <a:chOff x="11508884" y="-60099"/>
            <a:chExt cx="694063" cy="998489"/>
          </a:xfrm>
        </p:grpSpPr>
        <p:sp>
          <p:nvSpPr>
            <p:cNvPr id="6" name="Bande diagonale 5">
              <a:extLst>
                <a:ext uri="{FF2B5EF4-FFF2-40B4-BE49-F238E27FC236}">
                  <a16:creationId xmlns:a16="http://schemas.microsoft.com/office/drawing/2014/main" id="{A4860030-5BF3-945C-2536-B2973A56C683}"/>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7" name="ZoneTexte 6">
              <a:extLst>
                <a:ext uri="{FF2B5EF4-FFF2-40B4-BE49-F238E27FC236}">
                  <a16:creationId xmlns:a16="http://schemas.microsoft.com/office/drawing/2014/main" id="{C34CFF83-6CB9-6E48-EB79-FF8553DE40AF}"/>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835777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84318-D276-BC15-7C77-BF7BD47659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006106-1BF5-0B3F-E395-5B863DB99FEC}"/>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(6/7)</a:t>
            </a:r>
            <a:br>
              <a:rPr lang="fr-FR" dirty="0"/>
            </a:br>
            <a:r>
              <a:rPr lang="fr-FR" sz="2400" dirty="0">
                <a:solidFill>
                  <a:schemeClr val="bg1"/>
                </a:solidFill>
              </a:rPr>
              <a:t>L4- </a:t>
            </a:r>
            <a:r>
              <a:rPr lang="fr-FR" sz="2400" dirty="0" err="1">
                <a:solidFill>
                  <a:schemeClr val="bg1"/>
                </a:solidFill>
              </a:rPr>
              <a:t>Retrieve</a:t>
            </a:r>
            <a:r>
              <a:rPr lang="fr-FR" sz="2400" dirty="0">
                <a:solidFill>
                  <a:schemeClr val="bg1"/>
                </a:solidFill>
              </a:rPr>
              <a:t> </a:t>
            </a:r>
            <a:r>
              <a:rPr lang="fr-FR" sz="2400" dirty="0" err="1">
                <a:solidFill>
                  <a:schemeClr val="bg1"/>
                </a:solidFill>
              </a:rPr>
              <a:t>quotes</a:t>
            </a:r>
            <a:r>
              <a:rPr lang="fr-FR" sz="2400" dirty="0">
                <a:solidFill>
                  <a:schemeClr val="bg1"/>
                </a:solidFill>
              </a:rPr>
              <a:t> </a:t>
            </a:r>
            <a:endParaRPr lang="en-US" dirty="0"/>
          </a:p>
        </p:txBody>
      </p:sp>
      <p:pic>
        <p:nvPicPr>
          <p:cNvPr id="5" name="Image 4">
            <a:extLst>
              <a:ext uri="{FF2B5EF4-FFF2-40B4-BE49-F238E27FC236}">
                <a16:creationId xmlns:a16="http://schemas.microsoft.com/office/drawing/2014/main" id="{46EEBFF8-5D0E-D659-68AC-8F0DE40A9917}"/>
              </a:ext>
            </a:extLst>
          </p:cNvPr>
          <p:cNvPicPr>
            <a:picLocks noChangeAspect="1"/>
          </p:cNvPicPr>
          <p:nvPr/>
        </p:nvPicPr>
        <p:blipFill>
          <a:blip r:embed="rId3"/>
          <a:stretch>
            <a:fillRect/>
          </a:stretch>
        </p:blipFill>
        <p:spPr>
          <a:xfrm>
            <a:off x="1876208" y="1481808"/>
            <a:ext cx="8439584" cy="4445228"/>
          </a:xfrm>
          <a:prstGeom prst="rect">
            <a:avLst/>
          </a:prstGeom>
        </p:spPr>
      </p:pic>
      <p:grpSp>
        <p:nvGrpSpPr>
          <p:cNvPr id="6" name="Groupe 5">
            <a:extLst>
              <a:ext uri="{FF2B5EF4-FFF2-40B4-BE49-F238E27FC236}">
                <a16:creationId xmlns:a16="http://schemas.microsoft.com/office/drawing/2014/main" id="{E5C9CF22-BC98-FDC8-C2C8-B7574A4BAB3F}"/>
              </a:ext>
            </a:extLst>
          </p:cNvPr>
          <p:cNvGrpSpPr/>
          <p:nvPr/>
        </p:nvGrpSpPr>
        <p:grpSpPr>
          <a:xfrm>
            <a:off x="11508884" y="-60099"/>
            <a:ext cx="694063" cy="998489"/>
            <a:chOff x="11508884" y="-60099"/>
            <a:chExt cx="694063" cy="998489"/>
          </a:xfrm>
        </p:grpSpPr>
        <p:sp>
          <p:nvSpPr>
            <p:cNvPr id="7" name="Bande diagonale 6">
              <a:extLst>
                <a:ext uri="{FF2B5EF4-FFF2-40B4-BE49-F238E27FC236}">
                  <a16:creationId xmlns:a16="http://schemas.microsoft.com/office/drawing/2014/main" id="{60269F11-8F33-2081-D5D6-478C61CD934B}"/>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8" name="ZoneTexte 7">
              <a:extLst>
                <a:ext uri="{FF2B5EF4-FFF2-40B4-BE49-F238E27FC236}">
                  <a16:creationId xmlns:a16="http://schemas.microsoft.com/office/drawing/2014/main" id="{01EC21BF-8414-8707-BBC3-38457D8D8107}"/>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67819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29C88-9F4A-B641-3D60-EB4D1F266C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616536-3F97-C77F-4535-D40EA3F77B56}"/>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creation</a:t>
            </a:r>
            <a:r>
              <a:rPr lang="fr-FR" dirty="0"/>
              <a:t> (7/7) </a:t>
            </a:r>
            <a:br>
              <a:rPr lang="fr-FR" dirty="0"/>
            </a:br>
            <a:r>
              <a:rPr lang="fr-FR" sz="2400" dirty="0">
                <a:solidFill>
                  <a:schemeClr val="bg1"/>
                </a:solidFill>
              </a:rPr>
              <a:t>L4- </a:t>
            </a:r>
            <a:r>
              <a:rPr lang="fr-FR" sz="2400" dirty="0" err="1">
                <a:solidFill>
                  <a:schemeClr val="bg1"/>
                </a:solidFill>
              </a:rPr>
              <a:t>save</a:t>
            </a:r>
            <a:r>
              <a:rPr lang="fr-FR" sz="2400" dirty="0">
                <a:solidFill>
                  <a:schemeClr val="bg1"/>
                </a:solidFill>
              </a:rPr>
              <a:t> for </a:t>
            </a:r>
            <a:r>
              <a:rPr lang="fr-FR" sz="2400" dirty="0" err="1">
                <a:solidFill>
                  <a:schemeClr val="bg1"/>
                </a:solidFill>
              </a:rPr>
              <a:t>later</a:t>
            </a:r>
            <a:br>
              <a:rPr lang="fr-FR" dirty="0"/>
            </a:br>
            <a:endParaRPr lang="en-US" dirty="0"/>
          </a:p>
        </p:txBody>
      </p:sp>
      <p:pic>
        <p:nvPicPr>
          <p:cNvPr id="5" name="Image 4">
            <a:extLst>
              <a:ext uri="{FF2B5EF4-FFF2-40B4-BE49-F238E27FC236}">
                <a16:creationId xmlns:a16="http://schemas.microsoft.com/office/drawing/2014/main" id="{5E397EEF-AA48-6E9D-CCC3-A3DEE9CB140F}"/>
              </a:ext>
            </a:extLst>
          </p:cNvPr>
          <p:cNvPicPr>
            <a:picLocks noChangeAspect="1"/>
          </p:cNvPicPr>
          <p:nvPr/>
        </p:nvPicPr>
        <p:blipFill>
          <a:blip r:embed="rId3"/>
          <a:stretch>
            <a:fillRect/>
          </a:stretch>
        </p:blipFill>
        <p:spPr>
          <a:xfrm>
            <a:off x="891907" y="1769978"/>
            <a:ext cx="10408185" cy="4045158"/>
          </a:xfrm>
          <a:prstGeom prst="rect">
            <a:avLst/>
          </a:prstGeom>
        </p:spPr>
      </p:pic>
      <p:grpSp>
        <p:nvGrpSpPr>
          <p:cNvPr id="6" name="Groupe 5">
            <a:extLst>
              <a:ext uri="{FF2B5EF4-FFF2-40B4-BE49-F238E27FC236}">
                <a16:creationId xmlns:a16="http://schemas.microsoft.com/office/drawing/2014/main" id="{246105C8-8E8D-D810-64C0-1BAC67D75766}"/>
              </a:ext>
            </a:extLst>
          </p:cNvPr>
          <p:cNvGrpSpPr/>
          <p:nvPr/>
        </p:nvGrpSpPr>
        <p:grpSpPr>
          <a:xfrm>
            <a:off x="11508884" y="-60099"/>
            <a:ext cx="694063" cy="998489"/>
            <a:chOff x="11508884" y="-60099"/>
            <a:chExt cx="694063" cy="998489"/>
          </a:xfrm>
        </p:grpSpPr>
        <p:sp>
          <p:nvSpPr>
            <p:cNvPr id="7" name="Bande diagonale 6">
              <a:extLst>
                <a:ext uri="{FF2B5EF4-FFF2-40B4-BE49-F238E27FC236}">
                  <a16:creationId xmlns:a16="http://schemas.microsoft.com/office/drawing/2014/main" id="{5DD2A287-33BB-FE14-7133-F6132FCC39ED}"/>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8" name="ZoneTexte 7">
              <a:extLst>
                <a:ext uri="{FF2B5EF4-FFF2-40B4-BE49-F238E27FC236}">
                  <a16:creationId xmlns:a16="http://schemas.microsoft.com/office/drawing/2014/main" id="{6DDC14A2-F4E2-C8D0-C638-1BDA61B03D90}"/>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138898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32CB-F87C-BA7A-43C9-665218291C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2A2C47-CD6B-48B9-1152-B4702A17A82F}"/>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Pricing </a:t>
            </a:r>
            <a:br>
              <a:rPr lang="fr-FR" dirty="0"/>
            </a:br>
            <a:r>
              <a:rPr lang="fr-FR" sz="2400" dirty="0">
                <a:solidFill>
                  <a:schemeClr val="bg1"/>
                </a:solidFill>
              </a:rPr>
              <a:t>L4- Configure, </a:t>
            </a:r>
            <a:r>
              <a:rPr lang="fr-FR" sz="2400" dirty="0" err="1">
                <a:solidFill>
                  <a:schemeClr val="bg1"/>
                </a:solidFill>
              </a:rPr>
              <a:t>product</a:t>
            </a:r>
            <a:r>
              <a:rPr lang="fr-FR" sz="2400" dirty="0">
                <a:solidFill>
                  <a:schemeClr val="bg1"/>
                </a:solidFill>
              </a:rPr>
              <a:t> &amp; </a:t>
            </a:r>
            <a:r>
              <a:rPr lang="fr-FR" sz="2400" dirty="0" err="1">
                <a:solidFill>
                  <a:schemeClr val="bg1"/>
                </a:solidFill>
              </a:rPr>
              <a:t>view</a:t>
            </a:r>
            <a:r>
              <a:rPr lang="fr-FR" sz="2400" dirty="0">
                <a:solidFill>
                  <a:schemeClr val="bg1"/>
                </a:solidFill>
              </a:rPr>
              <a:t> </a:t>
            </a:r>
            <a:r>
              <a:rPr lang="fr-FR" sz="2400" dirty="0" err="1">
                <a:solidFill>
                  <a:schemeClr val="bg1"/>
                </a:solidFill>
              </a:rPr>
              <a:t>pricing</a:t>
            </a:r>
            <a:endParaRPr lang="en-US" dirty="0"/>
          </a:p>
        </p:txBody>
      </p:sp>
      <p:pic>
        <p:nvPicPr>
          <p:cNvPr id="4" name="Image 3">
            <a:extLst>
              <a:ext uri="{FF2B5EF4-FFF2-40B4-BE49-F238E27FC236}">
                <a16:creationId xmlns:a16="http://schemas.microsoft.com/office/drawing/2014/main" id="{7CDCAD75-1EB6-3E50-AD33-F94EC42F690C}"/>
              </a:ext>
            </a:extLst>
          </p:cNvPr>
          <p:cNvPicPr>
            <a:picLocks noChangeAspect="1"/>
          </p:cNvPicPr>
          <p:nvPr/>
        </p:nvPicPr>
        <p:blipFill>
          <a:blip r:embed="rId3"/>
          <a:stretch>
            <a:fillRect/>
          </a:stretch>
        </p:blipFill>
        <p:spPr>
          <a:xfrm>
            <a:off x="1550171" y="1230150"/>
            <a:ext cx="8926869" cy="5271191"/>
          </a:xfrm>
          <a:prstGeom prst="rect">
            <a:avLst/>
          </a:prstGeom>
        </p:spPr>
      </p:pic>
      <p:grpSp>
        <p:nvGrpSpPr>
          <p:cNvPr id="5" name="Groupe 4">
            <a:extLst>
              <a:ext uri="{FF2B5EF4-FFF2-40B4-BE49-F238E27FC236}">
                <a16:creationId xmlns:a16="http://schemas.microsoft.com/office/drawing/2014/main" id="{44C2F16D-3A8E-359B-E1CE-40D16806B360}"/>
              </a:ext>
            </a:extLst>
          </p:cNvPr>
          <p:cNvGrpSpPr/>
          <p:nvPr/>
        </p:nvGrpSpPr>
        <p:grpSpPr>
          <a:xfrm>
            <a:off x="11508884" y="-60099"/>
            <a:ext cx="694063" cy="998489"/>
            <a:chOff x="11508884" y="-60099"/>
            <a:chExt cx="694063" cy="998489"/>
          </a:xfrm>
        </p:grpSpPr>
        <p:sp>
          <p:nvSpPr>
            <p:cNvPr id="6" name="Bande diagonale 5">
              <a:extLst>
                <a:ext uri="{FF2B5EF4-FFF2-40B4-BE49-F238E27FC236}">
                  <a16:creationId xmlns:a16="http://schemas.microsoft.com/office/drawing/2014/main" id="{8512DC31-D912-03ED-5ECF-89E38AFF996B}"/>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7" name="ZoneTexte 6">
              <a:extLst>
                <a:ext uri="{FF2B5EF4-FFF2-40B4-BE49-F238E27FC236}">
                  <a16:creationId xmlns:a16="http://schemas.microsoft.com/office/drawing/2014/main" id="{50FD9118-485B-EA45-83EB-65B2FBAB7F7E}"/>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275598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E8FF8-A310-AAA2-073B-E826F5D52B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66E752-A008-7E4C-3EFF-996BA48F608C}"/>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a:t>
            </a:r>
            <a:r>
              <a:rPr lang="fr-FR" dirty="0" err="1"/>
              <a:t>Eligibility</a:t>
            </a:r>
            <a:r>
              <a:rPr lang="fr-FR" dirty="0"/>
              <a:t> (1/2) </a:t>
            </a:r>
            <a:br>
              <a:rPr lang="fr-FR" dirty="0"/>
            </a:br>
            <a:r>
              <a:rPr lang="fr-FR" sz="2400" dirty="0">
                <a:solidFill>
                  <a:schemeClr val="bg1"/>
                </a:solidFill>
              </a:rPr>
              <a:t>L4- Commercial </a:t>
            </a:r>
            <a:r>
              <a:rPr lang="fr-FR" sz="2400" dirty="0" err="1">
                <a:solidFill>
                  <a:schemeClr val="bg1"/>
                </a:solidFill>
              </a:rPr>
              <a:t>eligibility</a:t>
            </a:r>
            <a:endParaRPr lang="en-US" dirty="0"/>
          </a:p>
        </p:txBody>
      </p:sp>
      <p:pic>
        <p:nvPicPr>
          <p:cNvPr id="5" name="Image 4">
            <a:extLst>
              <a:ext uri="{FF2B5EF4-FFF2-40B4-BE49-F238E27FC236}">
                <a16:creationId xmlns:a16="http://schemas.microsoft.com/office/drawing/2014/main" id="{A64A0EFE-33BD-5118-DB88-2BAF8B6725EF}"/>
              </a:ext>
            </a:extLst>
          </p:cNvPr>
          <p:cNvPicPr>
            <a:picLocks noChangeAspect="1"/>
          </p:cNvPicPr>
          <p:nvPr/>
        </p:nvPicPr>
        <p:blipFill>
          <a:blip r:embed="rId3"/>
          <a:stretch>
            <a:fillRect/>
          </a:stretch>
        </p:blipFill>
        <p:spPr>
          <a:xfrm>
            <a:off x="666824" y="1500755"/>
            <a:ext cx="10858352" cy="4602589"/>
          </a:xfrm>
          <a:prstGeom prst="rect">
            <a:avLst/>
          </a:prstGeom>
        </p:spPr>
      </p:pic>
      <p:grpSp>
        <p:nvGrpSpPr>
          <p:cNvPr id="6" name="Groupe 5">
            <a:extLst>
              <a:ext uri="{FF2B5EF4-FFF2-40B4-BE49-F238E27FC236}">
                <a16:creationId xmlns:a16="http://schemas.microsoft.com/office/drawing/2014/main" id="{81649584-7CCC-FBA4-D5E5-4081438CF30F}"/>
              </a:ext>
            </a:extLst>
          </p:cNvPr>
          <p:cNvGrpSpPr/>
          <p:nvPr/>
        </p:nvGrpSpPr>
        <p:grpSpPr>
          <a:xfrm>
            <a:off x="11508884" y="-60099"/>
            <a:ext cx="694063" cy="998489"/>
            <a:chOff x="11508884" y="-60099"/>
            <a:chExt cx="694063" cy="998489"/>
          </a:xfrm>
        </p:grpSpPr>
        <p:sp>
          <p:nvSpPr>
            <p:cNvPr id="7" name="Bande diagonale 6">
              <a:extLst>
                <a:ext uri="{FF2B5EF4-FFF2-40B4-BE49-F238E27FC236}">
                  <a16:creationId xmlns:a16="http://schemas.microsoft.com/office/drawing/2014/main" id="{F01319A9-A1CB-DC66-2803-7E0BB6DB853E}"/>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8" name="ZoneTexte 7">
              <a:extLst>
                <a:ext uri="{FF2B5EF4-FFF2-40B4-BE49-F238E27FC236}">
                  <a16:creationId xmlns:a16="http://schemas.microsoft.com/office/drawing/2014/main" id="{651E13BF-4F90-3325-B6FF-63E0F5F12C83}"/>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77890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19877-987E-7512-84FE-EB7EB4DF51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B896AB-92A4-3D71-B864-5E03AEBB2CD7}"/>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Customer </a:t>
            </a:r>
            <a:r>
              <a:rPr lang="fr-FR" dirty="0" err="1"/>
              <a:t>Approval</a:t>
            </a:r>
            <a:r>
              <a:rPr lang="fr-FR" dirty="0"/>
              <a:t> (1/3) </a:t>
            </a:r>
            <a:br>
              <a:rPr lang="fr-FR" dirty="0"/>
            </a:br>
            <a:r>
              <a:rPr lang="fr-FR" sz="2400" dirty="0">
                <a:solidFill>
                  <a:schemeClr val="bg1"/>
                </a:solidFill>
              </a:rPr>
              <a:t>L4- </a:t>
            </a:r>
            <a:r>
              <a:rPr lang="fr-FR" sz="2400" dirty="0" err="1">
                <a:solidFill>
                  <a:schemeClr val="bg1"/>
                </a:solidFill>
              </a:rPr>
              <a:t>Request</a:t>
            </a:r>
            <a:r>
              <a:rPr lang="fr-FR" sz="2400" dirty="0">
                <a:solidFill>
                  <a:schemeClr val="bg1"/>
                </a:solidFill>
              </a:rPr>
              <a:t> for </a:t>
            </a:r>
            <a:r>
              <a:rPr lang="fr-FR" sz="2400" dirty="0" err="1">
                <a:solidFill>
                  <a:schemeClr val="bg1"/>
                </a:solidFill>
              </a:rPr>
              <a:t>contract</a:t>
            </a:r>
            <a:r>
              <a:rPr lang="fr-FR" sz="2400" dirty="0">
                <a:solidFill>
                  <a:schemeClr val="bg1"/>
                </a:solidFill>
              </a:rPr>
              <a:t> </a:t>
            </a:r>
            <a:br>
              <a:rPr lang="fr-FR" dirty="0"/>
            </a:br>
            <a:endParaRPr lang="en-US" dirty="0"/>
          </a:p>
        </p:txBody>
      </p:sp>
      <p:pic>
        <p:nvPicPr>
          <p:cNvPr id="6" name="Image 5">
            <a:extLst>
              <a:ext uri="{FF2B5EF4-FFF2-40B4-BE49-F238E27FC236}">
                <a16:creationId xmlns:a16="http://schemas.microsoft.com/office/drawing/2014/main" id="{87185821-F960-F398-2C8F-51792AF111C2}"/>
              </a:ext>
            </a:extLst>
          </p:cNvPr>
          <p:cNvPicPr>
            <a:picLocks noChangeAspect="1"/>
          </p:cNvPicPr>
          <p:nvPr/>
        </p:nvPicPr>
        <p:blipFill>
          <a:blip r:embed="rId3"/>
          <a:stretch>
            <a:fillRect/>
          </a:stretch>
        </p:blipFill>
        <p:spPr>
          <a:xfrm>
            <a:off x="736524" y="1348318"/>
            <a:ext cx="10718952" cy="4775702"/>
          </a:xfrm>
          <a:prstGeom prst="rect">
            <a:avLst/>
          </a:prstGeom>
        </p:spPr>
      </p:pic>
      <p:grpSp>
        <p:nvGrpSpPr>
          <p:cNvPr id="7" name="Groupe 6">
            <a:extLst>
              <a:ext uri="{FF2B5EF4-FFF2-40B4-BE49-F238E27FC236}">
                <a16:creationId xmlns:a16="http://schemas.microsoft.com/office/drawing/2014/main" id="{8E1A9355-C254-5CFE-4332-968B13879FA4}"/>
              </a:ext>
            </a:extLst>
          </p:cNvPr>
          <p:cNvGrpSpPr/>
          <p:nvPr/>
        </p:nvGrpSpPr>
        <p:grpSpPr>
          <a:xfrm>
            <a:off x="11508884" y="-60099"/>
            <a:ext cx="694063" cy="998489"/>
            <a:chOff x="11508884" y="-60099"/>
            <a:chExt cx="694063" cy="998489"/>
          </a:xfrm>
        </p:grpSpPr>
        <p:sp>
          <p:nvSpPr>
            <p:cNvPr id="8" name="Bande diagonale 7">
              <a:extLst>
                <a:ext uri="{FF2B5EF4-FFF2-40B4-BE49-F238E27FC236}">
                  <a16:creationId xmlns:a16="http://schemas.microsoft.com/office/drawing/2014/main" id="{A3F3DF89-A6C8-9C50-BD8F-811AECFC3221}"/>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9" name="ZoneTexte 8">
              <a:extLst>
                <a:ext uri="{FF2B5EF4-FFF2-40B4-BE49-F238E27FC236}">
                  <a16:creationId xmlns:a16="http://schemas.microsoft.com/office/drawing/2014/main" id="{07CB5769-260C-8F52-FA65-0947BD6929EE}"/>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128322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ABAB-78AA-C7C6-0852-CF5D433EDA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F9B2BF-67BA-9592-AAE5-2F6B79FB3FB4}"/>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Customer </a:t>
            </a:r>
            <a:r>
              <a:rPr lang="fr-FR" dirty="0" err="1"/>
              <a:t>Approval</a:t>
            </a:r>
            <a:r>
              <a:rPr lang="fr-FR" dirty="0"/>
              <a:t> (2/3) </a:t>
            </a:r>
            <a:br>
              <a:rPr lang="fr-FR" dirty="0"/>
            </a:br>
            <a:r>
              <a:rPr lang="fr-FR" sz="2400" dirty="0">
                <a:solidFill>
                  <a:schemeClr val="bg1"/>
                </a:solidFill>
              </a:rPr>
              <a:t>L4- </a:t>
            </a:r>
            <a:r>
              <a:rPr lang="fr-FR" sz="2400" dirty="0" err="1">
                <a:solidFill>
                  <a:schemeClr val="bg1"/>
                </a:solidFill>
              </a:rPr>
              <a:t>generate</a:t>
            </a:r>
            <a:r>
              <a:rPr lang="fr-FR" sz="2400" dirty="0">
                <a:solidFill>
                  <a:schemeClr val="bg1"/>
                </a:solidFill>
              </a:rPr>
              <a:t> </a:t>
            </a:r>
            <a:r>
              <a:rPr lang="fr-FR" sz="2400" dirty="0" err="1">
                <a:solidFill>
                  <a:schemeClr val="bg1"/>
                </a:solidFill>
              </a:rPr>
              <a:t>quote</a:t>
            </a:r>
            <a:r>
              <a:rPr lang="fr-FR" sz="2400" dirty="0">
                <a:solidFill>
                  <a:schemeClr val="bg1"/>
                </a:solidFill>
              </a:rPr>
              <a:t> document </a:t>
            </a:r>
            <a:br>
              <a:rPr lang="fr-FR" dirty="0"/>
            </a:br>
            <a:endParaRPr lang="en-US" dirty="0"/>
          </a:p>
        </p:txBody>
      </p:sp>
      <p:pic>
        <p:nvPicPr>
          <p:cNvPr id="9" name="Image 8">
            <a:extLst>
              <a:ext uri="{FF2B5EF4-FFF2-40B4-BE49-F238E27FC236}">
                <a16:creationId xmlns:a16="http://schemas.microsoft.com/office/drawing/2014/main" id="{BE4F932B-52E7-92E3-A41A-8A3E46FEF875}"/>
              </a:ext>
            </a:extLst>
          </p:cNvPr>
          <p:cNvPicPr>
            <a:picLocks noChangeAspect="1"/>
          </p:cNvPicPr>
          <p:nvPr/>
        </p:nvPicPr>
        <p:blipFill>
          <a:blip r:embed="rId3"/>
          <a:srcRect l="18180"/>
          <a:stretch/>
        </p:blipFill>
        <p:spPr>
          <a:xfrm>
            <a:off x="278788" y="2180602"/>
            <a:ext cx="5336144" cy="3283119"/>
          </a:xfrm>
          <a:prstGeom prst="rect">
            <a:avLst/>
          </a:prstGeom>
        </p:spPr>
      </p:pic>
      <p:pic>
        <p:nvPicPr>
          <p:cNvPr id="11" name="Image 10">
            <a:extLst>
              <a:ext uri="{FF2B5EF4-FFF2-40B4-BE49-F238E27FC236}">
                <a16:creationId xmlns:a16="http://schemas.microsoft.com/office/drawing/2014/main" id="{EF2E1D26-21F4-8741-31F1-43E598D10D8F}"/>
              </a:ext>
            </a:extLst>
          </p:cNvPr>
          <p:cNvPicPr>
            <a:picLocks noChangeAspect="1"/>
          </p:cNvPicPr>
          <p:nvPr/>
        </p:nvPicPr>
        <p:blipFill>
          <a:blip r:embed="rId4"/>
          <a:srcRect l="15959"/>
          <a:stretch/>
        </p:blipFill>
        <p:spPr>
          <a:xfrm>
            <a:off x="6345257" y="1951991"/>
            <a:ext cx="5427643" cy="3740342"/>
          </a:xfrm>
          <a:prstGeom prst="rect">
            <a:avLst/>
          </a:prstGeom>
        </p:spPr>
      </p:pic>
      <p:sp>
        <p:nvSpPr>
          <p:cNvPr id="12" name="Titre 1">
            <a:extLst>
              <a:ext uri="{FF2B5EF4-FFF2-40B4-BE49-F238E27FC236}">
                <a16:creationId xmlns:a16="http://schemas.microsoft.com/office/drawing/2014/main" id="{76C94566-2ECC-AEF4-B0A5-D9DF9F6897C2}"/>
              </a:ext>
            </a:extLst>
          </p:cNvPr>
          <p:cNvSpPr txBox="1">
            <a:spLocks/>
          </p:cNvSpPr>
          <p:nvPr/>
        </p:nvSpPr>
        <p:spPr>
          <a:xfrm>
            <a:off x="367688" y="1348318"/>
            <a:ext cx="2042080" cy="462615"/>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sz="1400" dirty="0"/>
              <a:t>Digital Portal </a:t>
            </a:r>
            <a:br>
              <a:rPr lang="fr-FR" sz="1400" dirty="0"/>
            </a:br>
            <a:endParaRPr lang="en-US" sz="1400" dirty="0"/>
          </a:p>
        </p:txBody>
      </p:sp>
      <p:sp>
        <p:nvSpPr>
          <p:cNvPr id="13" name="Titre 1">
            <a:extLst>
              <a:ext uri="{FF2B5EF4-FFF2-40B4-BE49-F238E27FC236}">
                <a16:creationId xmlns:a16="http://schemas.microsoft.com/office/drawing/2014/main" id="{6B61324E-399C-52A4-5A62-EB8272509BE3}"/>
              </a:ext>
            </a:extLst>
          </p:cNvPr>
          <p:cNvSpPr txBox="1">
            <a:spLocks/>
          </p:cNvSpPr>
          <p:nvPr/>
        </p:nvSpPr>
        <p:spPr>
          <a:xfrm>
            <a:off x="6458179" y="1348318"/>
            <a:ext cx="2042080" cy="462615"/>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sz="1400" dirty="0"/>
              <a:t>CPQ</a:t>
            </a:r>
            <a:br>
              <a:rPr lang="fr-FR" sz="1400" dirty="0"/>
            </a:br>
            <a:endParaRPr lang="en-US" sz="1400" dirty="0"/>
          </a:p>
        </p:txBody>
      </p:sp>
      <p:grpSp>
        <p:nvGrpSpPr>
          <p:cNvPr id="14" name="Groupe 13">
            <a:extLst>
              <a:ext uri="{FF2B5EF4-FFF2-40B4-BE49-F238E27FC236}">
                <a16:creationId xmlns:a16="http://schemas.microsoft.com/office/drawing/2014/main" id="{96E909F0-84F4-CED1-D19B-455EE1A46A45}"/>
              </a:ext>
            </a:extLst>
          </p:cNvPr>
          <p:cNvGrpSpPr/>
          <p:nvPr/>
        </p:nvGrpSpPr>
        <p:grpSpPr>
          <a:xfrm>
            <a:off x="11508884" y="-60099"/>
            <a:ext cx="694063" cy="998489"/>
            <a:chOff x="11508884" y="-60099"/>
            <a:chExt cx="694063" cy="998489"/>
          </a:xfrm>
        </p:grpSpPr>
        <p:sp>
          <p:nvSpPr>
            <p:cNvPr id="15" name="Bande diagonale 14">
              <a:extLst>
                <a:ext uri="{FF2B5EF4-FFF2-40B4-BE49-F238E27FC236}">
                  <a16:creationId xmlns:a16="http://schemas.microsoft.com/office/drawing/2014/main" id="{BA2673BF-6904-A598-8F5A-7B2CA3DD45DC}"/>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16" name="ZoneTexte 15">
              <a:extLst>
                <a:ext uri="{FF2B5EF4-FFF2-40B4-BE49-F238E27FC236}">
                  <a16:creationId xmlns:a16="http://schemas.microsoft.com/office/drawing/2014/main" id="{16814EA2-9EAD-203A-EE2A-A0DEAF9C4D3A}"/>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3172750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1CAE-E9B7-B281-3508-818E6703C5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CCE6C88-06A4-4BFF-2AFD-A418AC7FBD50}"/>
              </a:ext>
            </a:extLst>
          </p:cNvPr>
          <p:cNvSpPr>
            <a:spLocks noGrp="1"/>
          </p:cNvSpPr>
          <p:nvPr>
            <p:ph type="title"/>
          </p:nvPr>
        </p:nvSpPr>
        <p:spPr/>
        <p:txBody>
          <a:bodyPr/>
          <a:lstStyle/>
          <a:p>
            <a:r>
              <a:rPr lang="fr-FR" dirty="0"/>
              <a:t>EPIC (L2)- </a:t>
            </a:r>
            <a:r>
              <a:rPr lang="fr-FR" dirty="0" err="1"/>
              <a:t>Quote</a:t>
            </a:r>
            <a:r>
              <a:rPr lang="fr-FR" dirty="0"/>
              <a:t> </a:t>
            </a:r>
            <a:r>
              <a:rPr lang="fr-FR" dirty="0" err="1"/>
              <a:t>offer</a:t>
            </a:r>
            <a:r>
              <a:rPr lang="fr-FR" dirty="0"/>
              <a:t> Customer </a:t>
            </a:r>
            <a:r>
              <a:rPr lang="fr-FR" dirty="0" err="1"/>
              <a:t>Approval</a:t>
            </a:r>
            <a:r>
              <a:rPr lang="fr-FR" dirty="0"/>
              <a:t> (3/3) </a:t>
            </a:r>
            <a:br>
              <a:rPr lang="fr-FR" dirty="0"/>
            </a:br>
            <a:r>
              <a:rPr lang="fr-FR" sz="2400" dirty="0">
                <a:solidFill>
                  <a:schemeClr val="bg1"/>
                </a:solidFill>
              </a:rPr>
              <a:t>L4- </a:t>
            </a:r>
            <a:r>
              <a:rPr lang="fr-FR" sz="2400" dirty="0" err="1">
                <a:solidFill>
                  <a:schemeClr val="bg1"/>
                </a:solidFill>
              </a:rPr>
              <a:t>Convert</a:t>
            </a:r>
            <a:r>
              <a:rPr lang="fr-FR" sz="2400" dirty="0">
                <a:solidFill>
                  <a:schemeClr val="bg1"/>
                </a:solidFill>
              </a:rPr>
              <a:t> </a:t>
            </a:r>
            <a:r>
              <a:rPr lang="fr-FR" sz="2400" dirty="0" err="1">
                <a:solidFill>
                  <a:schemeClr val="bg1"/>
                </a:solidFill>
              </a:rPr>
              <a:t>quote</a:t>
            </a:r>
            <a:r>
              <a:rPr lang="fr-FR" sz="2400" dirty="0">
                <a:solidFill>
                  <a:schemeClr val="bg1"/>
                </a:solidFill>
              </a:rPr>
              <a:t> to </a:t>
            </a:r>
            <a:r>
              <a:rPr lang="fr-FR" sz="2400" dirty="0" err="1">
                <a:solidFill>
                  <a:schemeClr val="bg1"/>
                </a:solidFill>
              </a:rPr>
              <a:t>oder</a:t>
            </a:r>
            <a:br>
              <a:rPr lang="fr-FR" dirty="0"/>
            </a:br>
            <a:endParaRPr lang="en-US" dirty="0"/>
          </a:p>
        </p:txBody>
      </p:sp>
      <p:pic>
        <p:nvPicPr>
          <p:cNvPr id="4" name="Image 3">
            <a:extLst>
              <a:ext uri="{FF2B5EF4-FFF2-40B4-BE49-F238E27FC236}">
                <a16:creationId xmlns:a16="http://schemas.microsoft.com/office/drawing/2014/main" id="{26C73038-5F91-17C7-DCC4-DF0F8F987E0E}"/>
              </a:ext>
            </a:extLst>
          </p:cNvPr>
          <p:cNvPicPr>
            <a:picLocks noChangeAspect="1"/>
          </p:cNvPicPr>
          <p:nvPr/>
        </p:nvPicPr>
        <p:blipFill>
          <a:blip r:embed="rId3"/>
          <a:stretch>
            <a:fillRect/>
          </a:stretch>
        </p:blipFill>
        <p:spPr>
          <a:xfrm>
            <a:off x="1035584" y="2005070"/>
            <a:ext cx="10120831" cy="3437263"/>
          </a:xfrm>
          <a:prstGeom prst="rect">
            <a:avLst/>
          </a:prstGeom>
        </p:spPr>
      </p:pic>
      <p:grpSp>
        <p:nvGrpSpPr>
          <p:cNvPr id="5" name="Groupe 4">
            <a:extLst>
              <a:ext uri="{FF2B5EF4-FFF2-40B4-BE49-F238E27FC236}">
                <a16:creationId xmlns:a16="http://schemas.microsoft.com/office/drawing/2014/main" id="{329683FA-AF99-B533-90E5-C6DD17EDE81C}"/>
              </a:ext>
            </a:extLst>
          </p:cNvPr>
          <p:cNvGrpSpPr/>
          <p:nvPr/>
        </p:nvGrpSpPr>
        <p:grpSpPr>
          <a:xfrm>
            <a:off x="11508884" y="-60099"/>
            <a:ext cx="694063" cy="998489"/>
            <a:chOff x="11508884" y="-60099"/>
            <a:chExt cx="694063" cy="998489"/>
          </a:xfrm>
        </p:grpSpPr>
        <p:sp>
          <p:nvSpPr>
            <p:cNvPr id="6" name="Bande diagonale 5">
              <a:extLst>
                <a:ext uri="{FF2B5EF4-FFF2-40B4-BE49-F238E27FC236}">
                  <a16:creationId xmlns:a16="http://schemas.microsoft.com/office/drawing/2014/main" id="{0BFB4103-13F1-6CA3-DB85-A0B230E143FD}"/>
                </a:ext>
              </a:extLst>
            </p:cNvPr>
            <p:cNvSpPr/>
            <p:nvPr/>
          </p:nvSpPr>
          <p:spPr>
            <a:xfrm rot="5400000">
              <a:off x="11387699" y="123141"/>
              <a:ext cx="936434" cy="694063"/>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7" name="ZoneTexte 6">
              <a:extLst>
                <a:ext uri="{FF2B5EF4-FFF2-40B4-BE49-F238E27FC236}">
                  <a16:creationId xmlns:a16="http://schemas.microsoft.com/office/drawing/2014/main" id="{26BDE9FB-84EC-56C1-6793-580262230557}"/>
                </a:ext>
              </a:extLst>
            </p:cNvPr>
            <p:cNvSpPr txBox="1"/>
            <p:nvPr/>
          </p:nvSpPr>
          <p:spPr>
            <a:xfrm rot="3120372">
              <a:off x="11506624" y="359645"/>
              <a:ext cx="962599" cy="123111"/>
            </a:xfrm>
            <a:prstGeom prst="rect">
              <a:avLst/>
            </a:prstGeom>
          </p:spPr>
          <p:txBody>
            <a:bodyPr wrap="square" lIns="0" tIns="0" rIns="0" bIns="0" rtlCol="0">
              <a:spAutoFit/>
            </a:bodyPr>
            <a:lstStyle/>
            <a:p>
              <a:r>
                <a:rPr lang="fr-FR" sz="800" b="1" dirty="0">
                  <a:solidFill>
                    <a:schemeClr val="bg1"/>
                  </a:solidFill>
                </a:rPr>
                <a:t>Version 03/2025</a:t>
              </a:r>
              <a:endParaRPr lang="en-US" sz="800" b="1" dirty="0" err="1">
                <a:solidFill>
                  <a:schemeClr val="bg1"/>
                </a:solidFill>
              </a:endParaRPr>
            </a:p>
          </p:txBody>
        </p:sp>
      </p:grpSp>
    </p:spTree>
    <p:extLst>
      <p:ext uri="{BB962C8B-B14F-4D97-AF65-F5344CB8AC3E}">
        <p14:creationId xmlns:p14="http://schemas.microsoft.com/office/powerpoint/2010/main" val="395595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C99C-A8D3-5BEE-F602-A16ECEF802F2}"/>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82AAE4D3-1E98-C55B-7CA9-F90F7CD8DFB1}"/>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23329C8A-0D8C-C9A7-3B69-56E64043D4E6}"/>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C57DBA39-8025-DB89-DCDB-6A2C00B9B393}"/>
              </a:ext>
            </a:extLst>
          </p:cNvPr>
          <p:cNvSpPr txBox="1"/>
          <p:nvPr/>
        </p:nvSpPr>
        <p:spPr>
          <a:xfrm>
            <a:off x="3866131" y="3811200"/>
            <a:ext cx="7502446" cy="337438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QUOTE as an object </a:t>
            </a:r>
          </a:p>
          <a:p>
            <a:pPr marL="685800" marR="0" lvl="0" indent="-685800" algn="l" defTabSz="1219230" rtl="0" eaLnBrk="1" fontAlgn="auto" latinLnBrk="0" hangingPunct="0">
              <a:spcBef>
                <a:spcPts val="1000"/>
              </a:spcBef>
              <a:spcAft>
                <a:spcPts val="0"/>
              </a:spcAft>
              <a:buClrTx/>
              <a:buSzTx/>
              <a:buFontTx/>
              <a:buChar char="-"/>
              <a:tabLst/>
              <a:defRPr sz="10000" spc="-54">
                <a:solidFill>
                  <a:srgbClr val="FF7900"/>
                </a:solidFill>
              </a:defRPr>
            </a:pPr>
            <a:r>
              <a:rPr lang="en-GB" sz="2000" kern="0" spc="-27">
                <a:solidFill>
                  <a:srgbClr val="FF7900"/>
                </a:solidFill>
                <a:latin typeface="Helvetica 75 Bold"/>
                <a:sym typeface="Helvetica 75 Bold"/>
              </a:rPr>
              <a:t>Quote Lifecycle </a:t>
            </a:r>
          </a:p>
          <a:p>
            <a:pPr marL="685800" marR="0" lvl="0" indent="-685800" algn="l" defTabSz="1219230" rtl="0" eaLnBrk="1" fontAlgn="auto" latinLnBrk="0" hangingPunct="0">
              <a:spcBef>
                <a:spcPts val="1000"/>
              </a:spcBef>
              <a:spcAft>
                <a:spcPts val="0"/>
              </a:spcAft>
              <a:buClrTx/>
              <a:buSzTx/>
              <a:buFontTx/>
              <a:buChar char="-"/>
              <a:tabLst/>
              <a:defRPr sz="10000" spc="-54">
                <a:solidFill>
                  <a:srgbClr val="FF7900"/>
                </a:solidFill>
              </a:defRPr>
            </a:pPr>
            <a:r>
              <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rPr>
              <a:t>Quote </a:t>
            </a:r>
            <a:r>
              <a:rPr lang="en-GB" sz="2000" kern="0" spc="-27">
                <a:solidFill>
                  <a:srgbClr val="FF7900"/>
                </a:solidFill>
                <a:latin typeface="Helvetica 75 Bold"/>
                <a:sym typeface="Helvetica 75 Bold"/>
              </a:rPr>
              <a:t>Status description </a:t>
            </a:r>
          </a:p>
          <a:p>
            <a:pPr marL="685800" marR="0" lvl="0" indent="-685800" algn="l" defTabSz="1219230" rtl="0" eaLnBrk="1" fontAlgn="auto" latinLnBrk="0" hangingPunct="0">
              <a:spcBef>
                <a:spcPts val="1000"/>
              </a:spcBef>
              <a:spcAft>
                <a:spcPts val="0"/>
              </a:spcAft>
              <a:buClrTx/>
              <a:buSzTx/>
              <a:buFontTx/>
              <a:buChar char="-"/>
              <a:tabLst/>
              <a:defRPr sz="10000" spc="-54">
                <a:solidFill>
                  <a:srgbClr val="FF7900"/>
                </a:solidFill>
              </a:defRPr>
            </a:pPr>
            <a:r>
              <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rPr>
              <a:t>Quote Template-fields description </a:t>
            </a:r>
          </a:p>
          <a:p>
            <a:pPr marL="685800" marR="0" lvl="0" indent="-685800" algn="l" defTabSz="1219230" rtl="0" eaLnBrk="1" fontAlgn="auto" latinLnBrk="0" hangingPunct="0">
              <a:spcBef>
                <a:spcPts val="1000"/>
              </a:spcBef>
              <a:spcAft>
                <a:spcPts val="0"/>
              </a:spcAft>
              <a:buClrTx/>
              <a:buSzTx/>
              <a:buFontTx/>
              <a:buChar char="-"/>
              <a:tabLst/>
              <a:defRPr sz="10000" spc="-54">
                <a:solidFill>
                  <a:srgbClr val="FF7900"/>
                </a:solidFill>
              </a:defRPr>
            </a:pPr>
            <a:r>
              <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rPr>
              <a:t>CPQ Data Model </a:t>
            </a:r>
          </a:p>
          <a:p>
            <a:pPr marL="685800" marR="0" lvl="0" indent="-685800" algn="l" defTabSz="1219230" rtl="0" eaLnBrk="1" fontAlgn="auto" latinLnBrk="0" hangingPunct="0">
              <a:spcBef>
                <a:spcPts val="1000"/>
              </a:spcBef>
              <a:spcAft>
                <a:spcPts val="0"/>
              </a:spcAft>
              <a:buClrTx/>
              <a:buSzTx/>
              <a:buFontTx/>
              <a:buChar char="-"/>
              <a:tabLst/>
              <a:defRPr sz="10000" spc="-54">
                <a:solidFill>
                  <a:srgbClr val="FF7900"/>
                </a:solidFill>
              </a:defRPr>
            </a:pPr>
            <a:r>
              <a:rPr lang="en-GB" sz="2000" kern="0" spc="-27">
                <a:solidFill>
                  <a:srgbClr val="FF7900"/>
                </a:solidFill>
                <a:latin typeface="Helvetica 75 Bold"/>
                <a:sym typeface="Helvetica 75 Bold"/>
              </a:rPr>
              <a:t>Quote Objects description </a:t>
            </a:r>
            <a:endPar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BF262431-3999-DCD7-6DE5-9349EF9D7CE9}"/>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0ED76ABB-9052-B94A-716D-B919EF4E0E53}"/>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0CA91246-BE5C-2930-0E2E-C3B271DDF411}"/>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503ABC96-7AB5-16A3-19E7-1ED7AB8AA195}"/>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3498641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C2D2A-777A-5C2D-DE51-3EE100DACA48}"/>
            </a:ext>
          </a:extLst>
        </p:cNvPr>
        <p:cNvGrpSpPr/>
        <p:nvPr/>
      </p:nvGrpSpPr>
      <p:grpSpPr>
        <a:xfrm>
          <a:off x="0" y="0"/>
          <a:ext cx="0" cy="0"/>
          <a:chOff x="0" y="0"/>
          <a:chExt cx="0" cy="0"/>
        </a:xfrm>
      </p:grpSpPr>
      <p:sp>
        <p:nvSpPr>
          <p:cNvPr id="333" name="Ellipse 332">
            <a:extLst>
              <a:ext uri="{FF2B5EF4-FFF2-40B4-BE49-F238E27FC236}">
                <a16:creationId xmlns:a16="http://schemas.microsoft.com/office/drawing/2014/main" id="{34940927-D15D-3090-61BE-F90463CB13AB}"/>
              </a:ext>
            </a:extLst>
          </p:cNvPr>
          <p:cNvSpPr/>
          <p:nvPr/>
        </p:nvSpPr>
        <p:spPr>
          <a:xfrm>
            <a:off x="6685271" y="5432578"/>
            <a:ext cx="179317" cy="158811"/>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cxnSp>
        <p:nvCxnSpPr>
          <p:cNvPr id="237" name="Connecteur : en angle 236">
            <a:extLst>
              <a:ext uri="{FF2B5EF4-FFF2-40B4-BE49-F238E27FC236}">
                <a16:creationId xmlns:a16="http://schemas.microsoft.com/office/drawing/2014/main" id="{854FE738-B47D-40B8-3FE8-660AE45F37F1}"/>
              </a:ext>
            </a:extLst>
          </p:cNvPr>
          <p:cNvCxnSpPr>
            <a:cxnSpLocks/>
            <a:stCxn id="49" idx="2"/>
            <a:endCxn id="349" idx="0"/>
          </p:cNvCxnSpPr>
          <p:nvPr/>
        </p:nvCxnSpPr>
        <p:spPr>
          <a:xfrm rot="16200000" flipH="1">
            <a:off x="6597526" y="4364337"/>
            <a:ext cx="517839" cy="1"/>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831B19C1-A951-5A3B-6F27-2589E19995AF}"/>
              </a:ext>
            </a:extLst>
          </p:cNvPr>
          <p:cNvSpPr txBox="1">
            <a:spLocks/>
          </p:cNvSpPr>
          <p:nvPr/>
        </p:nvSpPr>
        <p:spPr>
          <a:xfrm>
            <a:off x="352813" y="447678"/>
            <a:ext cx="11353800" cy="723850"/>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27" normalizeH="0" baseline="0" noProof="0" dirty="0">
                <a:ln>
                  <a:noFill/>
                </a:ln>
                <a:effectLst/>
                <a:uLnTx/>
                <a:uFillTx/>
                <a:latin typeface="Helvetica 75 Bold"/>
                <a:ea typeface="+mj-ea"/>
                <a:cs typeface="+mj-cs"/>
              </a:rPr>
              <a:t>Quote Object Life-cycle</a:t>
            </a:r>
            <a:endParaRPr lang="en-GB" sz="2400" dirty="0">
              <a:latin typeface="Helvetica 75 Bold"/>
            </a:endParaRPr>
          </a:p>
          <a:p>
            <a:pPr marL="0" marR="0" lvl="0" indent="0" algn="l" defTabSz="1219261" rtl="0" eaLnBrk="1" fontAlgn="auto" latinLnBrk="0" hangingPunct="1">
              <a:lnSpc>
                <a:spcPct val="90000"/>
              </a:lnSpc>
              <a:spcBef>
                <a:spcPct val="0"/>
              </a:spcBef>
              <a:spcAft>
                <a:spcPts val="0"/>
              </a:spcAft>
              <a:buClrTx/>
              <a:buSzTx/>
              <a:buFontTx/>
              <a:buNone/>
              <a:tabLst/>
              <a:defRPr/>
            </a:pPr>
            <a:r>
              <a:rPr lang="en-GB" sz="2400" dirty="0">
                <a:solidFill>
                  <a:schemeClr val="bg1"/>
                </a:solidFill>
                <a:latin typeface="Helvetica 75 Bold"/>
              </a:rPr>
              <a:t>MVP path and MMP path – </a:t>
            </a:r>
            <a:r>
              <a:rPr lang="en-GB" sz="2400" u="sng" dirty="0">
                <a:solidFill>
                  <a:schemeClr val="bg1"/>
                </a:solidFill>
                <a:latin typeface="Helvetica 75 Bold"/>
              </a:rPr>
              <a:t>2 approvals for Quote and Contract </a:t>
            </a:r>
            <a:endParaRPr lang="en-GB" sz="2400" u="sng" dirty="0">
              <a:solidFill>
                <a:schemeClr val="tx1"/>
              </a:solidFill>
              <a:latin typeface="Helvetica 75 Bold"/>
            </a:endParaRPr>
          </a:p>
        </p:txBody>
      </p:sp>
      <p:sp>
        <p:nvSpPr>
          <p:cNvPr id="5" name="Google Shape;1886;p36">
            <a:extLst>
              <a:ext uri="{FF2B5EF4-FFF2-40B4-BE49-F238E27FC236}">
                <a16:creationId xmlns:a16="http://schemas.microsoft.com/office/drawing/2014/main" id="{F673343E-2EB3-4EFE-7DA2-9D91795060C5}"/>
              </a:ext>
            </a:extLst>
          </p:cNvPr>
          <p:cNvSpPr/>
          <p:nvPr/>
        </p:nvSpPr>
        <p:spPr>
          <a:xfrm>
            <a:off x="37584" y="3747315"/>
            <a:ext cx="193896" cy="213286"/>
          </a:xfrm>
          <a:prstGeom prst="flowChartConnector">
            <a:avLst/>
          </a:prstGeom>
          <a:solidFill>
            <a:schemeClr val="accent3">
              <a:lumMod val="60000"/>
              <a:lumOff val="40000"/>
            </a:schemeClr>
          </a:solidFill>
          <a:ln w="25400" cap="flat" cmpd="sng">
            <a:solidFill>
              <a:schemeClr val="accent3">
                <a:lumMod val="40000"/>
                <a:lumOff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 name="Google Shape;1889;p36">
            <a:extLst>
              <a:ext uri="{FF2B5EF4-FFF2-40B4-BE49-F238E27FC236}">
                <a16:creationId xmlns:a16="http://schemas.microsoft.com/office/drawing/2014/main" id="{BE9F06CB-67C2-FF8E-FA94-5F8A9317D66A}"/>
              </a:ext>
            </a:extLst>
          </p:cNvPr>
          <p:cNvSpPr txBox="1"/>
          <p:nvPr/>
        </p:nvSpPr>
        <p:spPr>
          <a:xfrm>
            <a:off x="430619" y="3706427"/>
            <a:ext cx="602599"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FF0000"/>
                </a:solidFill>
                <a:effectLst/>
                <a:uLnTx/>
                <a:uFillTx/>
                <a:latin typeface="Helvetica 75 Bold"/>
                <a:ea typeface="Arial"/>
                <a:cs typeface="Arial"/>
                <a:sym typeface="Arial"/>
              </a:rPr>
              <a:t>DRAFT</a:t>
            </a:r>
            <a:endParaRPr kumimoji="0" lang="en-GB" sz="1200" b="1" i="0" u="none" strike="noStrike" kern="1200" cap="none" spc="0" normalizeH="0" baseline="0" noProof="0">
              <a:ln>
                <a:noFill/>
              </a:ln>
              <a:solidFill>
                <a:srgbClr val="FF0000"/>
              </a:solidFill>
              <a:effectLst/>
              <a:uLnTx/>
              <a:uFillTx/>
              <a:latin typeface="Helvetica 75 Bold"/>
              <a:ea typeface="+mn-ea"/>
              <a:cs typeface="+mn-cs"/>
            </a:endParaRPr>
          </a:p>
        </p:txBody>
      </p:sp>
      <p:sp>
        <p:nvSpPr>
          <p:cNvPr id="209" name="Google Shape;1889;p36">
            <a:extLst>
              <a:ext uri="{FF2B5EF4-FFF2-40B4-BE49-F238E27FC236}">
                <a16:creationId xmlns:a16="http://schemas.microsoft.com/office/drawing/2014/main" id="{165B3344-0CAC-FD0E-6720-66344D50B685}"/>
              </a:ext>
            </a:extLst>
          </p:cNvPr>
          <p:cNvSpPr txBox="1"/>
          <p:nvPr/>
        </p:nvSpPr>
        <p:spPr>
          <a:xfrm>
            <a:off x="10359987" y="834763"/>
            <a:ext cx="694456" cy="270265"/>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dirty="0" err="1">
                <a:ln>
                  <a:noFill/>
                </a:ln>
                <a:solidFill>
                  <a:srgbClr val="FF0000"/>
                </a:solidFill>
                <a:effectLst/>
                <a:uLnTx/>
                <a:uFillTx/>
                <a:latin typeface="Helvetica 55 Roman" panose="020B0604020202020204" pitchFamily="34" charset="0"/>
                <a:ea typeface="Arial"/>
                <a:cs typeface="Arial"/>
                <a:sym typeface="Arial"/>
              </a:rPr>
              <a:t>Quote</a:t>
            </a:r>
            <a:r>
              <a:rPr kumimoji="0" lang="fr-FR" sz="800" b="1" i="0" u="none" strike="noStrike" kern="1200" cap="none" spc="0" normalizeH="0" baseline="0" noProof="0" dirty="0">
                <a:ln>
                  <a:noFill/>
                </a:ln>
                <a:solidFill>
                  <a:srgbClr val="FF0000"/>
                </a:solidFill>
                <a:effectLst/>
                <a:uLnTx/>
                <a:uFillTx/>
                <a:latin typeface="Helvetica 55 Roman" panose="020B0604020202020204" pitchFamily="34" charset="0"/>
                <a:ea typeface="Arial"/>
                <a:cs typeface="Arial"/>
                <a:sym typeface="Arial"/>
              </a:rPr>
              <a:t> </a:t>
            </a:r>
            <a:r>
              <a:rPr kumimoji="0" lang="fr-FR" sz="800" b="1" i="0" u="none" strike="noStrike" kern="1200" cap="none" spc="0" normalizeH="0" baseline="0" noProof="0" dirty="0" err="1">
                <a:ln>
                  <a:noFill/>
                </a:ln>
                <a:solidFill>
                  <a:srgbClr val="FF0000"/>
                </a:solidFill>
                <a:effectLst/>
                <a:uLnTx/>
                <a:uFillTx/>
                <a:latin typeface="Helvetica 55 Roman" panose="020B0604020202020204" pitchFamily="34" charset="0"/>
                <a:ea typeface="Arial"/>
                <a:cs typeface="Arial"/>
                <a:sym typeface="Arial"/>
              </a:rPr>
              <a:t>status</a:t>
            </a:r>
            <a:r>
              <a:rPr kumimoji="0" lang="fr-FR" sz="800" b="1" i="0" u="none" strike="noStrike" kern="1200" cap="none" spc="0" normalizeH="0" baseline="0" noProof="0" dirty="0">
                <a:ln>
                  <a:noFill/>
                </a:ln>
                <a:solidFill>
                  <a:srgbClr val="FF0000"/>
                </a:solidFill>
                <a:effectLst/>
                <a:uLnTx/>
                <a:uFillTx/>
                <a:latin typeface="Helvetica 55 Roman" panose="020B0604020202020204" pitchFamily="34" charset="0"/>
                <a:ea typeface="Arial"/>
                <a:cs typeface="Arial"/>
                <a:sym typeface="Arial"/>
              </a:rPr>
              <a:t> in CPQ</a:t>
            </a:r>
            <a:endParaRPr kumimoji="0" lang="en-US" sz="1050" b="1" i="1" u="none" strike="noStrike" kern="1200" cap="none" spc="0" normalizeH="0" baseline="0" noProof="0" dirty="0">
              <a:ln>
                <a:noFill/>
              </a:ln>
              <a:solidFill>
                <a:srgbClr val="FF0000"/>
              </a:solidFill>
              <a:effectLst/>
              <a:uLnTx/>
              <a:uFillTx/>
              <a:latin typeface="Helvetica 55 Roman" panose="020B0604020202020204" pitchFamily="34" charset="0"/>
            </a:endParaRPr>
          </a:p>
        </p:txBody>
      </p:sp>
      <p:cxnSp>
        <p:nvCxnSpPr>
          <p:cNvPr id="210" name="Connecteur droit avec flèche 209">
            <a:extLst>
              <a:ext uri="{FF2B5EF4-FFF2-40B4-BE49-F238E27FC236}">
                <a16:creationId xmlns:a16="http://schemas.microsoft.com/office/drawing/2014/main" id="{D0A83569-46CE-7588-7A4A-F4EC0D0FF838}"/>
              </a:ext>
            </a:extLst>
          </p:cNvPr>
          <p:cNvCxnSpPr>
            <a:cxnSpLocks/>
          </p:cNvCxnSpPr>
          <p:nvPr/>
        </p:nvCxnSpPr>
        <p:spPr>
          <a:xfrm>
            <a:off x="10408653" y="1597475"/>
            <a:ext cx="480742" cy="2242"/>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1" name="Google Shape;1889;p36">
            <a:extLst>
              <a:ext uri="{FF2B5EF4-FFF2-40B4-BE49-F238E27FC236}">
                <a16:creationId xmlns:a16="http://schemas.microsoft.com/office/drawing/2014/main" id="{2972F585-2B40-99CB-FE69-11E07A57EA10}"/>
              </a:ext>
            </a:extLst>
          </p:cNvPr>
          <p:cNvSpPr txBox="1"/>
          <p:nvPr/>
        </p:nvSpPr>
        <p:spPr>
          <a:xfrm>
            <a:off x="11014459" y="1508531"/>
            <a:ext cx="637869" cy="194999"/>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MMP </a:t>
            </a:r>
            <a:r>
              <a:rPr kumimoji="0" lang="fr-FR" sz="900" i="0" u="none" strike="noStrike" kern="1200" cap="none" spc="0" normalizeH="0" baseline="0" noProof="0" err="1">
                <a:ln>
                  <a:noFill/>
                </a:ln>
                <a:solidFill>
                  <a:schemeClr val="bg1"/>
                </a:solidFill>
                <a:effectLst/>
                <a:uLnTx/>
                <a:uFillTx/>
                <a:latin typeface="Helvetica 55 Roman" panose="020B0604020202020204" pitchFamily="34" charset="0"/>
                <a:cs typeface="Arial"/>
                <a:sym typeface="Arial"/>
              </a:rPr>
              <a:t>path</a:t>
            </a: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 </a:t>
            </a:r>
            <a:b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b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(draft)</a:t>
            </a:r>
            <a:endParaRPr kumimoji="0" sz="900" i="0" u="none" strike="noStrike" kern="1200" cap="none" spc="0" normalizeH="0" baseline="0" noProof="0">
              <a:ln>
                <a:noFill/>
              </a:ln>
              <a:solidFill>
                <a:schemeClr val="bg1"/>
              </a:solidFill>
              <a:effectLst/>
              <a:uLnTx/>
              <a:uFillTx/>
              <a:latin typeface="Helvetica 55 Roman" panose="020B0604020202020204" pitchFamily="34" charset="0"/>
            </a:endParaRPr>
          </a:p>
        </p:txBody>
      </p:sp>
      <p:cxnSp>
        <p:nvCxnSpPr>
          <p:cNvPr id="212" name="Connecteur droit avec flèche 211">
            <a:extLst>
              <a:ext uri="{FF2B5EF4-FFF2-40B4-BE49-F238E27FC236}">
                <a16:creationId xmlns:a16="http://schemas.microsoft.com/office/drawing/2014/main" id="{42FE1EE4-E1C0-1189-E674-CA3BA53E052E}"/>
              </a:ext>
            </a:extLst>
          </p:cNvPr>
          <p:cNvCxnSpPr>
            <a:cxnSpLocks/>
          </p:cNvCxnSpPr>
          <p:nvPr/>
        </p:nvCxnSpPr>
        <p:spPr>
          <a:xfrm>
            <a:off x="10420993" y="1311001"/>
            <a:ext cx="468402" cy="14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13" name="Google Shape;1889;p36">
            <a:extLst>
              <a:ext uri="{FF2B5EF4-FFF2-40B4-BE49-F238E27FC236}">
                <a16:creationId xmlns:a16="http://schemas.microsoft.com/office/drawing/2014/main" id="{1AE249F9-A0B4-45EE-5346-472F8062BBF8}"/>
              </a:ext>
            </a:extLst>
          </p:cNvPr>
          <p:cNvSpPr txBox="1"/>
          <p:nvPr/>
        </p:nvSpPr>
        <p:spPr>
          <a:xfrm>
            <a:off x="11014459" y="1235557"/>
            <a:ext cx="637869"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dirty="0">
                <a:ln>
                  <a:noFill/>
                </a:ln>
                <a:solidFill>
                  <a:schemeClr val="bg1"/>
                </a:solidFill>
                <a:effectLst/>
                <a:uLnTx/>
                <a:uFillTx/>
                <a:latin typeface="Helvetica 55 Roman" panose="020B0604020202020204" pitchFamily="34" charset="0"/>
                <a:cs typeface="Arial"/>
                <a:sym typeface="Arial"/>
              </a:rPr>
              <a:t>MVP </a:t>
            </a:r>
            <a:r>
              <a:rPr kumimoji="0" lang="fr-FR" sz="900" i="0" u="none" strike="noStrike" kern="1200" cap="none" spc="0" normalizeH="0" baseline="0" noProof="0" dirty="0" err="1">
                <a:ln>
                  <a:noFill/>
                </a:ln>
                <a:solidFill>
                  <a:schemeClr val="bg1"/>
                </a:solidFill>
                <a:effectLst/>
                <a:uLnTx/>
                <a:uFillTx/>
                <a:latin typeface="Helvetica 55 Roman" panose="020B0604020202020204" pitchFamily="34" charset="0"/>
                <a:cs typeface="Arial"/>
                <a:sym typeface="Arial"/>
              </a:rPr>
              <a:t>path</a:t>
            </a:r>
            <a:endParaRPr kumimoji="0" sz="900"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9" name="Google Shape;1884;p36">
            <a:extLst>
              <a:ext uri="{FF2B5EF4-FFF2-40B4-BE49-F238E27FC236}">
                <a16:creationId xmlns:a16="http://schemas.microsoft.com/office/drawing/2014/main" id="{ECE5F994-7D91-D6EB-A11F-7D8A46929248}"/>
              </a:ext>
            </a:extLst>
          </p:cNvPr>
          <p:cNvSpPr/>
          <p:nvPr/>
        </p:nvSpPr>
        <p:spPr>
          <a:xfrm>
            <a:off x="1232357" y="3682207"/>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dirty="0">
                <a:solidFill>
                  <a:srgbClr val="000000"/>
                </a:solidFill>
                <a:latin typeface="Helvetica 55 Roman" panose="020B0604020202020204" pitchFamily="34" charset="0"/>
                <a:cs typeface="Arial"/>
                <a:sym typeface="Arial"/>
              </a:rPr>
              <a:t>Population </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sp>
        <p:nvSpPr>
          <p:cNvPr id="72" name="Rectangle 71">
            <a:extLst>
              <a:ext uri="{FF2B5EF4-FFF2-40B4-BE49-F238E27FC236}">
                <a16:creationId xmlns:a16="http://schemas.microsoft.com/office/drawing/2014/main" id="{3E3FE70D-76E7-B246-2786-3C0C90189A0B}"/>
              </a:ext>
            </a:extLst>
          </p:cNvPr>
          <p:cNvSpPr/>
          <p:nvPr/>
        </p:nvSpPr>
        <p:spPr>
          <a:xfrm>
            <a:off x="10266688" y="454474"/>
            <a:ext cx="1438758" cy="131506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73" name="ZoneTexte 72">
            <a:extLst>
              <a:ext uri="{FF2B5EF4-FFF2-40B4-BE49-F238E27FC236}">
                <a16:creationId xmlns:a16="http://schemas.microsoft.com/office/drawing/2014/main" id="{B4266FE2-F659-5025-B04A-269D6CB1A0FD}"/>
              </a:ext>
            </a:extLst>
          </p:cNvPr>
          <p:cNvSpPr txBox="1"/>
          <p:nvPr/>
        </p:nvSpPr>
        <p:spPr>
          <a:xfrm>
            <a:off x="10476219" y="576213"/>
            <a:ext cx="1058209" cy="153888"/>
          </a:xfrm>
          <a:prstGeom prst="rect">
            <a:avLst/>
          </a:prstGeom>
        </p:spPr>
        <p:txBody>
          <a:bodyPr wrap="square" lIns="0" tIns="0" rIns="0" bIns="0" rtlCol="0">
            <a:spAutoFit/>
          </a:bodyPr>
          <a:lstStyle/>
          <a:p>
            <a:r>
              <a:rPr lang="en-US" sz="1000" dirty="0">
                <a:solidFill>
                  <a:schemeClr val="bg1"/>
                </a:solidFill>
                <a:latin typeface="Helvetica 55 Roman" panose="020B0604020202020204" pitchFamily="34" charset="0"/>
              </a:rPr>
              <a:t>Caption</a:t>
            </a:r>
          </a:p>
        </p:txBody>
      </p:sp>
      <p:sp>
        <p:nvSpPr>
          <p:cNvPr id="84" name="Rectangle 83">
            <a:extLst>
              <a:ext uri="{FF2B5EF4-FFF2-40B4-BE49-F238E27FC236}">
                <a16:creationId xmlns:a16="http://schemas.microsoft.com/office/drawing/2014/main" id="{63F2F845-A43C-D301-FA3B-C43975837A01}"/>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000000"/>
                </a:solidFill>
              </a:rPr>
              <a:t>DRAFT</a:t>
            </a:r>
          </a:p>
        </p:txBody>
      </p:sp>
      <p:sp>
        <p:nvSpPr>
          <p:cNvPr id="31" name="Google Shape;1889;p36">
            <a:extLst>
              <a:ext uri="{FF2B5EF4-FFF2-40B4-BE49-F238E27FC236}">
                <a16:creationId xmlns:a16="http://schemas.microsoft.com/office/drawing/2014/main" id="{CD5E5448-6DB8-3B83-C249-2D4599553440}"/>
              </a:ext>
            </a:extLst>
          </p:cNvPr>
          <p:cNvSpPr txBox="1"/>
          <p:nvPr/>
        </p:nvSpPr>
        <p:spPr>
          <a:xfrm>
            <a:off x="2068899" y="3706427"/>
            <a:ext cx="802061"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IN PROGRESS</a:t>
            </a:r>
            <a:endParaRPr lang="en-GB" sz="900" dirty="0">
              <a:solidFill>
                <a:srgbClr val="FF0000"/>
              </a:solidFill>
            </a:endParaRPr>
          </a:p>
        </p:txBody>
      </p:sp>
      <p:sp>
        <p:nvSpPr>
          <p:cNvPr id="39" name="Google Shape;1889;p36">
            <a:extLst>
              <a:ext uri="{FF2B5EF4-FFF2-40B4-BE49-F238E27FC236}">
                <a16:creationId xmlns:a16="http://schemas.microsoft.com/office/drawing/2014/main" id="{4B007EFF-52F0-BB11-9848-76E94BD2B215}"/>
              </a:ext>
            </a:extLst>
          </p:cNvPr>
          <p:cNvSpPr txBox="1"/>
          <p:nvPr/>
        </p:nvSpPr>
        <p:spPr>
          <a:xfrm>
            <a:off x="3860821" y="3706427"/>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READY </a:t>
            </a:r>
            <a:endParaRPr lang="en-GB" sz="900" dirty="0">
              <a:solidFill>
                <a:srgbClr val="FF0000"/>
              </a:solidFill>
            </a:endParaRPr>
          </a:p>
        </p:txBody>
      </p:sp>
      <p:sp>
        <p:nvSpPr>
          <p:cNvPr id="40" name="Google Shape;1889;p36">
            <a:extLst>
              <a:ext uri="{FF2B5EF4-FFF2-40B4-BE49-F238E27FC236}">
                <a16:creationId xmlns:a16="http://schemas.microsoft.com/office/drawing/2014/main" id="{3C41572A-74E5-FCD6-A430-736C546A11E0}"/>
              </a:ext>
            </a:extLst>
          </p:cNvPr>
          <p:cNvSpPr txBox="1"/>
          <p:nvPr/>
        </p:nvSpPr>
        <p:spPr>
          <a:xfrm>
            <a:off x="5610900" y="3706427"/>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SUBMITTED </a:t>
            </a:r>
            <a:r>
              <a:rPr lang="en-GB" sz="900" i="1" dirty="0">
                <a:solidFill>
                  <a:srgbClr val="FF0000"/>
                </a:solidFill>
                <a:sym typeface="Arial"/>
              </a:rPr>
              <a:t>to customer </a:t>
            </a:r>
            <a:endParaRPr lang="en-GB" sz="900" i="1" dirty="0">
              <a:solidFill>
                <a:srgbClr val="FF0000"/>
              </a:solidFill>
            </a:endParaRPr>
          </a:p>
        </p:txBody>
      </p:sp>
      <p:sp>
        <p:nvSpPr>
          <p:cNvPr id="42" name="Google Shape;1889;p36">
            <a:extLst>
              <a:ext uri="{FF2B5EF4-FFF2-40B4-BE49-F238E27FC236}">
                <a16:creationId xmlns:a16="http://schemas.microsoft.com/office/drawing/2014/main" id="{F48E44BB-7E7B-1A63-AADC-1F7DF1A8DBA0}"/>
              </a:ext>
            </a:extLst>
          </p:cNvPr>
          <p:cNvSpPr txBox="1"/>
          <p:nvPr/>
        </p:nvSpPr>
        <p:spPr>
          <a:xfrm>
            <a:off x="7372843" y="3706427"/>
            <a:ext cx="740521"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ACCEPTED </a:t>
            </a:r>
            <a:r>
              <a:rPr lang="en-GB" sz="900" i="1" dirty="0">
                <a:solidFill>
                  <a:srgbClr val="FF0000"/>
                </a:solidFill>
                <a:sym typeface="Arial"/>
              </a:rPr>
              <a:t>by customer</a:t>
            </a:r>
            <a:endParaRPr lang="en-GB" sz="900" i="1" dirty="0">
              <a:solidFill>
                <a:srgbClr val="FF0000"/>
              </a:solidFill>
            </a:endParaRPr>
          </a:p>
        </p:txBody>
      </p:sp>
      <p:sp>
        <p:nvSpPr>
          <p:cNvPr id="43" name="Google Shape;1889;p36">
            <a:extLst>
              <a:ext uri="{FF2B5EF4-FFF2-40B4-BE49-F238E27FC236}">
                <a16:creationId xmlns:a16="http://schemas.microsoft.com/office/drawing/2014/main" id="{CF30426B-B121-3928-BF1B-0EB279CD99DF}"/>
              </a:ext>
            </a:extLst>
          </p:cNvPr>
          <p:cNvSpPr txBox="1"/>
          <p:nvPr/>
        </p:nvSpPr>
        <p:spPr>
          <a:xfrm>
            <a:off x="9146161" y="3706427"/>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CONTRACT SUBMITTED </a:t>
            </a:r>
            <a:endParaRPr lang="en-GB" sz="900" dirty="0">
              <a:solidFill>
                <a:srgbClr val="FF0000"/>
              </a:solidFill>
            </a:endParaRPr>
          </a:p>
        </p:txBody>
      </p:sp>
      <p:sp>
        <p:nvSpPr>
          <p:cNvPr id="46" name="Google Shape;1889;p36">
            <a:extLst>
              <a:ext uri="{FF2B5EF4-FFF2-40B4-BE49-F238E27FC236}">
                <a16:creationId xmlns:a16="http://schemas.microsoft.com/office/drawing/2014/main" id="{8DC1F502-5108-9F4B-F849-13658E27B5FB}"/>
              </a:ext>
            </a:extLst>
          </p:cNvPr>
          <p:cNvSpPr txBox="1"/>
          <p:nvPr/>
        </p:nvSpPr>
        <p:spPr>
          <a:xfrm>
            <a:off x="10927489" y="3706427"/>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CLOSED WON</a:t>
            </a:r>
            <a:endParaRPr lang="en-GB" sz="900" dirty="0">
              <a:solidFill>
                <a:srgbClr val="FF0000"/>
              </a:solidFill>
            </a:endParaRPr>
          </a:p>
        </p:txBody>
      </p:sp>
      <p:sp>
        <p:nvSpPr>
          <p:cNvPr id="48" name="Google Shape;1884;p36">
            <a:extLst>
              <a:ext uri="{FF2B5EF4-FFF2-40B4-BE49-F238E27FC236}">
                <a16:creationId xmlns:a16="http://schemas.microsoft.com/office/drawing/2014/main" id="{EC998E7B-2A0E-8F28-61AA-8921A59E7E6E}"/>
              </a:ext>
            </a:extLst>
          </p:cNvPr>
          <p:cNvSpPr/>
          <p:nvPr/>
        </p:nvSpPr>
        <p:spPr>
          <a:xfrm>
            <a:off x="4774358" y="3682207"/>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Generation</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sp>
        <p:nvSpPr>
          <p:cNvPr id="50" name="Google Shape;1884;p36">
            <a:extLst>
              <a:ext uri="{FF2B5EF4-FFF2-40B4-BE49-F238E27FC236}">
                <a16:creationId xmlns:a16="http://schemas.microsoft.com/office/drawing/2014/main" id="{41E8A536-CDFA-D789-356C-5125B616A1DD}"/>
              </a:ext>
            </a:extLst>
          </p:cNvPr>
          <p:cNvSpPr/>
          <p:nvPr/>
        </p:nvSpPr>
        <p:spPr>
          <a:xfrm>
            <a:off x="8312503" y="3682207"/>
            <a:ext cx="634519"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Contract</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Generation</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54" name="Google Shape;1886;p36">
            <a:extLst>
              <a:ext uri="{FF2B5EF4-FFF2-40B4-BE49-F238E27FC236}">
                <a16:creationId xmlns:a16="http://schemas.microsoft.com/office/drawing/2014/main" id="{B354E02F-E8F7-7B0F-2498-6070AF52A6C6}"/>
              </a:ext>
            </a:extLst>
          </p:cNvPr>
          <p:cNvSpPr/>
          <p:nvPr/>
        </p:nvSpPr>
        <p:spPr>
          <a:xfrm>
            <a:off x="11923584" y="3745215"/>
            <a:ext cx="234615" cy="217486"/>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grpSp>
        <p:nvGrpSpPr>
          <p:cNvPr id="61" name="Groupe 60">
            <a:extLst>
              <a:ext uri="{FF2B5EF4-FFF2-40B4-BE49-F238E27FC236}">
                <a16:creationId xmlns:a16="http://schemas.microsoft.com/office/drawing/2014/main" id="{3028F8A8-B093-9868-737D-F7650E606CE5}"/>
              </a:ext>
            </a:extLst>
          </p:cNvPr>
          <p:cNvGrpSpPr/>
          <p:nvPr/>
        </p:nvGrpSpPr>
        <p:grpSpPr>
          <a:xfrm>
            <a:off x="6539185" y="3602497"/>
            <a:ext cx="634519" cy="502922"/>
            <a:chOff x="6415891" y="3124733"/>
            <a:chExt cx="767768" cy="608535"/>
          </a:xfrm>
        </p:grpSpPr>
        <p:sp>
          <p:nvSpPr>
            <p:cNvPr id="49" name="Google Shape;1884;p36">
              <a:extLst>
                <a:ext uri="{FF2B5EF4-FFF2-40B4-BE49-F238E27FC236}">
                  <a16:creationId xmlns:a16="http://schemas.microsoft.com/office/drawing/2014/main" id="{8D74BE99-94B8-8D2F-9E79-CAD1F97BB5A2}"/>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60" name="ZoneTexte 59">
              <a:extLst>
                <a:ext uri="{FF2B5EF4-FFF2-40B4-BE49-F238E27FC236}">
                  <a16:creationId xmlns:a16="http://schemas.microsoft.com/office/drawing/2014/main" id="{C246B59D-62C4-17BC-7A81-C4F372D839AA}"/>
                </a:ext>
              </a:extLst>
            </p:cNvPr>
            <p:cNvSpPr txBox="1"/>
            <p:nvPr/>
          </p:nvSpPr>
          <p:spPr>
            <a:xfrm>
              <a:off x="6472822" y="3297422"/>
              <a:ext cx="653905" cy="215444"/>
            </a:xfrm>
            <a:prstGeom prst="rect">
              <a:avLst/>
            </a:prstGeom>
          </p:spPr>
          <p:txBody>
            <a:bodyPr wrap="square" lIns="0" tIns="0" rIns="0" bIns="0" rtlCol="0">
              <a:spAutoFit/>
            </a:bodyPr>
            <a:lstStyle/>
            <a:p>
              <a:pPr algn="ctr"/>
              <a:r>
                <a:rPr lang="fr-FR" sz="700" b="1" dirty="0"/>
                <a:t>Customer </a:t>
              </a:r>
            </a:p>
            <a:p>
              <a:pPr algn="ctr"/>
              <a:r>
                <a:rPr lang="fr-FR" sz="700" b="1" dirty="0"/>
                <a:t>Validation </a:t>
              </a:r>
              <a:endParaRPr lang="en-US" sz="700" b="1" dirty="0" err="1"/>
            </a:p>
          </p:txBody>
        </p:sp>
      </p:grpSp>
      <p:grpSp>
        <p:nvGrpSpPr>
          <p:cNvPr id="62" name="Groupe 61">
            <a:extLst>
              <a:ext uri="{FF2B5EF4-FFF2-40B4-BE49-F238E27FC236}">
                <a16:creationId xmlns:a16="http://schemas.microsoft.com/office/drawing/2014/main" id="{CB69D569-6D66-4688-C225-38A58A757830}"/>
              </a:ext>
            </a:extLst>
          </p:cNvPr>
          <p:cNvGrpSpPr/>
          <p:nvPr/>
        </p:nvGrpSpPr>
        <p:grpSpPr>
          <a:xfrm>
            <a:off x="10074446" y="3602496"/>
            <a:ext cx="653904" cy="502922"/>
            <a:chOff x="6482515" y="3177539"/>
            <a:chExt cx="653904" cy="502922"/>
          </a:xfrm>
        </p:grpSpPr>
        <p:sp>
          <p:nvSpPr>
            <p:cNvPr id="63" name="Google Shape;1884;p36">
              <a:extLst>
                <a:ext uri="{FF2B5EF4-FFF2-40B4-BE49-F238E27FC236}">
                  <a16:creationId xmlns:a16="http://schemas.microsoft.com/office/drawing/2014/main" id="{3B81E15E-BE59-6B32-2D90-BB4972EE8C6A}"/>
                </a:ext>
              </a:extLst>
            </p:cNvPr>
            <p:cNvSpPr/>
            <p:nvPr/>
          </p:nvSpPr>
          <p:spPr>
            <a:xfrm>
              <a:off x="6482516" y="3177539"/>
              <a:ext cx="634519" cy="502922"/>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66" name="ZoneTexte 65">
              <a:extLst>
                <a:ext uri="{FF2B5EF4-FFF2-40B4-BE49-F238E27FC236}">
                  <a16:creationId xmlns:a16="http://schemas.microsoft.com/office/drawing/2014/main" id="{9AD17F69-B7DA-89DA-DB85-5303546FC3A6}"/>
                </a:ext>
              </a:extLst>
            </p:cNvPr>
            <p:cNvSpPr txBox="1"/>
            <p:nvPr/>
          </p:nvSpPr>
          <p:spPr>
            <a:xfrm>
              <a:off x="6482515" y="3321278"/>
              <a:ext cx="653904" cy="215444"/>
            </a:xfrm>
            <a:prstGeom prst="rect">
              <a:avLst/>
            </a:prstGeom>
          </p:spPr>
          <p:txBody>
            <a:bodyPr wrap="square" lIns="0" tIns="0" rIns="0" bIns="0" rtlCol="0">
              <a:spAutoFit/>
            </a:bodyPr>
            <a:lstStyle/>
            <a:p>
              <a:pPr algn="ctr"/>
              <a:r>
                <a:rPr lang="fr-FR" sz="700" b="1" dirty="0"/>
                <a:t>Customer </a:t>
              </a:r>
            </a:p>
            <a:p>
              <a:pPr algn="ctr"/>
              <a:r>
                <a:rPr lang="fr-FR" sz="700" b="1" dirty="0"/>
                <a:t>Validation </a:t>
              </a:r>
              <a:endParaRPr lang="en-US" sz="700" b="1" dirty="0" err="1"/>
            </a:p>
          </p:txBody>
        </p:sp>
      </p:grpSp>
      <p:cxnSp>
        <p:nvCxnSpPr>
          <p:cNvPr id="68" name="Connecteur droit avec flèche 67">
            <a:extLst>
              <a:ext uri="{FF2B5EF4-FFF2-40B4-BE49-F238E27FC236}">
                <a16:creationId xmlns:a16="http://schemas.microsoft.com/office/drawing/2014/main" id="{6109BE70-D16A-FB37-4056-868E4344AE2B}"/>
              </a:ext>
            </a:extLst>
          </p:cNvPr>
          <p:cNvCxnSpPr>
            <a:cxnSpLocks/>
            <a:stCxn id="11" idx="3"/>
            <a:endCxn id="9" idx="1"/>
          </p:cNvCxnSpPr>
          <p:nvPr/>
        </p:nvCxnSpPr>
        <p:spPr>
          <a:xfrm>
            <a:off x="1033218"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F9E18FD4-7DD9-40A4-EB66-B028AC6E55AE}"/>
              </a:ext>
            </a:extLst>
          </p:cNvPr>
          <p:cNvCxnSpPr>
            <a:cxnSpLocks/>
            <a:stCxn id="9" idx="3"/>
            <a:endCxn id="31" idx="1"/>
          </p:cNvCxnSpPr>
          <p:nvPr/>
        </p:nvCxnSpPr>
        <p:spPr>
          <a:xfrm>
            <a:off x="1869760"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Connecteur droit avec flèche 74">
            <a:extLst>
              <a:ext uri="{FF2B5EF4-FFF2-40B4-BE49-F238E27FC236}">
                <a16:creationId xmlns:a16="http://schemas.microsoft.com/office/drawing/2014/main" id="{44FADC2C-3CB6-1DEE-825F-96D6B7BEE1D9}"/>
              </a:ext>
            </a:extLst>
          </p:cNvPr>
          <p:cNvCxnSpPr>
            <a:cxnSpLocks/>
            <a:stCxn id="31" idx="3"/>
            <a:endCxn id="141" idx="1"/>
          </p:cNvCxnSpPr>
          <p:nvPr/>
        </p:nvCxnSpPr>
        <p:spPr>
          <a:xfrm flipV="1">
            <a:off x="2870960" y="3853957"/>
            <a:ext cx="199139"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EF0A67A6-542C-3015-2931-8864F48B7F05}"/>
              </a:ext>
            </a:extLst>
          </p:cNvPr>
          <p:cNvCxnSpPr>
            <a:cxnSpLocks/>
            <a:stCxn id="141" idx="3"/>
            <a:endCxn id="39" idx="1"/>
          </p:cNvCxnSpPr>
          <p:nvPr/>
        </p:nvCxnSpPr>
        <p:spPr>
          <a:xfrm>
            <a:off x="3704618" y="3853957"/>
            <a:ext cx="156203"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58E95DB7-9096-71DE-237E-F20A0DC962B5}"/>
              </a:ext>
            </a:extLst>
          </p:cNvPr>
          <p:cNvCxnSpPr>
            <a:cxnSpLocks/>
            <a:stCxn id="39" idx="3"/>
            <a:endCxn id="48" idx="1"/>
          </p:cNvCxnSpPr>
          <p:nvPr/>
        </p:nvCxnSpPr>
        <p:spPr>
          <a:xfrm>
            <a:off x="4589967" y="3853958"/>
            <a:ext cx="18439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3" name="Connecteur droit avec flèche 92">
            <a:extLst>
              <a:ext uri="{FF2B5EF4-FFF2-40B4-BE49-F238E27FC236}">
                <a16:creationId xmlns:a16="http://schemas.microsoft.com/office/drawing/2014/main" id="{4AA74927-58FC-0DE0-F52E-770FCA5D6EBD}"/>
              </a:ext>
            </a:extLst>
          </p:cNvPr>
          <p:cNvCxnSpPr>
            <a:cxnSpLocks/>
            <a:stCxn id="48" idx="3"/>
            <a:endCxn id="40" idx="1"/>
          </p:cNvCxnSpPr>
          <p:nvPr/>
        </p:nvCxnSpPr>
        <p:spPr>
          <a:xfrm>
            <a:off x="5411761"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6" name="Connecteur droit avec flèche 95">
            <a:extLst>
              <a:ext uri="{FF2B5EF4-FFF2-40B4-BE49-F238E27FC236}">
                <a16:creationId xmlns:a16="http://schemas.microsoft.com/office/drawing/2014/main" id="{9DA20060-A3E9-96E6-86D3-6EA14E116DFE}"/>
              </a:ext>
            </a:extLst>
          </p:cNvPr>
          <p:cNvCxnSpPr>
            <a:cxnSpLocks/>
            <a:stCxn id="40" idx="3"/>
            <a:endCxn id="49" idx="1"/>
          </p:cNvCxnSpPr>
          <p:nvPr/>
        </p:nvCxnSpPr>
        <p:spPr>
          <a:xfrm>
            <a:off x="6340046"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droit avec flèche 100">
            <a:extLst>
              <a:ext uri="{FF2B5EF4-FFF2-40B4-BE49-F238E27FC236}">
                <a16:creationId xmlns:a16="http://schemas.microsoft.com/office/drawing/2014/main" id="{4901FB57-3C89-C04F-0140-E2CB20FE1A6A}"/>
              </a:ext>
            </a:extLst>
          </p:cNvPr>
          <p:cNvCxnSpPr>
            <a:cxnSpLocks/>
            <a:stCxn id="49" idx="3"/>
            <a:endCxn id="42" idx="1"/>
          </p:cNvCxnSpPr>
          <p:nvPr/>
        </p:nvCxnSpPr>
        <p:spPr>
          <a:xfrm>
            <a:off x="7173704"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4" name="Connecteur droit avec flèche 103">
            <a:extLst>
              <a:ext uri="{FF2B5EF4-FFF2-40B4-BE49-F238E27FC236}">
                <a16:creationId xmlns:a16="http://schemas.microsoft.com/office/drawing/2014/main" id="{DAF7C3C5-1922-1C92-F575-5BBF971167E5}"/>
              </a:ext>
            </a:extLst>
          </p:cNvPr>
          <p:cNvCxnSpPr>
            <a:cxnSpLocks/>
            <a:stCxn id="42" idx="3"/>
            <a:endCxn id="50" idx="1"/>
          </p:cNvCxnSpPr>
          <p:nvPr/>
        </p:nvCxnSpPr>
        <p:spPr>
          <a:xfrm>
            <a:off x="8113364"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EF220C76-4F54-B1A0-6347-D67759C4E2DF}"/>
              </a:ext>
            </a:extLst>
          </p:cNvPr>
          <p:cNvCxnSpPr>
            <a:cxnSpLocks/>
            <a:stCxn id="50" idx="3"/>
            <a:endCxn id="43" idx="1"/>
          </p:cNvCxnSpPr>
          <p:nvPr/>
        </p:nvCxnSpPr>
        <p:spPr>
          <a:xfrm>
            <a:off x="8947022"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378859D1-4054-61C6-BB83-EDF110F4DE49}"/>
              </a:ext>
            </a:extLst>
          </p:cNvPr>
          <p:cNvCxnSpPr>
            <a:cxnSpLocks/>
            <a:stCxn id="43" idx="3"/>
            <a:endCxn id="63" idx="1"/>
          </p:cNvCxnSpPr>
          <p:nvPr/>
        </p:nvCxnSpPr>
        <p:spPr>
          <a:xfrm flipV="1">
            <a:off x="9875307" y="3853957"/>
            <a:ext cx="19914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F18AB1AC-A9D2-725E-C091-D048E77A7620}"/>
              </a:ext>
            </a:extLst>
          </p:cNvPr>
          <p:cNvCxnSpPr>
            <a:cxnSpLocks/>
            <a:stCxn id="63" idx="3"/>
            <a:endCxn id="46" idx="1"/>
          </p:cNvCxnSpPr>
          <p:nvPr/>
        </p:nvCxnSpPr>
        <p:spPr>
          <a:xfrm>
            <a:off x="10708966" y="3853957"/>
            <a:ext cx="218523"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3D581631-0F12-00F8-7F31-7873EE3651D6}"/>
              </a:ext>
            </a:extLst>
          </p:cNvPr>
          <p:cNvCxnSpPr>
            <a:cxnSpLocks/>
            <a:stCxn id="46" idx="3"/>
            <a:endCxn id="54" idx="2"/>
          </p:cNvCxnSpPr>
          <p:nvPr/>
        </p:nvCxnSpPr>
        <p:spPr>
          <a:xfrm>
            <a:off x="11724444" y="3853958"/>
            <a:ext cx="19914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0" name="Connecteur droit avec flèche 119">
            <a:extLst>
              <a:ext uri="{FF2B5EF4-FFF2-40B4-BE49-F238E27FC236}">
                <a16:creationId xmlns:a16="http://schemas.microsoft.com/office/drawing/2014/main" id="{92FE5ABB-62DD-630D-22A3-ACD5A1AACD00}"/>
              </a:ext>
            </a:extLst>
          </p:cNvPr>
          <p:cNvCxnSpPr>
            <a:cxnSpLocks/>
            <a:stCxn id="5" idx="6"/>
            <a:endCxn id="11" idx="1"/>
          </p:cNvCxnSpPr>
          <p:nvPr/>
        </p:nvCxnSpPr>
        <p:spPr>
          <a:xfrm>
            <a:off x="231480" y="3853958"/>
            <a:ext cx="19913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8" name="ZoneTexte 137">
            <a:extLst>
              <a:ext uri="{FF2B5EF4-FFF2-40B4-BE49-F238E27FC236}">
                <a16:creationId xmlns:a16="http://schemas.microsoft.com/office/drawing/2014/main" id="{B021C620-D20F-850D-43F4-E2FB9930CDC8}"/>
              </a:ext>
            </a:extLst>
          </p:cNvPr>
          <p:cNvSpPr txBox="1"/>
          <p:nvPr/>
        </p:nvSpPr>
        <p:spPr>
          <a:xfrm>
            <a:off x="-1578768" y="4748667"/>
            <a:ext cx="1194619" cy="246221"/>
          </a:xfrm>
          <a:prstGeom prst="rect">
            <a:avLst/>
          </a:prstGeom>
        </p:spPr>
        <p:txBody>
          <a:bodyPr wrap="square" lIns="0" tIns="0" rIns="0" bIns="0" rtlCol="0">
            <a:spAutoFit/>
          </a:bodyPr>
          <a:lstStyle/>
          <a:p>
            <a:r>
              <a:rPr lang="fr-FR" sz="800" dirty="0" err="1"/>
              <a:t>Eligibility</a:t>
            </a:r>
            <a:r>
              <a:rPr lang="fr-FR" sz="800" dirty="0"/>
              <a:t> check, </a:t>
            </a:r>
            <a:r>
              <a:rPr lang="fr-FR" sz="800" dirty="0" err="1"/>
              <a:t>validity</a:t>
            </a:r>
            <a:r>
              <a:rPr lang="fr-FR" sz="800" dirty="0"/>
              <a:t> check…</a:t>
            </a:r>
            <a:endParaRPr lang="en-US" sz="800" dirty="0" err="1"/>
          </a:p>
        </p:txBody>
      </p:sp>
      <p:grpSp>
        <p:nvGrpSpPr>
          <p:cNvPr id="139" name="Groupe 138">
            <a:extLst>
              <a:ext uri="{FF2B5EF4-FFF2-40B4-BE49-F238E27FC236}">
                <a16:creationId xmlns:a16="http://schemas.microsoft.com/office/drawing/2014/main" id="{7337D209-F203-1109-72F6-22973F4598CD}"/>
              </a:ext>
            </a:extLst>
          </p:cNvPr>
          <p:cNvGrpSpPr/>
          <p:nvPr/>
        </p:nvGrpSpPr>
        <p:grpSpPr>
          <a:xfrm>
            <a:off x="3070099" y="3602496"/>
            <a:ext cx="634519" cy="502922"/>
            <a:chOff x="6415891" y="3124733"/>
            <a:chExt cx="767768" cy="608535"/>
          </a:xfrm>
        </p:grpSpPr>
        <p:sp>
          <p:nvSpPr>
            <p:cNvPr id="141" name="Google Shape;1884;p36">
              <a:extLst>
                <a:ext uri="{FF2B5EF4-FFF2-40B4-BE49-F238E27FC236}">
                  <a16:creationId xmlns:a16="http://schemas.microsoft.com/office/drawing/2014/main" id="{C5C90378-BEB3-7993-B4BD-D8E926EE2F4D}"/>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142" name="ZoneTexte 141">
              <a:extLst>
                <a:ext uri="{FF2B5EF4-FFF2-40B4-BE49-F238E27FC236}">
                  <a16:creationId xmlns:a16="http://schemas.microsoft.com/office/drawing/2014/main" id="{BFA7EEAB-1BFC-0E98-288E-7A6CB656F587}"/>
                </a:ext>
              </a:extLst>
            </p:cNvPr>
            <p:cNvSpPr txBox="1"/>
            <p:nvPr/>
          </p:nvSpPr>
          <p:spPr>
            <a:xfrm>
              <a:off x="6472822" y="3279577"/>
              <a:ext cx="653905" cy="260687"/>
            </a:xfrm>
            <a:prstGeom prst="rect">
              <a:avLst/>
            </a:prstGeom>
          </p:spPr>
          <p:txBody>
            <a:bodyPr wrap="square" lIns="0" tIns="0" rIns="0" bIns="0" rtlCol="0">
              <a:spAutoFit/>
            </a:bodyPr>
            <a:lstStyle/>
            <a:p>
              <a:pPr algn="ctr"/>
              <a:r>
                <a:rPr lang="fr-FR" sz="700" b="1" dirty="0" err="1"/>
                <a:t>Quote</a:t>
              </a:r>
              <a:r>
                <a:rPr lang="fr-FR" sz="700" b="1" dirty="0"/>
                <a:t>  </a:t>
              </a:r>
            </a:p>
            <a:p>
              <a:pPr algn="ctr"/>
              <a:r>
                <a:rPr lang="fr-FR" sz="700" b="1" dirty="0" err="1"/>
                <a:t>Verification</a:t>
              </a:r>
              <a:r>
                <a:rPr lang="fr-FR" sz="700" b="1" dirty="0"/>
                <a:t> </a:t>
              </a:r>
              <a:endParaRPr lang="en-US" sz="700" b="1" dirty="0" err="1"/>
            </a:p>
          </p:txBody>
        </p:sp>
      </p:grpSp>
      <p:sp>
        <p:nvSpPr>
          <p:cNvPr id="145" name="ZoneTexte 144">
            <a:extLst>
              <a:ext uri="{FF2B5EF4-FFF2-40B4-BE49-F238E27FC236}">
                <a16:creationId xmlns:a16="http://schemas.microsoft.com/office/drawing/2014/main" id="{C18433A0-10B6-E142-2558-B53A4251C1D5}"/>
              </a:ext>
            </a:extLst>
          </p:cNvPr>
          <p:cNvSpPr txBox="1"/>
          <p:nvPr/>
        </p:nvSpPr>
        <p:spPr>
          <a:xfrm>
            <a:off x="3637370" y="3933376"/>
            <a:ext cx="259013" cy="123111"/>
          </a:xfrm>
          <a:prstGeom prst="rect">
            <a:avLst/>
          </a:prstGeom>
        </p:spPr>
        <p:txBody>
          <a:bodyPr wrap="square" lIns="0" tIns="0" rIns="0" bIns="0" rtlCol="0">
            <a:spAutoFit/>
          </a:bodyPr>
          <a:lstStyle/>
          <a:p>
            <a:r>
              <a:rPr lang="en-US" sz="800" b="1" dirty="0">
                <a:solidFill>
                  <a:schemeClr val="bg1"/>
                </a:solidFill>
                <a:latin typeface="Helvetica 55 Roman" panose="020B0604020202020204" pitchFamily="34" charset="0"/>
              </a:rPr>
              <a:t>YES </a:t>
            </a:r>
          </a:p>
        </p:txBody>
      </p:sp>
      <p:cxnSp>
        <p:nvCxnSpPr>
          <p:cNvPr id="148" name="Connecteur : en angle 147">
            <a:extLst>
              <a:ext uri="{FF2B5EF4-FFF2-40B4-BE49-F238E27FC236}">
                <a16:creationId xmlns:a16="http://schemas.microsoft.com/office/drawing/2014/main" id="{EB903369-4370-C9C0-5E36-731EB7655E83}"/>
              </a:ext>
            </a:extLst>
          </p:cNvPr>
          <p:cNvCxnSpPr>
            <a:cxnSpLocks/>
            <a:stCxn id="161" idx="2"/>
            <a:endCxn id="240" idx="1"/>
          </p:cNvCxnSpPr>
          <p:nvPr/>
        </p:nvCxnSpPr>
        <p:spPr>
          <a:xfrm rot="16200000" flipH="1">
            <a:off x="7524616" y="2600801"/>
            <a:ext cx="234562" cy="6568736"/>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52" name="Connecteur : en angle 151">
            <a:extLst>
              <a:ext uri="{FF2B5EF4-FFF2-40B4-BE49-F238E27FC236}">
                <a16:creationId xmlns:a16="http://schemas.microsoft.com/office/drawing/2014/main" id="{6715792A-B74E-41E8-56E8-EFD8F767D437}"/>
              </a:ext>
            </a:extLst>
          </p:cNvPr>
          <p:cNvCxnSpPr>
            <a:cxnSpLocks/>
            <a:stCxn id="141" idx="2"/>
            <a:endCxn id="161" idx="0"/>
          </p:cNvCxnSpPr>
          <p:nvPr/>
        </p:nvCxnSpPr>
        <p:spPr>
          <a:xfrm rot="16200000" flipH="1">
            <a:off x="3292670" y="4200107"/>
            <a:ext cx="1159548" cy="970170"/>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55" name="ZoneTexte 154">
            <a:extLst>
              <a:ext uri="{FF2B5EF4-FFF2-40B4-BE49-F238E27FC236}">
                <a16:creationId xmlns:a16="http://schemas.microsoft.com/office/drawing/2014/main" id="{A25F8D27-68A0-CBFF-3C64-54CF5B3C3290}"/>
              </a:ext>
            </a:extLst>
          </p:cNvPr>
          <p:cNvSpPr txBox="1"/>
          <p:nvPr/>
        </p:nvSpPr>
        <p:spPr>
          <a:xfrm>
            <a:off x="3306943" y="4222201"/>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NO  </a:t>
            </a:r>
          </a:p>
        </p:txBody>
      </p:sp>
      <p:grpSp>
        <p:nvGrpSpPr>
          <p:cNvPr id="160" name="Groupe 159">
            <a:extLst>
              <a:ext uri="{FF2B5EF4-FFF2-40B4-BE49-F238E27FC236}">
                <a16:creationId xmlns:a16="http://schemas.microsoft.com/office/drawing/2014/main" id="{EDF78390-9249-73EB-5216-538E02FD5E3D}"/>
              </a:ext>
            </a:extLst>
          </p:cNvPr>
          <p:cNvGrpSpPr/>
          <p:nvPr/>
        </p:nvGrpSpPr>
        <p:grpSpPr>
          <a:xfrm>
            <a:off x="4040269" y="5264966"/>
            <a:ext cx="634519" cy="502922"/>
            <a:chOff x="6415891" y="3124733"/>
            <a:chExt cx="767768" cy="608535"/>
          </a:xfrm>
        </p:grpSpPr>
        <p:sp>
          <p:nvSpPr>
            <p:cNvPr id="161" name="Google Shape;1884;p36">
              <a:extLst>
                <a:ext uri="{FF2B5EF4-FFF2-40B4-BE49-F238E27FC236}">
                  <a16:creationId xmlns:a16="http://schemas.microsoft.com/office/drawing/2014/main" id="{B03DEC30-FD37-3A62-33D6-A633E2DC1C8E}"/>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163" name="ZoneTexte 162">
              <a:extLst>
                <a:ext uri="{FF2B5EF4-FFF2-40B4-BE49-F238E27FC236}">
                  <a16:creationId xmlns:a16="http://schemas.microsoft.com/office/drawing/2014/main" id="{DDB6765E-7E5F-E5F3-7C33-849FE4CC9F3D}"/>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sp>
        <p:nvSpPr>
          <p:cNvPr id="175" name="ZoneTexte 174">
            <a:extLst>
              <a:ext uri="{FF2B5EF4-FFF2-40B4-BE49-F238E27FC236}">
                <a16:creationId xmlns:a16="http://schemas.microsoft.com/office/drawing/2014/main" id="{77A84851-0E9E-616C-E4FD-634DB296E9A9}"/>
              </a:ext>
            </a:extLst>
          </p:cNvPr>
          <p:cNvSpPr txBox="1"/>
          <p:nvPr/>
        </p:nvSpPr>
        <p:spPr>
          <a:xfrm>
            <a:off x="4674788" y="5965486"/>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cxnSp>
        <p:nvCxnSpPr>
          <p:cNvPr id="206" name="Connecteur : en angle 205">
            <a:extLst>
              <a:ext uri="{FF2B5EF4-FFF2-40B4-BE49-F238E27FC236}">
                <a16:creationId xmlns:a16="http://schemas.microsoft.com/office/drawing/2014/main" id="{0940C5FC-4349-B63A-8D43-E436C99E7483}"/>
              </a:ext>
            </a:extLst>
          </p:cNvPr>
          <p:cNvCxnSpPr>
            <a:cxnSpLocks/>
            <a:stCxn id="161" idx="1"/>
            <a:endCxn id="31" idx="2"/>
          </p:cNvCxnSpPr>
          <p:nvPr/>
        </p:nvCxnSpPr>
        <p:spPr>
          <a:xfrm rot="10800000">
            <a:off x="2469931" y="4001489"/>
            <a:ext cx="1570339" cy="151493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grpSp>
        <p:nvGrpSpPr>
          <p:cNvPr id="214" name="Groupe 213">
            <a:extLst>
              <a:ext uri="{FF2B5EF4-FFF2-40B4-BE49-F238E27FC236}">
                <a16:creationId xmlns:a16="http://schemas.microsoft.com/office/drawing/2014/main" id="{93108FDE-7836-764C-1312-7571D22B2CA4}"/>
              </a:ext>
            </a:extLst>
          </p:cNvPr>
          <p:cNvGrpSpPr/>
          <p:nvPr/>
        </p:nvGrpSpPr>
        <p:grpSpPr>
          <a:xfrm>
            <a:off x="-1636452" y="5092169"/>
            <a:ext cx="634519" cy="502922"/>
            <a:chOff x="6415891" y="3124733"/>
            <a:chExt cx="767768" cy="608535"/>
          </a:xfrm>
        </p:grpSpPr>
        <p:sp>
          <p:nvSpPr>
            <p:cNvPr id="218" name="Google Shape;1884;p36">
              <a:extLst>
                <a:ext uri="{FF2B5EF4-FFF2-40B4-BE49-F238E27FC236}">
                  <a16:creationId xmlns:a16="http://schemas.microsoft.com/office/drawing/2014/main" id="{F0C3CEDE-5693-568D-51BB-058E56C93A30}"/>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19" name="ZoneTexte 218">
              <a:extLst>
                <a:ext uri="{FF2B5EF4-FFF2-40B4-BE49-F238E27FC236}">
                  <a16:creationId xmlns:a16="http://schemas.microsoft.com/office/drawing/2014/main" id="{FEF871DB-0940-9FC9-E337-E30C3F4F144F}"/>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sp>
        <p:nvSpPr>
          <p:cNvPr id="221" name="ZoneTexte 220">
            <a:extLst>
              <a:ext uri="{FF2B5EF4-FFF2-40B4-BE49-F238E27FC236}">
                <a16:creationId xmlns:a16="http://schemas.microsoft.com/office/drawing/2014/main" id="{9099C7A7-4061-E22D-EBAC-49AD96BF7BD7}"/>
              </a:ext>
            </a:extLst>
          </p:cNvPr>
          <p:cNvSpPr txBox="1"/>
          <p:nvPr/>
        </p:nvSpPr>
        <p:spPr>
          <a:xfrm>
            <a:off x="-1578768" y="5630816"/>
            <a:ext cx="1194619" cy="369332"/>
          </a:xfrm>
          <a:prstGeom prst="rect">
            <a:avLst/>
          </a:prstGeom>
        </p:spPr>
        <p:txBody>
          <a:bodyPr wrap="square" lIns="0" tIns="0" rIns="0" bIns="0" rtlCol="0">
            <a:spAutoFit/>
          </a:bodyPr>
          <a:lstStyle/>
          <a:p>
            <a:r>
              <a:rPr lang="fr-FR" sz="800" dirty="0"/>
              <a:t>MACD in </a:t>
            </a:r>
            <a:r>
              <a:rPr lang="fr-FR" sz="800" dirty="0" err="1"/>
              <a:t>quote</a:t>
            </a:r>
            <a:endParaRPr lang="fr-FR" sz="800" dirty="0"/>
          </a:p>
          <a:p>
            <a:r>
              <a:rPr lang="fr-FR" sz="800" dirty="0"/>
              <a:t>OR: </a:t>
            </a:r>
            <a:r>
              <a:rPr lang="fr-FR" sz="800" dirty="0" err="1"/>
              <a:t>retrieve</a:t>
            </a:r>
            <a:r>
              <a:rPr lang="fr-FR" sz="800" dirty="0"/>
              <a:t> </a:t>
            </a:r>
            <a:r>
              <a:rPr lang="fr-FR" sz="800" dirty="0" err="1"/>
              <a:t>saved</a:t>
            </a:r>
            <a:r>
              <a:rPr lang="fr-FR" sz="800" dirty="0"/>
              <a:t> for </a:t>
            </a:r>
            <a:r>
              <a:rPr lang="fr-FR" sz="800" dirty="0" err="1"/>
              <a:t>later</a:t>
            </a:r>
            <a:r>
              <a:rPr lang="fr-FR" sz="800" dirty="0"/>
              <a:t> </a:t>
            </a:r>
            <a:r>
              <a:rPr lang="fr-FR" sz="800" dirty="0" err="1"/>
              <a:t>quote</a:t>
            </a:r>
            <a:r>
              <a:rPr lang="fr-FR" sz="800" dirty="0"/>
              <a:t>  </a:t>
            </a:r>
            <a:endParaRPr lang="en-US" sz="800" dirty="0" err="1"/>
          </a:p>
        </p:txBody>
      </p:sp>
      <p:grpSp>
        <p:nvGrpSpPr>
          <p:cNvPr id="230" name="Groupe 229">
            <a:extLst>
              <a:ext uri="{FF2B5EF4-FFF2-40B4-BE49-F238E27FC236}">
                <a16:creationId xmlns:a16="http://schemas.microsoft.com/office/drawing/2014/main" id="{E54AA931-50B8-B43F-D69D-73293E7B575B}"/>
              </a:ext>
            </a:extLst>
          </p:cNvPr>
          <p:cNvGrpSpPr/>
          <p:nvPr/>
        </p:nvGrpSpPr>
        <p:grpSpPr>
          <a:xfrm>
            <a:off x="-1637051" y="4070807"/>
            <a:ext cx="634519" cy="502922"/>
            <a:chOff x="6415891" y="3124733"/>
            <a:chExt cx="767768" cy="608535"/>
          </a:xfrm>
        </p:grpSpPr>
        <p:sp>
          <p:nvSpPr>
            <p:cNvPr id="231" name="Google Shape;1884;p36">
              <a:extLst>
                <a:ext uri="{FF2B5EF4-FFF2-40B4-BE49-F238E27FC236}">
                  <a16:creationId xmlns:a16="http://schemas.microsoft.com/office/drawing/2014/main" id="{CCEDB591-FB6D-8BAD-E015-D8298472AA22}"/>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33" name="ZoneTexte 232">
              <a:extLst>
                <a:ext uri="{FF2B5EF4-FFF2-40B4-BE49-F238E27FC236}">
                  <a16:creationId xmlns:a16="http://schemas.microsoft.com/office/drawing/2014/main" id="{6060CC2C-AB84-936E-77FE-45EA6CD31159}"/>
                </a:ext>
              </a:extLst>
            </p:cNvPr>
            <p:cNvSpPr txBox="1"/>
            <p:nvPr/>
          </p:nvSpPr>
          <p:spPr>
            <a:xfrm>
              <a:off x="6472822" y="3279577"/>
              <a:ext cx="653905" cy="260687"/>
            </a:xfrm>
            <a:prstGeom prst="rect">
              <a:avLst/>
            </a:prstGeom>
          </p:spPr>
          <p:txBody>
            <a:bodyPr wrap="square" lIns="0" tIns="0" rIns="0" bIns="0" rtlCol="0">
              <a:spAutoFit/>
            </a:bodyPr>
            <a:lstStyle/>
            <a:p>
              <a:pPr algn="ctr"/>
              <a:r>
                <a:rPr lang="fr-FR" sz="700" b="1" dirty="0" err="1"/>
                <a:t>Quote</a:t>
              </a:r>
              <a:r>
                <a:rPr lang="fr-FR" sz="700" b="1" dirty="0"/>
                <a:t>  </a:t>
              </a:r>
            </a:p>
            <a:p>
              <a:pPr algn="ctr"/>
              <a:r>
                <a:rPr lang="fr-FR" sz="700" b="1" dirty="0" err="1"/>
                <a:t>Verification</a:t>
              </a:r>
              <a:r>
                <a:rPr lang="fr-FR" sz="700" b="1" dirty="0"/>
                <a:t> </a:t>
              </a:r>
              <a:endParaRPr lang="en-US" sz="700" b="1" dirty="0" err="1"/>
            </a:p>
          </p:txBody>
        </p:sp>
      </p:grpSp>
      <p:sp>
        <p:nvSpPr>
          <p:cNvPr id="234" name="ZoneTexte 233">
            <a:extLst>
              <a:ext uri="{FF2B5EF4-FFF2-40B4-BE49-F238E27FC236}">
                <a16:creationId xmlns:a16="http://schemas.microsoft.com/office/drawing/2014/main" id="{6E3DE216-48C1-99DA-4D62-B6C293ADF022}"/>
              </a:ext>
            </a:extLst>
          </p:cNvPr>
          <p:cNvSpPr txBox="1"/>
          <p:nvPr/>
        </p:nvSpPr>
        <p:spPr>
          <a:xfrm>
            <a:off x="7144034" y="3892049"/>
            <a:ext cx="259013" cy="123111"/>
          </a:xfrm>
          <a:prstGeom prst="rect">
            <a:avLst/>
          </a:prstGeom>
        </p:spPr>
        <p:txBody>
          <a:bodyPr wrap="square" lIns="0" tIns="0" rIns="0" bIns="0" rtlCol="0">
            <a:spAutoFit/>
          </a:bodyPr>
          <a:lstStyle/>
          <a:p>
            <a:r>
              <a:rPr lang="en-US" sz="800" b="1" dirty="0">
                <a:solidFill>
                  <a:schemeClr val="bg1"/>
                </a:solidFill>
                <a:latin typeface="Helvetica 55 Roman" panose="020B0604020202020204" pitchFamily="34" charset="0"/>
              </a:rPr>
              <a:t>YES </a:t>
            </a:r>
          </a:p>
        </p:txBody>
      </p:sp>
      <p:sp>
        <p:nvSpPr>
          <p:cNvPr id="240" name="Google Shape;1889;p36">
            <a:extLst>
              <a:ext uri="{FF2B5EF4-FFF2-40B4-BE49-F238E27FC236}">
                <a16:creationId xmlns:a16="http://schemas.microsoft.com/office/drawing/2014/main" id="{B3978394-A27A-6715-A468-5E5EED1185B3}"/>
              </a:ext>
            </a:extLst>
          </p:cNvPr>
          <p:cNvSpPr txBox="1"/>
          <p:nvPr/>
        </p:nvSpPr>
        <p:spPr>
          <a:xfrm>
            <a:off x="10926265" y="5854919"/>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CLOSED LOST</a:t>
            </a:r>
            <a:endParaRPr lang="en-GB" sz="900" dirty="0">
              <a:solidFill>
                <a:srgbClr val="FF0000"/>
              </a:solidFill>
            </a:endParaRPr>
          </a:p>
        </p:txBody>
      </p:sp>
      <p:cxnSp>
        <p:nvCxnSpPr>
          <p:cNvPr id="243" name="Connecteur : en angle 242">
            <a:extLst>
              <a:ext uri="{FF2B5EF4-FFF2-40B4-BE49-F238E27FC236}">
                <a16:creationId xmlns:a16="http://schemas.microsoft.com/office/drawing/2014/main" id="{416878F4-645B-11D3-11A1-04AA60AEAA22}"/>
              </a:ext>
            </a:extLst>
          </p:cNvPr>
          <p:cNvCxnSpPr>
            <a:cxnSpLocks/>
            <a:stCxn id="240" idx="3"/>
            <a:endCxn id="54" idx="4"/>
          </p:cNvCxnSpPr>
          <p:nvPr/>
        </p:nvCxnSpPr>
        <p:spPr>
          <a:xfrm flipV="1">
            <a:off x="11723220" y="3962701"/>
            <a:ext cx="317672" cy="2039749"/>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46" name="ZoneTexte 245">
            <a:extLst>
              <a:ext uri="{FF2B5EF4-FFF2-40B4-BE49-F238E27FC236}">
                <a16:creationId xmlns:a16="http://schemas.microsoft.com/office/drawing/2014/main" id="{FF1529E2-C433-0791-67E7-75764B1EBB8F}"/>
              </a:ext>
            </a:extLst>
          </p:cNvPr>
          <p:cNvSpPr txBox="1"/>
          <p:nvPr/>
        </p:nvSpPr>
        <p:spPr>
          <a:xfrm>
            <a:off x="10667252" y="3924065"/>
            <a:ext cx="259013" cy="123111"/>
          </a:xfrm>
          <a:prstGeom prst="rect">
            <a:avLst/>
          </a:prstGeom>
        </p:spPr>
        <p:txBody>
          <a:bodyPr wrap="square" lIns="0" tIns="0" rIns="0" bIns="0" rtlCol="0">
            <a:spAutoFit/>
          </a:bodyPr>
          <a:lstStyle/>
          <a:p>
            <a:r>
              <a:rPr lang="en-US" sz="800" b="1" dirty="0">
                <a:solidFill>
                  <a:schemeClr val="bg1"/>
                </a:solidFill>
                <a:latin typeface="Helvetica 55 Roman" panose="020B0604020202020204" pitchFamily="34" charset="0"/>
              </a:rPr>
              <a:t>YES </a:t>
            </a:r>
          </a:p>
        </p:txBody>
      </p:sp>
      <p:sp>
        <p:nvSpPr>
          <p:cNvPr id="235" name="ZoneTexte 234">
            <a:extLst>
              <a:ext uri="{FF2B5EF4-FFF2-40B4-BE49-F238E27FC236}">
                <a16:creationId xmlns:a16="http://schemas.microsoft.com/office/drawing/2014/main" id="{85FDCA02-AC8E-7B83-6B93-7305554CCF88}"/>
              </a:ext>
            </a:extLst>
          </p:cNvPr>
          <p:cNvSpPr txBox="1"/>
          <p:nvPr/>
        </p:nvSpPr>
        <p:spPr>
          <a:xfrm>
            <a:off x="6781669" y="4199281"/>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NO  </a:t>
            </a:r>
          </a:p>
        </p:txBody>
      </p:sp>
      <p:sp>
        <p:nvSpPr>
          <p:cNvPr id="179" name="ZoneTexte 178">
            <a:extLst>
              <a:ext uri="{FF2B5EF4-FFF2-40B4-BE49-F238E27FC236}">
                <a16:creationId xmlns:a16="http://schemas.microsoft.com/office/drawing/2014/main" id="{E4A907A8-5F0B-1272-C44B-0116B177713B}"/>
              </a:ext>
            </a:extLst>
          </p:cNvPr>
          <p:cNvSpPr txBox="1"/>
          <p:nvPr/>
        </p:nvSpPr>
        <p:spPr>
          <a:xfrm>
            <a:off x="3644744" y="5461545"/>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pic>
        <p:nvPicPr>
          <p:cNvPr id="255" name="Graphique 254" descr="Chronomètre 75% avec un remplissage uni">
            <a:extLst>
              <a:ext uri="{FF2B5EF4-FFF2-40B4-BE49-F238E27FC236}">
                <a16:creationId xmlns:a16="http://schemas.microsoft.com/office/drawing/2014/main" id="{8DB3B18C-F6CA-666D-E46B-F748929BDB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931" y="6210929"/>
            <a:ext cx="302617" cy="302617"/>
          </a:xfrm>
          <a:prstGeom prst="rect">
            <a:avLst/>
          </a:prstGeom>
        </p:spPr>
      </p:pic>
      <p:sp>
        <p:nvSpPr>
          <p:cNvPr id="256" name="Google Shape;1889;p36">
            <a:extLst>
              <a:ext uri="{FF2B5EF4-FFF2-40B4-BE49-F238E27FC236}">
                <a16:creationId xmlns:a16="http://schemas.microsoft.com/office/drawing/2014/main" id="{0DFE44C1-9F5E-D110-519C-06F193E851D6}"/>
              </a:ext>
            </a:extLst>
          </p:cNvPr>
          <p:cNvSpPr txBox="1"/>
          <p:nvPr/>
        </p:nvSpPr>
        <p:spPr>
          <a:xfrm>
            <a:off x="1113978" y="6213314"/>
            <a:ext cx="882266"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ABANDONNED</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57" name="Connecteur droit avec flèche 256">
            <a:extLst>
              <a:ext uri="{FF2B5EF4-FFF2-40B4-BE49-F238E27FC236}">
                <a16:creationId xmlns:a16="http://schemas.microsoft.com/office/drawing/2014/main" id="{D3D65252-E5F3-CF84-5239-8D15AF077380}"/>
              </a:ext>
            </a:extLst>
          </p:cNvPr>
          <p:cNvCxnSpPr>
            <a:cxnSpLocks/>
            <a:stCxn id="255" idx="3"/>
            <a:endCxn id="256" idx="1"/>
          </p:cNvCxnSpPr>
          <p:nvPr/>
        </p:nvCxnSpPr>
        <p:spPr>
          <a:xfrm flipV="1">
            <a:off x="700548" y="6360845"/>
            <a:ext cx="413430" cy="13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0" name="Google Shape;1886;p36">
            <a:extLst>
              <a:ext uri="{FF2B5EF4-FFF2-40B4-BE49-F238E27FC236}">
                <a16:creationId xmlns:a16="http://schemas.microsoft.com/office/drawing/2014/main" id="{06C970B6-9C70-DFDD-4F0D-2DE868562C77}"/>
              </a:ext>
            </a:extLst>
          </p:cNvPr>
          <p:cNvSpPr/>
          <p:nvPr/>
        </p:nvSpPr>
        <p:spPr>
          <a:xfrm>
            <a:off x="2584730" y="6252102"/>
            <a:ext cx="234615" cy="217486"/>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cxnSp>
        <p:nvCxnSpPr>
          <p:cNvPr id="261" name="Connecteur droit avec flèche 260">
            <a:extLst>
              <a:ext uri="{FF2B5EF4-FFF2-40B4-BE49-F238E27FC236}">
                <a16:creationId xmlns:a16="http://schemas.microsoft.com/office/drawing/2014/main" id="{D8C48F6E-6663-0E97-1846-9E3C0B59E699}"/>
              </a:ext>
            </a:extLst>
          </p:cNvPr>
          <p:cNvCxnSpPr>
            <a:cxnSpLocks/>
            <a:stCxn id="256" idx="3"/>
            <a:endCxn id="260" idx="2"/>
          </p:cNvCxnSpPr>
          <p:nvPr/>
        </p:nvCxnSpPr>
        <p:spPr>
          <a:xfrm>
            <a:off x="1996244" y="6360845"/>
            <a:ext cx="5884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4" name="Google Shape;1889;p36">
            <a:extLst>
              <a:ext uri="{FF2B5EF4-FFF2-40B4-BE49-F238E27FC236}">
                <a16:creationId xmlns:a16="http://schemas.microsoft.com/office/drawing/2014/main" id="{569CCCC4-68ED-C41B-CB32-B4A4779A3514}"/>
              </a:ext>
            </a:extLst>
          </p:cNvPr>
          <p:cNvSpPr txBox="1"/>
          <p:nvPr/>
        </p:nvSpPr>
        <p:spPr>
          <a:xfrm>
            <a:off x="4653094" y="4623258"/>
            <a:ext cx="882266" cy="295062"/>
          </a:xfrm>
          <a:prstGeom prst="rect">
            <a:avLst/>
          </a:prstGeom>
          <a:solidFill>
            <a:srgbClr val="C00000"/>
          </a:solid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SAVED FOR LATER</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65" name="Connecteur droit avec flèche 264">
            <a:extLst>
              <a:ext uri="{FF2B5EF4-FFF2-40B4-BE49-F238E27FC236}">
                <a16:creationId xmlns:a16="http://schemas.microsoft.com/office/drawing/2014/main" id="{A65B09DA-C78B-8EF3-73D3-09D067A35674}"/>
              </a:ext>
            </a:extLst>
          </p:cNvPr>
          <p:cNvCxnSpPr>
            <a:cxnSpLocks/>
            <a:stCxn id="48" idx="2"/>
            <a:endCxn id="264" idx="0"/>
          </p:cNvCxnSpPr>
          <p:nvPr/>
        </p:nvCxnSpPr>
        <p:spPr>
          <a:xfrm>
            <a:off x="5093060" y="4025709"/>
            <a:ext cx="1167" cy="5975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9" name="Google Shape;1889;p36">
            <a:extLst>
              <a:ext uri="{FF2B5EF4-FFF2-40B4-BE49-F238E27FC236}">
                <a16:creationId xmlns:a16="http://schemas.microsoft.com/office/drawing/2014/main" id="{2E6BFE57-E1C4-162B-5D37-D32BBFCFCAA3}"/>
              </a:ext>
            </a:extLst>
          </p:cNvPr>
          <p:cNvSpPr txBox="1"/>
          <p:nvPr/>
        </p:nvSpPr>
        <p:spPr>
          <a:xfrm>
            <a:off x="3856046" y="2252004"/>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PENDING APPROVAL </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0" name="Google Shape;1889;p36">
            <a:extLst>
              <a:ext uri="{FF2B5EF4-FFF2-40B4-BE49-F238E27FC236}">
                <a16:creationId xmlns:a16="http://schemas.microsoft.com/office/drawing/2014/main" id="{FDC90996-2704-A719-9204-867675EF80A2}"/>
              </a:ext>
            </a:extLst>
          </p:cNvPr>
          <p:cNvSpPr txBox="1"/>
          <p:nvPr/>
        </p:nvSpPr>
        <p:spPr>
          <a:xfrm>
            <a:off x="4729654" y="2986407"/>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APPROVED </a:t>
            </a:r>
            <a:r>
              <a:rPr kumimoji="0" lang="en-GB" sz="900" b="1" i="1" u="none" strike="noStrike" kern="1200" cap="none" spc="0" normalizeH="0" baseline="0" noProof="0" dirty="0">
                <a:ln>
                  <a:noFill/>
                </a:ln>
                <a:solidFill>
                  <a:srgbClr val="FF0000"/>
                </a:solidFill>
                <a:effectLst/>
                <a:uLnTx/>
                <a:uFillTx/>
                <a:latin typeface="Helvetica 75 Bold"/>
                <a:ea typeface="Arial"/>
                <a:cs typeface="Arial"/>
                <a:sym typeface="Arial"/>
              </a:rPr>
              <a:t>internally</a:t>
            </a:r>
            <a:endParaRPr kumimoji="0" lang="en-GB" sz="1200" b="1" i="1"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1" name="Google Shape;1889;p36">
            <a:extLst>
              <a:ext uri="{FF2B5EF4-FFF2-40B4-BE49-F238E27FC236}">
                <a16:creationId xmlns:a16="http://schemas.microsoft.com/office/drawing/2014/main" id="{4415E884-CE3E-2DAB-1CAC-611345BFAC1C}"/>
              </a:ext>
            </a:extLst>
          </p:cNvPr>
          <p:cNvSpPr txBox="1"/>
          <p:nvPr/>
        </p:nvSpPr>
        <p:spPr>
          <a:xfrm>
            <a:off x="5618419" y="2247660"/>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REFUSED </a:t>
            </a:r>
            <a:r>
              <a:rPr kumimoji="0" lang="en-GB" sz="900" b="1" i="1" u="none" strike="noStrike" kern="1200" cap="none" spc="0" normalizeH="0" baseline="0" noProof="0" dirty="0">
                <a:ln>
                  <a:noFill/>
                </a:ln>
                <a:solidFill>
                  <a:srgbClr val="FF0000"/>
                </a:solidFill>
                <a:effectLst/>
                <a:uLnTx/>
                <a:uFillTx/>
                <a:latin typeface="Helvetica 75 Bold"/>
                <a:ea typeface="Arial"/>
                <a:cs typeface="Arial"/>
                <a:sym typeface="Arial"/>
              </a:rPr>
              <a:t>internally</a:t>
            </a:r>
            <a:endParaRPr kumimoji="0" lang="en-GB" sz="1200" b="1" i="1"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2" name="Google Shape;1884;p36">
            <a:extLst>
              <a:ext uri="{FF2B5EF4-FFF2-40B4-BE49-F238E27FC236}">
                <a16:creationId xmlns:a16="http://schemas.microsoft.com/office/drawing/2014/main" id="{05C67CE3-C36F-58B5-9CA8-B4F304C97D06}"/>
              </a:ext>
            </a:extLst>
          </p:cNvPr>
          <p:cNvSpPr/>
          <p:nvPr/>
        </p:nvSpPr>
        <p:spPr>
          <a:xfrm>
            <a:off x="1232356" y="5530413"/>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dirty="0" err="1">
                <a:solidFill>
                  <a:srgbClr val="000000"/>
                </a:solidFill>
                <a:latin typeface="Helvetica 55 Roman" panose="020B0604020202020204" pitchFamily="34" charset="0"/>
                <a:cs typeface="Arial"/>
                <a:sym typeface="Arial"/>
              </a:rPr>
              <a:t>Cancellation</a:t>
            </a:r>
            <a:r>
              <a:rPr lang="fr-FR" sz="700" b="1" dirty="0">
                <a:solidFill>
                  <a:srgbClr val="000000"/>
                </a:solidFill>
                <a:latin typeface="Helvetica 55 Roman" panose="020B0604020202020204" pitchFamily="34" charset="0"/>
                <a:cs typeface="Arial"/>
                <a:sym typeface="Arial"/>
              </a:rPr>
              <a:t> at </a:t>
            </a:r>
            <a:r>
              <a:rPr lang="fr-FR" sz="700" b="1" dirty="0" err="1">
                <a:solidFill>
                  <a:srgbClr val="000000"/>
                </a:solidFill>
                <a:latin typeface="Helvetica 55 Roman" panose="020B0604020202020204" pitchFamily="34" charset="0"/>
                <a:cs typeface="Arial"/>
                <a:sym typeface="Arial"/>
              </a:rPr>
              <a:t>any</a:t>
            </a:r>
            <a:r>
              <a:rPr lang="fr-FR" sz="700" b="1" dirty="0">
                <a:solidFill>
                  <a:srgbClr val="000000"/>
                </a:solidFill>
                <a:latin typeface="Helvetica 55 Roman" panose="020B0604020202020204" pitchFamily="34" charset="0"/>
                <a:cs typeface="Arial"/>
                <a:sym typeface="Arial"/>
              </a:rPr>
              <a:t> stage </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cxnSp>
        <p:nvCxnSpPr>
          <p:cNvPr id="273" name="Connecteur droit avec flèche 272">
            <a:extLst>
              <a:ext uri="{FF2B5EF4-FFF2-40B4-BE49-F238E27FC236}">
                <a16:creationId xmlns:a16="http://schemas.microsoft.com/office/drawing/2014/main" id="{4E4963EA-C2B4-F518-9956-C3F25F93F88E}"/>
              </a:ext>
            </a:extLst>
          </p:cNvPr>
          <p:cNvCxnSpPr>
            <a:cxnSpLocks/>
            <a:stCxn id="272" idx="2"/>
            <a:endCxn id="256" idx="0"/>
          </p:cNvCxnSpPr>
          <p:nvPr/>
        </p:nvCxnSpPr>
        <p:spPr>
          <a:xfrm>
            <a:off x="1551058" y="5873915"/>
            <a:ext cx="4053" cy="3393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6" name="Google Shape;1884;p36">
            <a:extLst>
              <a:ext uri="{FF2B5EF4-FFF2-40B4-BE49-F238E27FC236}">
                <a16:creationId xmlns:a16="http://schemas.microsoft.com/office/drawing/2014/main" id="{8389AD3D-69FB-DD9B-4976-2556A89E7DC0}"/>
              </a:ext>
            </a:extLst>
          </p:cNvPr>
          <p:cNvSpPr/>
          <p:nvPr/>
        </p:nvSpPr>
        <p:spPr>
          <a:xfrm>
            <a:off x="3903757" y="2962187"/>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Submission</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internally</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grpSp>
        <p:nvGrpSpPr>
          <p:cNvPr id="277" name="Groupe 276">
            <a:extLst>
              <a:ext uri="{FF2B5EF4-FFF2-40B4-BE49-F238E27FC236}">
                <a16:creationId xmlns:a16="http://schemas.microsoft.com/office/drawing/2014/main" id="{6C24C753-3464-2453-7A48-C7DE22131D99}"/>
              </a:ext>
            </a:extLst>
          </p:cNvPr>
          <p:cNvGrpSpPr/>
          <p:nvPr/>
        </p:nvGrpSpPr>
        <p:grpSpPr>
          <a:xfrm>
            <a:off x="4779275" y="2147709"/>
            <a:ext cx="634519" cy="502922"/>
            <a:chOff x="6415891" y="3124733"/>
            <a:chExt cx="767768" cy="608535"/>
          </a:xfrm>
        </p:grpSpPr>
        <p:sp>
          <p:nvSpPr>
            <p:cNvPr id="278" name="Google Shape;1884;p36">
              <a:extLst>
                <a:ext uri="{FF2B5EF4-FFF2-40B4-BE49-F238E27FC236}">
                  <a16:creationId xmlns:a16="http://schemas.microsoft.com/office/drawing/2014/main" id="{40D3829D-75A6-0736-C556-B80B775940FB}"/>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79" name="ZoneTexte 278">
              <a:extLst>
                <a:ext uri="{FF2B5EF4-FFF2-40B4-BE49-F238E27FC236}">
                  <a16:creationId xmlns:a16="http://schemas.microsoft.com/office/drawing/2014/main" id="{BF5CA3E0-C854-7CE2-C657-6F87FE990FD5}"/>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Internal</a:t>
              </a:r>
              <a:r>
                <a:rPr lang="fr-FR" sz="700" b="1" dirty="0"/>
                <a:t> </a:t>
              </a:r>
            </a:p>
            <a:p>
              <a:pPr algn="ctr"/>
              <a:r>
                <a:rPr lang="fr-FR" sz="700" b="1" dirty="0"/>
                <a:t>Validation </a:t>
              </a:r>
              <a:endParaRPr lang="en-US" sz="700" b="1" dirty="0" err="1"/>
            </a:p>
          </p:txBody>
        </p:sp>
      </p:grpSp>
      <p:sp>
        <p:nvSpPr>
          <p:cNvPr id="284" name="Google Shape;1889;p36">
            <a:extLst>
              <a:ext uri="{FF2B5EF4-FFF2-40B4-BE49-F238E27FC236}">
                <a16:creationId xmlns:a16="http://schemas.microsoft.com/office/drawing/2014/main" id="{1B553EB6-38B0-D1D9-FD10-B3F9D710FDD7}"/>
              </a:ext>
            </a:extLst>
          </p:cNvPr>
          <p:cNvSpPr txBox="1"/>
          <p:nvPr/>
        </p:nvSpPr>
        <p:spPr>
          <a:xfrm>
            <a:off x="-1697197" y="3133938"/>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PENDING APPROVAL </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86" name="Connecteur : en angle 285">
            <a:extLst>
              <a:ext uri="{FF2B5EF4-FFF2-40B4-BE49-F238E27FC236}">
                <a16:creationId xmlns:a16="http://schemas.microsoft.com/office/drawing/2014/main" id="{443F1317-4087-2163-B80C-3947696509EE}"/>
              </a:ext>
            </a:extLst>
          </p:cNvPr>
          <p:cNvCxnSpPr>
            <a:cxnSpLocks/>
            <a:stCxn id="39" idx="0"/>
            <a:endCxn id="276" idx="2"/>
          </p:cNvCxnSpPr>
          <p:nvPr/>
        </p:nvCxnSpPr>
        <p:spPr>
          <a:xfrm rot="16200000" flipV="1">
            <a:off x="4023558" y="3504590"/>
            <a:ext cx="400738" cy="2935"/>
          </a:xfrm>
          <a:prstGeom prst="bentConnector3">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1" name="Connecteur : en angle 290">
            <a:extLst>
              <a:ext uri="{FF2B5EF4-FFF2-40B4-BE49-F238E27FC236}">
                <a16:creationId xmlns:a16="http://schemas.microsoft.com/office/drawing/2014/main" id="{D8209E26-DD6C-C8F8-65B8-142F2DB95004}"/>
              </a:ext>
            </a:extLst>
          </p:cNvPr>
          <p:cNvCxnSpPr>
            <a:cxnSpLocks/>
            <a:stCxn id="276" idx="0"/>
            <a:endCxn id="269" idx="2"/>
          </p:cNvCxnSpPr>
          <p:nvPr/>
        </p:nvCxnSpPr>
        <p:spPr>
          <a:xfrm rot="16200000" flipV="1">
            <a:off x="4013979" y="2753707"/>
            <a:ext cx="415121" cy="1840"/>
          </a:xfrm>
          <a:prstGeom prst="bentConnector3">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4" name="Connecteur : en angle 293">
            <a:extLst>
              <a:ext uri="{FF2B5EF4-FFF2-40B4-BE49-F238E27FC236}">
                <a16:creationId xmlns:a16="http://schemas.microsoft.com/office/drawing/2014/main" id="{CB1EB63B-F354-75FF-37E6-480246A9A0B1}"/>
              </a:ext>
            </a:extLst>
          </p:cNvPr>
          <p:cNvCxnSpPr>
            <a:cxnSpLocks/>
            <a:stCxn id="269" idx="3"/>
            <a:endCxn id="278" idx="1"/>
          </p:cNvCxnSpPr>
          <p:nvPr/>
        </p:nvCxnSpPr>
        <p:spPr>
          <a:xfrm flipV="1">
            <a:off x="4585191" y="2399170"/>
            <a:ext cx="194084" cy="365"/>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8" name="Connecteur : en angle 297">
            <a:extLst>
              <a:ext uri="{FF2B5EF4-FFF2-40B4-BE49-F238E27FC236}">
                <a16:creationId xmlns:a16="http://schemas.microsoft.com/office/drawing/2014/main" id="{100A9D59-1ED5-76E0-E20B-EBBD1172033F}"/>
              </a:ext>
            </a:extLst>
          </p:cNvPr>
          <p:cNvCxnSpPr>
            <a:cxnSpLocks/>
            <a:stCxn id="278" idx="2"/>
            <a:endCxn id="270" idx="0"/>
          </p:cNvCxnSpPr>
          <p:nvPr/>
        </p:nvCxnSpPr>
        <p:spPr>
          <a:xfrm rot="5400000">
            <a:off x="4927493" y="2817365"/>
            <a:ext cx="335776" cy="2308"/>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1" name="Connecteur : en angle 300">
            <a:extLst>
              <a:ext uri="{FF2B5EF4-FFF2-40B4-BE49-F238E27FC236}">
                <a16:creationId xmlns:a16="http://schemas.microsoft.com/office/drawing/2014/main" id="{E421C536-673A-AC8E-4245-D350199C8493}"/>
              </a:ext>
            </a:extLst>
          </p:cNvPr>
          <p:cNvCxnSpPr>
            <a:cxnSpLocks/>
            <a:stCxn id="270" idx="2"/>
            <a:endCxn id="48" idx="0"/>
          </p:cNvCxnSpPr>
          <p:nvPr/>
        </p:nvCxnSpPr>
        <p:spPr>
          <a:xfrm rot="5400000">
            <a:off x="4893275" y="3481255"/>
            <a:ext cx="400738" cy="1167"/>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4" name="Connecteur : en angle 303">
            <a:extLst>
              <a:ext uri="{FF2B5EF4-FFF2-40B4-BE49-F238E27FC236}">
                <a16:creationId xmlns:a16="http://schemas.microsoft.com/office/drawing/2014/main" id="{B3D9F310-619F-774A-11B3-B2E46B381B12}"/>
              </a:ext>
            </a:extLst>
          </p:cNvPr>
          <p:cNvCxnSpPr>
            <a:cxnSpLocks/>
            <a:stCxn id="278" idx="3"/>
            <a:endCxn id="271" idx="1"/>
          </p:cNvCxnSpPr>
          <p:nvPr/>
        </p:nvCxnSpPr>
        <p:spPr>
          <a:xfrm flipV="1">
            <a:off x="5413794" y="2395191"/>
            <a:ext cx="204625" cy="3979"/>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sp>
        <p:nvSpPr>
          <p:cNvPr id="308" name="ZoneTexte 307">
            <a:extLst>
              <a:ext uri="{FF2B5EF4-FFF2-40B4-BE49-F238E27FC236}">
                <a16:creationId xmlns:a16="http://schemas.microsoft.com/office/drawing/2014/main" id="{6A065319-0242-0EF4-FAED-83B180A4044E}"/>
              </a:ext>
            </a:extLst>
          </p:cNvPr>
          <p:cNvSpPr txBox="1"/>
          <p:nvPr/>
        </p:nvSpPr>
        <p:spPr>
          <a:xfrm>
            <a:off x="4963552" y="2709529"/>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sp>
        <p:nvSpPr>
          <p:cNvPr id="309" name="ZoneTexte 308">
            <a:extLst>
              <a:ext uri="{FF2B5EF4-FFF2-40B4-BE49-F238E27FC236}">
                <a16:creationId xmlns:a16="http://schemas.microsoft.com/office/drawing/2014/main" id="{19799227-DBE0-D2AB-2E7D-C167978478DC}"/>
              </a:ext>
            </a:extLst>
          </p:cNvPr>
          <p:cNvSpPr txBox="1"/>
          <p:nvPr/>
        </p:nvSpPr>
        <p:spPr>
          <a:xfrm>
            <a:off x="5367310" y="2431416"/>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grpSp>
        <p:nvGrpSpPr>
          <p:cNvPr id="310" name="Groupe 309">
            <a:extLst>
              <a:ext uri="{FF2B5EF4-FFF2-40B4-BE49-F238E27FC236}">
                <a16:creationId xmlns:a16="http://schemas.microsoft.com/office/drawing/2014/main" id="{818D5B7B-8540-B257-A5A2-94271D2100AC}"/>
              </a:ext>
            </a:extLst>
          </p:cNvPr>
          <p:cNvGrpSpPr/>
          <p:nvPr/>
        </p:nvGrpSpPr>
        <p:grpSpPr>
          <a:xfrm>
            <a:off x="6539186" y="2144012"/>
            <a:ext cx="634519" cy="502922"/>
            <a:chOff x="6415891" y="3124733"/>
            <a:chExt cx="767768" cy="608535"/>
          </a:xfrm>
        </p:grpSpPr>
        <p:sp>
          <p:nvSpPr>
            <p:cNvPr id="311" name="Google Shape;1884;p36">
              <a:extLst>
                <a:ext uri="{FF2B5EF4-FFF2-40B4-BE49-F238E27FC236}">
                  <a16:creationId xmlns:a16="http://schemas.microsoft.com/office/drawing/2014/main" id="{82E12938-F8CD-92B5-B65F-9CD4CBA1FC35}"/>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312" name="ZoneTexte 311">
              <a:extLst>
                <a:ext uri="{FF2B5EF4-FFF2-40B4-BE49-F238E27FC236}">
                  <a16:creationId xmlns:a16="http://schemas.microsoft.com/office/drawing/2014/main" id="{DAD0D3B8-6A60-842B-F550-E51A18F28473}"/>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cxnSp>
        <p:nvCxnSpPr>
          <p:cNvPr id="314" name="Connecteur : en angle 313">
            <a:extLst>
              <a:ext uri="{FF2B5EF4-FFF2-40B4-BE49-F238E27FC236}">
                <a16:creationId xmlns:a16="http://schemas.microsoft.com/office/drawing/2014/main" id="{3678E740-0266-29BF-5EE0-814A50506315}"/>
              </a:ext>
            </a:extLst>
          </p:cNvPr>
          <p:cNvCxnSpPr>
            <a:cxnSpLocks/>
            <a:stCxn id="271" idx="3"/>
            <a:endCxn id="311" idx="1"/>
          </p:cNvCxnSpPr>
          <p:nvPr/>
        </p:nvCxnSpPr>
        <p:spPr>
          <a:xfrm>
            <a:off x="6347564" y="2395191"/>
            <a:ext cx="191622" cy="282"/>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7" name="Connecteur : en angle 316">
            <a:extLst>
              <a:ext uri="{FF2B5EF4-FFF2-40B4-BE49-F238E27FC236}">
                <a16:creationId xmlns:a16="http://schemas.microsoft.com/office/drawing/2014/main" id="{C9A558E4-CA9D-4D36-D3AC-A0D3F17EBB25}"/>
              </a:ext>
            </a:extLst>
          </p:cNvPr>
          <p:cNvCxnSpPr>
            <a:cxnSpLocks/>
            <a:stCxn id="311" idx="3"/>
            <a:endCxn id="319" idx="1"/>
          </p:cNvCxnSpPr>
          <p:nvPr/>
        </p:nvCxnSpPr>
        <p:spPr>
          <a:xfrm flipV="1">
            <a:off x="7173705" y="2385808"/>
            <a:ext cx="2696592" cy="9665"/>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sp>
        <p:nvSpPr>
          <p:cNvPr id="319" name="Google Shape;1889;p36">
            <a:extLst>
              <a:ext uri="{FF2B5EF4-FFF2-40B4-BE49-F238E27FC236}">
                <a16:creationId xmlns:a16="http://schemas.microsoft.com/office/drawing/2014/main" id="{08D08195-E709-FFB2-EDF4-997FA65FF7A9}"/>
              </a:ext>
            </a:extLst>
          </p:cNvPr>
          <p:cNvSpPr txBox="1"/>
          <p:nvPr/>
        </p:nvSpPr>
        <p:spPr>
          <a:xfrm>
            <a:off x="9870297" y="2238277"/>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ABANDONED</a:t>
            </a:r>
            <a:endParaRPr lang="en-GB" sz="900" dirty="0">
              <a:solidFill>
                <a:srgbClr val="FF0000"/>
              </a:solidFill>
            </a:endParaRPr>
          </a:p>
        </p:txBody>
      </p:sp>
      <p:cxnSp>
        <p:nvCxnSpPr>
          <p:cNvPr id="321" name="Connecteur : en angle 320">
            <a:extLst>
              <a:ext uri="{FF2B5EF4-FFF2-40B4-BE49-F238E27FC236}">
                <a16:creationId xmlns:a16="http://schemas.microsoft.com/office/drawing/2014/main" id="{1E1F9C0F-EC2A-71DE-257F-8D7E72AC9123}"/>
              </a:ext>
            </a:extLst>
          </p:cNvPr>
          <p:cNvCxnSpPr>
            <a:cxnSpLocks/>
            <a:stCxn id="319" idx="3"/>
            <a:endCxn id="54" idx="0"/>
          </p:cNvCxnSpPr>
          <p:nvPr/>
        </p:nvCxnSpPr>
        <p:spPr>
          <a:xfrm>
            <a:off x="10667252" y="2385808"/>
            <a:ext cx="1373640" cy="1359407"/>
          </a:xfrm>
          <a:prstGeom prst="bentConnector2">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4" name="Connecteur : en angle 323">
            <a:extLst>
              <a:ext uri="{FF2B5EF4-FFF2-40B4-BE49-F238E27FC236}">
                <a16:creationId xmlns:a16="http://schemas.microsoft.com/office/drawing/2014/main" id="{E557F245-A3AB-A2AC-8F2B-9503DD27B2B2}"/>
              </a:ext>
            </a:extLst>
          </p:cNvPr>
          <p:cNvCxnSpPr>
            <a:cxnSpLocks/>
            <a:stCxn id="311" idx="0"/>
            <a:endCxn id="31" idx="0"/>
          </p:cNvCxnSpPr>
          <p:nvPr/>
        </p:nvCxnSpPr>
        <p:spPr>
          <a:xfrm rot="16200000" flipH="1" flipV="1">
            <a:off x="3881980" y="731961"/>
            <a:ext cx="1562415" cy="4386516"/>
          </a:xfrm>
          <a:prstGeom prst="bentConnector3">
            <a:avLst>
              <a:gd name="adj1" fmla="val -30206"/>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27" name="ZoneTexte 326">
            <a:extLst>
              <a:ext uri="{FF2B5EF4-FFF2-40B4-BE49-F238E27FC236}">
                <a16:creationId xmlns:a16="http://schemas.microsoft.com/office/drawing/2014/main" id="{C141545D-6AC3-ACD8-8AA4-F4E18E23CCB8}"/>
              </a:ext>
            </a:extLst>
          </p:cNvPr>
          <p:cNvSpPr txBox="1"/>
          <p:nvPr/>
        </p:nvSpPr>
        <p:spPr>
          <a:xfrm>
            <a:off x="6726939" y="1874644"/>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sp>
        <p:nvSpPr>
          <p:cNvPr id="328" name="ZoneTexte 327">
            <a:extLst>
              <a:ext uri="{FF2B5EF4-FFF2-40B4-BE49-F238E27FC236}">
                <a16:creationId xmlns:a16="http://schemas.microsoft.com/office/drawing/2014/main" id="{A9917D27-5488-D49F-63CE-E3B2168BC62E}"/>
              </a:ext>
            </a:extLst>
          </p:cNvPr>
          <p:cNvSpPr txBox="1"/>
          <p:nvPr/>
        </p:nvSpPr>
        <p:spPr>
          <a:xfrm>
            <a:off x="7417423" y="2341330"/>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cxnSp>
        <p:nvCxnSpPr>
          <p:cNvPr id="330" name="Connecteur : en angle 329">
            <a:extLst>
              <a:ext uri="{FF2B5EF4-FFF2-40B4-BE49-F238E27FC236}">
                <a16:creationId xmlns:a16="http://schemas.microsoft.com/office/drawing/2014/main" id="{C6EDAE9E-15A9-E7B2-F130-D28148AED1CE}"/>
              </a:ext>
            </a:extLst>
          </p:cNvPr>
          <p:cNvCxnSpPr>
            <a:cxnSpLocks/>
            <a:stCxn id="63" idx="2"/>
            <a:endCxn id="333" idx="6"/>
          </p:cNvCxnSpPr>
          <p:nvPr/>
        </p:nvCxnSpPr>
        <p:spPr>
          <a:xfrm rot="5400000">
            <a:off x="7924865" y="3045142"/>
            <a:ext cx="1406566" cy="3527119"/>
          </a:xfrm>
          <a:prstGeom prst="bentConnector2">
            <a:avLst/>
          </a:prstGeom>
          <a:ln/>
        </p:spPr>
        <p:style>
          <a:lnRef idx="1">
            <a:schemeClr val="accent1"/>
          </a:lnRef>
          <a:fillRef idx="0">
            <a:schemeClr val="accent1"/>
          </a:fillRef>
          <a:effectRef idx="0">
            <a:schemeClr val="accent1"/>
          </a:effectRef>
          <a:fontRef idx="minor">
            <a:schemeClr val="tx1"/>
          </a:fontRef>
        </p:style>
      </p:cxnSp>
      <p:sp>
        <p:nvSpPr>
          <p:cNvPr id="247" name="ZoneTexte 246">
            <a:extLst>
              <a:ext uri="{FF2B5EF4-FFF2-40B4-BE49-F238E27FC236}">
                <a16:creationId xmlns:a16="http://schemas.microsoft.com/office/drawing/2014/main" id="{8BD42364-C854-65CB-004D-9B6AE342082C}"/>
              </a:ext>
            </a:extLst>
          </p:cNvPr>
          <p:cNvSpPr txBox="1"/>
          <p:nvPr/>
        </p:nvSpPr>
        <p:spPr>
          <a:xfrm>
            <a:off x="10318687" y="4209258"/>
            <a:ext cx="231649" cy="123111"/>
          </a:xfrm>
          <a:prstGeom prst="rect">
            <a:avLst/>
          </a:prstGeom>
          <a:solidFill>
            <a:srgbClr val="000000"/>
          </a:solidFill>
        </p:spPr>
        <p:txBody>
          <a:bodyPr wrap="square" lIns="0" tIns="0" rIns="0" bIns="0" rtlCol="0">
            <a:spAutoFit/>
          </a:bodyPr>
          <a:lstStyle/>
          <a:p>
            <a:r>
              <a:rPr lang="en-US" sz="800" b="1" dirty="0">
                <a:solidFill>
                  <a:schemeClr val="bg1"/>
                </a:solidFill>
                <a:latin typeface="Helvetica 55 Roman" panose="020B0604020202020204" pitchFamily="34" charset="0"/>
              </a:rPr>
              <a:t>NO  </a:t>
            </a:r>
          </a:p>
        </p:txBody>
      </p:sp>
      <p:sp>
        <p:nvSpPr>
          <p:cNvPr id="337" name="Google Shape;1889;p36">
            <a:extLst>
              <a:ext uri="{FF2B5EF4-FFF2-40B4-BE49-F238E27FC236}">
                <a16:creationId xmlns:a16="http://schemas.microsoft.com/office/drawing/2014/main" id="{7B6380E1-12DC-68B0-C6FE-08D5826F3D64}"/>
              </a:ext>
            </a:extLst>
          </p:cNvPr>
          <p:cNvSpPr txBox="1"/>
          <p:nvPr/>
        </p:nvSpPr>
        <p:spPr>
          <a:xfrm>
            <a:off x="3004726" y="3393874"/>
            <a:ext cx="1282713"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valid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38" name="Google Shape;1889;p36">
            <a:extLst>
              <a:ext uri="{FF2B5EF4-FFF2-40B4-BE49-F238E27FC236}">
                <a16:creationId xmlns:a16="http://schemas.microsoft.com/office/drawing/2014/main" id="{06956A8D-6577-6C66-7EA8-F80487B7E624}"/>
              </a:ext>
            </a:extLst>
          </p:cNvPr>
          <p:cNvSpPr txBox="1"/>
          <p:nvPr/>
        </p:nvSpPr>
        <p:spPr>
          <a:xfrm>
            <a:off x="4451701" y="1885918"/>
            <a:ext cx="128271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approved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internally</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0" name="Google Shape;1889;p36">
            <a:extLst>
              <a:ext uri="{FF2B5EF4-FFF2-40B4-BE49-F238E27FC236}">
                <a16:creationId xmlns:a16="http://schemas.microsoft.com/office/drawing/2014/main" id="{3DD6574D-D69E-FB2A-3CCE-3C8169923F42}"/>
              </a:ext>
            </a:extLst>
          </p:cNvPr>
          <p:cNvSpPr txBox="1"/>
          <p:nvPr/>
        </p:nvSpPr>
        <p:spPr>
          <a:xfrm>
            <a:off x="6214256" y="2709529"/>
            <a:ext cx="127923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Does</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OB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wish</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amend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1" name="Google Shape;1889;p36">
            <a:extLst>
              <a:ext uri="{FF2B5EF4-FFF2-40B4-BE49-F238E27FC236}">
                <a16:creationId xmlns:a16="http://schemas.microsoft.com/office/drawing/2014/main" id="{097428CA-4482-78EE-D207-86CCFA045FC7}"/>
              </a:ext>
            </a:extLst>
          </p:cNvPr>
          <p:cNvSpPr txBox="1"/>
          <p:nvPr/>
        </p:nvSpPr>
        <p:spPr>
          <a:xfrm>
            <a:off x="6214256" y="3310046"/>
            <a:ext cx="127923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Has the customer approved the quote ? </a:t>
            </a:r>
            <a:endPar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2" name="Google Shape;1889;p36">
            <a:extLst>
              <a:ext uri="{FF2B5EF4-FFF2-40B4-BE49-F238E27FC236}">
                <a16:creationId xmlns:a16="http://schemas.microsoft.com/office/drawing/2014/main" id="{A8223CAE-F7F1-0CEE-B04C-E48CF8DDD8A2}"/>
              </a:ext>
            </a:extLst>
          </p:cNvPr>
          <p:cNvSpPr txBox="1"/>
          <p:nvPr/>
        </p:nvSpPr>
        <p:spPr>
          <a:xfrm>
            <a:off x="9679774" y="3292404"/>
            <a:ext cx="127923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Has the customer approved the contract, or would he like to make changes/refused it ? </a:t>
            </a:r>
            <a:endPar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cxnSp>
        <p:nvCxnSpPr>
          <p:cNvPr id="343" name="Connecteur : en angle 342">
            <a:extLst>
              <a:ext uri="{FF2B5EF4-FFF2-40B4-BE49-F238E27FC236}">
                <a16:creationId xmlns:a16="http://schemas.microsoft.com/office/drawing/2014/main" id="{42B5B5C8-55BD-21CE-BAD8-35DEE425225C}"/>
              </a:ext>
            </a:extLst>
          </p:cNvPr>
          <p:cNvCxnSpPr>
            <a:cxnSpLocks/>
            <a:stCxn id="264" idx="2"/>
            <a:endCxn id="161" idx="3"/>
          </p:cNvCxnSpPr>
          <p:nvPr/>
        </p:nvCxnSpPr>
        <p:spPr>
          <a:xfrm rot="5400000">
            <a:off x="4585455" y="5007654"/>
            <a:ext cx="598107" cy="419439"/>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46" name="ZoneTexte 345">
            <a:extLst>
              <a:ext uri="{FF2B5EF4-FFF2-40B4-BE49-F238E27FC236}">
                <a16:creationId xmlns:a16="http://schemas.microsoft.com/office/drawing/2014/main" id="{40AD99D9-6DC8-4CD5-D313-30E4E329D80B}"/>
              </a:ext>
            </a:extLst>
          </p:cNvPr>
          <p:cNvSpPr txBox="1"/>
          <p:nvPr/>
        </p:nvSpPr>
        <p:spPr>
          <a:xfrm>
            <a:off x="4934839" y="5094818"/>
            <a:ext cx="45719" cy="215444"/>
          </a:xfrm>
          <a:prstGeom prst="rect">
            <a:avLst/>
          </a:prstGeom>
        </p:spPr>
        <p:txBody>
          <a:bodyPr wrap="square" lIns="0" tIns="0" rIns="0" bIns="0" rtlCol="0">
            <a:spAutoFit/>
          </a:bodyPr>
          <a:lstStyle/>
          <a:p>
            <a:r>
              <a:rPr lang="fr-FR" sz="1400" b="1" dirty="0">
                <a:solidFill>
                  <a:schemeClr val="bg2"/>
                </a:solidFill>
                <a:highlight>
                  <a:srgbClr val="FFFF00"/>
                </a:highlight>
              </a:rPr>
              <a:t>?</a:t>
            </a:r>
            <a:endParaRPr lang="en-US" sz="1400" b="1" dirty="0" err="1">
              <a:solidFill>
                <a:schemeClr val="bg2"/>
              </a:solidFill>
              <a:highlight>
                <a:srgbClr val="FFFF00"/>
              </a:highlight>
            </a:endParaRPr>
          </a:p>
        </p:txBody>
      </p:sp>
      <p:sp>
        <p:nvSpPr>
          <p:cNvPr id="347" name="Google Shape;1889;p36">
            <a:extLst>
              <a:ext uri="{FF2B5EF4-FFF2-40B4-BE49-F238E27FC236}">
                <a16:creationId xmlns:a16="http://schemas.microsoft.com/office/drawing/2014/main" id="{2AA2FF97-7047-DA67-380B-629995D095CE}"/>
              </a:ext>
            </a:extLst>
          </p:cNvPr>
          <p:cNvSpPr txBox="1"/>
          <p:nvPr/>
        </p:nvSpPr>
        <p:spPr>
          <a:xfrm>
            <a:off x="4541160" y="5606686"/>
            <a:ext cx="1282713"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be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amended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8" name="Google Shape;1889;p36">
            <a:extLst>
              <a:ext uri="{FF2B5EF4-FFF2-40B4-BE49-F238E27FC236}">
                <a16:creationId xmlns:a16="http://schemas.microsoft.com/office/drawing/2014/main" id="{014F175C-1C39-1410-8CCA-2F2693850A66}"/>
              </a:ext>
            </a:extLst>
          </p:cNvPr>
          <p:cNvSpPr txBox="1"/>
          <p:nvPr/>
        </p:nvSpPr>
        <p:spPr>
          <a:xfrm>
            <a:off x="5160352" y="5126696"/>
            <a:ext cx="496612"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be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retrieved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9" name="Google Shape;1889;p36">
            <a:extLst>
              <a:ext uri="{FF2B5EF4-FFF2-40B4-BE49-F238E27FC236}">
                <a16:creationId xmlns:a16="http://schemas.microsoft.com/office/drawing/2014/main" id="{451E5AB8-38E7-9F46-B505-82870D1AF33D}"/>
              </a:ext>
            </a:extLst>
          </p:cNvPr>
          <p:cNvSpPr txBox="1"/>
          <p:nvPr/>
        </p:nvSpPr>
        <p:spPr>
          <a:xfrm>
            <a:off x="6486185" y="4623258"/>
            <a:ext cx="740521"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REFUSED </a:t>
            </a:r>
            <a:r>
              <a:rPr lang="en-GB" sz="900" i="1" dirty="0">
                <a:solidFill>
                  <a:srgbClr val="FF0000"/>
                </a:solidFill>
                <a:sym typeface="Arial"/>
              </a:rPr>
              <a:t>by customer</a:t>
            </a:r>
            <a:endParaRPr lang="en-GB" sz="900" i="1" dirty="0">
              <a:solidFill>
                <a:srgbClr val="FF0000"/>
              </a:solidFill>
            </a:endParaRPr>
          </a:p>
        </p:txBody>
      </p:sp>
      <p:cxnSp>
        <p:nvCxnSpPr>
          <p:cNvPr id="352" name="Connecteur : en angle 351">
            <a:extLst>
              <a:ext uri="{FF2B5EF4-FFF2-40B4-BE49-F238E27FC236}">
                <a16:creationId xmlns:a16="http://schemas.microsoft.com/office/drawing/2014/main" id="{880F3EF1-D4AF-48FB-4989-F4980098A1E8}"/>
              </a:ext>
            </a:extLst>
          </p:cNvPr>
          <p:cNvCxnSpPr>
            <a:cxnSpLocks/>
            <a:stCxn id="349" idx="2"/>
            <a:endCxn id="161" idx="3"/>
          </p:cNvCxnSpPr>
          <p:nvPr/>
        </p:nvCxnSpPr>
        <p:spPr>
          <a:xfrm rot="5400000">
            <a:off x="5466564" y="4126544"/>
            <a:ext cx="598107" cy="2181658"/>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55" name="Google Shape;1889;p36">
            <a:extLst>
              <a:ext uri="{FF2B5EF4-FFF2-40B4-BE49-F238E27FC236}">
                <a16:creationId xmlns:a16="http://schemas.microsoft.com/office/drawing/2014/main" id="{DB6CE113-A2A7-2C9F-1F61-A8DB2B7B6A76}"/>
              </a:ext>
            </a:extLst>
          </p:cNvPr>
          <p:cNvSpPr txBox="1"/>
          <p:nvPr/>
        </p:nvSpPr>
        <p:spPr>
          <a:xfrm>
            <a:off x="-1686810" y="3534676"/>
            <a:ext cx="740521"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REFUSED </a:t>
            </a:r>
            <a:r>
              <a:rPr lang="en-GB" sz="900" i="1" dirty="0">
                <a:solidFill>
                  <a:srgbClr val="FF0000"/>
                </a:solidFill>
                <a:sym typeface="Arial"/>
              </a:rPr>
              <a:t>by customer</a:t>
            </a:r>
            <a:endParaRPr lang="en-GB" sz="900" i="1" dirty="0">
              <a:solidFill>
                <a:srgbClr val="FF0000"/>
              </a:solidFill>
            </a:endParaRPr>
          </a:p>
        </p:txBody>
      </p:sp>
      <p:sp>
        <p:nvSpPr>
          <p:cNvPr id="356" name="Google Shape;1889;p36">
            <a:extLst>
              <a:ext uri="{FF2B5EF4-FFF2-40B4-BE49-F238E27FC236}">
                <a16:creationId xmlns:a16="http://schemas.microsoft.com/office/drawing/2014/main" id="{19AD729F-4853-B39D-3119-92CC49C20F6D}"/>
              </a:ext>
            </a:extLst>
          </p:cNvPr>
          <p:cNvSpPr txBox="1"/>
          <p:nvPr/>
        </p:nvSpPr>
        <p:spPr>
          <a:xfrm>
            <a:off x="-1697198" y="2670988"/>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CONTRACT SUBMITTED </a:t>
            </a:r>
            <a:endParaRPr lang="en-GB" sz="900" dirty="0">
              <a:solidFill>
                <a:srgbClr val="FF0000"/>
              </a:solidFill>
            </a:endParaRPr>
          </a:p>
        </p:txBody>
      </p:sp>
    </p:spTree>
    <p:extLst>
      <p:ext uri="{BB962C8B-B14F-4D97-AF65-F5344CB8AC3E}">
        <p14:creationId xmlns:p14="http://schemas.microsoft.com/office/powerpoint/2010/main" val="257611404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1BFA7-0CF8-8CE0-D033-6F004D27C00A}"/>
            </a:ext>
          </a:extLst>
        </p:cNvPr>
        <p:cNvGrpSpPr/>
        <p:nvPr/>
      </p:nvGrpSpPr>
      <p:grpSpPr>
        <a:xfrm>
          <a:off x="0" y="0"/>
          <a:ext cx="0" cy="0"/>
          <a:chOff x="0" y="0"/>
          <a:chExt cx="0" cy="0"/>
        </a:xfrm>
      </p:grpSpPr>
      <p:sp>
        <p:nvSpPr>
          <p:cNvPr id="21" name="Ellipse 20">
            <a:extLst>
              <a:ext uri="{FF2B5EF4-FFF2-40B4-BE49-F238E27FC236}">
                <a16:creationId xmlns:a16="http://schemas.microsoft.com/office/drawing/2014/main" id="{D42823AE-94AA-F198-EE83-68B149EF0350}"/>
              </a:ext>
            </a:extLst>
          </p:cNvPr>
          <p:cNvSpPr/>
          <p:nvPr/>
        </p:nvSpPr>
        <p:spPr>
          <a:xfrm>
            <a:off x="6906498" y="5432578"/>
            <a:ext cx="179317" cy="158811"/>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4" name="Title 1">
            <a:extLst>
              <a:ext uri="{FF2B5EF4-FFF2-40B4-BE49-F238E27FC236}">
                <a16:creationId xmlns:a16="http://schemas.microsoft.com/office/drawing/2014/main" id="{69E7FAC9-89D3-CE1F-8C29-A5D655FC6198}"/>
              </a:ext>
            </a:extLst>
          </p:cNvPr>
          <p:cNvSpPr txBox="1">
            <a:spLocks/>
          </p:cNvSpPr>
          <p:nvPr/>
        </p:nvSpPr>
        <p:spPr>
          <a:xfrm>
            <a:off x="352813" y="447678"/>
            <a:ext cx="11353800" cy="723850"/>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27" normalizeH="0" baseline="0" noProof="0" dirty="0">
                <a:ln>
                  <a:noFill/>
                </a:ln>
                <a:effectLst/>
                <a:uLnTx/>
                <a:uFillTx/>
                <a:latin typeface="Helvetica 75 Bold"/>
                <a:ea typeface="+mj-ea"/>
                <a:cs typeface="+mj-cs"/>
              </a:rPr>
              <a:t>Quote Object Life-cycle</a:t>
            </a:r>
            <a:endParaRPr lang="en-GB" sz="2400" dirty="0">
              <a:latin typeface="Helvetica 75 Bold"/>
            </a:endParaRPr>
          </a:p>
          <a:p>
            <a:pPr marL="0" marR="0" lvl="0" indent="0" algn="l" defTabSz="1219261" rtl="0" eaLnBrk="1" fontAlgn="auto" latinLnBrk="0" hangingPunct="1">
              <a:lnSpc>
                <a:spcPct val="90000"/>
              </a:lnSpc>
              <a:spcBef>
                <a:spcPct val="0"/>
              </a:spcBef>
              <a:spcAft>
                <a:spcPts val="0"/>
              </a:spcAft>
              <a:buClrTx/>
              <a:buSzTx/>
              <a:buFontTx/>
              <a:buNone/>
              <a:tabLst/>
              <a:defRPr/>
            </a:pPr>
            <a:r>
              <a:rPr lang="en-GB" sz="2400" dirty="0">
                <a:solidFill>
                  <a:schemeClr val="bg1"/>
                </a:solidFill>
                <a:latin typeface="Helvetica 75 Bold"/>
              </a:rPr>
              <a:t>MVP path and MMP path – </a:t>
            </a:r>
            <a:r>
              <a:rPr lang="en-GB" sz="2400" u="sng" dirty="0">
                <a:solidFill>
                  <a:schemeClr val="bg1"/>
                </a:solidFill>
                <a:latin typeface="Helvetica 75 Bold"/>
              </a:rPr>
              <a:t>1 single approval for Quote &amp; Contract </a:t>
            </a:r>
            <a:endParaRPr lang="en-GB" sz="2400" u="sng" dirty="0">
              <a:solidFill>
                <a:schemeClr val="tx1"/>
              </a:solidFill>
              <a:latin typeface="Helvetica 75 Bold"/>
            </a:endParaRPr>
          </a:p>
        </p:txBody>
      </p:sp>
      <p:sp>
        <p:nvSpPr>
          <p:cNvPr id="5" name="Google Shape;1886;p36">
            <a:extLst>
              <a:ext uri="{FF2B5EF4-FFF2-40B4-BE49-F238E27FC236}">
                <a16:creationId xmlns:a16="http://schemas.microsoft.com/office/drawing/2014/main" id="{74ADBAEC-8CB0-998F-39AB-F843A72D37D8}"/>
              </a:ext>
            </a:extLst>
          </p:cNvPr>
          <p:cNvSpPr/>
          <p:nvPr/>
        </p:nvSpPr>
        <p:spPr>
          <a:xfrm>
            <a:off x="429960" y="3749234"/>
            <a:ext cx="193896" cy="213286"/>
          </a:xfrm>
          <a:prstGeom prst="flowChartConnector">
            <a:avLst/>
          </a:prstGeom>
          <a:solidFill>
            <a:schemeClr val="accent3">
              <a:lumMod val="60000"/>
              <a:lumOff val="40000"/>
            </a:schemeClr>
          </a:solidFill>
          <a:ln w="25400" cap="flat" cmpd="sng">
            <a:solidFill>
              <a:schemeClr val="accent3">
                <a:lumMod val="40000"/>
                <a:lumOff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 name="Google Shape;1889;p36">
            <a:extLst>
              <a:ext uri="{FF2B5EF4-FFF2-40B4-BE49-F238E27FC236}">
                <a16:creationId xmlns:a16="http://schemas.microsoft.com/office/drawing/2014/main" id="{412B36A0-EE67-ABAB-2C21-110EB44E0E3B}"/>
              </a:ext>
            </a:extLst>
          </p:cNvPr>
          <p:cNvSpPr txBox="1"/>
          <p:nvPr/>
        </p:nvSpPr>
        <p:spPr>
          <a:xfrm>
            <a:off x="1078885" y="3708346"/>
            <a:ext cx="602599"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FF0000"/>
                </a:solidFill>
                <a:effectLst/>
                <a:uLnTx/>
                <a:uFillTx/>
                <a:latin typeface="Helvetica 75 Bold"/>
                <a:ea typeface="Arial"/>
                <a:cs typeface="Arial"/>
                <a:sym typeface="Arial"/>
              </a:rPr>
              <a:t>DRAFT</a:t>
            </a:r>
            <a:endParaRPr kumimoji="0" lang="en-GB" sz="1200" b="1" i="0" u="none" strike="noStrike" kern="1200" cap="none" spc="0" normalizeH="0" baseline="0" noProof="0">
              <a:ln>
                <a:noFill/>
              </a:ln>
              <a:solidFill>
                <a:srgbClr val="FF0000"/>
              </a:solidFill>
              <a:effectLst/>
              <a:uLnTx/>
              <a:uFillTx/>
              <a:latin typeface="Helvetica 75 Bold"/>
              <a:ea typeface="+mn-ea"/>
              <a:cs typeface="+mn-cs"/>
            </a:endParaRPr>
          </a:p>
        </p:txBody>
      </p:sp>
      <p:sp>
        <p:nvSpPr>
          <p:cNvPr id="9" name="Google Shape;1884;p36">
            <a:extLst>
              <a:ext uri="{FF2B5EF4-FFF2-40B4-BE49-F238E27FC236}">
                <a16:creationId xmlns:a16="http://schemas.microsoft.com/office/drawing/2014/main" id="{37190FFE-C8E2-D491-DE44-1624AE934410}"/>
              </a:ext>
            </a:extLst>
          </p:cNvPr>
          <p:cNvSpPr/>
          <p:nvPr/>
        </p:nvSpPr>
        <p:spPr>
          <a:xfrm>
            <a:off x="2136513" y="3684126"/>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dirty="0">
                <a:solidFill>
                  <a:srgbClr val="000000"/>
                </a:solidFill>
                <a:latin typeface="Helvetica 55 Roman" panose="020B0604020202020204" pitchFamily="34" charset="0"/>
                <a:cs typeface="Arial"/>
                <a:sym typeface="Arial"/>
              </a:rPr>
              <a:t>Population </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sp>
        <p:nvSpPr>
          <p:cNvPr id="84" name="Rectangle 83">
            <a:extLst>
              <a:ext uri="{FF2B5EF4-FFF2-40B4-BE49-F238E27FC236}">
                <a16:creationId xmlns:a16="http://schemas.microsoft.com/office/drawing/2014/main" id="{0483164C-1EDD-0329-5694-605999BF7591}"/>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000000"/>
                </a:solidFill>
              </a:rPr>
              <a:t>DRAFT</a:t>
            </a:r>
          </a:p>
        </p:txBody>
      </p:sp>
      <p:sp>
        <p:nvSpPr>
          <p:cNvPr id="31" name="Google Shape;1889;p36">
            <a:extLst>
              <a:ext uri="{FF2B5EF4-FFF2-40B4-BE49-F238E27FC236}">
                <a16:creationId xmlns:a16="http://schemas.microsoft.com/office/drawing/2014/main" id="{83B6773C-B892-DDB8-503F-6F7B4A973E65}"/>
              </a:ext>
            </a:extLst>
          </p:cNvPr>
          <p:cNvSpPr txBox="1"/>
          <p:nvPr/>
        </p:nvSpPr>
        <p:spPr>
          <a:xfrm>
            <a:off x="3228945" y="3708346"/>
            <a:ext cx="802061"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IN PROGRESS</a:t>
            </a:r>
            <a:endParaRPr lang="en-GB" sz="900" dirty="0">
              <a:solidFill>
                <a:srgbClr val="FF0000"/>
              </a:solidFill>
            </a:endParaRPr>
          </a:p>
        </p:txBody>
      </p:sp>
      <p:sp>
        <p:nvSpPr>
          <p:cNvPr id="39" name="Google Shape;1889;p36">
            <a:extLst>
              <a:ext uri="{FF2B5EF4-FFF2-40B4-BE49-F238E27FC236}">
                <a16:creationId xmlns:a16="http://schemas.microsoft.com/office/drawing/2014/main" id="{22FA0EE6-6641-273E-A494-2C76DF5071E2}"/>
              </a:ext>
            </a:extLst>
          </p:cNvPr>
          <p:cNvSpPr txBox="1"/>
          <p:nvPr/>
        </p:nvSpPr>
        <p:spPr>
          <a:xfrm>
            <a:off x="5575583" y="3708346"/>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READY </a:t>
            </a:r>
            <a:endParaRPr lang="en-GB" sz="900" dirty="0">
              <a:solidFill>
                <a:srgbClr val="FF0000"/>
              </a:solidFill>
            </a:endParaRPr>
          </a:p>
        </p:txBody>
      </p:sp>
      <p:sp>
        <p:nvSpPr>
          <p:cNvPr id="40" name="Google Shape;1889;p36">
            <a:extLst>
              <a:ext uri="{FF2B5EF4-FFF2-40B4-BE49-F238E27FC236}">
                <a16:creationId xmlns:a16="http://schemas.microsoft.com/office/drawing/2014/main" id="{86E7C1EE-CDB9-F529-83B2-1F11E7D43266}"/>
              </a:ext>
            </a:extLst>
          </p:cNvPr>
          <p:cNvSpPr txBox="1"/>
          <p:nvPr/>
        </p:nvSpPr>
        <p:spPr>
          <a:xfrm>
            <a:off x="7852190" y="3708346"/>
            <a:ext cx="729146"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SUBMITTED </a:t>
            </a:r>
            <a:r>
              <a:rPr lang="en-GB" sz="900" i="1" dirty="0">
                <a:solidFill>
                  <a:srgbClr val="FF0000"/>
                </a:solidFill>
                <a:sym typeface="Arial"/>
              </a:rPr>
              <a:t>to customer </a:t>
            </a:r>
            <a:endParaRPr lang="en-GB" sz="900" i="1" dirty="0">
              <a:solidFill>
                <a:srgbClr val="FF0000"/>
              </a:solidFill>
            </a:endParaRPr>
          </a:p>
        </p:txBody>
      </p:sp>
      <p:sp>
        <p:nvSpPr>
          <p:cNvPr id="46" name="Google Shape;1889;p36">
            <a:extLst>
              <a:ext uri="{FF2B5EF4-FFF2-40B4-BE49-F238E27FC236}">
                <a16:creationId xmlns:a16="http://schemas.microsoft.com/office/drawing/2014/main" id="{3EAF7DA9-C3FF-1A1E-11FE-31767977EA43}"/>
              </a:ext>
            </a:extLst>
          </p:cNvPr>
          <p:cNvSpPr txBox="1"/>
          <p:nvPr/>
        </p:nvSpPr>
        <p:spPr>
          <a:xfrm>
            <a:off x="10132809" y="3706427"/>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CLOSED WON</a:t>
            </a:r>
            <a:endParaRPr lang="en-GB" sz="900" dirty="0">
              <a:solidFill>
                <a:srgbClr val="FF0000"/>
              </a:solidFill>
            </a:endParaRPr>
          </a:p>
        </p:txBody>
      </p:sp>
      <p:sp>
        <p:nvSpPr>
          <p:cNvPr id="48" name="Google Shape;1884;p36">
            <a:extLst>
              <a:ext uri="{FF2B5EF4-FFF2-40B4-BE49-F238E27FC236}">
                <a16:creationId xmlns:a16="http://schemas.microsoft.com/office/drawing/2014/main" id="{B13F7D18-56D6-4681-D85A-ACF86A74882D}"/>
              </a:ext>
            </a:extLst>
          </p:cNvPr>
          <p:cNvSpPr/>
          <p:nvPr/>
        </p:nvSpPr>
        <p:spPr>
          <a:xfrm>
            <a:off x="6759758" y="3684126"/>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Generation</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sp>
        <p:nvSpPr>
          <p:cNvPr id="54" name="Google Shape;1886;p36">
            <a:extLst>
              <a:ext uri="{FF2B5EF4-FFF2-40B4-BE49-F238E27FC236}">
                <a16:creationId xmlns:a16="http://schemas.microsoft.com/office/drawing/2014/main" id="{9F4A008E-CAC8-B604-FD4D-E44CEC96ED75}"/>
              </a:ext>
            </a:extLst>
          </p:cNvPr>
          <p:cNvSpPr/>
          <p:nvPr/>
        </p:nvSpPr>
        <p:spPr>
          <a:xfrm>
            <a:off x="11377895" y="3745215"/>
            <a:ext cx="234615" cy="217486"/>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grpSp>
        <p:nvGrpSpPr>
          <p:cNvPr id="61" name="Groupe 60">
            <a:extLst>
              <a:ext uri="{FF2B5EF4-FFF2-40B4-BE49-F238E27FC236}">
                <a16:creationId xmlns:a16="http://schemas.microsoft.com/office/drawing/2014/main" id="{E57F46F1-F1F7-E50E-196A-067F0FC5DFB0}"/>
              </a:ext>
            </a:extLst>
          </p:cNvPr>
          <p:cNvGrpSpPr/>
          <p:nvPr/>
        </p:nvGrpSpPr>
        <p:grpSpPr>
          <a:xfrm>
            <a:off x="9036365" y="3604416"/>
            <a:ext cx="634519" cy="502922"/>
            <a:chOff x="6415891" y="3124733"/>
            <a:chExt cx="767768" cy="608535"/>
          </a:xfrm>
        </p:grpSpPr>
        <p:sp>
          <p:nvSpPr>
            <p:cNvPr id="49" name="Google Shape;1884;p36">
              <a:extLst>
                <a:ext uri="{FF2B5EF4-FFF2-40B4-BE49-F238E27FC236}">
                  <a16:creationId xmlns:a16="http://schemas.microsoft.com/office/drawing/2014/main" id="{4457B6FE-1ED6-3EFB-6E2A-41613620D8E8}"/>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60" name="ZoneTexte 59">
              <a:extLst>
                <a:ext uri="{FF2B5EF4-FFF2-40B4-BE49-F238E27FC236}">
                  <a16:creationId xmlns:a16="http://schemas.microsoft.com/office/drawing/2014/main" id="{79071A9C-C3E4-75BB-5D76-0935A730EC00}"/>
                </a:ext>
              </a:extLst>
            </p:cNvPr>
            <p:cNvSpPr txBox="1"/>
            <p:nvPr/>
          </p:nvSpPr>
          <p:spPr>
            <a:xfrm>
              <a:off x="6472822" y="3297422"/>
              <a:ext cx="653905" cy="215444"/>
            </a:xfrm>
            <a:prstGeom prst="rect">
              <a:avLst/>
            </a:prstGeom>
          </p:spPr>
          <p:txBody>
            <a:bodyPr wrap="square" lIns="0" tIns="0" rIns="0" bIns="0" rtlCol="0">
              <a:spAutoFit/>
            </a:bodyPr>
            <a:lstStyle/>
            <a:p>
              <a:pPr algn="ctr"/>
              <a:r>
                <a:rPr lang="fr-FR" sz="700" b="1" dirty="0"/>
                <a:t>Customer </a:t>
              </a:r>
            </a:p>
            <a:p>
              <a:pPr algn="ctr"/>
              <a:r>
                <a:rPr lang="fr-FR" sz="700" b="1" dirty="0"/>
                <a:t>Validation </a:t>
              </a:r>
              <a:endParaRPr lang="en-US" sz="700" b="1" dirty="0" err="1"/>
            </a:p>
          </p:txBody>
        </p:sp>
      </p:grpSp>
      <p:cxnSp>
        <p:nvCxnSpPr>
          <p:cNvPr id="68" name="Connecteur droit avec flèche 67">
            <a:extLst>
              <a:ext uri="{FF2B5EF4-FFF2-40B4-BE49-F238E27FC236}">
                <a16:creationId xmlns:a16="http://schemas.microsoft.com/office/drawing/2014/main" id="{CD184576-8B17-F525-3B1E-D650A6148274}"/>
              </a:ext>
            </a:extLst>
          </p:cNvPr>
          <p:cNvCxnSpPr>
            <a:cxnSpLocks/>
            <a:stCxn id="11" idx="3"/>
            <a:endCxn id="9" idx="1"/>
          </p:cNvCxnSpPr>
          <p:nvPr/>
        </p:nvCxnSpPr>
        <p:spPr>
          <a:xfrm>
            <a:off x="1681484"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2275CEAC-8867-B4A2-C395-C8DF33B8CD9B}"/>
              </a:ext>
            </a:extLst>
          </p:cNvPr>
          <p:cNvCxnSpPr>
            <a:cxnSpLocks/>
            <a:stCxn id="9" idx="3"/>
            <a:endCxn id="31" idx="1"/>
          </p:cNvCxnSpPr>
          <p:nvPr/>
        </p:nvCxnSpPr>
        <p:spPr>
          <a:xfrm>
            <a:off x="2773916"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Connecteur droit avec flèche 74">
            <a:extLst>
              <a:ext uri="{FF2B5EF4-FFF2-40B4-BE49-F238E27FC236}">
                <a16:creationId xmlns:a16="http://schemas.microsoft.com/office/drawing/2014/main" id="{38FC6705-33FA-79EF-E30C-10FC9F8E601F}"/>
              </a:ext>
            </a:extLst>
          </p:cNvPr>
          <p:cNvCxnSpPr>
            <a:cxnSpLocks/>
            <a:stCxn id="31" idx="3"/>
            <a:endCxn id="141" idx="1"/>
          </p:cNvCxnSpPr>
          <p:nvPr/>
        </p:nvCxnSpPr>
        <p:spPr>
          <a:xfrm flipV="1">
            <a:off x="4031006" y="3855876"/>
            <a:ext cx="455029"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5851ED78-CA33-D7EE-4ABC-AB650CC752EB}"/>
              </a:ext>
            </a:extLst>
          </p:cNvPr>
          <p:cNvCxnSpPr>
            <a:cxnSpLocks/>
            <a:stCxn id="141" idx="3"/>
            <a:endCxn id="39" idx="1"/>
          </p:cNvCxnSpPr>
          <p:nvPr/>
        </p:nvCxnSpPr>
        <p:spPr>
          <a:xfrm>
            <a:off x="5120554" y="3855876"/>
            <a:ext cx="455029"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A522AEF3-06C0-0BBF-0DA4-391BB2319B86}"/>
              </a:ext>
            </a:extLst>
          </p:cNvPr>
          <p:cNvCxnSpPr>
            <a:cxnSpLocks/>
            <a:stCxn id="39" idx="3"/>
            <a:endCxn id="48" idx="1"/>
          </p:cNvCxnSpPr>
          <p:nvPr/>
        </p:nvCxnSpPr>
        <p:spPr>
          <a:xfrm>
            <a:off x="6304729"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3" name="Connecteur droit avec flèche 92">
            <a:extLst>
              <a:ext uri="{FF2B5EF4-FFF2-40B4-BE49-F238E27FC236}">
                <a16:creationId xmlns:a16="http://schemas.microsoft.com/office/drawing/2014/main" id="{86B77C42-762C-6351-DC43-E19942D16E98}"/>
              </a:ext>
            </a:extLst>
          </p:cNvPr>
          <p:cNvCxnSpPr>
            <a:cxnSpLocks/>
            <a:stCxn id="48" idx="3"/>
            <a:endCxn id="40" idx="1"/>
          </p:cNvCxnSpPr>
          <p:nvPr/>
        </p:nvCxnSpPr>
        <p:spPr>
          <a:xfrm>
            <a:off x="7397161"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6" name="Connecteur droit avec flèche 95">
            <a:extLst>
              <a:ext uri="{FF2B5EF4-FFF2-40B4-BE49-F238E27FC236}">
                <a16:creationId xmlns:a16="http://schemas.microsoft.com/office/drawing/2014/main" id="{5CF0D092-96FA-4280-542F-8039FAA10BB7}"/>
              </a:ext>
            </a:extLst>
          </p:cNvPr>
          <p:cNvCxnSpPr>
            <a:cxnSpLocks/>
            <a:stCxn id="40" idx="3"/>
            <a:endCxn id="49" idx="1"/>
          </p:cNvCxnSpPr>
          <p:nvPr/>
        </p:nvCxnSpPr>
        <p:spPr>
          <a:xfrm>
            <a:off x="8581336"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E9FBDA47-47F0-13CD-8385-D3F50C1F21A2}"/>
              </a:ext>
            </a:extLst>
          </p:cNvPr>
          <p:cNvCxnSpPr>
            <a:cxnSpLocks/>
            <a:stCxn id="49" idx="3"/>
            <a:endCxn id="46" idx="1"/>
          </p:cNvCxnSpPr>
          <p:nvPr/>
        </p:nvCxnSpPr>
        <p:spPr>
          <a:xfrm flipV="1">
            <a:off x="9670884" y="3853958"/>
            <a:ext cx="461925" cy="19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99D9C401-4178-7A2C-8728-876983FC7BE4}"/>
              </a:ext>
            </a:extLst>
          </p:cNvPr>
          <p:cNvCxnSpPr>
            <a:cxnSpLocks/>
            <a:stCxn id="46" idx="3"/>
            <a:endCxn id="54" idx="2"/>
          </p:cNvCxnSpPr>
          <p:nvPr/>
        </p:nvCxnSpPr>
        <p:spPr>
          <a:xfrm>
            <a:off x="10929764" y="3853958"/>
            <a:ext cx="44813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0" name="Connecteur droit avec flèche 119">
            <a:extLst>
              <a:ext uri="{FF2B5EF4-FFF2-40B4-BE49-F238E27FC236}">
                <a16:creationId xmlns:a16="http://schemas.microsoft.com/office/drawing/2014/main" id="{851A3550-41AE-A726-7920-5B8F2622E0B2}"/>
              </a:ext>
            </a:extLst>
          </p:cNvPr>
          <p:cNvCxnSpPr>
            <a:cxnSpLocks/>
            <a:stCxn id="5" idx="6"/>
            <a:endCxn id="11" idx="1"/>
          </p:cNvCxnSpPr>
          <p:nvPr/>
        </p:nvCxnSpPr>
        <p:spPr>
          <a:xfrm>
            <a:off x="623856" y="3855877"/>
            <a:ext cx="45502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8" name="ZoneTexte 137">
            <a:extLst>
              <a:ext uri="{FF2B5EF4-FFF2-40B4-BE49-F238E27FC236}">
                <a16:creationId xmlns:a16="http://schemas.microsoft.com/office/drawing/2014/main" id="{7CED235C-5359-19C1-D24C-B0DE238B9E0F}"/>
              </a:ext>
            </a:extLst>
          </p:cNvPr>
          <p:cNvSpPr txBox="1"/>
          <p:nvPr/>
        </p:nvSpPr>
        <p:spPr>
          <a:xfrm>
            <a:off x="-1578768" y="4748667"/>
            <a:ext cx="1194619" cy="246221"/>
          </a:xfrm>
          <a:prstGeom prst="rect">
            <a:avLst/>
          </a:prstGeom>
        </p:spPr>
        <p:txBody>
          <a:bodyPr wrap="square" lIns="0" tIns="0" rIns="0" bIns="0" rtlCol="0">
            <a:spAutoFit/>
          </a:bodyPr>
          <a:lstStyle/>
          <a:p>
            <a:r>
              <a:rPr lang="fr-FR" sz="800" dirty="0" err="1"/>
              <a:t>Eligibility</a:t>
            </a:r>
            <a:r>
              <a:rPr lang="fr-FR" sz="800" dirty="0"/>
              <a:t> check, </a:t>
            </a:r>
            <a:r>
              <a:rPr lang="fr-FR" sz="800" dirty="0" err="1"/>
              <a:t>validity</a:t>
            </a:r>
            <a:r>
              <a:rPr lang="fr-FR" sz="800" dirty="0"/>
              <a:t> check…</a:t>
            </a:r>
            <a:endParaRPr lang="en-US" sz="800" dirty="0" err="1"/>
          </a:p>
        </p:txBody>
      </p:sp>
      <p:grpSp>
        <p:nvGrpSpPr>
          <p:cNvPr id="139" name="Groupe 138">
            <a:extLst>
              <a:ext uri="{FF2B5EF4-FFF2-40B4-BE49-F238E27FC236}">
                <a16:creationId xmlns:a16="http://schemas.microsoft.com/office/drawing/2014/main" id="{1123C1BB-B109-ED7B-2674-36BA27E6064F}"/>
              </a:ext>
            </a:extLst>
          </p:cNvPr>
          <p:cNvGrpSpPr/>
          <p:nvPr/>
        </p:nvGrpSpPr>
        <p:grpSpPr>
          <a:xfrm>
            <a:off x="4486035" y="3604415"/>
            <a:ext cx="634519" cy="502922"/>
            <a:chOff x="6415891" y="3124733"/>
            <a:chExt cx="767768" cy="608535"/>
          </a:xfrm>
        </p:grpSpPr>
        <p:sp>
          <p:nvSpPr>
            <p:cNvPr id="141" name="Google Shape;1884;p36">
              <a:extLst>
                <a:ext uri="{FF2B5EF4-FFF2-40B4-BE49-F238E27FC236}">
                  <a16:creationId xmlns:a16="http://schemas.microsoft.com/office/drawing/2014/main" id="{07BC677E-3507-D255-8AA9-C9B65134E929}"/>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142" name="ZoneTexte 141">
              <a:extLst>
                <a:ext uri="{FF2B5EF4-FFF2-40B4-BE49-F238E27FC236}">
                  <a16:creationId xmlns:a16="http://schemas.microsoft.com/office/drawing/2014/main" id="{5FA22DEF-1369-CED5-BCDC-19F064B29DF2}"/>
                </a:ext>
              </a:extLst>
            </p:cNvPr>
            <p:cNvSpPr txBox="1"/>
            <p:nvPr/>
          </p:nvSpPr>
          <p:spPr>
            <a:xfrm>
              <a:off x="6472822" y="3279577"/>
              <a:ext cx="653905" cy="260687"/>
            </a:xfrm>
            <a:prstGeom prst="rect">
              <a:avLst/>
            </a:prstGeom>
          </p:spPr>
          <p:txBody>
            <a:bodyPr wrap="square" lIns="0" tIns="0" rIns="0" bIns="0" rtlCol="0">
              <a:spAutoFit/>
            </a:bodyPr>
            <a:lstStyle/>
            <a:p>
              <a:pPr algn="ctr"/>
              <a:r>
                <a:rPr lang="fr-FR" sz="700" b="1" dirty="0" err="1"/>
                <a:t>Quote</a:t>
              </a:r>
              <a:r>
                <a:rPr lang="fr-FR" sz="700" b="1" dirty="0"/>
                <a:t>  </a:t>
              </a:r>
            </a:p>
            <a:p>
              <a:pPr algn="ctr"/>
              <a:r>
                <a:rPr lang="fr-FR" sz="700" b="1" dirty="0" err="1"/>
                <a:t>Verification</a:t>
              </a:r>
              <a:r>
                <a:rPr lang="fr-FR" sz="700" b="1" dirty="0"/>
                <a:t> </a:t>
              </a:r>
              <a:endParaRPr lang="en-US" sz="700" b="1" dirty="0" err="1"/>
            </a:p>
          </p:txBody>
        </p:sp>
      </p:grpSp>
      <p:sp>
        <p:nvSpPr>
          <p:cNvPr id="145" name="ZoneTexte 144">
            <a:extLst>
              <a:ext uri="{FF2B5EF4-FFF2-40B4-BE49-F238E27FC236}">
                <a16:creationId xmlns:a16="http://schemas.microsoft.com/office/drawing/2014/main" id="{9AE01F48-E1D7-755E-E380-0C9A67033CA4}"/>
              </a:ext>
            </a:extLst>
          </p:cNvPr>
          <p:cNvSpPr txBox="1"/>
          <p:nvPr/>
        </p:nvSpPr>
        <p:spPr>
          <a:xfrm>
            <a:off x="4029746" y="3935295"/>
            <a:ext cx="259013" cy="123111"/>
          </a:xfrm>
          <a:prstGeom prst="rect">
            <a:avLst/>
          </a:prstGeom>
        </p:spPr>
        <p:txBody>
          <a:bodyPr wrap="square" lIns="0" tIns="0" rIns="0" bIns="0" rtlCol="0">
            <a:spAutoFit/>
          </a:bodyPr>
          <a:lstStyle/>
          <a:p>
            <a:r>
              <a:rPr lang="en-US" sz="800" b="1" dirty="0">
                <a:solidFill>
                  <a:schemeClr val="bg1"/>
                </a:solidFill>
                <a:latin typeface="Helvetica 55 Roman" panose="020B0604020202020204" pitchFamily="34" charset="0"/>
              </a:rPr>
              <a:t>YES </a:t>
            </a:r>
          </a:p>
        </p:txBody>
      </p:sp>
      <p:cxnSp>
        <p:nvCxnSpPr>
          <p:cNvPr id="148" name="Connecteur : en angle 147">
            <a:extLst>
              <a:ext uri="{FF2B5EF4-FFF2-40B4-BE49-F238E27FC236}">
                <a16:creationId xmlns:a16="http://schemas.microsoft.com/office/drawing/2014/main" id="{7DCF3802-1E6A-C398-8CA1-867CF28D180C}"/>
              </a:ext>
            </a:extLst>
          </p:cNvPr>
          <p:cNvCxnSpPr>
            <a:cxnSpLocks/>
            <a:stCxn id="161" idx="2"/>
            <a:endCxn id="240" idx="1"/>
          </p:cNvCxnSpPr>
          <p:nvPr/>
        </p:nvCxnSpPr>
        <p:spPr>
          <a:xfrm rot="16200000" flipH="1">
            <a:off x="7350845" y="3220485"/>
            <a:ext cx="232643" cy="5331286"/>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52" name="Connecteur : en angle 151">
            <a:extLst>
              <a:ext uri="{FF2B5EF4-FFF2-40B4-BE49-F238E27FC236}">
                <a16:creationId xmlns:a16="http://schemas.microsoft.com/office/drawing/2014/main" id="{FA8C82BB-0018-F5C9-E7E0-C1E8217FF80D}"/>
              </a:ext>
            </a:extLst>
          </p:cNvPr>
          <p:cNvCxnSpPr>
            <a:cxnSpLocks/>
            <a:stCxn id="141" idx="2"/>
            <a:endCxn id="161" idx="0"/>
          </p:cNvCxnSpPr>
          <p:nvPr/>
        </p:nvCxnSpPr>
        <p:spPr>
          <a:xfrm rot="5400000">
            <a:off x="4222635" y="4686225"/>
            <a:ext cx="1159548" cy="1772"/>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55" name="ZoneTexte 154">
            <a:extLst>
              <a:ext uri="{FF2B5EF4-FFF2-40B4-BE49-F238E27FC236}">
                <a16:creationId xmlns:a16="http://schemas.microsoft.com/office/drawing/2014/main" id="{2074C2A4-EB4C-63A3-C0FD-4EAAE4B1A662}"/>
              </a:ext>
            </a:extLst>
          </p:cNvPr>
          <p:cNvSpPr txBox="1"/>
          <p:nvPr/>
        </p:nvSpPr>
        <p:spPr>
          <a:xfrm>
            <a:off x="3699319" y="4224120"/>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NO  </a:t>
            </a:r>
          </a:p>
        </p:txBody>
      </p:sp>
      <p:grpSp>
        <p:nvGrpSpPr>
          <p:cNvPr id="160" name="Groupe 159">
            <a:extLst>
              <a:ext uri="{FF2B5EF4-FFF2-40B4-BE49-F238E27FC236}">
                <a16:creationId xmlns:a16="http://schemas.microsoft.com/office/drawing/2014/main" id="{80A1EB2E-A94F-55B7-36CE-B5D3DFFC701A}"/>
              </a:ext>
            </a:extLst>
          </p:cNvPr>
          <p:cNvGrpSpPr/>
          <p:nvPr/>
        </p:nvGrpSpPr>
        <p:grpSpPr>
          <a:xfrm>
            <a:off x="4484263" y="5266885"/>
            <a:ext cx="634519" cy="502922"/>
            <a:chOff x="6415891" y="3124733"/>
            <a:chExt cx="767768" cy="608535"/>
          </a:xfrm>
        </p:grpSpPr>
        <p:sp>
          <p:nvSpPr>
            <p:cNvPr id="161" name="Google Shape;1884;p36">
              <a:extLst>
                <a:ext uri="{FF2B5EF4-FFF2-40B4-BE49-F238E27FC236}">
                  <a16:creationId xmlns:a16="http://schemas.microsoft.com/office/drawing/2014/main" id="{B1675F35-3B10-CDB1-4F28-24C6E84AB450}"/>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163" name="ZoneTexte 162">
              <a:extLst>
                <a:ext uri="{FF2B5EF4-FFF2-40B4-BE49-F238E27FC236}">
                  <a16:creationId xmlns:a16="http://schemas.microsoft.com/office/drawing/2014/main" id="{D87529C4-EBFA-F90C-E2D8-E5722FB5AAAA}"/>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sp>
        <p:nvSpPr>
          <p:cNvPr id="175" name="ZoneTexte 174">
            <a:extLst>
              <a:ext uri="{FF2B5EF4-FFF2-40B4-BE49-F238E27FC236}">
                <a16:creationId xmlns:a16="http://schemas.microsoft.com/office/drawing/2014/main" id="{D9611DE7-B41D-07A8-9556-8A6B18B5157A}"/>
              </a:ext>
            </a:extLst>
          </p:cNvPr>
          <p:cNvSpPr txBox="1"/>
          <p:nvPr/>
        </p:nvSpPr>
        <p:spPr>
          <a:xfrm>
            <a:off x="5118782" y="5967405"/>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cxnSp>
        <p:nvCxnSpPr>
          <p:cNvPr id="206" name="Connecteur : en angle 205">
            <a:extLst>
              <a:ext uri="{FF2B5EF4-FFF2-40B4-BE49-F238E27FC236}">
                <a16:creationId xmlns:a16="http://schemas.microsoft.com/office/drawing/2014/main" id="{D620D5E0-4BCD-7016-7320-110D7EB20532}"/>
              </a:ext>
            </a:extLst>
          </p:cNvPr>
          <p:cNvCxnSpPr>
            <a:cxnSpLocks/>
            <a:stCxn id="161" idx="1"/>
            <a:endCxn id="31" idx="2"/>
          </p:cNvCxnSpPr>
          <p:nvPr/>
        </p:nvCxnSpPr>
        <p:spPr>
          <a:xfrm rot="10800000">
            <a:off x="3629977" y="4003408"/>
            <a:ext cx="854287" cy="151493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grpSp>
        <p:nvGrpSpPr>
          <p:cNvPr id="214" name="Groupe 213">
            <a:extLst>
              <a:ext uri="{FF2B5EF4-FFF2-40B4-BE49-F238E27FC236}">
                <a16:creationId xmlns:a16="http://schemas.microsoft.com/office/drawing/2014/main" id="{B53F9C00-863C-4C4D-2683-8AADDF70FB74}"/>
              </a:ext>
            </a:extLst>
          </p:cNvPr>
          <p:cNvGrpSpPr/>
          <p:nvPr/>
        </p:nvGrpSpPr>
        <p:grpSpPr>
          <a:xfrm>
            <a:off x="-1636452" y="5092169"/>
            <a:ext cx="634519" cy="502922"/>
            <a:chOff x="6415891" y="3124733"/>
            <a:chExt cx="767768" cy="608535"/>
          </a:xfrm>
        </p:grpSpPr>
        <p:sp>
          <p:nvSpPr>
            <p:cNvPr id="218" name="Google Shape;1884;p36">
              <a:extLst>
                <a:ext uri="{FF2B5EF4-FFF2-40B4-BE49-F238E27FC236}">
                  <a16:creationId xmlns:a16="http://schemas.microsoft.com/office/drawing/2014/main" id="{4DBE1C1B-F00C-955A-3972-944F77A204E2}"/>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19" name="ZoneTexte 218">
              <a:extLst>
                <a:ext uri="{FF2B5EF4-FFF2-40B4-BE49-F238E27FC236}">
                  <a16:creationId xmlns:a16="http://schemas.microsoft.com/office/drawing/2014/main" id="{159DB903-6BF5-ADD1-BFFE-DCBD4D4EBD20}"/>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sp>
        <p:nvSpPr>
          <p:cNvPr id="221" name="ZoneTexte 220">
            <a:extLst>
              <a:ext uri="{FF2B5EF4-FFF2-40B4-BE49-F238E27FC236}">
                <a16:creationId xmlns:a16="http://schemas.microsoft.com/office/drawing/2014/main" id="{F6408DC3-E287-45E6-02DD-8072891DF256}"/>
              </a:ext>
            </a:extLst>
          </p:cNvPr>
          <p:cNvSpPr txBox="1"/>
          <p:nvPr/>
        </p:nvSpPr>
        <p:spPr>
          <a:xfrm>
            <a:off x="-1578768" y="5630816"/>
            <a:ext cx="1194619" cy="369332"/>
          </a:xfrm>
          <a:prstGeom prst="rect">
            <a:avLst/>
          </a:prstGeom>
        </p:spPr>
        <p:txBody>
          <a:bodyPr wrap="square" lIns="0" tIns="0" rIns="0" bIns="0" rtlCol="0">
            <a:spAutoFit/>
          </a:bodyPr>
          <a:lstStyle/>
          <a:p>
            <a:r>
              <a:rPr lang="fr-FR" sz="800" dirty="0"/>
              <a:t>MACD in </a:t>
            </a:r>
            <a:r>
              <a:rPr lang="fr-FR" sz="800" dirty="0" err="1"/>
              <a:t>quote</a:t>
            </a:r>
            <a:endParaRPr lang="fr-FR" sz="800" dirty="0"/>
          </a:p>
          <a:p>
            <a:r>
              <a:rPr lang="fr-FR" sz="800" dirty="0"/>
              <a:t>OR: </a:t>
            </a:r>
            <a:r>
              <a:rPr lang="fr-FR" sz="800" dirty="0" err="1"/>
              <a:t>retrieve</a:t>
            </a:r>
            <a:r>
              <a:rPr lang="fr-FR" sz="800" dirty="0"/>
              <a:t> </a:t>
            </a:r>
            <a:r>
              <a:rPr lang="fr-FR" sz="800" dirty="0" err="1"/>
              <a:t>saved</a:t>
            </a:r>
            <a:r>
              <a:rPr lang="fr-FR" sz="800" dirty="0"/>
              <a:t> for </a:t>
            </a:r>
            <a:r>
              <a:rPr lang="fr-FR" sz="800" dirty="0" err="1"/>
              <a:t>later</a:t>
            </a:r>
            <a:r>
              <a:rPr lang="fr-FR" sz="800" dirty="0"/>
              <a:t> </a:t>
            </a:r>
            <a:r>
              <a:rPr lang="fr-FR" sz="800" dirty="0" err="1"/>
              <a:t>quote</a:t>
            </a:r>
            <a:r>
              <a:rPr lang="fr-FR" sz="800" dirty="0"/>
              <a:t>  </a:t>
            </a:r>
            <a:endParaRPr lang="en-US" sz="800" dirty="0" err="1"/>
          </a:p>
        </p:txBody>
      </p:sp>
      <p:grpSp>
        <p:nvGrpSpPr>
          <p:cNvPr id="230" name="Groupe 229">
            <a:extLst>
              <a:ext uri="{FF2B5EF4-FFF2-40B4-BE49-F238E27FC236}">
                <a16:creationId xmlns:a16="http://schemas.microsoft.com/office/drawing/2014/main" id="{07DD88A1-132E-A786-3EB4-76708E7D5173}"/>
              </a:ext>
            </a:extLst>
          </p:cNvPr>
          <p:cNvGrpSpPr/>
          <p:nvPr/>
        </p:nvGrpSpPr>
        <p:grpSpPr>
          <a:xfrm>
            <a:off x="-1637051" y="4070807"/>
            <a:ext cx="634519" cy="502922"/>
            <a:chOff x="6415891" y="3124733"/>
            <a:chExt cx="767768" cy="608535"/>
          </a:xfrm>
        </p:grpSpPr>
        <p:sp>
          <p:nvSpPr>
            <p:cNvPr id="231" name="Google Shape;1884;p36">
              <a:extLst>
                <a:ext uri="{FF2B5EF4-FFF2-40B4-BE49-F238E27FC236}">
                  <a16:creationId xmlns:a16="http://schemas.microsoft.com/office/drawing/2014/main" id="{2C7582B7-68D0-2EC7-8166-C74BFF39746B}"/>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33" name="ZoneTexte 232">
              <a:extLst>
                <a:ext uri="{FF2B5EF4-FFF2-40B4-BE49-F238E27FC236}">
                  <a16:creationId xmlns:a16="http://schemas.microsoft.com/office/drawing/2014/main" id="{6D014A5A-49DA-21E8-406F-679351208272}"/>
                </a:ext>
              </a:extLst>
            </p:cNvPr>
            <p:cNvSpPr txBox="1"/>
            <p:nvPr/>
          </p:nvSpPr>
          <p:spPr>
            <a:xfrm>
              <a:off x="6472822" y="3279577"/>
              <a:ext cx="653905" cy="260687"/>
            </a:xfrm>
            <a:prstGeom prst="rect">
              <a:avLst/>
            </a:prstGeom>
          </p:spPr>
          <p:txBody>
            <a:bodyPr wrap="square" lIns="0" tIns="0" rIns="0" bIns="0" rtlCol="0">
              <a:spAutoFit/>
            </a:bodyPr>
            <a:lstStyle/>
            <a:p>
              <a:pPr algn="ctr"/>
              <a:r>
                <a:rPr lang="fr-FR" sz="700" b="1" dirty="0" err="1"/>
                <a:t>Quote</a:t>
              </a:r>
              <a:r>
                <a:rPr lang="fr-FR" sz="700" b="1" dirty="0"/>
                <a:t>  </a:t>
              </a:r>
            </a:p>
            <a:p>
              <a:pPr algn="ctr"/>
              <a:r>
                <a:rPr lang="fr-FR" sz="700" b="1" dirty="0" err="1"/>
                <a:t>Verification</a:t>
              </a:r>
              <a:r>
                <a:rPr lang="fr-FR" sz="700" b="1" dirty="0"/>
                <a:t> </a:t>
              </a:r>
              <a:endParaRPr lang="en-US" sz="700" b="1" dirty="0" err="1"/>
            </a:p>
          </p:txBody>
        </p:sp>
      </p:grpSp>
      <p:sp>
        <p:nvSpPr>
          <p:cNvPr id="234" name="ZoneTexte 233">
            <a:extLst>
              <a:ext uri="{FF2B5EF4-FFF2-40B4-BE49-F238E27FC236}">
                <a16:creationId xmlns:a16="http://schemas.microsoft.com/office/drawing/2014/main" id="{8C542E50-D16C-EEE3-0834-049F6C148C10}"/>
              </a:ext>
            </a:extLst>
          </p:cNvPr>
          <p:cNvSpPr txBox="1"/>
          <p:nvPr/>
        </p:nvSpPr>
        <p:spPr>
          <a:xfrm>
            <a:off x="9745589" y="3900460"/>
            <a:ext cx="259013" cy="123111"/>
          </a:xfrm>
          <a:prstGeom prst="rect">
            <a:avLst/>
          </a:prstGeom>
        </p:spPr>
        <p:txBody>
          <a:bodyPr wrap="square" lIns="0" tIns="0" rIns="0" bIns="0" rtlCol="0">
            <a:spAutoFit/>
          </a:bodyPr>
          <a:lstStyle/>
          <a:p>
            <a:r>
              <a:rPr lang="en-US" sz="800" b="1" dirty="0">
                <a:solidFill>
                  <a:schemeClr val="bg1"/>
                </a:solidFill>
                <a:latin typeface="Helvetica 55 Roman" panose="020B0604020202020204" pitchFamily="34" charset="0"/>
              </a:rPr>
              <a:t>YES </a:t>
            </a:r>
          </a:p>
        </p:txBody>
      </p:sp>
      <p:sp>
        <p:nvSpPr>
          <p:cNvPr id="240" name="Google Shape;1889;p36">
            <a:extLst>
              <a:ext uri="{FF2B5EF4-FFF2-40B4-BE49-F238E27FC236}">
                <a16:creationId xmlns:a16="http://schemas.microsoft.com/office/drawing/2014/main" id="{38CB803C-A8DB-CE81-6368-1276BF8CE998}"/>
              </a:ext>
            </a:extLst>
          </p:cNvPr>
          <p:cNvSpPr txBox="1"/>
          <p:nvPr/>
        </p:nvSpPr>
        <p:spPr>
          <a:xfrm>
            <a:off x="10132809" y="5854919"/>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CLOSED LOST</a:t>
            </a:r>
            <a:endParaRPr lang="en-GB" sz="900" dirty="0">
              <a:solidFill>
                <a:srgbClr val="FF0000"/>
              </a:solidFill>
            </a:endParaRPr>
          </a:p>
        </p:txBody>
      </p:sp>
      <p:cxnSp>
        <p:nvCxnSpPr>
          <p:cNvPr id="243" name="Connecteur : en angle 242">
            <a:extLst>
              <a:ext uri="{FF2B5EF4-FFF2-40B4-BE49-F238E27FC236}">
                <a16:creationId xmlns:a16="http://schemas.microsoft.com/office/drawing/2014/main" id="{5D3438B9-F308-45A3-12F3-696F5D1695F5}"/>
              </a:ext>
            </a:extLst>
          </p:cNvPr>
          <p:cNvCxnSpPr>
            <a:cxnSpLocks/>
            <a:stCxn id="240" idx="3"/>
            <a:endCxn id="54" idx="4"/>
          </p:cNvCxnSpPr>
          <p:nvPr/>
        </p:nvCxnSpPr>
        <p:spPr>
          <a:xfrm flipV="1">
            <a:off x="10929764" y="3962701"/>
            <a:ext cx="565439" cy="2039749"/>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5" name="ZoneTexte 234">
            <a:extLst>
              <a:ext uri="{FF2B5EF4-FFF2-40B4-BE49-F238E27FC236}">
                <a16:creationId xmlns:a16="http://schemas.microsoft.com/office/drawing/2014/main" id="{284D8E58-77FE-A6E6-175F-73EBCFB803C0}"/>
              </a:ext>
            </a:extLst>
          </p:cNvPr>
          <p:cNvSpPr txBox="1"/>
          <p:nvPr/>
        </p:nvSpPr>
        <p:spPr>
          <a:xfrm>
            <a:off x="9121977" y="4131286"/>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NO  </a:t>
            </a:r>
          </a:p>
        </p:txBody>
      </p:sp>
      <p:sp>
        <p:nvSpPr>
          <p:cNvPr id="179" name="ZoneTexte 178">
            <a:extLst>
              <a:ext uri="{FF2B5EF4-FFF2-40B4-BE49-F238E27FC236}">
                <a16:creationId xmlns:a16="http://schemas.microsoft.com/office/drawing/2014/main" id="{7B4B075B-8E22-3F3E-D711-15410DD7A45B}"/>
              </a:ext>
            </a:extLst>
          </p:cNvPr>
          <p:cNvSpPr txBox="1"/>
          <p:nvPr/>
        </p:nvSpPr>
        <p:spPr>
          <a:xfrm>
            <a:off x="4088738" y="5463464"/>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pic>
        <p:nvPicPr>
          <p:cNvPr id="255" name="Graphique 254" descr="Chronomètre 75% avec un remplissage uni">
            <a:extLst>
              <a:ext uri="{FF2B5EF4-FFF2-40B4-BE49-F238E27FC236}">
                <a16:creationId xmlns:a16="http://schemas.microsoft.com/office/drawing/2014/main" id="{59F6E135-CB05-2B88-7C43-FB2C6B4208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232" y="6212848"/>
            <a:ext cx="302617" cy="302617"/>
          </a:xfrm>
          <a:prstGeom prst="rect">
            <a:avLst/>
          </a:prstGeom>
        </p:spPr>
      </p:pic>
      <p:sp>
        <p:nvSpPr>
          <p:cNvPr id="256" name="Google Shape;1889;p36">
            <a:extLst>
              <a:ext uri="{FF2B5EF4-FFF2-40B4-BE49-F238E27FC236}">
                <a16:creationId xmlns:a16="http://schemas.microsoft.com/office/drawing/2014/main" id="{2F911114-7C1E-B5EC-B1FB-F560E3E0FCCD}"/>
              </a:ext>
            </a:extLst>
          </p:cNvPr>
          <p:cNvSpPr txBox="1"/>
          <p:nvPr/>
        </p:nvSpPr>
        <p:spPr>
          <a:xfrm>
            <a:off x="1373620" y="6215233"/>
            <a:ext cx="882266"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ABANDONNED</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57" name="Connecteur droit avec flèche 256">
            <a:extLst>
              <a:ext uri="{FF2B5EF4-FFF2-40B4-BE49-F238E27FC236}">
                <a16:creationId xmlns:a16="http://schemas.microsoft.com/office/drawing/2014/main" id="{58DBBDBA-B89B-6E0F-1F0B-4B185A4C1619}"/>
              </a:ext>
            </a:extLst>
          </p:cNvPr>
          <p:cNvCxnSpPr>
            <a:cxnSpLocks/>
            <a:stCxn id="255" idx="3"/>
            <a:endCxn id="256" idx="1"/>
          </p:cNvCxnSpPr>
          <p:nvPr/>
        </p:nvCxnSpPr>
        <p:spPr>
          <a:xfrm flipV="1">
            <a:off x="657849" y="6362764"/>
            <a:ext cx="715771" cy="13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0" name="Google Shape;1886;p36">
            <a:extLst>
              <a:ext uri="{FF2B5EF4-FFF2-40B4-BE49-F238E27FC236}">
                <a16:creationId xmlns:a16="http://schemas.microsoft.com/office/drawing/2014/main" id="{973C86AF-77D3-666F-A34E-841D41835B40}"/>
              </a:ext>
            </a:extLst>
          </p:cNvPr>
          <p:cNvSpPr/>
          <p:nvPr/>
        </p:nvSpPr>
        <p:spPr>
          <a:xfrm>
            <a:off x="2977106" y="6254021"/>
            <a:ext cx="234615" cy="217486"/>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cxnSp>
        <p:nvCxnSpPr>
          <p:cNvPr id="261" name="Connecteur droit avec flèche 260">
            <a:extLst>
              <a:ext uri="{FF2B5EF4-FFF2-40B4-BE49-F238E27FC236}">
                <a16:creationId xmlns:a16="http://schemas.microsoft.com/office/drawing/2014/main" id="{37F62707-B8FE-E814-F60E-A40162BA9EBD}"/>
              </a:ext>
            </a:extLst>
          </p:cNvPr>
          <p:cNvCxnSpPr>
            <a:cxnSpLocks/>
            <a:stCxn id="256" idx="3"/>
            <a:endCxn id="260" idx="2"/>
          </p:cNvCxnSpPr>
          <p:nvPr/>
        </p:nvCxnSpPr>
        <p:spPr>
          <a:xfrm>
            <a:off x="2255886" y="6362764"/>
            <a:ext cx="72122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4" name="Google Shape;1889;p36">
            <a:extLst>
              <a:ext uri="{FF2B5EF4-FFF2-40B4-BE49-F238E27FC236}">
                <a16:creationId xmlns:a16="http://schemas.microsoft.com/office/drawing/2014/main" id="{06F1B83B-A934-D39F-751A-C86D420E3B66}"/>
              </a:ext>
            </a:extLst>
          </p:cNvPr>
          <p:cNvSpPr txBox="1"/>
          <p:nvPr/>
        </p:nvSpPr>
        <p:spPr>
          <a:xfrm>
            <a:off x="6637327" y="4625177"/>
            <a:ext cx="882266" cy="295062"/>
          </a:xfrm>
          <a:prstGeom prst="rect">
            <a:avLst/>
          </a:prstGeom>
          <a:solidFill>
            <a:srgbClr val="C00000"/>
          </a:solid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SAVED FOR LATER</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65" name="Connecteur droit avec flèche 264">
            <a:extLst>
              <a:ext uri="{FF2B5EF4-FFF2-40B4-BE49-F238E27FC236}">
                <a16:creationId xmlns:a16="http://schemas.microsoft.com/office/drawing/2014/main" id="{0A72809C-D05B-3CCE-2D6B-0EFDFA2B09A5}"/>
              </a:ext>
            </a:extLst>
          </p:cNvPr>
          <p:cNvCxnSpPr>
            <a:cxnSpLocks/>
            <a:stCxn id="48" idx="2"/>
            <a:endCxn id="264" idx="0"/>
          </p:cNvCxnSpPr>
          <p:nvPr/>
        </p:nvCxnSpPr>
        <p:spPr>
          <a:xfrm>
            <a:off x="7078460" y="4027628"/>
            <a:ext cx="0" cy="5975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9" name="Google Shape;1889;p36">
            <a:extLst>
              <a:ext uri="{FF2B5EF4-FFF2-40B4-BE49-F238E27FC236}">
                <a16:creationId xmlns:a16="http://schemas.microsoft.com/office/drawing/2014/main" id="{75558BB2-2527-79CB-5767-EB38AB6640DA}"/>
              </a:ext>
            </a:extLst>
          </p:cNvPr>
          <p:cNvSpPr txBox="1"/>
          <p:nvPr/>
        </p:nvSpPr>
        <p:spPr>
          <a:xfrm>
            <a:off x="5575775" y="2253923"/>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PENDING APPROVAL </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0" name="Google Shape;1889;p36">
            <a:extLst>
              <a:ext uri="{FF2B5EF4-FFF2-40B4-BE49-F238E27FC236}">
                <a16:creationId xmlns:a16="http://schemas.microsoft.com/office/drawing/2014/main" id="{5EDCD50F-085A-AE7B-B32B-FE455F9CD45C}"/>
              </a:ext>
            </a:extLst>
          </p:cNvPr>
          <p:cNvSpPr txBox="1"/>
          <p:nvPr/>
        </p:nvSpPr>
        <p:spPr>
          <a:xfrm>
            <a:off x="6714851" y="2988326"/>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APPROVED </a:t>
            </a:r>
            <a:r>
              <a:rPr kumimoji="0" lang="en-GB" sz="900" b="1" i="1" u="none" strike="noStrike" kern="1200" cap="none" spc="0" normalizeH="0" baseline="0" noProof="0" dirty="0">
                <a:ln>
                  <a:noFill/>
                </a:ln>
                <a:solidFill>
                  <a:srgbClr val="FF0000"/>
                </a:solidFill>
                <a:effectLst/>
                <a:uLnTx/>
                <a:uFillTx/>
                <a:latin typeface="Helvetica 75 Bold"/>
                <a:ea typeface="Arial"/>
                <a:cs typeface="Arial"/>
                <a:sym typeface="Arial"/>
              </a:rPr>
              <a:t>internally</a:t>
            </a:r>
            <a:endParaRPr kumimoji="0" lang="en-GB" sz="1200" b="1" i="1"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1" name="Google Shape;1889;p36">
            <a:extLst>
              <a:ext uri="{FF2B5EF4-FFF2-40B4-BE49-F238E27FC236}">
                <a16:creationId xmlns:a16="http://schemas.microsoft.com/office/drawing/2014/main" id="{1CF71C65-2588-7566-506B-747EDC356C06}"/>
              </a:ext>
            </a:extLst>
          </p:cNvPr>
          <p:cNvSpPr txBox="1"/>
          <p:nvPr/>
        </p:nvSpPr>
        <p:spPr>
          <a:xfrm>
            <a:off x="7913329" y="2249579"/>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REFUSED </a:t>
            </a:r>
            <a:r>
              <a:rPr kumimoji="0" lang="en-GB" sz="900" b="1" i="1" u="none" strike="noStrike" kern="1200" cap="none" spc="0" normalizeH="0" baseline="0" noProof="0" dirty="0">
                <a:ln>
                  <a:noFill/>
                </a:ln>
                <a:solidFill>
                  <a:srgbClr val="FF0000"/>
                </a:solidFill>
                <a:effectLst/>
                <a:uLnTx/>
                <a:uFillTx/>
                <a:latin typeface="Helvetica 75 Bold"/>
                <a:ea typeface="Arial"/>
                <a:cs typeface="Arial"/>
                <a:sym typeface="Arial"/>
              </a:rPr>
              <a:t>internally</a:t>
            </a:r>
            <a:endParaRPr kumimoji="0" lang="en-GB" sz="1200" b="1" i="1"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272" name="Google Shape;1884;p36">
            <a:extLst>
              <a:ext uri="{FF2B5EF4-FFF2-40B4-BE49-F238E27FC236}">
                <a16:creationId xmlns:a16="http://schemas.microsoft.com/office/drawing/2014/main" id="{A31F4F7C-DC48-1BFA-197A-1A77A0D0165F}"/>
              </a:ext>
            </a:extLst>
          </p:cNvPr>
          <p:cNvSpPr/>
          <p:nvPr/>
        </p:nvSpPr>
        <p:spPr>
          <a:xfrm>
            <a:off x="1491998" y="5532332"/>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dirty="0" err="1">
                <a:solidFill>
                  <a:srgbClr val="000000"/>
                </a:solidFill>
                <a:latin typeface="Helvetica 55 Roman" panose="020B0604020202020204" pitchFamily="34" charset="0"/>
                <a:cs typeface="Arial"/>
                <a:sym typeface="Arial"/>
              </a:rPr>
              <a:t>Cancellation</a:t>
            </a:r>
            <a:r>
              <a:rPr lang="fr-FR" sz="700" b="1" dirty="0">
                <a:solidFill>
                  <a:srgbClr val="000000"/>
                </a:solidFill>
                <a:latin typeface="Helvetica 55 Roman" panose="020B0604020202020204" pitchFamily="34" charset="0"/>
                <a:cs typeface="Arial"/>
                <a:sym typeface="Arial"/>
              </a:rPr>
              <a:t> at </a:t>
            </a:r>
            <a:r>
              <a:rPr lang="fr-FR" sz="700" b="1" dirty="0" err="1">
                <a:solidFill>
                  <a:srgbClr val="000000"/>
                </a:solidFill>
                <a:latin typeface="Helvetica 55 Roman" panose="020B0604020202020204" pitchFamily="34" charset="0"/>
                <a:cs typeface="Arial"/>
                <a:sym typeface="Arial"/>
              </a:rPr>
              <a:t>any</a:t>
            </a:r>
            <a:r>
              <a:rPr lang="fr-FR" sz="700" b="1" dirty="0">
                <a:solidFill>
                  <a:srgbClr val="000000"/>
                </a:solidFill>
                <a:latin typeface="Helvetica 55 Roman" panose="020B0604020202020204" pitchFamily="34" charset="0"/>
                <a:cs typeface="Arial"/>
                <a:sym typeface="Arial"/>
              </a:rPr>
              <a:t> stage </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cxnSp>
        <p:nvCxnSpPr>
          <p:cNvPr id="273" name="Connecteur droit avec flèche 272">
            <a:extLst>
              <a:ext uri="{FF2B5EF4-FFF2-40B4-BE49-F238E27FC236}">
                <a16:creationId xmlns:a16="http://schemas.microsoft.com/office/drawing/2014/main" id="{F3DE42F0-B2EF-8E65-2C81-614A96E6FDAB}"/>
              </a:ext>
            </a:extLst>
          </p:cNvPr>
          <p:cNvCxnSpPr>
            <a:cxnSpLocks/>
            <a:stCxn id="272" idx="2"/>
            <a:endCxn id="256" idx="0"/>
          </p:cNvCxnSpPr>
          <p:nvPr/>
        </p:nvCxnSpPr>
        <p:spPr>
          <a:xfrm>
            <a:off x="1810700" y="5875834"/>
            <a:ext cx="4053" cy="3393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6" name="Google Shape;1884;p36">
            <a:extLst>
              <a:ext uri="{FF2B5EF4-FFF2-40B4-BE49-F238E27FC236}">
                <a16:creationId xmlns:a16="http://schemas.microsoft.com/office/drawing/2014/main" id="{2BE59B5F-5AFC-6FC0-05EE-C152153DFA73}"/>
              </a:ext>
            </a:extLst>
          </p:cNvPr>
          <p:cNvSpPr/>
          <p:nvPr/>
        </p:nvSpPr>
        <p:spPr>
          <a:xfrm>
            <a:off x="5623486" y="2964106"/>
            <a:ext cx="637403" cy="343502"/>
          </a:xfrm>
          <a:prstGeom prst="rect">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Submission</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r>
              <a:rPr kumimoji="0" lang="fr-FR" sz="700" b="1" i="0" u="none" strike="noStrike" kern="1200" cap="none" spc="0" normalizeH="0" baseline="0" noProof="0" dirty="0" err="1">
                <a:ln>
                  <a:noFill/>
                </a:ln>
                <a:solidFill>
                  <a:srgbClr val="000000"/>
                </a:solidFill>
                <a:effectLst/>
                <a:uLnTx/>
                <a:uFillTx/>
                <a:latin typeface="Helvetica 55 Roman" panose="020B0604020202020204" pitchFamily="34" charset="0"/>
                <a:cs typeface="Arial"/>
                <a:sym typeface="Arial"/>
              </a:rPr>
              <a:t>internally</a:t>
            </a:r>
            <a:r>
              <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rPr>
              <a:t> </a:t>
            </a:r>
          </a:p>
        </p:txBody>
      </p:sp>
      <p:grpSp>
        <p:nvGrpSpPr>
          <p:cNvPr id="277" name="Groupe 276">
            <a:extLst>
              <a:ext uri="{FF2B5EF4-FFF2-40B4-BE49-F238E27FC236}">
                <a16:creationId xmlns:a16="http://schemas.microsoft.com/office/drawing/2014/main" id="{881DB2B9-AC3E-3E52-5FA9-D7307001BDD1}"/>
              </a:ext>
            </a:extLst>
          </p:cNvPr>
          <p:cNvGrpSpPr/>
          <p:nvPr/>
        </p:nvGrpSpPr>
        <p:grpSpPr>
          <a:xfrm>
            <a:off x="6764472" y="2149628"/>
            <a:ext cx="634519" cy="502922"/>
            <a:chOff x="6415891" y="3124733"/>
            <a:chExt cx="767768" cy="608535"/>
          </a:xfrm>
        </p:grpSpPr>
        <p:sp>
          <p:nvSpPr>
            <p:cNvPr id="278" name="Google Shape;1884;p36">
              <a:extLst>
                <a:ext uri="{FF2B5EF4-FFF2-40B4-BE49-F238E27FC236}">
                  <a16:creationId xmlns:a16="http://schemas.microsoft.com/office/drawing/2014/main" id="{E05C9BF1-935E-01DA-9873-FF0CDA24E7BA}"/>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279" name="ZoneTexte 278">
              <a:extLst>
                <a:ext uri="{FF2B5EF4-FFF2-40B4-BE49-F238E27FC236}">
                  <a16:creationId xmlns:a16="http://schemas.microsoft.com/office/drawing/2014/main" id="{D99C22FF-C469-6286-FEA2-C647D4127282}"/>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Internal</a:t>
              </a:r>
              <a:r>
                <a:rPr lang="fr-FR" sz="700" b="1" dirty="0"/>
                <a:t> </a:t>
              </a:r>
            </a:p>
            <a:p>
              <a:pPr algn="ctr"/>
              <a:r>
                <a:rPr lang="fr-FR" sz="700" b="1" dirty="0"/>
                <a:t>Validation </a:t>
              </a:r>
              <a:endParaRPr lang="en-US" sz="700" b="1" dirty="0" err="1"/>
            </a:p>
          </p:txBody>
        </p:sp>
      </p:grpSp>
      <p:sp>
        <p:nvSpPr>
          <p:cNvPr id="284" name="Google Shape;1889;p36">
            <a:extLst>
              <a:ext uri="{FF2B5EF4-FFF2-40B4-BE49-F238E27FC236}">
                <a16:creationId xmlns:a16="http://schemas.microsoft.com/office/drawing/2014/main" id="{195FB022-0A1E-77F4-C4F9-C9D4B49F3A6D}"/>
              </a:ext>
            </a:extLst>
          </p:cNvPr>
          <p:cNvSpPr txBox="1"/>
          <p:nvPr/>
        </p:nvSpPr>
        <p:spPr>
          <a:xfrm>
            <a:off x="-1697197" y="3133938"/>
            <a:ext cx="729145" cy="295062"/>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0000"/>
                </a:solidFill>
                <a:effectLst/>
                <a:uLnTx/>
                <a:uFillTx/>
                <a:latin typeface="Helvetica 75 Bold"/>
                <a:ea typeface="Arial"/>
                <a:cs typeface="Arial"/>
                <a:sym typeface="Arial"/>
              </a:rPr>
              <a:t>PENDING APPROVAL </a:t>
            </a:r>
            <a:endParaRPr kumimoji="0" lang="en-GB" sz="1200" b="1" i="0" u="none" strike="noStrike" kern="1200" cap="none" spc="0" normalizeH="0" baseline="0" noProof="0" dirty="0">
              <a:ln>
                <a:noFill/>
              </a:ln>
              <a:solidFill>
                <a:srgbClr val="FF0000"/>
              </a:solidFill>
              <a:effectLst/>
              <a:uLnTx/>
              <a:uFillTx/>
              <a:latin typeface="Helvetica 75 Bold"/>
              <a:ea typeface="+mn-ea"/>
              <a:cs typeface="+mn-cs"/>
            </a:endParaRPr>
          </a:p>
        </p:txBody>
      </p:sp>
      <p:cxnSp>
        <p:nvCxnSpPr>
          <p:cNvPr id="286" name="Connecteur : en angle 285">
            <a:extLst>
              <a:ext uri="{FF2B5EF4-FFF2-40B4-BE49-F238E27FC236}">
                <a16:creationId xmlns:a16="http://schemas.microsoft.com/office/drawing/2014/main" id="{59D14019-EB16-9190-17FC-171C907B0A8B}"/>
              </a:ext>
            </a:extLst>
          </p:cNvPr>
          <p:cNvCxnSpPr>
            <a:cxnSpLocks/>
            <a:stCxn id="39" idx="0"/>
            <a:endCxn id="276" idx="2"/>
          </p:cNvCxnSpPr>
          <p:nvPr/>
        </p:nvCxnSpPr>
        <p:spPr>
          <a:xfrm rot="5400000" flipH="1" flipV="1">
            <a:off x="5740803" y="3506961"/>
            <a:ext cx="400738" cy="2032"/>
          </a:xfrm>
          <a:prstGeom prst="bentConnector3">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1" name="Connecteur : en angle 290">
            <a:extLst>
              <a:ext uri="{FF2B5EF4-FFF2-40B4-BE49-F238E27FC236}">
                <a16:creationId xmlns:a16="http://schemas.microsoft.com/office/drawing/2014/main" id="{D6836E86-D19D-B1C5-60F4-5957938DAE1A}"/>
              </a:ext>
            </a:extLst>
          </p:cNvPr>
          <p:cNvCxnSpPr>
            <a:cxnSpLocks/>
            <a:stCxn id="276" idx="0"/>
            <a:endCxn id="269" idx="2"/>
          </p:cNvCxnSpPr>
          <p:nvPr/>
        </p:nvCxnSpPr>
        <p:spPr>
          <a:xfrm rot="16200000" flipV="1">
            <a:off x="5733708" y="2755626"/>
            <a:ext cx="415121" cy="1840"/>
          </a:xfrm>
          <a:prstGeom prst="bentConnector3">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4" name="Connecteur : en angle 293">
            <a:extLst>
              <a:ext uri="{FF2B5EF4-FFF2-40B4-BE49-F238E27FC236}">
                <a16:creationId xmlns:a16="http://schemas.microsoft.com/office/drawing/2014/main" id="{CB6BF88B-A945-1FC2-2CD3-532F3309CBAB}"/>
              </a:ext>
            </a:extLst>
          </p:cNvPr>
          <p:cNvCxnSpPr>
            <a:cxnSpLocks/>
            <a:stCxn id="269" idx="3"/>
            <a:endCxn id="278" idx="1"/>
          </p:cNvCxnSpPr>
          <p:nvPr/>
        </p:nvCxnSpPr>
        <p:spPr>
          <a:xfrm flipV="1">
            <a:off x="6304920" y="2401089"/>
            <a:ext cx="459552" cy="365"/>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8" name="Connecteur : en angle 297">
            <a:extLst>
              <a:ext uri="{FF2B5EF4-FFF2-40B4-BE49-F238E27FC236}">
                <a16:creationId xmlns:a16="http://schemas.microsoft.com/office/drawing/2014/main" id="{309F02CB-1E34-D035-FA31-AE04A6463D57}"/>
              </a:ext>
            </a:extLst>
          </p:cNvPr>
          <p:cNvCxnSpPr>
            <a:cxnSpLocks/>
            <a:stCxn id="278" idx="2"/>
            <a:endCxn id="270" idx="0"/>
          </p:cNvCxnSpPr>
          <p:nvPr/>
        </p:nvCxnSpPr>
        <p:spPr>
          <a:xfrm rot="5400000">
            <a:off x="6912690" y="2819284"/>
            <a:ext cx="335776" cy="2308"/>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1" name="Connecteur : en angle 300">
            <a:extLst>
              <a:ext uri="{FF2B5EF4-FFF2-40B4-BE49-F238E27FC236}">
                <a16:creationId xmlns:a16="http://schemas.microsoft.com/office/drawing/2014/main" id="{366A0B28-72C4-FB56-566D-3C6CB78D9C50}"/>
              </a:ext>
            </a:extLst>
          </p:cNvPr>
          <p:cNvCxnSpPr>
            <a:cxnSpLocks/>
            <a:stCxn id="270" idx="2"/>
            <a:endCxn id="48" idx="0"/>
          </p:cNvCxnSpPr>
          <p:nvPr/>
        </p:nvCxnSpPr>
        <p:spPr>
          <a:xfrm rot="5400000">
            <a:off x="6878573" y="3483275"/>
            <a:ext cx="400738" cy="964"/>
          </a:xfrm>
          <a:prstGeom prst="bentConnector3">
            <a:avLst>
              <a:gd name="adj1" fmla="val 50000"/>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4" name="Connecteur : en angle 303">
            <a:extLst>
              <a:ext uri="{FF2B5EF4-FFF2-40B4-BE49-F238E27FC236}">
                <a16:creationId xmlns:a16="http://schemas.microsoft.com/office/drawing/2014/main" id="{876544CE-F14B-FD20-352F-759EEFE6D36E}"/>
              </a:ext>
            </a:extLst>
          </p:cNvPr>
          <p:cNvCxnSpPr>
            <a:cxnSpLocks/>
            <a:stCxn id="278" idx="3"/>
            <a:endCxn id="271" idx="1"/>
          </p:cNvCxnSpPr>
          <p:nvPr/>
        </p:nvCxnSpPr>
        <p:spPr>
          <a:xfrm flipV="1">
            <a:off x="7398991" y="2397110"/>
            <a:ext cx="514338" cy="3979"/>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sp>
        <p:nvSpPr>
          <p:cNvPr id="308" name="ZoneTexte 307">
            <a:extLst>
              <a:ext uri="{FF2B5EF4-FFF2-40B4-BE49-F238E27FC236}">
                <a16:creationId xmlns:a16="http://schemas.microsoft.com/office/drawing/2014/main" id="{7445D9A0-81C0-7A2C-75E0-34388049FCAF}"/>
              </a:ext>
            </a:extLst>
          </p:cNvPr>
          <p:cNvSpPr txBox="1"/>
          <p:nvPr/>
        </p:nvSpPr>
        <p:spPr>
          <a:xfrm>
            <a:off x="6948749" y="2711448"/>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sp>
        <p:nvSpPr>
          <p:cNvPr id="309" name="ZoneTexte 308">
            <a:extLst>
              <a:ext uri="{FF2B5EF4-FFF2-40B4-BE49-F238E27FC236}">
                <a16:creationId xmlns:a16="http://schemas.microsoft.com/office/drawing/2014/main" id="{CCDA6623-2805-CF58-1359-F7AC71528C19}"/>
              </a:ext>
            </a:extLst>
          </p:cNvPr>
          <p:cNvSpPr txBox="1"/>
          <p:nvPr/>
        </p:nvSpPr>
        <p:spPr>
          <a:xfrm>
            <a:off x="7352507" y="2433335"/>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grpSp>
        <p:nvGrpSpPr>
          <p:cNvPr id="310" name="Groupe 309">
            <a:extLst>
              <a:ext uri="{FF2B5EF4-FFF2-40B4-BE49-F238E27FC236}">
                <a16:creationId xmlns:a16="http://schemas.microsoft.com/office/drawing/2014/main" id="{D73DCF2D-DDC1-CCA3-89FD-3F9FA3AD9C78}"/>
              </a:ext>
            </a:extLst>
          </p:cNvPr>
          <p:cNvGrpSpPr/>
          <p:nvPr/>
        </p:nvGrpSpPr>
        <p:grpSpPr>
          <a:xfrm>
            <a:off x="8834096" y="2145931"/>
            <a:ext cx="634519" cy="502922"/>
            <a:chOff x="6415891" y="3124733"/>
            <a:chExt cx="767768" cy="608535"/>
          </a:xfrm>
        </p:grpSpPr>
        <p:sp>
          <p:nvSpPr>
            <p:cNvPr id="311" name="Google Shape;1884;p36">
              <a:extLst>
                <a:ext uri="{FF2B5EF4-FFF2-40B4-BE49-F238E27FC236}">
                  <a16:creationId xmlns:a16="http://schemas.microsoft.com/office/drawing/2014/main" id="{EFAB978F-0F56-AFD9-9875-93324334F387}"/>
                </a:ext>
              </a:extLst>
            </p:cNvPr>
            <p:cNvSpPr/>
            <p:nvPr/>
          </p:nvSpPr>
          <p:spPr>
            <a:xfrm>
              <a:off x="6415891" y="3124733"/>
              <a:ext cx="767768" cy="608535"/>
            </a:xfrm>
            <a:prstGeom prst="diamond">
              <a:avLst/>
            </a:prstGeom>
            <a:solidFill>
              <a:schemeClr val="accent3"/>
            </a:solidFill>
            <a:ln w="12700" cap="flat" cmpd="sng">
              <a:solidFill>
                <a:schemeClr val="accent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00" b="1" i="0" u="none" strike="noStrike" kern="1200" cap="none" spc="0" normalizeH="0" baseline="0" noProof="0" dirty="0">
                <a:ln>
                  <a:noFill/>
                </a:ln>
                <a:solidFill>
                  <a:srgbClr val="000000"/>
                </a:solidFill>
                <a:effectLst/>
                <a:uLnTx/>
                <a:uFillTx/>
                <a:latin typeface="Helvetica 55 Roman" panose="020B0604020202020204" pitchFamily="34" charset="0"/>
                <a:cs typeface="Arial"/>
                <a:sym typeface="Arial"/>
              </a:endParaRPr>
            </a:p>
          </p:txBody>
        </p:sp>
        <p:sp>
          <p:nvSpPr>
            <p:cNvPr id="312" name="ZoneTexte 311">
              <a:extLst>
                <a:ext uri="{FF2B5EF4-FFF2-40B4-BE49-F238E27FC236}">
                  <a16:creationId xmlns:a16="http://schemas.microsoft.com/office/drawing/2014/main" id="{580D60BA-6882-EE0B-14D7-EBCDFF6DB5F6}"/>
                </a:ext>
              </a:extLst>
            </p:cNvPr>
            <p:cNvSpPr txBox="1"/>
            <p:nvPr/>
          </p:nvSpPr>
          <p:spPr>
            <a:xfrm>
              <a:off x="6472822" y="3297422"/>
              <a:ext cx="653905" cy="260687"/>
            </a:xfrm>
            <a:prstGeom prst="rect">
              <a:avLst/>
            </a:prstGeom>
          </p:spPr>
          <p:txBody>
            <a:bodyPr wrap="square" lIns="0" tIns="0" rIns="0" bIns="0" rtlCol="0">
              <a:spAutoFit/>
            </a:bodyPr>
            <a:lstStyle/>
            <a:p>
              <a:pPr algn="ctr"/>
              <a:r>
                <a:rPr lang="fr-FR" sz="700" b="1" dirty="0" err="1"/>
                <a:t>Recall</a:t>
              </a:r>
              <a:r>
                <a:rPr lang="fr-FR" sz="700" b="1" dirty="0"/>
                <a:t> </a:t>
              </a:r>
              <a:r>
                <a:rPr lang="fr-FR" sz="700" b="1" dirty="0" err="1"/>
                <a:t>Quote</a:t>
              </a:r>
              <a:endParaRPr lang="fr-FR" sz="700" b="1" dirty="0"/>
            </a:p>
          </p:txBody>
        </p:sp>
      </p:grpSp>
      <p:cxnSp>
        <p:nvCxnSpPr>
          <p:cNvPr id="314" name="Connecteur : en angle 313">
            <a:extLst>
              <a:ext uri="{FF2B5EF4-FFF2-40B4-BE49-F238E27FC236}">
                <a16:creationId xmlns:a16="http://schemas.microsoft.com/office/drawing/2014/main" id="{357C7D4D-669E-79A5-D967-B3941F667DFD}"/>
              </a:ext>
            </a:extLst>
          </p:cNvPr>
          <p:cNvCxnSpPr>
            <a:cxnSpLocks/>
            <a:stCxn id="271" idx="3"/>
            <a:endCxn id="311" idx="1"/>
          </p:cNvCxnSpPr>
          <p:nvPr/>
        </p:nvCxnSpPr>
        <p:spPr>
          <a:xfrm>
            <a:off x="8642474" y="2397110"/>
            <a:ext cx="191622" cy="282"/>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7" name="Connecteur : en angle 316">
            <a:extLst>
              <a:ext uri="{FF2B5EF4-FFF2-40B4-BE49-F238E27FC236}">
                <a16:creationId xmlns:a16="http://schemas.microsoft.com/office/drawing/2014/main" id="{C776747E-2E50-1B67-B482-3D7F26A61BD0}"/>
              </a:ext>
            </a:extLst>
          </p:cNvPr>
          <p:cNvCxnSpPr>
            <a:cxnSpLocks/>
            <a:stCxn id="311" idx="3"/>
            <a:endCxn id="319" idx="1"/>
          </p:cNvCxnSpPr>
          <p:nvPr/>
        </p:nvCxnSpPr>
        <p:spPr>
          <a:xfrm>
            <a:off x="9468615" y="2397392"/>
            <a:ext cx="664194" cy="3164"/>
          </a:xfrm>
          <a:prstGeom prst="bentConnector3">
            <a:avLst>
              <a:gd name="adj1" fmla="val 50000"/>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sp>
        <p:nvSpPr>
          <p:cNvPr id="319" name="Google Shape;1889;p36">
            <a:extLst>
              <a:ext uri="{FF2B5EF4-FFF2-40B4-BE49-F238E27FC236}">
                <a16:creationId xmlns:a16="http://schemas.microsoft.com/office/drawing/2014/main" id="{0B56AD66-7ED2-6CAE-24AA-847E57E1235D}"/>
              </a:ext>
            </a:extLst>
          </p:cNvPr>
          <p:cNvSpPr txBox="1"/>
          <p:nvPr/>
        </p:nvSpPr>
        <p:spPr>
          <a:xfrm>
            <a:off x="10132809" y="2253025"/>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ABANDONED</a:t>
            </a:r>
            <a:endParaRPr lang="en-GB" sz="900" dirty="0">
              <a:solidFill>
                <a:srgbClr val="FF0000"/>
              </a:solidFill>
            </a:endParaRPr>
          </a:p>
        </p:txBody>
      </p:sp>
      <p:cxnSp>
        <p:nvCxnSpPr>
          <p:cNvPr id="321" name="Connecteur : en angle 320">
            <a:extLst>
              <a:ext uri="{FF2B5EF4-FFF2-40B4-BE49-F238E27FC236}">
                <a16:creationId xmlns:a16="http://schemas.microsoft.com/office/drawing/2014/main" id="{87D9CC15-507D-48DA-8BC0-D924A0D6370D}"/>
              </a:ext>
            </a:extLst>
          </p:cNvPr>
          <p:cNvCxnSpPr>
            <a:cxnSpLocks/>
            <a:stCxn id="319" idx="3"/>
            <a:endCxn id="54" idx="0"/>
          </p:cNvCxnSpPr>
          <p:nvPr/>
        </p:nvCxnSpPr>
        <p:spPr>
          <a:xfrm>
            <a:off x="10929764" y="2400556"/>
            <a:ext cx="565439" cy="1344659"/>
          </a:xfrm>
          <a:prstGeom prst="bentConnector2">
            <a:avLst/>
          </a:prstGeom>
          <a:ln w="952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4" name="Connecteur : en angle 323">
            <a:extLst>
              <a:ext uri="{FF2B5EF4-FFF2-40B4-BE49-F238E27FC236}">
                <a16:creationId xmlns:a16="http://schemas.microsoft.com/office/drawing/2014/main" id="{A57CE64B-2947-3CC3-C267-CAF02EC97769}"/>
              </a:ext>
            </a:extLst>
          </p:cNvPr>
          <p:cNvCxnSpPr>
            <a:cxnSpLocks/>
            <a:stCxn id="311" idx="0"/>
            <a:endCxn id="31" idx="0"/>
          </p:cNvCxnSpPr>
          <p:nvPr/>
        </p:nvCxnSpPr>
        <p:spPr>
          <a:xfrm rot="16200000" flipH="1" flipV="1">
            <a:off x="5609458" y="166448"/>
            <a:ext cx="1562415" cy="5521380"/>
          </a:xfrm>
          <a:prstGeom prst="bentConnector3">
            <a:avLst>
              <a:gd name="adj1" fmla="val -1463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sp>
        <p:nvSpPr>
          <p:cNvPr id="327" name="ZoneTexte 326">
            <a:extLst>
              <a:ext uri="{FF2B5EF4-FFF2-40B4-BE49-F238E27FC236}">
                <a16:creationId xmlns:a16="http://schemas.microsoft.com/office/drawing/2014/main" id="{10D1B8D4-A819-FAAF-1506-396993E747FB}"/>
              </a:ext>
            </a:extLst>
          </p:cNvPr>
          <p:cNvSpPr txBox="1"/>
          <p:nvPr/>
        </p:nvSpPr>
        <p:spPr>
          <a:xfrm>
            <a:off x="8712136" y="1876563"/>
            <a:ext cx="259013"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YES </a:t>
            </a:r>
          </a:p>
        </p:txBody>
      </p:sp>
      <p:sp>
        <p:nvSpPr>
          <p:cNvPr id="328" name="ZoneTexte 327">
            <a:extLst>
              <a:ext uri="{FF2B5EF4-FFF2-40B4-BE49-F238E27FC236}">
                <a16:creationId xmlns:a16="http://schemas.microsoft.com/office/drawing/2014/main" id="{D42844AA-5BCA-7A16-E156-56EBB4CDBDB2}"/>
              </a:ext>
            </a:extLst>
          </p:cNvPr>
          <p:cNvSpPr txBox="1"/>
          <p:nvPr/>
        </p:nvSpPr>
        <p:spPr>
          <a:xfrm>
            <a:off x="9608087" y="2354288"/>
            <a:ext cx="231649" cy="123111"/>
          </a:xfrm>
          <a:prstGeom prst="rect">
            <a:avLst/>
          </a:prstGeom>
          <a:solidFill>
            <a:schemeClr val="tx1"/>
          </a:solidFill>
        </p:spPr>
        <p:txBody>
          <a:bodyPr wrap="square" lIns="0" tIns="0" rIns="0" bIns="0" rtlCol="0">
            <a:spAutoFit/>
          </a:bodyPr>
          <a:lstStyle/>
          <a:p>
            <a:r>
              <a:rPr lang="en-US" sz="800" b="1" dirty="0">
                <a:solidFill>
                  <a:schemeClr val="bg1"/>
                </a:solidFill>
                <a:latin typeface="Helvetica 55 Roman" panose="020B0604020202020204" pitchFamily="34" charset="0"/>
              </a:rPr>
              <a:t>  NO  </a:t>
            </a:r>
          </a:p>
        </p:txBody>
      </p:sp>
      <p:sp>
        <p:nvSpPr>
          <p:cNvPr id="337" name="Google Shape;1889;p36">
            <a:extLst>
              <a:ext uri="{FF2B5EF4-FFF2-40B4-BE49-F238E27FC236}">
                <a16:creationId xmlns:a16="http://schemas.microsoft.com/office/drawing/2014/main" id="{112B7EBD-AC9F-3F25-1144-313C84E34A6E}"/>
              </a:ext>
            </a:extLst>
          </p:cNvPr>
          <p:cNvSpPr txBox="1"/>
          <p:nvPr/>
        </p:nvSpPr>
        <p:spPr>
          <a:xfrm>
            <a:off x="3397102" y="3395793"/>
            <a:ext cx="1282713"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valid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38" name="Google Shape;1889;p36">
            <a:extLst>
              <a:ext uri="{FF2B5EF4-FFF2-40B4-BE49-F238E27FC236}">
                <a16:creationId xmlns:a16="http://schemas.microsoft.com/office/drawing/2014/main" id="{3FC059B0-2626-FC7F-3EFF-39D2C1A5F3D2}"/>
              </a:ext>
            </a:extLst>
          </p:cNvPr>
          <p:cNvSpPr txBox="1"/>
          <p:nvPr/>
        </p:nvSpPr>
        <p:spPr>
          <a:xfrm>
            <a:off x="6436898" y="1887837"/>
            <a:ext cx="128271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approved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internally</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0" name="Google Shape;1889;p36">
            <a:extLst>
              <a:ext uri="{FF2B5EF4-FFF2-40B4-BE49-F238E27FC236}">
                <a16:creationId xmlns:a16="http://schemas.microsoft.com/office/drawing/2014/main" id="{1861B60F-9A3D-BBF4-E381-3B516396FB4A}"/>
              </a:ext>
            </a:extLst>
          </p:cNvPr>
          <p:cNvSpPr txBox="1"/>
          <p:nvPr/>
        </p:nvSpPr>
        <p:spPr>
          <a:xfrm>
            <a:off x="8513412" y="2719790"/>
            <a:ext cx="127923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Does</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OB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wish</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amend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1" name="Google Shape;1889;p36">
            <a:extLst>
              <a:ext uri="{FF2B5EF4-FFF2-40B4-BE49-F238E27FC236}">
                <a16:creationId xmlns:a16="http://schemas.microsoft.com/office/drawing/2014/main" id="{DC30AB18-2119-071C-BA4E-40B97A219C6D}"/>
              </a:ext>
            </a:extLst>
          </p:cNvPr>
          <p:cNvSpPr txBox="1"/>
          <p:nvPr/>
        </p:nvSpPr>
        <p:spPr>
          <a:xfrm>
            <a:off x="8723103" y="3310125"/>
            <a:ext cx="1279233" cy="206877"/>
          </a:xfrm>
          <a:prstGeom prst="rect">
            <a:avLst/>
          </a:prstGeom>
          <a:no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Has the customer approved quote &amp; contract? </a:t>
            </a:r>
            <a:endParaRPr kumimoji="0" lang="en-US"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cxnSp>
        <p:nvCxnSpPr>
          <p:cNvPr id="343" name="Connecteur : en angle 342">
            <a:extLst>
              <a:ext uri="{FF2B5EF4-FFF2-40B4-BE49-F238E27FC236}">
                <a16:creationId xmlns:a16="http://schemas.microsoft.com/office/drawing/2014/main" id="{0C85752E-55E6-9C49-23BA-DEE2D9B66EB1}"/>
              </a:ext>
            </a:extLst>
          </p:cNvPr>
          <p:cNvCxnSpPr>
            <a:cxnSpLocks/>
            <a:stCxn id="264" idx="2"/>
            <a:endCxn id="161" idx="3"/>
          </p:cNvCxnSpPr>
          <p:nvPr/>
        </p:nvCxnSpPr>
        <p:spPr>
          <a:xfrm rot="5400000">
            <a:off x="5799568" y="4239453"/>
            <a:ext cx="598107" cy="1959678"/>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46" name="ZoneTexte 345">
            <a:extLst>
              <a:ext uri="{FF2B5EF4-FFF2-40B4-BE49-F238E27FC236}">
                <a16:creationId xmlns:a16="http://schemas.microsoft.com/office/drawing/2014/main" id="{2A9F0F10-2674-9D85-B9ED-343D3E28270E}"/>
              </a:ext>
            </a:extLst>
          </p:cNvPr>
          <p:cNvSpPr txBox="1"/>
          <p:nvPr/>
        </p:nvSpPr>
        <p:spPr>
          <a:xfrm>
            <a:off x="6919072" y="5096737"/>
            <a:ext cx="45719" cy="215444"/>
          </a:xfrm>
          <a:prstGeom prst="rect">
            <a:avLst/>
          </a:prstGeom>
        </p:spPr>
        <p:txBody>
          <a:bodyPr wrap="square" lIns="0" tIns="0" rIns="0" bIns="0" rtlCol="0">
            <a:spAutoFit/>
          </a:bodyPr>
          <a:lstStyle/>
          <a:p>
            <a:r>
              <a:rPr lang="fr-FR" sz="1400" b="1" dirty="0">
                <a:solidFill>
                  <a:schemeClr val="bg2"/>
                </a:solidFill>
                <a:highlight>
                  <a:srgbClr val="FFFF00"/>
                </a:highlight>
              </a:rPr>
              <a:t>?</a:t>
            </a:r>
            <a:endParaRPr lang="en-US" sz="1400" b="1" dirty="0" err="1">
              <a:solidFill>
                <a:schemeClr val="bg2"/>
              </a:solidFill>
              <a:highlight>
                <a:srgbClr val="FFFF00"/>
              </a:highlight>
            </a:endParaRPr>
          </a:p>
        </p:txBody>
      </p:sp>
      <p:sp>
        <p:nvSpPr>
          <p:cNvPr id="347" name="Google Shape;1889;p36">
            <a:extLst>
              <a:ext uri="{FF2B5EF4-FFF2-40B4-BE49-F238E27FC236}">
                <a16:creationId xmlns:a16="http://schemas.microsoft.com/office/drawing/2014/main" id="{0748649A-6DDA-2CF3-8C7E-B064E51EBEF0}"/>
              </a:ext>
            </a:extLst>
          </p:cNvPr>
          <p:cNvSpPr txBox="1"/>
          <p:nvPr/>
        </p:nvSpPr>
        <p:spPr>
          <a:xfrm>
            <a:off x="4985154" y="5608605"/>
            <a:ext cx="1282713"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&amp; contrat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be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amended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348" name="Google Shape;1889;p36">
            <a:extLst>
              <a:ext uri="{FF2B5EF4-FFF2-40B4-BE49-F238E27FC236}">
                <a16:creationId xmlns:a16="http://schemas.microsoft.com/office/drawing/2014/main" id="{95583888-E269-B737-FBC1-C1040430A70F}"/>
              </a:ext>
            </a:extLst>
          </p:cNvPr>
          <p:cNvSpPr txBox="1"/>
          <p:nvPr/>
        </p:nvSpPr>
        <p:spPr>
          <a:xfrm>
            <a:off x="7144585" y="5128615"/>
            <a:ext cx="496612"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to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be</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700" b="1"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retrieved</a:t>
            </a:r>
            <a:r>
              <a:rPr kumimoji="0" lang="fr-FR" sz="700" b="1"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endParaRPr kumimoji="0" sz="700" b="1"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2" name="Google Shape;1889;p36">
            <a:extLst>
              <a:ext uri="{FF2B5EF4-FFF2-40B4-BE49-F238E27FC236}">
                <a16:creationId xmlns:a16="http://schemas.microsoft.com/office/drawing/2014/main" id="{3A6F3B23-8096-B71A-42BA-2F963858C8FE}"/>
              </a:ext>
            </a:extLst>
          </p:cNvPr>
          <p:cNvSpPr txBox="1"/>
          <p:nvPr/>
        </p:nvSpPr>
        <p:spPr>
          <a:xfrm>
            <a:off x="10359987" y="834763"/>
            <a:ext cx="694456" cy="270265"/>
          </a:xfrm>
          <a:prstGeom prst="rect">
            <a:avLst/>
          </a:prstGeom>
          <a:noFill/>
          <a:ln w="19050">
            <a:solidFill>
              <a:srgbClr val="FF0000"/>
            </a:solid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dirty="0" err="1">
                <a:ln>
                  <a:noFill/>
                </a:ln>
                <a:solidFill>
                  <a:srgbClr val="FF0000"/>
                </a:solidFill>
                <a:effectLst/>
                <a:uLnTx/>
                <a:uFillTx/>
                <a:latin typeface="Helvetica 55 Roman" panose="020B0604020202020204" pitchFamily="34" charset="0"/>
                <a:ea typeface="Arial"/>
                <a:cs typeface="Arial"/>
                <a:sym typeface="Arial"/>
              </a:rPr>
              <a:t>Quote</a:t>
            </a:r>
            <a:r>
              <a:rPr kumimoji="0" lang="fr-FR" sz="800" b="1" i="0" u="none" strike="noStrike" kern="1200" cap="none" spc="0" normalizeH="0" baseline="0" noProof="0" dirty="0">
                <a:ln>
                  <a:noFill/>
                </a:ln>
                <a:solidFill>
                  <a:srgbClr val="FF0000"/>
                </a:solidFill>
                <a:effectLst/>
                <a:uLnTx/>
                <a:uFillTx/>
                <a:latin typeface="Helvetica 55 Roman" panose="020B0604020202020204" pitchFamily="34" charset="0"/>
                <a:ea typeface="Arial"/>
                <a:cs typeface="Arial"/>
                <a:sym typeface="Arial"/>
              </a:rPr>
              <a:t> </a:t>
            </a:r>
            <a:r>
              <a:rPr kumimoji="0" lang="fr-FR" sz="800" b="1" i="0" u="none" strike="noStrike" kern="1200" cap="none" spc="0" normalizeH="0" baseline="0" noProof="0" dirty="0" err="1">
                <a:ln>
                  <a:noFill/>
                </a:ln>
                <a:solidFill>
                  <a:srgbClr val="FF0000"/>
                </a:solidFill>
                <a:effectLst/>
                <a:uLnTx/>
                <a:uFillTx/>
                <a:latin typeface="Helvetica 55 Roman" panose="020B0604020202020204" pitchFamily="34" charset="0"/>
                <a:ea typeface="Arial"/>
                <a:cs typeface="Arial"/>
                <a:sym typeface="Arial"/>
              </a:rPr>
              <a:t>status</a:t>
            </a:r>
            <a:r>
              <a:rPr kumimoji="0" lang="fr-FR" sz="800" b="1" i="0" u="none" strike="noStrike" kern="1200" cap="none" spc="0" normalizeH="0" baseline="0" noProof="0" dirty="0">
                <a:ln>
                  <a:noFill/>
                </a:ln>
                <a:solidFill>
                  <a:srgbClr val="FF0000"/>
                </a:solidFill>
                <a:effectLst/>
                <a:uLnTx/>
                <a:uFillTx/>
                <a:latin typeface="Helvetica 55 Roman" panose="020B0604020202020204" pitchFamily="34" charset="0"/>
                <a:ea typeface="Arial"/>
                <a:cs typeface="Arial"/>
                <a:sym typeface="Arial"/>
              </a:rPr>
              <a:t> in CPQ</a:t>
            </a:r>
            <a:endParaRPr kumimoji="0" lang="en-US" sz="1050" b="1" i="1" u="none" strike="noStrike" kern="1200" cap="none" spc="0" normalizeH="0" baseline="0" noProof="0" dirty="0">
              <a:ln>
                <a:noFill/>
              </a:ln>
              <a:solidFill>
                <a:srgbClr val="FF0000"/>
              </a:solidFill>
              <a:effectLst/>
              <a:uLnTx/>
              <a:uFillTx/>
              <a:latin typeface="Helvetica 55 Roman" panose="020B0604020202020204" pitchFamily="34" charset="0"/>
            </a:endParaRPr>
          </a:p>
        </p:txBody>
      </p:sp>
      <p:cxnSp>
        <p:nvCxnSpPr>
          <p:cNvPr id="3" name="Connecteur droit avec flèche 2">
            <a:extLst>
              <a:ext uri="{FF2B5EF4-FFF2-40B4-BE49-F238E27FC236}">
                <a16:creationId xmlns:a16="http://schemas.microsoft.com/office/drawing/2014/main" id="{64374BC0-6808-A9E6-CC72-EC361195AB3F}"/>
              </a:ext>
            </a:extLst>
          </p:cNvPr>
          <p:cNvCxnSpPr>
            <a:cxnSpLocks/>
          </p:cNvCxnSpPr>
          <p:nvPr/>
        </p:nvCxnSpPr>
        <p:spPr>
          <a:xfrm>
            <a:off x="10408653" y="1597475"/>
            <a:ext cx="480742" cy="2242"/>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Google Shape;1889;p36">
            <a:extLst>
              <a:ext uri="{FF2B5EF4-FFF2-40B4-BE49-F238E27FC236}">
                <a16:creationId xmlns:a16="http://schemas.microsoft.com/office/drawing/2014/main" id="{FD9CFBD3-743D-E429-EEC7-3FAF00C2403B}"/>
              </a:ext>
            </a:extLst>
          </p:cNvPr>
          <p:cNvSpPr txBox="1"/>
          <p:nvPr/>
        </p:nvSpPr>
        <p:spPr>
          <a:xfrm>
            <a:off x="11014459" y="1508531"/>
            <a:ext cx="637869" cy="194999"/>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MMP </a:t>
            </a:r>
            <a:r>
              <a:rPr kumimoji="0" lang="fr-FR" sz="900" i="0" u="none" strike="noStrike" kern="1200" cap="none" spc="0" normalizeH="0" baseline="0" noProof="0" err="1">
                <a:ln>
                  <a:noFill/>
                </a:ln>
                <a:solidFill>
                  <a:schemeClr val="bg1"/>
                </a:solidFill>
                <a:effectLst/>
                <a:uLnTx/>
                <a:uFillTx/>
                <a:latin typeface="Helvetica 55 Roman" panose="020B0604020202020204" pitchFamily="34" charset="0"/>
                <a:cs typeface="Arial"/>
                <a:sym typeface="Arial"/>
              </a:rPr>
              <a:t>path</a:t>
            </a: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 </a:t>
            </a:r>
            <a:b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b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(draft)</a:t>
            </a:r>
            <a:endParaRPr kumimoji="0" sz="900" i="0" u="none" strike="noStrike" kern="1200" cap="none" spc="0" normalizeH="0" baseline="0" noProof="0">
              <a:ln>
                <a:noFill/>
              </a:ln>
              <a:solidFill>
                <a:schemeClr val="bg1"/>
              </a:solidFill>
              <a:effectLst/>
              <a:uLnTx/>
              <a:uFillTx/>
              <a:latin typeface="Helvetica 55 Roman" panose="020B0604020202020204" pitchFamily="34" charset="0"/>
            </a:endParaRPr>
          </a:p>
        </p:txBody>
      </p:sp>
      <p:cxnSp>
        <p:nvCxnSpPr>
          <p:cNvPr id="7" name="Connecteur droit avec flèche 6">
            <a:extLst>
              <a:ext uri="{FF2B5EF4-FFF2-40B4-BE49-F238E27FC236}">
                <a16:creationId xmlns:a16="http://schemas.microsoft.com/office/drawing/2014/main" id="{3AAC2CE7-5843-1831-6575-C7672C02B933}"/>
              </a:ext>
            </a:extLst>
          </p:cNvPr>
          <p:cNvCxnSpPr>
            <a:cxnSpLocks/>
          </p:cNvCxnSpPr>
          <p:nvPr/>
        </p:nvCxnSpPr>
        <p:spPr>
          <a:xfrm>
            <a:off x="10420993" y="1311001"/>
            <a:ext cx="468402" cy="14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8" name="Google Shape;1889;p36">
            <a:extLst>
              <a:ext uri="{FF2B5EF4-FFF2-40B4-BE49-F238E27FC236}">
                <a16:creationId xmlns:a16="http://schemas.microsoft.com/office/drawing/2014/main" id="{B2F8E5B3-BCD1-AECE-6D6B-96957D7D39D8}"/>
              </a:ext>
            </a:extLst>
          </p:cNvPr>
          <p:cNvSpPr txBox="1"/>
          <p:nvPr/>
        </p:nvSpPr>
        <p:spPr>
          <a:xfrm>
            <a:off x="11014459" y="1235557"/>
            <a:ext cx="637869"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dirty="0">
                <a:ln>
                  <a:noFill/>
                </a:ln>
                <a:solidFill>
                  <a:schemeClr val="bg1"/>
                </a:solidFill>
                <a:effectLst/>
                <a:uLnTx/>
                <a:uFillTx/>
                <a:latin typeface="Helvetica 55 Roman" panose="020B0604020202020204" pitchFamily="34" charset="0"/>
                <a:cs typeface="Arial"/>
                <a:sym typeface="Arial"/>
              </a:rPr>
              <a:t>MVP </a:t>
            </a:r>
            <a:r>
              <a:rPr kumimoji="0" lang="fr-FR" sz="900" i="0" u="none" strike="noStrike" kern="1200" cap="none" spc="0" normalizeH="0" baseline="0" noProof="0" dirty="0" err="1">
                <a:ln>
                  <a:noFill/>
                </a:ln>
                <a:solidFill>
                  <a:schemeClr val="bg1"/>
                </a:solidFill>
                <a:effectLst/>
                <a:uLnTx/>
                <a:uFillTx/>
                <a:latin typeface="Helvetica 55 Roman" panose="020B0604020202020204" pitchFamily="34" charset="0"/>
                <a:cs typeface="Arial"/>
                <a:sym typeface="Arial"/>
              </a:rPr>
              <a:t>path</a:t>
            </a:r>
            <a:endParaRPr kumimoji="0" sz="900"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10" name="Rectangle 9">
            <a:extLst>
              <a:ext uri="{FF2B5EF4-FFF2-40B4-BE49-F238E27FC236}">
                <a16:creationId xmlns:a16="http://schemas.microsoft.com/office/drawing/2014/main" id="{E028F1F5-B6B5-D235-245B-60F69CF8BE8E}"/>
              </a:ext>
            </a:extLst>
          </p:cNvPr>
          <p:cNvSpPr/>
          <p:nvPr/>
        </p:nvSpPr>
        <p:spPr>
          <a:xfrm>
            <a:off x="10266688" y="454474"/>
            <a:ext cx="1438758" cy="131506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12" name="ZoneTexte 11">
            <a:extLst>
              <a:ext uri="{FF2B5EF4-FFF2-40B4-BE49-F238E27FC236}">
                <a16:creationId xmlns:a16="http://schemas.microsoft.com/office/drawing/2014/main" id="{6B350878-D5F6-8D9D-1709-E1101E0F69D3}"/>
              </a:ext>
            </a:extLst>
          </p:cNvPr>
          <p:cNvSpPr txBox="1"/>
          <p:nvPr/>
        </p:nvSpPr>
        <p:spPr>
          <a:xfrm>
            <a:off x="10476219" y="576213"/>
            <a:ext cx="1058209" cy="153888"/>
          </a:xfrm>
          <a:prstGeom prst="rect">
            <a:avLst/>
          </a:prstGeom>
        </p:spPr>
        <p:txBody>
          <a:bodyPr wrap="square" lIns="0" tIns="0" rIns="0" bIns="0" rtlCol="0">
            <a:spAutoFit/>
          </a:bodyPr>
          <a:lstStyle/>
          <a:p>
            <a:r>
              <a:rPr lang="en-US" sz="1000" dirty="0">
                <a:solidFill>
                  <a:schemeClr val="bg1"/>
                </a:solidFill>
                <a:latin typeface="Helvetica 55 Roman" panose="020B0604020202020204" pitchFamily="34" charset="0"/>
              </a:rPr>
              <a:t>Caption</a:t>
            </a:r>
          </a:p>
        </p:txBody>
      </p:sp>
      <p:cxnSp>
        <p:nvCxnSpPr>
          <p:cNvPr id="22" name="Connecteur : en angle 21">
            <a:extLst>
              <a:ext uri="{FF2B5EF4-FFF2-40B4-BE49-F238E27FC236}">
                <a16:creationId xmlns:a16="http://schemas.microsoft.com/office/drawing/2014/main" id="{B19305E9-0917-BA23-E04E-D1A45FD36ACB}"/>
              </a:ext>
            </a:extLst>
          </p:cNvPr>
          <p:cNvCxnSpPr>
            <a:cxnSpLocks/>
            <a:stCxn id="46" idx="2"/>
            <a:endCxn id="21" idx="6"/>
          </p:cNvCxnSpPr>
          <p:nvPr/>
        </p:nvCxnSpPr>
        <p:spPr>
          <a:xfrm rot="5400000">
            <a:off x="8053304" y="3034000"/>
            <a:ext cx="1510495" cy="3445472"/>
          </a:xfrm>
          <a:prstGeom prst="bentConnector2">
            <a:avLst/>
          </a:prstGeom>
          <a:ln/>
        </p:spPr>
        <p:style>
          <a:lnRef idx="1">
            <a:schemeClr val="accent1"/>
          </a:lnRef>
          <a:fillRef idx="0">
            <a:schemeClr val="accent1"/>
          </a:fillRef>
          <a:effectRef idx="0">
            <a:schemeClr val="accent1"/>
          </a:effectRef>
          <a:fontRef idx="minor">
            <a:schemeClr val="tx1"/>
          </a:fontRef>
        </p:style>
      </p:cxnSp>
      <p:sp>
        <p:nvSpPr>
          <p:cNvPr id="24" name="Google Shape;1889;p36">
            <a:extLst>
              <a:ext uri="{FF2B5EF4-FFF2-40B4-BE49-F238E27FC236}">
                <a16:creationId xmlns:a16="http://schemas.microsoft.com/office/drawing/2014/main" id="{2C12520E-5964-0A28-0359-77C5755F4513}"/>
              </a:ext>
            </a:extLst>
          </p:cNvPr>
          <p:cNvSpPr txBox="1"/>
          <p:nvPr/>
        </p:nvSpPr>
        <p:spPr>
          <a:xfrm>
            <a:off x="10132809" y="3337600"/>
            <a:ext cx="796955" cy="295062"/>
          </a:xfrm>
          <a:prstGeom prst="rect">
            <a:avLst/>
          </a:prstGeom>
          <a:noFill/>
          <a:ln w="19050">
            <a:solidFill>
              <a:srgbClr val="FF0000"/>
            </a:solid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sz="900" dirty="0">
                <a:solidFill>
                  <a:srgbClr val="FF0000"/>
                </a:solidFill>
                <a:sym typeface="Arial"/>
              </a:rPr>
              <a:t>ACCEPTED </a:t>
            </a:r>
            <a:r>
              <a:rPr lang="en-GB" sz="900" i="1" dirty="0">
                <a:solidFill>
                  <a:srgbClr val="FF0000"/>
                </a:solidFill>
                <a:sym typeface="Arial"/>
              </a:rPr>
              <a:t>by customer</a:t>
            </a:r>
            <a:endParaRPr lang="en-GB" sz="900" i="1" dirty="0">
              <a:solidFill>
                <a:srgbClr val="FF0000"/>
              </a:solidFill>
            </a:endParaRPr>
          </a:p>
        </p:txBody>
      </p:sp>
    </p:spTree>
    <p:extLst>
      <p:ext uri="{BB962C8B-B14F-4D97-AF65-F5344CB8AC3E}">
        <p14:creationId xmlns:p14="http://schemas.microsoft.com/office/powerpoint/2010/main" val="434289457"/>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78978B6-1F78-3FD8-F828-4D3E24F51EC9}"/>
            </a:ext>
          </a:extLst>
        </p:cNvPr>
        <p:cNvGrpSpPr/>
        <p:nvPr/>
      </p:nvGrpSpPr>
      <p:grpSpPr>
        <a:xfrm>
          <a:off x="0" y="0"/>
          <a:ext cx="0" cy="0"/>
          <a:chOff x="0" y="0"/>
          <a:chExt cx="0" cy="0"/>
        </a:xfrm>
      </p:grpSpPr>
      <p:cxnSp>
        <p:nvCxnSpPr>
          <p:cNvPr id="137" name="Connecteur : en angle 136">
            <a:extLst>
              <a:ext uri="{FF2B5EF4-FFF2-40B4-BE49-F238E27FC236}">
                <a16:creationId xmlns:a16="http://schemas.microsoft.com/office/drawing/2014/main" id="{B9B1DB7B-9E0E-CB67-8F6A-B962CBE142BE}"/>
              </a:ext>
            </a:extLst>
          </p:cNvPr>
          <p:cNvCxnSpPr>
            <a:cxnSpLocks/>
          </p:cNvCxnSpPr>
          <p:nvPr/>
        </p:nvCxnSpPr>
        <p:spPr>
          <a:xfrm rot="5400000" flipH="1" flipV="1">
            <a:off x="8099890" y="3311517"/>
            <a:ext cx="1233932" cy="282475"/>
          </a:xfrm>
          <a:prstGeom prst="bentConnector2">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eur : en angle 132">
            <a:extLst>
              <a:ext uri="{FF2B5EF4-FFF2-40B4-BE49-F238E27FC236}">
                <a16:creationId xmlns:a16="http://schemas.microsoft.com/office/drawing/2014/main" id="{1C8F7F39-7D59-5C9E-C8BE-46F4A614B8FA}"/>
              </a:ext>
            </a:extLst>
          </p:cNvPr>
          <p:cNvCxnSpPr>
            <a:cxnSpLocks/>
          </p:cNvCxnSpPr>
          <p:nvPr/>
        </p:nvCxnSpPr>
        <p:spPr>
          <a:xfrm flipV="1">
            <a:off x="10220224" y="5195924"/>
            <a:ext cx="1485222" cy="296469"/>
          </a:xfrm>
          <a:prstGeom prst="bentConnector2">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886;p36">
            <a:extLst>
              <a:ext uri="{FF2B5EF4-FFF2-40B4-BE49-F238E27FC236}">
                <a16:creationId xmlns:a16="http://schemas.microsoft.com/office/drawing/2014/main" id="{60B8765A-8E9B-627C-2716-F14FFEEC3DD2}"/>
              </a:ext>
            </a:extLst>
          </p:cNvPr>
          <p:cNvSpPr/>
          <p:nvPr/>
        </p:nvSpPr>
        <p:spPr>
          <a:xfrm>
            <a:off x="7336035" y="1606031"/>
            <a:ext cx="457200" cy="457200"/>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sp>
        <p:nvSpPr>
          <p:cNvPr id="3" name="Google Shape;1887;p36">
            <a:extLst>
              <a:ext uri="{FF2B5EF4-FFF2-40B4-BE49-F238E27FC236}">
                <a16:creationId xmlns:a16="http://schemas.microsoft.com/office/drawing/2014/main" id="{9CA0FC80-4321-3242-F3E2-926502B314A7}"/>
              </a:ext>
            </a:extLst>
          </p:cNvPr>
          <p:cNvSpPr/>
          <p:nvPr/>
        </p:nvSpPr>
        <p:spPr>
          <a:xfrm>
            <a:off x="11476846" y="4064931"/>
            <a:ext cx="457200" cy="457200"/>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sp>
        <p:nvSpPr>
          <p:cNvPr id="4" name="Title 1">
            <a:extLst>
              <a:ext uri="{FF2B5EF4-FFF2-40B4-BE49-F238E27FC236}">
                <a16:creationId xmlns:a16="http://schemas.microsoft.com/office/drawing/2014/main" id="{61685C4E-FD2D-9E37-3FFA-C9B903683909}"/>
              </a:ext>
            </a:extLst>
          </p:cNvPr>
          <p:cNvSpPr txBox="1">
            <a:spLocks/>
          </p:cNvSpPr>
          <p:nvPr/>
        </p:nvSpPr>
        <p:spPr>
          <a:xfrm>
            <a:off x="352813" y="447678"/>
            <a:ext cx="11353800" cy="723850"/>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27" normalizeH="0" baseline="0" noProof="0" dirty="0">
                <a:ln>
                  <a:noFill/>
                </a:ln>
                <a:effectLst/>
                <a:uLnTx/>
                <a:uFillTx/>
                <a:latin typeface="Helvetica 75 Bold"/>
                <a:ea typeface="+mj-ea"/>
                <a:cs typeface="+mj-cs"/>
              </a:rPr>
              <a:t>Quote Object Life-cycle</a:t>
            </a:r>
            <a:endParaRPr lang="en-GB" sz="2400" dirty="0">
              <a:latin typeface="Helvetica 75 Bold"/>
            </a:endParaRPr>
          </a:p>
          <a:p>
            <a:pPr marL="0" marR="0" lvl="0" indent="0" algn="l" defTabSz="1219261" rtl="0" eaLnBrk="1" fontAlgn="auto" latinLnBrk="0" hangingPunct="1">
              <a:lnSpc>
                <a:spcPct val="90000"/>
              </a:lnSpc>
              <a:spcBef>
                <a:spcPct val="0"/>
              </a:spcBef>
              <a:spcAft>
                <a:spcPts val="0"/>
              </a:spcAft>
              <a:buClrTx/>
              <a:buSzTx/>
              <a:buFontTx/>
              <a:buNone/>
              <a:tabLst/>
              <a:defRPr/>
            </a:pPr>
            <a:r>
              <a:rPr lang="en-GB" sz="2400" dirty="0">
                <a:solidFill>
                  <a:schemeClr val="bg1"/>
                </a:solidFill>
                <a:latin typeface="Helvetica 75 Bold"/>
              </a:rPr>
              <a:t>MVP path and MMP path </a:t>
            </a:r>
            <a:r>
              <a:rPr lang="en-GB" sz="2400" dirty="0">
                <a:solidFill>
                  <a:schemeClr val="tx1"/>
                </a:solidFill>
                <a:latin typeface="Helvetica 75 Bold"/>
              </a:rPr>
              <a:t>(draft)</a:t>
            </a:r>
          </a:p>
        </p:txBody>
      </p:sp>
      <p:sp>
        <p:nvSpPr>
          <p:cNvPr id="5" name="Google Shape;1886;p36">
            <a:extLst>
              <a:ext uri="{FF2B5EF4-FFF2-40B4-BE49-F238E27FC236}">
                <a16:creationId xmlns:a16="http://schemas.microsoft.com/office/drawing/2014/main" id="{B7AB56F8-D9A0-85D2-BF99-E0140DB35EE2}"/>
              </a:ext>
            </a:extLst>
          </p:cNvPr>
          <p:cNvSpPr/>
          <p:nvPr/>
        </p:nvSpPr>
        <p:spPr>
          <a:xfrm>
            <a:off x="300126" y="4257275"/>
            <a:ext cx="343501" cy="312274"/>
          </a:xfrm>
          <a:prstGeom prst="flowChartConnector">
            <a:avLst/>
          </a:prstGeom>
          <a:solidFill>
            <a:schemeClr val="accent3">
              <a:lumMod val="60000"/>
              <a:lumOff val="40000"/>
            </a:schemeClr>
          </a:solidFill>
          <a:ln w="25400" cap="flat" cmpd="sng">
            <a:solidFill>
              <a:schemeClr val="accent3">
                <a:lumMod val="40000"/>
                <a:lumOff val="6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6" name="Google Shape;1884;p36">
            <a:extLst>
              <a:ext uri="{FF2B5EF4-FFF2-40B4-BE49-F238E27FC236}">
                <a16:creationId xmlns:a16="http://schemas.microsoft.com/office/drawing/2014/main" id="{387C00E8-8426-7D7A-354D-1BD532A34857}"/>
              </a:ext>
            </a:extLst>
          </p:cNvPr>
          <p:cNvSpPr/>
          <p:nvPr/>
        </p:nvSpPr>
        <p:spPr>
          <a:xfrm>
            <a:off x="9532480" y="5263792"/>
            <a:ext cx="687744" cy="457201"/>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cs typeface="Arial"/>
                <a:sym typeface="Arial"/>
              </a:rPr>
              <a:t>Request</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cs typeface="Arial"/>
                <a:sym typeface="Arial"/>
              </a:rPr>
              <a:t> for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cs typeface="Arial"/>
                <a:sym typeface="Arial"/>
              </a:rPr>
              <a:t>contract</a:t>
            </a:r>
            <a:endParaRPr kumimoji="0"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sp>
        <p:nvSpPr>
          <p:cNvPr id="97" name="Google Shape;1889;p36">
            <a:extLst>
              <a:ext uri="{FF2B5EF4-FFF2-40B4-BE49-F238E27FC236}">
                <a16:creationId xmlns:a16="http://schemas.microsoft.com/office/drawing/2014/main" id="{7F427E6D-AA3A-CBDD-EFF5-9FEB249B472D}"/>
              </a:ext>
            </a:extLst>
          </p:cNvPr>
          <p:cNvSpPr txBox="1"/>
          <p:nvPr/>
        </p:nvSpPr>
        <p:spPr>
          <a:xfrm>
            <a:off x="9309642" y="2132952"/>
            <a:ext cx="1151549"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YES </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cxnSp>
        <p:nvCxnSpPr>
          <p:cNvPr id="150" name="Connecteur droit avec flèche 149">
            <a:extLst>
              <a:ext uri="{FF2B5EF4-FFF2-40B4-BE49-F238E27FC236}">
                <a16:creationId xmlns:a16="http://schemas.microsoft.com/office/drawing/2014/main" id="{B9E7D9D7-946D-8D39-C910-3FBC63585F39}"/>
              </a:ext>
            </a:extLst>
          </p:cNvPr>
          <p:cNvCxnSpPr>
            <a:cxnSpLocks/>
          </p:cNvCxnSpPr>
          <p:nvPr/>
        </p:nvCxnSpPr>
        <p:spPr>
          <a:xfrm flipV="1">
            <a:off x="5072580" y="1836043"/>
            <a:ext cx="703284" cy="1"/>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5" name="Google Shape;1884;p36">
            <a:extLst>
              <a:ext uri="{FF2B5EF4-FFF2-40B4-BE49-F238E27FC236}">
                <a16:creationId xmlns:a16="http://schemas.microsoft.com/office/drawing/2014/main" id="{763EF6DA-D390-1473-46CB-B4473B495304}"/>
              </a:ext>
            </a:extLst>
          </p:cNvPr>
          <p:cNvSpPr/>
          <p:nvPr/>
        </p:nvSpPr>
        <p:spPr>
          <a:xfrm>
            <a:off x="10005924" y="2607188"/>
            <a:ext cx="748855" cy="457201"/>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Cancelation</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a:t>
            </a:r>
            <a:endParaRPr kumimoji="0"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grpSp>
        <p:nvGrpSpPr>
          <p:cNvPr id="189" name="Groupe 188">
            <a:extLst>
              <a:ext uri="{FF2B5EF4-FFF2-40B4-BE49-F238E27FC236}">
                <a16:creationId xmlns:a16="http://schemas.microsoft.com/office/drawing/2014/main" id="{9E9E8006-0A14-0910-8CAB-ABBE8FA5DC11}"/>
              </a:ext>
            </a:extLst>
          </p:cNvPr>
          <p:cNvGrpSpPr/>
          <p:nvPr/>
        </p:nvGrpSpPr>
        <p:grpSpPr>
          <a:xfrm>
            <a:off x="4394713" y="2973842"/>
            <a:ext cx="710146" cy="624895"/>
            <a:chOff x="3824733" y="3238064"/>
            <a:chExt cx="1288800" cy="1141431"/>
          </a:xfrm>
          <a:solidFill>
            <a:schemeClr val="bg1"/>
          </a:solidFill>
        </p:grpSpPr>
        <p:sp>
          <p:nvSpPr>
            <p:cNvPr id="19" name="Organigramme : Décision 18">
              <a:extLst>
                <a:ext uri="{FF2B5EF4-FFF2-40B4-BE49-F238E27FC236}">
                  <a16:creationId xmlns:a16="http://schemas.microsoft.com/office/drawing/2014/main" id="{70DBE543-0BE9-5185-D358-A5F912B02739}"/>
                </a:ext>
              </a:extLst>
            </p:cNvPr>
            <p:cNvSpPr/>
            <p:nvPr/>
          </p:nvSpPr>
          <p:spPr>
            <a:xfrm>
              <a:off x="3824733" y="3238064"/>
              <a:ext cx="1288800" cy="1141431"/>
            </a:xfrm>
            <a:prstGeom prst="flowChartDecision">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sp>
          <p:nvSpPr>
            <p:cNvPr id="188" name="ZoneTexte 187">
              <a:extLst>
                <a:ext uri="{FF2B5EF4-FFF2-40B4-BE49-F238E27FC236}">
                  <a16:creationId xmlns:a16="http://schemas.microsoft.com/office/drawing/2014/main" id="{B9DA36A1-B246-2D17-884F-686FD0CE4D58}"/>
                </a:ext>
              </a:extLst>
            </p:cNvPr>
            <p:cNvSpPr txBox="1"/>
            <p:nvPr/>
          </p:nvSpPr>
          <p:spPr>
            <a:xfrm>
              <a:off x="3920713" y="3532630"/>
              <a:ext cx="1098358" cy="505965"/>
            </a:xfrm>
            <a:prstGeom prst="rect">
              <a:avLst/>
            </a:prstGeom>
            <a:noFill/>
            <a:ln w="1270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dirty="0" err="1">
                  <a:ln>
                    <a:noFill/>
                  </a:ln>
                  <a:solidFill>
                    <a:srgbClr val="000000"/>
                  </a:solidFill>
                  <a:effectLst/>
                  <a:uLnTx/>
                  <a:uFillTx/>
                  <a:latin typeface="Helvetica 55 Roman" panose="020B0604020202020204" pitchFamily="34" charset="0"/>
                </a:rPr>
                <a:t>Internal</a:t>
              </a:r>
              <a:r>
                <a:rPr kumimoji="0" lang="fr-FR" sz="900" i="0" u="none" strike="noStrike" kern="1200" cap="none" spc="0" normalizeH="0" baseline="0" noProof="0" dirty="0">
                  <a:ln>
                    <a:noFill/>
                  </a:ln>
                  <a:solidFill>
                    <a:srgbClr val="000000"/>
                  </a:solidFill>
                  <a:effectLst/>
                  <a:uLnTx/>
                  <a:uFillTx/>
                  <a:latin typeface="Helvetica 55 Roman" panose="020B0604020202020204" pitchFamily="34" charset="0"/>
                </a:rPr>
                <a:t> Validation </a:t>
              </a:r>
            </a:p>
          </p:txBody>
        </p:sp>
      </p:grpSp>
      <p:grpSp>
        <p:nvGrpSpPr>
          <p:cNvPr id="193" name="Groupe 192">
            <a:extLst>
              <a:ext uri="{FF2B5EF4-FFF2-40B4-BE49-F238E27FC236}">
                <a16:creationId xmlns:a16="http://schemas.microsoft.com/office/drawing/2014/main" id="{7D05DC06-2DEA-51C3-7470-551DA298FF2E}"/>
              </a:ext>
            </a:extLst>
          </p:cNvPr>
          <p:cNvGrpSpPr/>
          <p:nvPr/>
        </p:nvGrpSpPr>
        <p:grpSpPr>
          <a:xfrm>
            <a:off x="8220546" y="4069720"/>
            <a:ext cx="710146" cy="687385"/>
            <a:chOff x="3824732" y="3238064"/>
            <a:chExt cx="1288800" cy="1141431"/>
          </a:xfrm>
          <a:solidFill>
            <a:schemeClr val="bg1"/>
          </a:solidFill>
        </p:grpSpPr>
        <p:sp>
          <p:nvSpPr>
            <p:cNvPr id="194" name="Organigramme : Décision 193">
              <a:extLst>
                <a:ext uri="{FF2B5EF4-FFF2-40B4-BE49-F238E27FC236}">
                  <a16:creationId xmlns:a16="http://schemas.microsoft.com/office/drawing/2014/main" id="{C6DFA561-1D94-557D-70BA-73B7F35B6FA4}"/>
                </a:ext>
              </a:extLst>
            </p:cNvPr>
            <p:cNvSpPr/>
            <p:nvPr/>
          </p:nvSpPr>
          <p:spPr>
            <a:xfrm>
              <a:off x="3824732" y="3238064"/>
              <a:ext cx="1288800" cy="1141431"/>
            </a:xfrm>
            <a:prstGeom prst="flowChartDecision">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sp>
          <p:nvSpPr>
            <p:cNvPr id="195" name="ZoneTexte 194">
              <a:extLst>
                <a:ext uri="{FF2B5EF4-FFF2-40B4-BE49-F238E27FC236}">
                  <a16:creationId xmlns:a16="http://schemas.microsoft.com/office/drawing/2014/main" id="{16780458-4171-DFBE-749E-C37B1E2F447A}"/>
                </a:ext>
              </a:extLst>
            </p:cNvPr>
            <p:cNvSpPr txBox="1"/>
            <p:nvPr/>
          </p:nvSpPr>
          <p:spPr>
            <a:xfrm>
              <a:off x="3929786" y="3551305"/>
              <a:ext cx="1061345" cy="459968"/>
            </a:xfrm>
            <a:prstGeom prst="rect">
              <a:avLst/>
            </a:prstGeom>
            <a:noFill/>
            <a:ln w="1270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Client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Validation </a:t>
              </a:r>
            </a:p>
          </p:txBody>
        </p:sp>
      </p:grpSp>
      <p:sp>
        <p:nvSpPr>
          <p:cNvPr id="199" name="Google Shape;1889;p36">
            <a:extLst>
              <a:ext uri="{FF2B5EF4-FFF2-40B4-BE49-F238E27FC236}">
                <a16:creationId xmlns:a16="http://schemas.microsoft.com/office/drawing/2014/main" id="{3A4B1892-AA75-F8FF-9802-6BEC4EB0AD1E}"/>
              </a:ext>
            </a:extLst>
          </p:cNvPr>
          <p:cNvSpPr txBox="1"/>
          <p:nvPr/>
        </p:nvSpPr>
        <p:spPr>
          <a:xfrm>
            <a:off x="4172997" y="3580766"/>
            <a:ext cx="1282713" cy="206877"/>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Is the </a:t>
            </a:r>
            <a:r>
              <a:rPr kumimoji="0" lang="fr-FR" sz="900" b="0"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quote</a:t>
            </a:r>
            <a:r>
              <a:rPr kumimoji="0" lang="fr-FR" sz="900" b="0"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a:t>
            </a:r>
            <a:r>
              <a:rPr kumimoji="0" lang="fr-FR" sz="900" b="0" i="0" u="none" strike="noStrike" kern="1200" cap="none" spc="0" normalizeH="0" baseline="0" noProof="0" dirty="0" err="1">
                <a:ln>
                  <a:noFill/>
                </a:ln>
                <a:solidFill>
                  <a:schemeClr val="bg1"/>
                </a:solidFill>
                <a:effectLst/>
                <a:uLnTx/>
                <a:uFillTx/>
                <a:latin typeface="Helvetica 55 Roman" panose="020B0604020202020204" pitchFamily="34" charset="0"/>
                <a:ea typeface="Arial"/>
                <a:cs typeface="Arial"/>
                <a:sym typeface="Arial"/>
              </a:rPr>
              <a:t>approved</a:t>
            </a:r>
            <a:r>
              <a:rPr kumimoji="0" lang="fr-FR" sz="900" b="0" i="0" u="none" strike="noStrike" kern="1200" cap="none" spc="0" normalizeH="0" baseline="0" noProof="0" dirty="0">
                <a:ln>
                  <a:noFill/>
                </a:ln>
                <a:solidFill>
                  <a:schemeClr val="bg1"/>
                </a:solidFill>
                <a:effectLst/>
                <a:uLnTx/>
                <a:uFillTx/>
                <a:latin typeface="Helvetica 55 Roman" panose="020B0604020202020204" pitchFamily="34" charset="0"/>
                <a:ea typeface="Arial"/>
                <a:cs typeface="Arial"/>
                <a:sym typeface="Arial"/>
              </a:rPr>
              <a:t> ? </a:t>
            </a:r>
            <a:endParaRPr kumimoji="0" sz="900" b="0"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200" name="Google Shape;1889;p36">
            <a:extLst>
              <a:ext uri="{FF2B5EF4-FFF2-40B4-BE49-F238E27FC236}">
                <a16:creationId xmlns:a16="http://schemas.microsoft.com/office/drawing/2014/main" id="{0039C467-733E-AFC7-6808-D59B9277F3CF}"/>
              </a:ext>
            </a:extLst>
          </p:cNvPr>
          <p:cNvSpPr txBox="1"/>
          <p:nvPr/>
        </p:nvSpPr>
        <p:spPr>
          <a:xfrm>
            <a:off x="8723015" y="3898212"/>
            <a:ext cx="1349814" cy="289702"/>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Does</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the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customer</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accept</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the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quote</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 </a:t>
            </a:r>
            <a:endParaRPr kumimoji="0" sz="900" b="0" i="0" u="none" strike="noStrike" kern="1200" cap="none" spc="0" normalizeH="0" baseline="0" noProof="0">
              <a:ln>
                <a:noFill/>
              </a:ln>
              <a:solidFill>
                <a:schemeClr val="bg1"/>
              </a:solidFill>
              <a:effectLst/>
              <a:uLnTx/>
              <a:uFillTx/>
              <a:latin typeface="Helvetica 55 Roman" panose="020B0604020202020204" pitchFamily="34" charset="0"/>
            </a:endParaRPr>
          </a:p>
        </p:txBody>
      </p:sp>
      <p:sp>
        <p:nvSpPr>
          <p:cNvPr id="201" name="Google Shape;1889;p36">
            <a:extLst>
              <a:ext uri="{FF2B5EF4-FFF2-40B4-BE49-F238E27FC236}">
                <a16:creationId xmlns:a16="http://schemas.microsoft.com/office/drawing/2014/main" id="{F59C9761-AD1F-BF12-C251-0B69178E78F9}"/>
              </a:ext>
            </a:extLst>
          </p:cNvPr>
          <p:cNvSpPr txBox="1"/>
          <p:nvPr/>
        </p:nvSpPr>
        <p:spPr>
          <a:xfrm>
            <a:off x="7803718" y="2350952"/>
            <a:ext cx="1349809" cy="325484"/>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Does</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OB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wishes</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to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provide</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a new version ? </a:t>
            </a:r>
            <a:endParaRPr kumimoji="0" sz="900" b="0" i="0" u="none" strike="noStrike" kern="1200" cap="none" spc="0" normalizeH="0" baseline="0" noProof="0">
              <a:ln>
                <a:noFill/>
              </a:ln>
              <a:solidFill>
                <a:schemeClr val="bg1"/>
              </a:solidFill>
              <a:effectLst/>
              <a:uLnTx/>
              <a:uFillTx/>
              <a:latin typeface="Helvetica 55 Roman" panose="020B0604020202020204" pitchFamily="34" charset="0"/>
            </a:endParaRPr>
          </a:p>
        </p:txBody>
      </p:sp>
      <p:grpSp>
        <p:nvGrpSpPr>
          <p:cNvPr id="203" name="Groupe 202">
            <a:extLst>
              <a:ext uri="{FF2B5EF4-FFF2-40B4-BE49-F238E27FC236}">
                <a16:creationId xmlns:a16="http://schemas.microsoft.com/office/drawing/2014/main" id="{BE7CF69D-DA82-1B82-DC1E-2CC3087D06DA}"/>
              </a:ext>
            </a:extLst>
          </p:cNvPr>
          <p:cNvGrpSpPr/>
          <p:nvPr/>
        </p:nvGrpSpPr>
        <p:grpSpPr>
          <a:xfrm>
            <a:off x="8858094" y="2457726"/>
            <a:ext cx="781161" cy="756124"/>
            <a:chOff x="3824732" y="3238064"/>
            <a:chExt cx="1288800" cy="1141431"/>
          </a:xfrm>
          <a:solidFill>
            <a:schemeClr val="bg1"/>
          </a:solidFill>
        </p:grpSpPr>
        <p:sp>
          <p:nvSpPr>
            <p:cNvPr id="204" name="Organigramme : Décision 203">
              <a:extLst>
                <a:ext uri="{FF2B5EF4-FFF2-40B4-BE49-F238E27FC236}">
                  <a16:creationId xmlns:a16="http://schemas.microsoft.com/office/drawing/2014/main" id="{63ABF2FD-1E53-22FA-37DC-D3977FCF5931}"/>
                </a:ext>
              </a:extLst>
            </p:cNvPr>
            <p:cNvSpPr/>
            <p:nvPr/>
          </p:nvSpPr>
          <p:spPr>
            <a:xfrm>
              <a:off x="3824732" y="3238064"/>
              <a:ext cx="1288800" cy="1141431"/>
            </a:xfrm>
            <a:prstGeom prst="flowChartDecision">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i="0" u="none" strike="noStrike" kern="1200" cap="none" spc="0" normalizeH="0" baseline="0" noProof="0">
                <a:ln>
                  <a:noFill/>
                </a:ln>
                <a:solidFill>
                  <a:srgbClr val="000000"/>
                </a:solidFill>
                <a:effectLst/>
                <a:highlight>
                  <a:srgbClr val="FF0000"/>
                </a:highlight>
                <a:uLnTx/>
                <a:uFillTx/>
                <a:latin typeface="Helvetica 55 Roman" panose="020B0604020202020204" pitchFamily="34" charset="0"/>
              </a:endParaRPr>
            </a:p>
          </p:txBody>
        </p:sp>
        <p:sp>
          <p:nvSpPr>
            <p:cNvPr id="205" name="ZoneTexte 204">
              <a:extLst>
                <a:ext uri="{FF2B5EF4-FFF2-40B4-BE49-F238E27FC236}">
                  <a16:creationId xmlns:a16="http://schemas.microsoft.com/office/drawing/2014/main" id="{8B281844-0E9D-6A97-F094-C50E31581153}"/>
                </a:ext>
              </a:extLst>
            </p:cNvPr>
            <p:cNvSpPr txBox="1"/>
            <p:nvPr/>
          </p:nvSpPr>
          <p:spPr>
            <a:xfrm>
              <a:off x="4090924" y="3618900"/>
              <a:ext cx="734701" cy="418153"/>
            </a:xfrm>
            <a:prstGeom prst="rect">
              <a:avLst/>
            </a:prstGeom>
            <a:grpFill/>
            <a:ln w="1270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rPr>
                <a:t>Recall</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rPr>
                <a:t>Quote</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 </a:t>
              </a:r>
            </a:p>
          </p:txBody>
        </p:sp>
      </p:grpSp>
      <p:sp>
        <p:nvSpPr>
          <p:cNvPr id="223" name="Google Shape;1889;p36">
            <a:extLst>
              <a:ext uri="{FF2B5EF4-FFF2-40B4-BE49-F238E27FC236}">
                <a16:creationId xmlns:a16="http://schemas.microsoft.com/office/drawing/2014/main" id="{71868D2A-AE52-1D81-6CBA-4D8B1CF4D5D8}"/>
              </a:ext>
            </a:extLst>
          </p:cNvPr>
          <p:cNvSpPr txBox="1"/>
          <p:nvPr/>
        </p:nvSpPr>
        <p:spPr>
          <a:xfrm>
            <a:off x="9532480" y="3025018"/>
            <a:ext cx="1299998"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NO</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sp>
        <p:nvSpPr>
          <p:cNvPr id="34" name="Google Shape;1889;p36">
            <a:extLst>
              <a:ext uri="{FF2B5EF4-FFF2-40B4-BE49-F238E27FC236}">
                <a16:creationId xmlns:a16="http://schemas.microsoft.com/office/drawing/2014/main" id="{36C7F820-4B80-E20C-E7A5-E4A0DDB0B84A}"/>
              </a:ext>
            </a:extLst>
          </p:cNvPr>
          <p:cNvSpPr txBox="1"/>
          <p:nvPr/>
        </p:nvSpPr>
        <p:spPr>
          <a:xfrm>
            <a:off x="5775864" y="1620043"/>
            <a:ext cx="1008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ABANDONED </a:t>
            </a:r>
            <a:endParaRPr kumimoji="0" sz="20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35" name="Google Shape;1889;p36">
            <a:extLst>
              <a:ext uri="{FF2B5EF4-FFF2-40B4-BE49-F238E27FC236}">
                <a16:creationId xmlns:a16="http://schemas.microsoft.com/office/drawing/2014/main" id="{062C4CAE-1426-906F-CA21-D96F30AF43C4}"/>
              </a:ext>
            </a:extLst>
          </p:cNvPr>
          <p:cNvSpPr txBox="1"/>
          <p:nvPr/>
        </p:nvSpPr>
        <p:spPr>
          <a:xfrm>
            <a:off x="8125619" y="5276394"/>
            <a:ext cx="900000" cy="432000"/>
          </a:xfrm>
          <a:prstGeom prst="rect">
            <a:avLst/>
          </a:prstGeom>
          <a:solidFill>
            <a:schemeClr val="bg2">
              <a:lumMod val="60000"/>
              <a:lumOff val="40000"/>
            </a:schemeClr>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ACCEPTED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1" u="none" strike="noStrike" kern="1200" cap="none" spc="0" normalizeH="0" baseline="0" noProof="0">
                <a:ln>
                  <a:noFill/>
                </a:ln>
                <a:solidFill>
                  <a:srgbClr val="000000"/>
                </a:solidFill>
                <a:effectLst/>
                <a:uLnTx/>
                <a:uFillTx/>
                <a:latin typeface="Helvetica 75 Bold"/>
                <a:ea typeface="+mn-ea"/>
                <a:cs typeface="Arial"/>
                <a:sym typeface="Arial"/>
              </a:rPr>
              <a:t>by client</a:t>
            </a:r>
            <a:endParaRPr kumimoji="0" sz="1600" b="1" i="1"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Google Shape;1889;p36">
            <a:extLst>
              <a:ext uri="{FF2B5EF4-FFF2-40B4-BE49-F238E27FC236}">
                <a16:creationId xmlns:a16="http://schemas.microsoft.com/office/drawing/2014/main" id="{624DE3DA-4049-2592-8532-71BFE96A0DC4}"/>
              </a:ext>
            </a:extLst>
          </p:cNvPr>
          <p:cNvSpPr txBox="1"/>
          <p:nvPr/>
        </p:nvSpPr>
        <p:spPr>
          <a:xfrm>
            <a:off x="11255446" y="4763924"/>
            <a:ext cx="900000" cy="432000"/>
          </a:xfrm>
          <a:prstGeom prst="rect">
            <a:avLst/>
          </a:prstGeom>
          <a:solidFill>
            <a:schemeClr val="bg2">
              <a:lumMod val="60000"/>
              <a:lumOff val="40000"/>
            </a:schemeClr>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CLOSED </a:t>
            </a:r>
            <a:r>
              <a:rPr kumimoji="0" lang="fr-FR" sz="1200" b="1" i="0" u="none" strike="noStrike" kern="1200" cap="none" spc="0" normalizeH="0" baseline="0" noProof="0">
                <a:ln>
                  <a:noFill/>
                </a:ln>
                <a:solidFill>
                  <a:srgbClr val="000000"/>
                </a:solidFill>
                <a:effectLst/>
                <a:uLnTx/>
                <a:uFillTx/>
                <a:latin typeface="Helvetica 75 Bold"/>
                <a:ea typeface="+mn-ea"/>
                <a:cs typeface="Arial"/>
                <a:sym typeface="Arial"/>
              </a:rPr>
              <a:t>WON</a:t>
            </a:r>
            <a:endParaRPr kumimoji="0" lang="en-US" sz="2000" b="1" i="1" u="none" strike="noStrike" kern="1200" cap="none" spc="0" normalizeH="0" baseline="0" noProof="0">
              <a:ln>
                <a:noFill/>
              </a:ln>
              <a:solidFill>
                <a:srgbClr val="000000"/>
              </a:solidFill>
              <a:effectLst/>
              <a:uLnTx/>
              <a:uFillTx/>
              <a:latin typeface="Helvetica 75 Bold"/>
              <a:ea typeface="+mn-ea"/>
              <a:cs typeface="+mn-cs"/>
            </a:endParaRPr>
          </a:p>
        </p:txBody>
      </p:sp>
      <p:sp>
        <p:nvSpPr>
          <p:cNvPr id="13" name="Google Shape;1889;p36">
            <a:extLst>
              <a:ext uri="{FF2B5EF4-FFF2-40B4-BE49-F238E27FC236}">
                <a16:creationId xmlns:a16="http://schemas.microsoft.com/office/drawing/2014/main" id="{142B9E51-BD7F-D089-CAED-5AD67003F8A7}"/>
              </a:ext>
            </a:extLst>
          </p:cNvPr>
          <p:cNvSpPr txBox="1"/>
          <p:nvPr/>
        </p:nvSpPr>
        <p:spPr>
          <a:xfrm>
            <a:off x="5230981" y="3080594"/>
            <a:ext cx="341134" cy="20569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YES</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sp>
        <p:nvSpPr>
          <p:cNvPr id="14" name="Google Shape;1889;p36">
            <a:extLst>
              <a:ext uri="{FF2B5EF4-FFF2-40B4-BE49-F238E27FC236}">
                <a16:creationId xmlns:a16="http://schemas.microsoft.com/office/drawing/2014/main" id="{E9847AB9-C22A-3BFC-F511-9A42C46F4436}"/>
              </a:ext>
            </a:extLst>
          </p:cNvPr>
          <p:cNvSpPr txBox="1"/>
          <p:nvPr/>
        </p:nvSpPr>
        <p:spPr>
          <a:xfrm>
            <a:off x="8240390" y="3896081"/>
            <a:ext cx="476466"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NO</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sp>
        <p:nvSpPr>
          <p:cNvPr id="15" name="Google Shape;1889;p36">
            <a:extLst>
              <a:ext uri="{FF2B5EF4-FFF2-40B4-BE49-F238E27FC236}">
                <a16:creationId xmlns:a16="http://schemas.microsoft.com/office/drawing/2014/main" id="{424CAE15-3134-F06B-F1A3-B2CC39BA35DF}"/>
              </a:ext>
            </a:extLst>
          </p:cNvPr>
          <p:cNvSpPr txBox="1"/>
          <p:nvPr/>
        </p:nvSpPr>
        <p:spPr>
          <a:xfrm>
            <a:off x="11255446" y="3314600"/>
            <a:ext cx="900000" cy="432000"/>
          </a:xfrm>
          <a:prstGeom prst="rect">
            <a:avLst/>
          </a:prstGeom>
          <a:solidFill>
            <a:schemeClr val="bg2">
              <a:lumMod val="60000"/>
              <a:lumOff val="40000"/>
            </a:schemeClr>
          </a:solidFill>
          <a:ln w="1905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CLOSED LOST</a:t>
            </a:r>
            <a:endParaRPr kumimoji="0" sz="20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Google Shape;1889;p36">
            <a:extLst>
              <a:ext uri="{FF2B5EF4-FFF2-40B4-BE49-F238E27FC236}">
                <a16:creationId xmlns:a16="http://schemas.microsoft.com/office/drawing/2014/main" id="{B97D3689-8F61-1AA5-6D6D-58E8202A9BE6}"/>
              </a:ext>
            </a:extLst>
          </p:cNvPr>
          <p:cNvSpPr txBox="1"/>
          <p:nvPr/>
        </p:nvSpPr>
        <p:spPr>
          <a:xfrm>
            <a:off x="8212381" y="4831500"/>
            <a:ext cx="1151549"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YES</a:t>
            </a:r>
            <a:r>
              <a:rPr kumimoji="0" lang="fr-FR" sz="1000" b="0" i="0" u="none" strike="noStrike" kern="1200" cap="none" spc="0" normalizeH="0" baseline="0" noProof="0">
                <a:ln>
                  <a:noFill/>
                </a:ln>
                <a:solidFill>
                  <a:schemeClr val="bg1"/>
                </a:solidFill>
                <a:effectLst/>
                <a:uLnTx/>
                <a:uFillTx/>
                <a:latin typeface="Helvetica 75 Bold"/>
                <a:ea typeface="+mn-ea"/>
                <a:cs typeface="Arial"/>
                <a:sym typeface="Arial"/>
              </a:rPr>
              <a:t> </a:t>
            </a:r>
            <a:endParaRPr kumimoji="0" sz="1400" b="0" i="0" u="none" strike="noStrike" kern="1200" cap="none" spc="0" normalizeH="0" baseline="0" noProof="0">
              <a:ln>
                <a:noFill/>
              </a:ln>
              <a:solidFill>
                <a:schemeClr val="bg1"/>
              </a:solidFill>
              <a:effectLst/>
              <a:uLnTx/>
              <a:uFillTx/>
              <a:latin typeface="Helvetica 75 Bold"/>
              <a:ea typeface="+mn-ea"/>
              <a:cs typeface="+mn-cs"/>
            </a:endParaRPr>
          </a:p>
        </p:txBody>
      </p:sp>
      <p:sp>
        <p:nvSpPr>
          <p:cNvPr id="17" name="Google Shape;1889;p36">
            <a:extLst>
              <a:ext uri="{FF2B5EF4-FFF2-40B4-BE49-F238E27FC236}">
                <a16:creationId xmlns:a16="http://schemas.microsoft.com/office/drawing/2014/main" id="{13E02A31-E55F-89D9-8AB1-9F90849C7471}"/>
              </a:ext>
            </a:extLst>
          </p:cNvPr>
          <p:cNvSpPr txBox="1"/>
          <p:nvPr/>
        </p:nvSpPr>
        <p:spPr>
          <a:xfrm>
            <a:off x="4465981" y="2814892"/>
            <a:ext cx="267664" cy="144193"/>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NO</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cxnSp>
        <p:nvCxnSpPr>
          <p:cNvPr id="51" name="Connecteur droit avec flèche 50">
            <a:extLst>
              <a:ext uri="{FF2B5EF4-FFF2-40B4-BE49-F238E27FC236}">
                <a16:creationId xmlns:a16="http://schemas.microsoft.com/office/drawing/2014/main" id="{B89FEF87-DF2A-72F5-BF0B-61DBBB91112A}"/>
              </a:ext>
            </a:extLst>
          </p:cNvPr>
          <p:cNvCxnSpPr>
            <a:cxnSpLocks/>
            <a:endCxn id="29" idx="2"/>
          </p:cNvCxnSpPr>
          <p:nvPr/>
        </p:nvCxnSpPr>
        <p:spPr>
          <a:xfrm flipV="1">
            <a:off x="4749786" y="2741219"/>
            <a:ext cx="0" cy="232623"/>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Google Shape;1886;p36">
            <a:extLst>
              <a:ext uri="{FF2B5EF4-FFF2-40B4-BE49-F238E27FC236}">
                <a16:creationId xmlns:a16="http://schemas.microsoft.com/office/drawing/2014/main" id="{7E00CDC1-4760-50FF-748B-EFEEF389B7EF}"/>
              </a:ext>
            </a:extLst>
          </p:cNvPr>
          <p:cNvSpPr/>
          <p:nvPr/>
        </p:nvSpPr>
        <p:spPr>
          <a:xfrm>
            <a:off x="3326109" y="6095112"/>
            <a:ext cx="457200" cy="457200"/>
          </a:xfrm>
          <a:prstGeom prst="flowChartConnector">
            <a:avLst/>
          </a:prstGeom>
          <a:solidFill>
            <a:srgbClr val="FF0000"/>
          </a:solid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Helvetica 75 Bold"/>
              <a:ea typeface="Arial"/>
              <a:cs typeface="Arial"/>
              <a:sym typeface="Arial"/>
            </a:endParaRPr>
          </a:p>
        </p:txBody>
      </p:sp>
      <p:cxnSp>
        <p:nvCxnSpPr>
          <p:cNvPr id="23" name="Connecteur droit avec flèche 22">
            <a:extLst>
              <a:ext uri="{FF2B5EF4-FFF2-40B4-BE49-F238E27FC236}">
                <a16:creationId xmlns:a16="http://schemas.microsoft.com/office/drawing/2014/main" id="{0E3F6D38-2C8A-9AA2-4FAE-DFFE5AAD68D6}"/>
              </a:ext>
            </a:extLst>
          </p:cNvPr>
          <p:cNvCxnSpPr>
            <a:cxnSpLocks/>
          </p:cNvCxnSpPr>
          <p:nvPr/>
        </p:nvCxnSpPr>
        <p:spPr>
          <a:xfrm>
            <a:off x="785725" y="6323712"/>
            <a:ext cx="820291" cy="0"/>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5" name="Google Shape;1889;p36">
            <a:extLst>
              <a:ext uri="{FF2B5EF4-FFF2-40B4-BE49-F238E27FC236}">
                <a16:creationId xmlns:a16="http://schemas.microsoft.com/office/drawing/2014/main" id="{B79E54F6-D8EF-8417-BF02-7DF94DAD6905}"/>
              </a:ext>
            </a:extLst>
          </p:cNvPr>
          <p:cNvSpPr txBox="1"/>
          <p:nvPr/>
        </p:nvSpPr>
        <p:spPr>
          <a:xfrm>
            <a:off x="1606016" y="6107712"/>
            <a:ext cx="1008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ABANDONED </a:t>
            </a:r>
            <a:endParaRPr kumimoji="0" sz="20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225" name="Google Shape;1884;p36">
            <a:extLst>
              <a:ext uri="{FF2B5EF4-FFF2-40B4-BE49-F238E27FC236}">
                <a16:creationId xmlns:a16="http://schemas.microsoft.com/office/drawing/2014/main" id="{FCCFE38C-33AC-29DF-37F4-CE106D567FD3}"/>
              </a:ext>
            </a:extLst>
          </p:cNvPr>
          <p:cNvSpPr/>
          <p:nvPr/>
        </p:nvSpPr>
        <p:spPr>
          <a:xfrm>
            <a:off x="2119191" y="3034829"/>
            <a:ext cx="767768" cy="502921"/>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cs typeface="Arial"/>
                <a:sym typeface="Arial"/>
              </a:rPr>
              <a:t>Submission</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cs typeface="Arial"/>
                <a:sym typeface="Arial"/>
              </a:rPr>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cs typeface="Arial"/>
                <a:sym typeface="Arial"/>
              </a:rPr>
              <a:t>internally</a:t>
            </a: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cs typeface="Arial"/>
              <a:sym typeface="Arial"/>
            </a:endParaRPr>
          </a:p>
        </p:txBody>
      </p:sp>
      <p:sp>
        <p:nvSpPr>
          <p:cNvPr id="57" name="Google Shape;1884;p36">
            <a:extLst>
              <a:ext uri="{FF2B5EF4-FFF2-40B4-BE49-F238E27FC236}">
                <a16:creationId xmlns:a16="http://schemas.microsoft.com/office/drawing/2014/main" id="{60C06521-7F3C-84D9-3B2A-56812AE8127F}"/>
              </a:ext>
            </a:extLst>
          </p:cNvPr>
          <p:cNvSpPr/>
          <p:nvPr/>
        </p:nvSpPr>
        <p:spPr>
          <a:xfrm>
            <a:off x="5895980" y="4205594"/>
            <a:ext cx="767768" cy="415637"/>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cs typeface="Arial"/>
                <a:sym typeface="Arial"/>
              </a:rPr>
              <a:t>Submission</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cs typeface="Arial"/>
                <a:sym typeface="Arial"/>
              </a:rPr>
              <a:t> to client</a:t>
            </a:r>
          </a:p>
        </p:txBody>
      </p:sp>
      <p:cxnSp>
        <p:nvCxnSpPr>
          <p:cNvPr id="59" name="Connecteur droit avec flèche 58">
            <a:extLst>
              <a:ext uri="{FF2B5EF4-FFF2-40B4-BE49-F238E27FC236}">
                <a16:creationId xmlns:a16="http://schemas.microsoft.com/office/drawing/2014/main" id="{231CDC81-7C64-1D3D-8B9D-B9A232C5189B}"/>
              </a:ext>
            </a:extLst>
          </p:cNvPr>
          <p:cNvCxnSpPr>
            <a:cxnSpLocks/>
          </p:cNvCxnSpPr>
          <p:nvPr/>
        </p:nvCxnSpPr>
        <p:spPr>
          <a:xfrm flipV="1">
            <a:off x="6663748" y="4413412"/>
            <a:ext cx="432814" cy="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9" name="Google Shape;1889;p36">
            <a:extLst>
              <a:ext uri="{FF2B5EF4-FFF2-40B4-BE49-F238E27FC236}">
                <a16:creationId xmlns:a16="http://schemas.microsoft.com/office/drawing/2014/main" id="{5C3E57CA-FD36-EDDE-CA93-67858C1F35DF}"/>
              </a:ext>
            </a:extLst>
          </p:cNvPr>
          <p:cNvSpPr txBox="1"/>
          <p:nvPr/>
        </p:nvSpPr>
        <p:spPr>
          <a:xfrm>
            <a:off x="4299786" y="2309219"/>
            <a:ext cx="900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REFUSED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1" u="none" strike="noStrike" kern="1200" cap="none" spc="0" normalizeH="0" baseline="0" noProof="0" err="1">
                <a:ln>
                  <a:noFill/>
                </a:ln>
                <a:solidFill>
                  <a:srgbClr val="000000"/>
                </a:solidFill>
                <a:effectLst/>
                <a:uLnTx/>
                <a:uFillTx/>
                <a:latin typeface="Helvetica 75 Bold"/>
                <a:ea typeface="+mn-ea"/>
                <a:cs typeface="Arial"/>
                <a:sym typeface="Arial"/>
              </a:rPr>
              <a:t>internally</a:t>
            </a:r>
            <a:endParaRPr kumimoji="0" lang="en-US" sz="1800" b="1" i="1" u="none" strike="noStrike" kern="1200" cap="none" spc="0" normalizeH="0" baseline="0" noProof="0">
              <a:ln>
                <a:noFill/>
              </a:ln>
              <a:solidFill>
                <a:srgbClr val="000000"/>
              </a:solidFill>
              <a:effectLst/>
              <a:uLnTx/>
              <a:uFillTx/>
              <a:latin typeface="Helvetica 75 Bold"/>
              <a:ea typeface="+mn-ea"/>
              <a:cs typeface="+mn-cs"/>
            </a:endParaRPr>
          </a:p>
        </p:txBody>
      </p:sp>
      <p:sp>
        <p:nvSpPr>
          <p:cNvPr id="11" name="Google Shape;1889;p36">
            <a:extLst>
              <a:ext uri="{FF2B5EF4-FFF2-40B4-BE49-F238E27FC236}">
                <a16:creationId xmlns:a16="http://schemas.microsoft.com/office/drawing/2014/main" id="{7749776F-344D-419C-DD55-26218E2BDF08}"/>
              </a:ext>
            </a:extLst>
          </p:cNvPr>
          <p:cNvSpPr txBox="1"/>
          <p:nvPr/>
        </p:nvSpPr>
        <p:spPr>
          <a:xfrm>
            <a:off x="1062377" y="4197412"/>
            <a:ext cx="900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Helvetica 75 Bold"/>
                <a:ea typeface="Arial"/>
                <a:cs typeface="Arial"/>
                <a:sym typeface="Arial"/>
              </a:rPr>
              <a:t>DRAFT</a:t>
            </a:r>
            <a:endParaRPr kumimoji="0" lang="en-GB" sz="20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27" name="Google Shape;1889;p36">
            <a:extLst>
              <a:ext uri="{FF2B5EF4-FFF2-40B4-BE49-F238E27FC236}">
                <a16:creationId xmlns:a16="http://schemas.microsoft.com/office/drawing/2014/main" id="{251FAAB0-B0CF-96AD-0C89-F19048294238}"/>
              </a:ext>
            </a:extLst>
          </p:cNvPr>
          <p:cNvSpPr txBox="1"/>
          <p:nvPr/>
        </p:nvSpPr>
        <p:spPr>
          <a:xfrm>
            <a:off x="5829864" y="3070289"/>
            <a:ext cx="900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APPROVED</a:t>
            </a:r>
            <a:endParaRPr kumimoji="0" lang="fr-FR" sz="1200" b="1" i="1" u="none" strike="noStrike" kern="1200" cap="none" spc="0" normalizeH="0" baseline="0" noProof="0">
              <a:ln>
                <a:noFill/>
              </a:ln>
              <a:solidFill>
                <a:srgbClr val="000000"/>
              </a:solidFill>
              <a:effectLst/>
              <a:uLnTx/>
              <a:uFillTx/>
              <a:latin typeface="Helvetica 75 Bold"/>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1" u="none" strike="noStrike" kern="1200" cap="none" spc="0" normalizeH="0" baseline="0" noProof="0" err="1">
                <a:ln>
                  <a:noFill/>
                </a:ln>
                <a:solidFill>
                  <a:srgbClr val="000000"/>
                </a:solidFill>
                <a:effectLst/>
                <a:uLnTx/>
                <a:uFillTx/>
                <a:latin typeface="Helvetica 75 Bold"/>
                <a:ea typeface="+mn-ea"/>
                <a:cs typeface="Arial"/>
                <a:sym typeface="Arial"/>
              </a:rPr>
              <a:t>internally</a:t>
            </a:r>
            <a:endParaRPr kumimoji="0" sz="2000" b="1" i="1"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Google Shape;1889;p36">
            <a:extLst>
              <a:ext uri="{FF2B5EF4-FFF2-40B4-BE49-F238E27FC236}">
                <a16:creationId xmlns:a16="http://schemas.microsoft.com/office/drawing/2014/main" id="{09BF8CD1-470E-5EA1-28DB-932AA2487F48}"/>
              </a:ext>
            </a:extLst>
          </p:cNvPr>
          <p:cNvSpPr txBox="1"/>
          <p:nvPr/>
        </p:nvSpPr>
        <p:spPr>
          <a:xfrm>
            <a:off x="6997784" y="4197412"/>
            <a:ext cx="990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Arial"/>
                <a:cs typeface="Arial"/>
                <a:sym typeface="Arial"/>
              </a:rPr>
              <a:t>SUBMITTED</a:t>
            </a:r>
            <a:endParaRPr kumimoji="0" lang="fr-FR" sz="1200" b="1" i="1" u="none" strike="noStrike" kern="1200" cap="none" spc="0" normalizeH="0" baseline="0" noProof="0" dirty="0">
              <a:ln>
                <a:noFill/>
              </a:ln>
              <a:solidFill>
                <a:srgbClr val="000000"/>
              </a:solidFill>
              <a:effectLst/>
              <a:uLnTx/>
              <a:uFillTx/>
              <a:latin typeface="Helvetica 75 Bold"/>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1" u="none" strike="noStrike" kern="1200" cap="none" spc="0" normalizeH="0" baseline="0" noProof="0" dirty="0">
                <a:ln>
                  <a:noFill/>
                </a:ln>
                <a:solidFill>
                  <a:srgbClr val="000000"/>
                </a:solidFill>
                <a:effectLst/>
                <a:uLnTx/>
                <a:uFillTx/>
                <a:latin typeface="Helvetica 75 Bold"/>
                <a:ea typeface="Arial"/>
                <a:cs typeface="Arial"/>
                <a:sym typeface="Arial"/>
              </a:rPr>
              <a:t>to client</a:t>
            </a:r>
            <a:endParaRPr kumimoji="0" sz="1600" b="1" i="1"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224" name="Google Shape;1889;p36">
            <a:extLst>
              <a:ext uri="{FF2B5EF4-FFF2-40B4-BE49-F238E27FC236}">
                <a16:creationId xmlns:a16="http://schemas.microsoft.com/office/drawing/2014/main" id="{EAC6F0DF-605D-2DCF-8094-CF52BE07BEC1}"/>
              </a:ext>
            </a:extLst>
          </p:cNvPr>
          <p:cNvSpPr txBox="1"/>
          <p:nvPr/>
        </p:nvSpPr>
        <p:spPr>
          <a:xfrm>
            <a:off x="3142217" y="3070289"/>
            <a:ext cx="900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Helvetica 75 Bold"/>
                <a:ea typeface="Arial"/>
                <a:cs typeface="Arial"/>
                <a:sym typeface="Arial"/>
              </a:rPr>
              <a:t>PENDING APPROVAL</a:t>
            </a:r>
            <a:endParaRPr kumimoji="0" sz="2000" b="1"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76" name="Connecteur droit 75">
            <a:extLst>
              <a:ext uri="{FF2B5EF4-FFF2-40B4-BE49-F238E27FC236}">
                <a16:creationId xmlns:a16="http://schemas.microsoft.com/office/drawing/2014/main" id="{6D369DD3-E221-B865-1725-8B18C39119C6}"/>
              </a:ext>
            </a:extLst>
          </p:cNvPr>
          <p:cNvCxnSpPr>
            <a:cxnSpLocks/>
          </p:cNvCxnSpPr>
          <p:nvPr/>
        </p:nvCxnSpPr>
        <p:spPr>
          <a:xfrm flipH="1" flipV="1">
            <a:off x="4042217" y="3286289"/>
            <a:ext cx="352497"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3EFFF579-EDA2-7E75-1A4F-B502E0199DB8}"/>
              </a:ext>
            </a:extLst>
          </p:cNvPr>
          <p:cNvCxnSpPr>
            <a:cxnSpLocks/>
            <a:endCxn id="79" idx="2"/>
          </p:cNvCxnSpPr>
          <p:nvPr/>
        </p:nvCxnSpPr>
        <p:spPr>
          <a:xfrm flipV="1">
            <a:off x="4749786" y="2148491"/>
            <a:ext cx="1" cy="160728"/>
          </a:xfrm>
          <a:prstGeom prst="line">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EF019B1C-50A8-24FE-CBC5-394DB7D2B5CA}"/>
              </a:ext>
            </a:extLst>
          </p:cNvPr>
          <p:cNvCxnSpPr>
            <a:cxnSpLocks/>
          </p:cNvCxnSpPr>
          <p:nvPr/>
        </p:nvCxnSpPr>
        <p:spPr>
          <a:xfrm flipV="1">
            <a:off x="6783864" y="1834631"/>
            <a:ext cx="552171" cy="1412"/>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0" name="Connecteur droit avec flèche 99">
            <a:extLst>
              <a:ext uri="{FF2B5EF4-FFF2-40B4-BE49-F238E27FC236}">
                <a16:creationId xmlns:a16="http://schemas.microsoft.com/office/drawing/2014/main" id="{C89D9DE3-9675-C6A5-684E-B023A78415C7}"/>
              </a:ext>
            </a:extLst>
          </p:cNvPr>
          <p:cNvCxnSpPr>
            <a:cxnSpLocks/>
          </p:cNvCxnSpPr>
          <p:nvPr/>
        </p:nvCxnSpPr>
        <p:spPr>
          <a:xfrm>
            <a:off x="2614016" y="6323712"/>
            <a:ext cx="712093" cy="0"/>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eur droit avec flèche 125">
            <a:extLst>
              <a:ext uri="{FF2B5EF4-FFF2-40B4-BE49-F238E27FC236}">
                <a16:creationId xmlns:a16="http://schemas.microsoft.com/office/drawing/2014/main" id="{68D3AFB6-528D-A604-BDE9-224DD22FB614}"/>
              </a:ext>
            </a:extLst>
          </p:cNvPr>
          <p:cNvCxnSpPr>
            <a:cxnSpLocks/>
          </p:cNvCxnSpPr>
          <p:nvPr/>
        </p:nvCxnSpPr>
        <p:spPr>
          <a:xfrm>
            <a:off x="8575619" y="4757105"/>
            <a:ext cx="0" cy="519289"/>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Connecteur droit avec flèche 133">
            <a:extLst>
              <a:ext uri="{FF2B5EF4-FFF2-40B4-BE49-F238E27FC236}">
                <a16:creationId xmlns:a16="http://schemas.microsoft.com/office/drawing/2014/main" id="{CF8F211C-C152-9598-91D8-BB9DB9620440}"/>
              </a:ext>
            </a:extLst>
          </p:cNvPr>
          <p:cNvCxnSpPr>
            <a:cxnSpLocks/>
          </p:cNvCxnSpPr>
          <p:nvPr/>
        </p:nvCxnSpPr>
        <p:spPr>
          <a:xfrm flipV="1">
            <a:off x="11705446" y="4522131"/>
            <a:ext cx="0" cy="241793"/>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a:extLst>
              <a:ext uri="{FF2B5EF4-FFF2-40B4-BE49-F238E27FC236}">
                <a16:creationId xmlns:a16="http://schemas.microsoft.com/office/drawing/2014/main" id="{E2D27900-AF3E-B3D2-DCCD-638301BCDA99}"/>
              </a:ext>
            </a:extLst>
          </p:cNvPr>
          <p:cNvCxnSpPr>
            <a:cxnSpLocks/>
          </p:cNvCxnSpPr>
          <p:nvPr/>
        </p:nvCxnSpPr>
        <p:spPr>
          <a:xfrm>
            <a:off x="11705446" y="3746600"/>
            <a:ext cx="0" cy="31833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D24E1A3-C251-85B4-3AEC-8BACC78411E0}"/>
              </a:ext>
            </a:extLst>
          </p:cNvPr>
          <p:cNvCxnSpPr>
            <a:cxnSpLocks/>
          </p:cNvCxnSpPr>
          <p:nvPr/>
        </p:nvCxnSpPr>
        <p:spPr>
          <a:xfrm>
            <a:off x="643627" y="4413412"/>
            <a:ext cx="418750" cy="0"/>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39D2555C-0E11-524F-0CA9-34103065410F}"/>
              </a:ext>
            </a:extLst>
          </p:cNvPr>
          <p:cNvSpPr/>
          <p:nvPr/>
        </p:nvSpPr>
        <p:spPr>
          <a:xfrm>
            <a:off x="171515" y="4726981"/>
            <a:ext cx="2021375" cy="617178"/>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dirty="0" err="1">
                <a:ln>
                  <a:noFill/>
                </a:ln>
                <a:solidFill>
                  <a:srgbClr val="50BE87"/>
                </a:solidFill>
                <a:effectLst/>
                <a:uLnTx/>
                <a:uFillTx/>
                <a:latin typeface="Helvetica 75 Bold"/>
                <a:ea typeface="+mn-ea"/>
                <a:cs typeface="+mn-cs"/>
              </a:rPr>
              <a:t>Quote</a:t>
            </a:r>
            <a:r>
              <a:rPr kumimoji="0" lang="fr-FR" sz="1000" b="1" i="1" u="none" strike="noStrike" kern="0" cap="none" spc="0" normalizeH="0" baseline="0" noProof="0" dirty="0">
                <a:ln>
                  <a:noFill/>
                </a:ln>
                <a:solidFill>
                  <a:srgbClr val="50BE87"/>
                </a:solidFill>
                <a:effectLst/>
                <a:uLnTx/>
                <a:uFillTx/>
                <a:latin typeface="Helvetica 75 Bold"/>
                <a:ea typeface="+mn-ea"/>
                <a:cs typeface="+mn-cs"/>
              </a:rPr>
              <a:t> </a:t>
            </a:r>
            <a:r>
              <a:rPr kumimoji="0" lang="fr-FR" sz="1000" b="1" i="1" u="none" strike="noStrike" kern="0" cap="none" spc="0" normalizeH="0" baseline="0" noProof="0" dirty="0" err="1">
                <a:ln>
                  <a:noFill/>
                </a:ln>
                <a:solidFill>
                  <a:srgbClr val="50BE87"/>
                </a:solidFill>
                <a:effectLst/>
                <a:uLnTx/>
                <a:uFillTx/>
                <a:latin typeface="Helvetica 75 Bold"/>
                <a:ea typeface="+mn-ea"/>
                <a:cs typeface="+mn-cs"/>
              </a:rPr>
              <a:t>creation</a:t>
            </a:r>
            <a:r>
              <a:rPr kumimoji="0" lang="fr-FR" sz="1000" b="1" i="1" u="none" strike="noStrike" kern="0" cap="none" spc="0" normalizeH="0" baseline="0" noProof="0" dirty="0">
                <a:ln>
                  <a:noFill/>
                </a:ln>
                <a:solidFill>
                  <a:srgbClr val="50BE87"/>
                </a:solidFill>
                <a:effectLst/>
                <a:uLnTx/>
                <a:uFillTx/>
                <a:latin typeface="Helvetica 75 Bold"/>
                <a:ea typeface="+mn-ea"/>
                <a:cs typeface="+mn-cs"/>
              </a:rPr>
              <a:t> </a:t>
            </a:r>
            <a:r>
              <a:rPr kumimoji="0" lang="fr-FR" sz="1000" b="1" i="1" u="none" strike="noStrike" kern="0" cap="none" spc="0" normalizeH="0" baseline="0" noProof="0" dirty="0" err="1">
                <a:ln>
                  <a:noFill/>
                </a:ln>
                <a:solidFill>
                  <a:srgbClr val="50BE87"/>
                </a:solidFill>
                <a:effectLst/>
                <a:uLnTx/>
                <a:uFillTx/>
                <a:latin typeface="Helvetica 75 Bold"/>
                <a:ea typeface="+mn-ea"/>
                <a:cs typeface="+mn-cs"/>
              </a:rPr>
              <a:t>triggered</a:t>
            </a:r>
            <a:r>
              <a:rPr kumimoji="0" lang="fr-FR" sz="1000" b="1" i="1" u="none" strike="noStrike" kern="0" cap="none" spc="0" normalizeH="0" baseline="0" noProof="0" dirty="0">
                <a:ln>
                  <a:noFill/>
                </a:ln>
                <a:solidFill>
                  <a:srgbClr val="50BE87"/>
                </a:solidFill>
                <a:effectLst/>
                <a:uLnTx/>
                <a:uFillTx/>
                <a:latin typeface="Helvetica 75 Bold"/>
                <a:ea typeface="+mn-ea"/>
                <a:cs typeface="+mn-cs"/>
              </a:rPr>
              <a:t> by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dirty="0">
                <a:ln>
                  <a:noFill/>
                </a:ln>
                <a:solidFill>
                  <a:srgbClr val="50BE87"/>
                </a:solidFill>
                <a:effectLst/>
                <a:uLnTx/>
                <a:uFillTx/>
                <a:latin typeface="Helvetica 75 Bold"/>
                <a:ea typeface="+mn-ea"/>
                <a:cs typeface="+mn-cs"/>
              </a:rPr>
              <a:t>CRM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dirty="0">
                <a:ln>
                  <a:noFill/>
                </a:ln>
                <a:solidFill>
                  <a:srgbClr val="50BE87"/>
                </a:solidFill>
                <a:effectLst/>
                <a:uLnTx/>
                <a:uFillTx/>
                <a:latin typeface="Helvetica 75 Bold"/>
                <a:ea typeface="+mn-ea"/>
                <a:cs typeface="+mn-cs"/>
              </a:rPr>
              <a:t>Digital channels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dirty="0">
                <a:ln>
                  <a:noFill/>
                </a:ln>
                <a:solidFill>
                  <a:srgbClr val="50BE87"/>
                </a:solidFill>
                <a:effectLst/>
                <a:uLnTx/>
                <a:uFillTx/>
                <a:latin typeface="Helvetica 75 Bold"/>
                <a:ea typeface="+mn-ea"/>
                <a:cs typeface="+mn-cs"/>
              </a:rPr>
              <a:t>OB-sales on CPQ</a:t>
            </a:r>
          </a:p>
        </p:txBody>
      </p:sp>
      <p:grpSp>
        <p:nvGrpSpPr>
          <p:cNvPr id="78" name="Groupe 77">
            <a:extLst>
              <a:ext uri="{FF2B5EF4-FFF2-40B4-BE49-F238E27FC236}">
                <a16:creationId xmlns:a16="http://schemas.microsoft.com/office/drawing/2014/main" id="{F2881B2C-075F-BB1C-E632-57AEDC320BE5}"/>
              </a:ext>
            </a:extLst>
          </p:cNvPr>
          <p:cNvGrpSpPr/>
          <p:nvPr/>
        </p:nvGrpSpPr>
        <p:grpSpPr>
          <a:xfrm>
            <a:off x="4426993" y="1523596"/>
            <a:ext cx="645587" cy="624895"/>
            <a:chOff x="3824732" y="3238064"/>
            <a:chExt cx="1288800" cy="1141431"/>
          </a:xfrm>
          <a:solidFill>
            <a:schemeClr val="bg1"/>
          </a:solidFill>
        </p:grpSpPr>
        <p:sp>
          <p:nvSpPr>
            <p:cNvPr id="79" name="Organigramme : Décision 78">
              <a:extLst>
                <a:ext uri="{FF2B5EF4-FFF2-40B4-BE49-F238E27FC236}">
                  <a16:creationId xmlns:a16="http://schemas.microsoft.com/office/drawing/2014/main" id="{A8E2236C-ABB0-8840-076A-F49FDD4BDF04}"/>
                </a:ext>
              </a:extLst>
            </p:cNvPr>
            <p:cNvSpPr/>
            <p:nvPr/>
          </p:nvSpPr>
          <p:spPr>
            <a:xfrm>
              <a:off x="3824732" y="3238064"/>
              <a:ext cx="1288800" cy="1141431"/>
            </a:xfrm>
            <a:prstGeom prst="flowChartDecision">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sp>
          <p:nvSpPr>
            <p:cNvPr id="81" name="ZoneTexte 80">
              <a:extLst>
                <a:ext uri="{FF2B5EF4-FFF2-40B4-BE49-F238E27FC236}">
                  <a16:creationId xmlns:a16="http://schemas.microsoft.com/office/drawing/2014/main" id="{0C3CD9F6-EE9B-BF02-DFC9-5FCAD2FB2DF2}"/>
                </a:ext>
              </a:extLst>
            </p:cNvPr>
            <p:cNvSpPr txBox="1"/>
            <p:nvPr/>
          </p:nvSpPr>
          <p:spPr>
            <a:xfrm>
              <a:off x="4095845" y="3593154"/>
              <a:ext cx="750194" cy="505965"/>
            </a:xfrm>
            <a:prstGeom prst="rect">
              <a:avLst/>
            </a:prstGeom>
            <a:grpFill/>
            <a:ln w="1270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rPr>
                <a:t>Recall</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rPr>
                <a:t>quote</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rPr>
                <a:t> </a:t>
              </a:r>
            </a:p>
          </p:txBody>
        </p:sp>
      </p:grpSp>
      <p:sp>
        <p:nvSpPr>
          <p:cNvPr id="82" name="Google Shape;1889;p36">
            <a:extLst>
              <a:ext uri="{FF2B5EF4-FFF2-40B4-BE49-F238E27FC236}">
                <a16:creationId xmlns:a16="http://schemas.microsoft.com/office/drawing/2014/main" id="{B19D9071-7B19-03B0-B4E8-8AA19B7D736D}"/>
              </a:ext>
            </a:extLst>
          </p:cNvPr>
          <p:cNvSpPr txBox="1"/>
          <p:nvPr/>
        </p:nvSpPr>
        <p:spPr>
          <a:xfrm>
            <a:off x="4129219" y="1857536"/>
            <a:ext cx="341134" cy="20569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YES</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sp>
        <p:nvSpPr>
          <p:cNvPr id="83" name="Google Shape;1889;p36">
            <a:extLst>
              <a:ext uri="{FF2B5EF4-FFF2-40B4-BE49-F238E27FC236}">
                <a16:creationId xmlns:a16="http://schemas.microsoft.com/office/drawing/2014/main" id="{903317A0-943D-A174-15F9-5E04C68350B3}"/>
              </a:ext>
            </a:extLst>
          </p:cNvPr>
          <p:cNvSpPr txBox="1"/>
          <p:nvPr/>
        </p:nvSpPr>
        <p:spPr>
          <a:xfrm>
            <a:off x="5088929" y="1892092"/>
            <a:ext cx="445313" cy="140064"/>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Helvetica 75 Bold"/>
                <a:ea typeface="+mn-ea"/>
                <a:cs typeface="Arial"/>
                <a:sym typeface="Arial"/>
              </a:rPr>
              <a:t>NO</a:t>
            </a:r>
            <a:endParaRPr kumimoji="0" sz="900" b="0" i="0" u="none" strike="noStrike" kern="1200" cap="none" spc="0" normalizeH="0" baseline="0" noProof="0">
              <a:ln>
                <a:noFill/>
              </a:ln>
              <a:solidFill>
                <a:schemeClr val="bg1"/>
              </a:solidFill>
              <a:effectLst/>
              <a:uLnTx/>
              <a:uFillTx/>
              <a:latin typeface="Helvetica 75 Bold"/>
              <a:ea typeface="+mn-ea"/>
              <a:cs typeface="+mn-cs"/>
            </a:endParaRPr>
          </a:p>
        </p:txBody>
      </p:sp>
      <p:cxnSp>
        <p:nvCxnSpPr>
          <p:cNvPr id="119" name="Connecteur droit avec flèche 118">
            <a:extLst>
              <a:ext uri="{FF2B5EF4-FFF2-40B4-BE49-F238E27FC236}">
                <a16:creationId xmlns:a16="http://schemas.microsoft.com/office/drawing/2014/main" id="{B3B77032-798E-52E9-AFE1-49942649353E}"/>
              </a:ext>
            </a:extLst>
          </p:cNvPr>
          <p:cNvCxnSpPr>
            <a:cxnSpLocks/>
          </p:cNvCxnSpPr>
          <p:nvPr/>
        </p:nvCxnSpPr>
        <p:spPr>
          <a:xfrm>
            <a:off x="9639255" y="2835788"/>
            <a:ext cx="366669" cy="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eur : en angle 123">
            <a:extLst>
              <a:ext uri="{FF2B5EF4-FFF2-40B4-BE49-F238E27FC236}">
                <a16:creationId xmlns:a16="http://schemas.microsoft.com/office/drawing/2014/main" id="{B42A545F-ADCA-A94F-D859-C87BDAF055CB}"/>
              </a:ext>
            </a:extLst>
          </p:cNvPr>
          <p:cNvCxnSpPr>
            <a:cxnSpLocks/>
          </p:cNvCxnSpPr>
          <p:nvPr/>
        </p:nvCxnSpPr>
        <p:spPr>
          <a:xfrm>
            <a:off x="10754779" y="2835789"/>
            <a:ext cx="950667" cy="478811"/>
          </a:xfrm>
          <a:prstGeom prst="bentConnector2">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28" name="Google Shape;1889;p36">
            <a:extLst>
              <a:ext uri="{FF2B5EF4-FFF2-40B4-BE49-F238E27FC236}">
                <a16:creationId xmlns:a16="http://schemas.microsoft.com/office/drawing/2014/main" id="{4A380896-EAA9-5CE4-0EE7-6ABB12C7C2AB}"/>
              </a:ext>
            </a:extLst>
          </p:cNvPr>
          <p:cNvSpPr txBox="1"/>
          <p:nvPr/>
        </p:nvSpPr>
        <p:spPr>
          <a:xfrm>
            <a:off x="3211300" y="1390285"/>
            <a:ext cx="1340698" cy="373849"/>
          </a:xfrm>
          <a:prstGeom prst="rect">
            <a:avLst/>
          </a:prstGeom>
          <a:noFill/>
          <a:ln w="12700">
            <a:noFill/>
          </a:ln>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Does</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OB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wishes</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to </a:t>
            </a:r>
            <a:r>
              <a:rPr kumimoji="0" lang="fr-FR" sz="900" b="0" i="0" u="none" strike="noStrike" kern="1200" cap="none" spc="0" normalizeH="0" baseline="0" noProof="0" err="1">
                <a:ln>
                  <a:noFill/>
                </a:ln>
                <a:solidFill>
                  <a:schemeClr val="bg1"/>
                </a:solidFill>
                <a:effectLst/>
                <a:uLnTx/>
                <a:uFillTx/>
                <a:latin typeface="Helvetica 55 Roman" panose="020B0604020202020204" pitchFamily="34" charset="0"/>
                <a:ea typeface="Arial"/>
                <a:cs typeface="Arial"/>
                <a:sym typeface="Arial"/>
              </a:rPr>
              <a:t>provide</a:t>
            </a:r>
            <a:r>
              <a:rPr kumimoji="0" lang="fr-FR" sz="900" b="0" i="0" u="none" strike="noStrike" kern="1200" cap="none" spc="0" normalizeH="0" baseline="0" noProof="0">
                <a:ln>
                  <a:noFill/>
                </a:ln>
                <a:solidFill>
                  <a:schemeClr val="bg1"/>
                </a:solidFill>
                <a:effectLst/>
                <a:uLnTx/>
                <a:uFillTx/>
                <a:latin typeface="Helvetica 55 Roman" panose="020B0604020202020204" pitchFamily="34" charset="0"/>
                <a:ea typeface="Arial"/>
                <a:cs typeface="Arial"/>
                <a:sym typeface="Arial"/>
              </a:rPr>
              <a:t> a new version ? </a:t>
            </a:r>
            <a:endParaRPr kumimoji="0" sz="900" b="0" i="0" u="none" strike="noStrike" kern="1200" cap="none" spc="0" normalizeH="0" baseline="0" noProof="0">
              <a:ln>
                <a:noFill/>
              </a:ln>
              <a:solidFill>
                <a:schemeClr val="bg1"/>
              </a:solidFill>
              <a:effectLst/>
              <a:uLnTx/>
              <a:uFillTx/>
              <a:latin typeface="Helvetica 55 Roman" panose="020B0604020202020204" pitchFamily="34" charset="0"/>
            </a:endParaRPr>
          </a:p>
        </p:txBody>
      </p:sp>
      <p:cxnSp>
        <p:nvCxnSpPr>
          <p:cNvPr id="64" name="Connecteur : en angle 63">
            <a:extLst>
              <a:ext uri="{FF2B5EF4-FFF2-40B4-BE49-F238E27FC236}">
                <a16:creationId xmlns:a16="http://schemas.microsoft.com/office/drawing/2014/main" id="{74FE28E8-1A6D-FA96-8692-4AD125D7E9D0}"/>
              </a:ext>
            </a:extLst>
          </p:cNvPr>
          <p:cNvCxnSpPr>
            <a:cxnSpLocks/>
          </p:cNvCxnSpPr>
          <p:nvPr/>
        </p:nvCxnSpPr>
        <p:spPr>
          <a:xfrm rot="16200000" flipV="1">
            <a:off x="2880034" y="2525447"/>
            <a:ext cx="911122" cy="2531585"/>
          </a:xfrm>
          <a:prstGeom prst="bentConnector4">
            <a:avLst>
              <a:gd name="adj1" fmla="val 36201"/>
              <a:gd name="adj2" fmla="val 109030"/>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2" name="Connecteur droit avec flèche 161">
            <a:extLst>
              <a:ext uri="{FF2B5EF4-FFF2-40B4-BE49-F238E27FC236}">
                <a16:creationId xmlns:a16="http://schemas.microsoft.com/office/drawing/2014/main" id="{62946973-6E4C-AEE6-50FB-7BE3E2B9945F}"/>
              </a:ext>
            </a:extLst>
          </p:cNvPr>
          <p:cNvCxnSpPr>
            <a:cxnSpLocks/>
          </p:cNvCxnSpPr>
          <p:nvPr/>
        </p:nvCxnSpPr>
        <p:spPr>
          <a:xfrm flipV="1">
            <a:off x="2886959" y="3286289"/>
            <a:ext cx="255258" cy="1"/>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3" name="Connecteur droit avec flèche 172">
            <a:extLst>
              <a:ext uri="{FF2B5EF4-FFF2-40B4-BE49-F238E27FC236}">
                <a16:creationId xmlns:a16="http://schemas.microsoft.com/office/drawing/2014/main" id="{999A50F0-1DBE-7B3D-4139-2B9703EFE5E9}"/>
              </a:ext>
            </a:extLst>
          </p:cNvPr>
          <p:cNvCxnSpPr>
            <a:cxnSpLocks/>
          </p:cNvCxnSpPr>
          <p:nvPr/>
        </p:nvCxnSpPr>
        <p:spPr>
          <a:xfrm flipV="1">
            <a:off x="5104860" y="3286289"/>
            <a:ext cx="725004" cy="1"/>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7" name="Connecteur droit avec flèche 176">
            <a:extLst>
              <a:ext uri="{FF2B5EF4-FFF2-40B4-BE49-F238E27FC236}">
                <a16:creationId xmlns:a16="http://schemas.microsoft.com/office/drawing/2014/main" id="{9D6A8166-0979-6EC2-830E-52293D1DCC16}"/>
              </a:ext>
            </a:extLst>
          </p:cNvPr>
          <p:cNvCxnSpPr>
            <a:cxnSpLocks/>
          </p:cNvCxnSpPr>
          <p:nvPr/>
        </p:nvCxnSpPr>
        <p:spPr>
          <a:xfrm>
            <a:off x="6279864" y="3502289"/>
            <a:ext cx="0" cy="703305"/>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46AFD81E-60C6-BA58-D5B1-29FFBAA16400}"/>
              </a:ext>
            </a:extLst>
          </p:cNvPr>
          <p:cNvCxnSpPr>
            <a:cxnSpLocks/>
          </p:cNvCxnSpPr>
          <p:nvPr/>
        </p:nvCxnSpPr>
        <p:spPr>
          <a:xfrm>
            <a:off x="7987784" y="4413412"/>
            <a:ext cx="232762" cy="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Connecteur droit avec flèche 189">
            <a:extLst>
              <a:ext uri="{FF2B5EF4-FFF2-40B4-BE49-F238E27FC236}">
                <a16:creationId xmlns:a16="http://schemas.microsoft.com/office/drawing/2014/main" id="{C31F6685-96AC-BC83-90DE-287F0ED3A5DF}"/>
              </a:ext>
            </a:extLst>
          </p:cNvPr>
          <p:cNvCxnSpPr>
            <a:cxnSpLocks/>
          </p:cNvCxnSpPr>
          <p:nvPr/>
        </p:nvCxnSpPr>
        <p:spPr>
          <a:xfrm flipV="1">
            <a:off x="9025619" y="5492393"/>
            <a:ext cx="506861" cy="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09" name="Google Shape;1889;p36">
            <a:extLst>
              <a:ext uri="{FF2B5EF4-FFF2-40B4-BE49-F238E27FC236}">
                <a16:creationId xmlns:a16="http://schemas.microsoft.com/office/drawing/2014/main" id="{08D2326A-E696-C829-1AC5-33E867EC2AD7}"/>
              </a:ext>
            </a:extLst>
          </p:cNvPr>
          <p:cNvSpPr txBox="1"/>
          <p:nvPr/>
        </p:nvSpPr>
        <p:spPr>
          <a:xfrm>
            <a:off x="10391553" y="834763"/>
            <a:ext cx="631324" cy="270265"/>
          </a:xfrm>
          <a:prstGeom prst="rect">
            <a:avLst/>
          </a:prstGeom>
          <a:solidFill>
            <a:schemeClr val="bg2">
              <a:lumMod val="60000"/>
              <a:lumOff val="40000"/>
            </a:schemeClr>
          </a:solidFill>
          <a:ln w="12700">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r>
              <a:rPr kumimoji="0" lang="fr-FR" sz="8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a:t>
            </a:r>
            <a:r>
              <a:rPr kumimoji="0" lang="fr-FR" sz="8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status</a:t>
            </a:r>
            <a:r>
              <a:rPr kumimoji="0" lang="fr-FR" sz="8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in CPQ</a:t>
            </a:r>
            <a:endParaRPr kumimoji="0" lang="en-US" sz="1050" i="1" u="none" strike="noStrike" kern="1200" cap="none" spc="0" normalizeH="0" baseline="0" noProof="0">
              <a:ln>
                <a:noFill/>
              </a:ln>
              <a:solidFill>
                <a:srgbClr val="000000"/>
              </a:solidFill>
              <a:effectLst/>
              <a:uLnTx/>
              <a:uFillTx/>
              <a:latin typeface="Helvetica 55 Roman" panose="020B0604020202020204" pitchFamily="34" charset="0"/>
            </a:endParaRPr>
          </a:p>
        </p:txBody>
      </p:sp>
      <p:cxnSp>
        <p:nvCxnSpPr>
          <p:cNvPr id="210" name="Connecteur droit avec flèche 209">
            <a:extLst>
              <a:ext uri="{FF2B5EF4-FFF2-40B4-BE49-F238E27FC236}">
                <a16:creationId xmlns:a16="http://schemas.microsoft.com/office/drawing/2014/main" id="{2876CEE5-75CD-9D2A-B63B-5EDD7287E9CD}"/>
              </a:ext>
            </a:extLst>
          </p:cNvPr>
          <p:cNvCxnSpPr>
            <a:cxnSpLocks/>
          </p:cNvCxnSpPr>
          <p:nvPr/>
        </p:nvCxnSpPr>
        <p:spPr>
          <a:xfrm>
            <a:off x="10408653" y="1597475"/>
            <a:ext cx="480742" cy="2242"/>
          </a:xfrm>
          <a:prstGeom prst="straightConnector1">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1" name="Google Shape;1889;p36">
            <a:extLst>
              <a:ext uri="{FF2B5EF4-FFF2-40B4-BE49-F238E27FC236}">
                <a16:creationId xmlns:a16="http://schemas.microsoft.com/office/drawing/2014/main" id="{435684E3-7755-B9F5-FB47-4146EC1AE1C2}"/>
              </a:ext>
            </a:extLst>
          </p:cNvPr>
          <p:cNvSpPr txBox="1"/>
          <p:nvPr/>
        </p:nvSpPr>
        <p:spPr>
          <a:xfrm>
            <a:off x="11014459" y="1508531"/>
            <a:ext cx="637869" cy="194999"/>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MMP </a:t>
            </a:r>
            <a:r>
              <a:rPr kumimoji="0" lang="fr-FR" sz="900" i="0" u="none" strike="noStrike" kern="1200" cap="none" spc="0" normalizeH="0" baseline="0" noProof="0" err="1">
                <a:ln>
                  <a:noFill/>
                </a:ln>
                <a:solidFill>
                  <a:schemeClr val="bg1"/>
                </a:solidFill>
                <a:effectLst/>
                <a:uLnTx/>
                <a:uFillTx/>
                <a:latin typeface="Helvetica 55 Roman" panose="020B0604020202020204" pitchFamily="34" charset="0"/>
                <a:cs typeface="Arial"/>
                <a:sym typeface="Arial"/>
              </a:rPr>
              <a:t>path</a:t>
            </a: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 </a:t>
            </a:r>
            <a:b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br>
            <a:r>
              <a:rPr kumimoji="0" lang="fr-FR" sz="900" i="0" u="none" strike="noStrike" kern="1200" cap="none" spc="0" normalizeH="0" baseline="0" noProof="0">
                <a:ln>
                  <a:noFill/>
                </a:ln>
                <a:solidFill>
                  <a:schemeClr val="bg1"/>
                </a:solidFill>
                <a:effectLst/>
                <a:uLnTx/>
                <a:uFillTx/>
                <a:latin typeface="Helvetica 55 Roman" panose="020B0604020202020204" pitchFamily="34" charset="0"/>
                <a:cs typeface="Arial"/>
                <a:sym typeface="Arial"/>
              </a:rPr>
              <a:t>(draft)</a:t>
            </a:r>
            <a:endParaRPr kumimoji="0" sz="900" i="0" u="none" strike="noStrike" kern="1200" cap="none" spc="0" normalizeH="0" baseline="0" noProof="0">
              <a:ln>
                <a:noFill/>
              </a:ln>
              <a:solidFill>
                <a:schemeClr val="bg1"/>
              </a:solidFill>
              <a:effectLst/>
              <a:uLnTx/>
              <a:uFillTx/>
              <a:latin typeface="Helvetica 55 Roman" panose="020B0604020202020204" pitchFamily="34" charset="0"/>
            </a:endParaRPr>
          </a:p>
        </p:txBody>
      </p:sp>
      <p:cxnSp>
        <p:nvCxnSpPr>
          <p:cNvPr id="212" name="Connecteur droit avec flèche 211">
            <a:extLst>
              <a:ext uri="{FF2B5EF4-FFF2-40B4-BE49-F238E27FC236}">
                <a16:creationId xmlns:a16="http://schemas.microsoft.com/office/drawing/2014/main" id="{BAC9027B-AB50-2F2B-B279-61769B4CB609}"/>
              </a:ext>
            </a:extLst>
          </p:cNvPr>
          <p:cNvCxnSpPr>
            <a:cxnSpLocks/>
          </p:cNvCxnSpPr>
          <p:nvPr/>
        </p:nvCxnSpPr>
        <p:spPr>
          <a:xfrm>
            <a:off x="10420993" y="1310994"/>
            <a:ext cx="468402" cy="159"/>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13" name="Google Shape;1889;p36">
            <a:extLst>
              <a:ext uri="{FF2B5EF4-FFF2-40B4-BE49-F238E27FC236}">
                <a16:creationId xmlns:a16="http://schemas.microsoft.com/office/drawing/2014/main" id="{A5BAFB47-C28A-5D09-F60A-9AD1721432F9}"/>
              </a:ext>
            </a:extLst>
          </p:cNvPr>
          <p:cNvSpPr txBox="1"/>
          <p:nvPr/>
        </p:nvSpPr>
        <p:spPr>
          <a:xfrm>
            <a:off x="11014459" y="1235557"/>
            <a:ext cx="637869" cy="201725"/>
          </a:xfrm>
          <a:prstGeom prst="rect">
            <a:avLst/>
          </a:prstGeom>
          <a:noFill/>
          <a:ln w="12700">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dirty="0">
                <a:ln>
                  <a:noFill/>
                </a:ln>
                <a:solidFill>
                  <a:schemeClr val="bg1"/>
                </a:solidFill>
                <a:effectLst/>
                <a:uLnTx/>
                <a:uFillTx/>
                <a:latin typeface="Helvetica 55 Roman" panose="020B0604020202020204" pitchFamily="34" charset="0"/>
                <a:cs typeface="Arial"/>
                <a:sym typeface="Arial"/>
              </a:rPr>
              <a:t>MVP </a:t>
            </a:r>
            <a:r>
              <a:rPr kumimoji="0" lang="fr-FR" sz="900" i="0" u="none" strike="noStrike" kern="1200" cap="none" spc="0" normalizeH="0" baseline="0" noProof="0" dirty="0" err="1">
                <a:ln>
                  <a:noFill/>
                </a:ln>
                <a:solidFill>
                  <a:schemeClr val="bg1"/>
                </a:solidFill>
                <a:effectLst/>
                <a:uLnTx/>
                <a:uFillTx/>
                <a:latin typeface="Helvetica 55 Roman" panose="020B0604020202020204" pitchFamily="34" charset="0"/>
                <a:cs typeface="Arial"/>
                <a:sym typeface="Arial"/>
              </a:rPr>
              <a:t>path</a:t>
            </a:r>
            <a:endParaRPr kumimoji="0" sz="900" i="0" u="none" strike="noStrike" kern="1200" cap="none" spc="0" normalizeH="0" baseline="0" noProof="0" dirty="0">
              <a:ln>
                <a:noFill/>
              </a:ln>
              <a:solidFill>
                <a:schemeClr val="bg1"/>
              </a:solidFill>
              <a:effectLst/>
              <a:uLnTx/>
              <a:uFillTx/>
              <a:latin typeface="Helvetica 55 Roman" panose="020B0604020202020204" pitchFamily="34" charset="0"/>
            </a:endParaRPr>
          </a:p>
        </p:txBody>
      </p:sp>
      <p:sp>
        <p:nvSpPr>
          <p:cNvPr id="215" name="Rectangle 214">
            <a:extLst>
              <a:ext uri="{FF2B5EF4-FFF2-40B4-BE49-F238E27FC236}">
                <a16:creationId xmlns:a16="http://schemas.microsoft.com/office/drawing/2014/main" id="{FDC3EFDD-2921-1E22-8A29-684AD836D103}"/>
              </a:ext>
            </a:extLst>
          </p:cNvPr>
          <p:cNvSpPr/>
          <p:nvPr/>
        </p:nvSpPr>
        <p:spPr>
          <a:xfrm>
            <a:off x="8915750" y="4356764"/>
            <a:ext cx="1607868" cy="64461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Approval</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captured</a:t>
            </a:r>
            <a:r>
              <a:rPr kumimoji="0" lang="fr-FR" sz="1000" b="1" i="1" u="none" strike="noStrike" kern="0" cap="none" spc="0" normalizeH="0" baseline="0" noProof="0">
                <a:ln>
                  <a:noFill/>
                </a:ln>
                <a:solidFill>
                  <a:srgbClr val="50BE87"/>
                </a:solidFill>
                <a:effectLst/>
                <a:uLnTx/>
                <a:uFillTx/>
                <a:latin typeface="Helvetica 75 Bold"/>
                <a:ea typeface="+mn-ea"/>
                <a:cs typeface="+mn-cs"/>
              </a:rPr>
              <a:t> by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a:ln>
                  <a:noFill/>
                </a:ln>
                <a:solidFill>
                  <a:srgbClr val="50BE87"/>
                </a:solidFill>
                <a:effectLst/>
                <a:uLnTx/>
                <a:uFillTx/>
                <a:latin typeface="Helvetica 75 Bold"/>
                <a:ea typeface="+mn-ea"/>
                <a:cs typeface="+mn-cs"/>
              </a:rPr>
              <a:t>Digital channels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a:ln>
                  <a:noFill/>
                </a:ln>
                <a:solidFill>
                  <a:srgbClr val="50BE87"/>
                </a:solidFill>
                <a:effectLst/>
                <a:uLnTx/>
                <a:uFillTx/>
                <a:latin typeface="Helvetica 75 Bold"/>
                <a:ea typeface="+mn-ea"/>
                <a:cs typeface="+mn-cs"/>
              </a:rPr>
              <a:t>OB-sales on CPQ</a:t>
            </a:r>
          </a:p>
        </p:txBody>
      </p:sp>
      <p:sp>
        <p:nvSpPr>
          <p:cNvPr id="216" name="Rectangle 215">
            <a:extLst>
              <a:ext uri="{FF2B5EF4-FFF2-40B4-BE49-F238E27FC236}">
                <a16:creationId xmlns:a16="http://schemas.microsoft.com/office/drawing/2014/main" id="{346B6429-301C-ECD8-8F72-2EEB42F1A1D6}"/>
              </a:ext>
            </a:extLst>
          </p:cNvPr>
          <p:cNvSpPr/>
          <p:nvPr/>
        </p:nvSpPr>
        <p:spPr>
          <a:xfrm>
            <a:off x="10768474" y="5539455"/>
            <a:ext cx="1396470" cy="522123"/>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Contract</a:t>
            </a:r>
            <a:r>
              <a:rPr kumimoji="0" lang="fr-FR" sz="1000" b="1" i="1" u="none" strike="noStrike" kern="0" cap="none" spc="0" normalizeH="0" baseline="0" noProof="0">
                <a:ln>
                  <a:noFill/>
                </a:ln>
                <a:solidFill>
                  <a:srgbClr val="50BE87"/>
                </a:solidFill>
                <a:effectLst/>
                <a:uLnTx/>
                <a:uFillTx/>
                <a:latin typeface="Helvetica 75 Bold"/>
                <a:ea typeface="+mn-ea"/>
                <a:cs typeface="+mn-cs"/>
              </a:rPr>
              <a:t> Signature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captured</a:t>
            </a:r>
            <a:r>
              <a:rPr kumimoji="0" lang="fr-FR" sz="1000" b="1" i="1" u="none" strike="noStrike" kern="0" cap="none" spc="0" normalizeH="0" baseline="0" noProof="0">
                <a:ln>
                  <a:noFill/>
                </a:ln>
                <a:solidFill>
                  <a:srgbClr val="50BE87"/>
                </a:solidFill>
                <a:effectLst/>
                <a:uLnTx/>
                <a:uFillTx/>
                <a:latin typeface="Helvetica 75 Bold"/>
                <a:ea typeface="+mn-ea"/>
                <a:cs typeface="+mn-cs"/>
              </a:rPr>
              <a:t> by CLM</a:t>
            </a:r>
          </a:p>
        </p:txBody>
      </p:sp>
      <p:sp>
        <p:nvSpPr>
          <p:cNvPr id="217" name="Rectangle 216">
            <a:extLst>
              <a:ext uri="{FF2B5EF4-FFF2-40B4-BE49-F238E27FC236}">
                <a16:creationId xmlns:a16="http://schemas.microsoft.com/office/drawing/2014/main" id="{60FF88D9-8AB0-01C2-3BBC-64B4CBEB9EAD}"/>
              </a:ext>
            </a:extLst>
          </p:cNvPr>
          <p:cNvSpPr/>
          <p:nvPr/>
        </p:nvSpPr>
        <p:spPr>
          <a:xfrm>
            <a:off x="5605226" y="4772163"/>
            <a:ext cx="2117890" cy="1440461"/>
          </a:xfrm>
          <a:prstGeom prst="rect">
            <a:avLst/>
          </a:prstGeom>
          <a:noFill/>
          <a:ln w="25400" cap="flat" cmpd="sng" algn="ctr">
            <a:noFill/>
            <a:prstDash val="solid"/>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submission</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through</a:t>
            </a:r>
            <a:r>
              <a:rPr kumimoji="0" lang="fr-FR" sz="1000" b="1" i="1" u="none" strike="noStrike" kern="0" cap="none" spc="0" normalizeH="0" baseline="0" noProof="0">
                <a:ln>
                  <a:noFill/>
                </a:ln>
                <a:solidFill>
                  <a:srgbClr val="50BE87"/>
                </a:solidFill>
                <a:effectLst/>
                <a:uLnTx/>
                <a:uFillTx/>
                <a:latin typeface="Helvetica 75 Bold"/>
                <a:ea typeface="+mn-ea"/>
                <a:cs typeface="+mn-cs"/>
              </a:rPr>
              <a:t> CPQ by OB sales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a:ln>
                  <a:noFill/>
                </a:ln>
                <a:solidFill>
                  <a:srgbClr val="50BE87"/>
                </a:solidFill>
                <a:effectLst/>
                <a:uLnTx/>
                <a:uFillTx/>
                <a:latin typeface="Helvetica 75 Bold"/>
                <a:ea typeface="+mn-ea"/>
                <a:cs typeface="+mn-cs"/>
              </a:rPr>
              <a:t>For  online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journey</a:t>
            </a:r>
            <a:r>
              <a:rPr kumimoji="0" lang="fr-FR" sz="1000" b="1" i="1" u="none" strike="noStrike" kern="0" cap="none" spc="0" normalizeH="0" baseline="0" noProof="0">
                <a:ln>
                  <a:noFill/>
                </a:ln>
                <a:solidFill>
                  <a:srgbClr val="50BE87"/>
                </a:solidFill>
                <a:effectLst/>
                <a:uLnTx/>
                <a:uFillTx/>
                <a:latin typeface="Helvetica 75 Bold"/>
                <a:ea typeface="+mn-ea"/>
                <a:cs typeface="+mn-cs"/>
              </a:rPr>
              <a:t>, the digital layer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will</a:t>
            </a:r>
            <a:r>
              <a:rPr kumimoji="0" lang="fr-FR" sz="1000" b="1" i="1" u="none" strike="noStrike" kern="0" cap="none" spc="0" normalizeH="0" baseline="0" noProof="0">
                <a:ln>
                  <a:noFill/>
                </a:ln>
                <a:solidFill>
                  <a:srgbClr val="50BE87"/>
                </a:solidFill>
                <a:effectLst/>
                <a:uLnTx/>
                <a:uFillTx/>
                <a:latin typeface="Helvetica 75 Bold"/>
                <a:ea typeface="+mn-ea"/>
                <a:cs typeface="+mn-cs"/>
              </a:rPr>
              <a:t> manage the transactions to transition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from</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submitted</a:t>
            </a:r>
            <a:r>
              <a:rPr kumimoji="0" lang="fr-FR" sz="1000" b="1" i="1" u="none" strike="noStrike" kern="0" cap="none" spc="0" normalizeH="0" baseline="0" noProof="0">
                <a:ln>
                  <a:noFill/>
                </a:ln>
                <a:solidFill>
                  <a:srgbClr val="50BE87"/>
                </a:solidFill>
                <a:effectLst/>
                <a:uLnTx/>
                <a:uFillTx/>
                <a:latin typeface="Helvetica 75 Bold"/>
                <a:ea typeface="+mn-ea"/>
                <a:cs typeface="+mn-cs"/>
              </a:rPr>
              <a:t> to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accepted</a:t>
            </a:r>
            <a:r>
              <a:rPr kumimoji="0" lang="fr-FR" sz="1000" b="1" i="1" u="none" strike="noStrike" kern="0" cap="none" spc="0" normalizeH="0" baseline="0" noProof="0">
                <a:ln>
                  <a:noFill/>
                </a:ln>
                <a:solidFill>
                  <a:srgbClr val="50BE87"/>
                </a:solidFill>
                <a:effectLst/>
                <a:uLnTx/>
                <a:uFillTx/>
                <a:latin typeface="Helvetica 75 Bold"/>
                <a:ea typeface="+mn-ea"/>
                <a:cs typeface="+mn-cs"/>
              </a:rPr>
              <a:t> to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closed</a:t>
            </a:r>
            <a:r>
              <a:rPr kumimoji="0" lang="fr-FR" sz="1000" b="1" i="1" u="none" strike="noStrike" kern="0" cap="none" spc="0" normalizeH="0" baseline="0" noProof="0">
                <a:ln>
                  <a:noFill/>
                </a:ln>
                <a:solidFill>
                  <a:srgbClr val="50BE87"/>
                </a:solidFill>
                <a:effectLst/>
                <a:uLnTx/>
                <a:uFillTx/>
                <a:latin typeface="Helvetica 75 Bold"/>
                <a:ea typeface="+mn-ea"/>
                <a:cs typeface="+mn-cs"/>
              </a:rPr>
              <a:t> won </a:t>
            </a:r>
          </a:p>
        </p:txBody>
      </p:sp>
      <p:pic>
        <p:nvPicPr>
          <p:cNvPr id="220" name="Graphique 219" descr="Chronomètre 75% avec un remplissage uni">
            <a:extLst>
              <a:ext uri="{FF2B5EF4-FFF2-40B4-BE49-F238E27FC236}">
                <a16:creationId xmlns:a16="http://schemas.microsoft.com/office/drawing/2014/main" id="{41507AFC-0692-A844-9C26-C78708E21C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930" y="6129814"/>
            <a:ext cx="387795" cy="387795"/>
          </a:xfrm>
          <a:prstGeom prst="rect">
            <a:avLst/>
          </a:prstGeom>
        </p:spPr>
      </p:pic>
      <p:sp>
        <p:nvSpPr>
          <p:cNvPr id="226" name="Rectangle 225">
            <a:extLst>
              <a:ext uri="{FF2B5EF4-FFF2-40B4-BE49-F238E27FC236}">
                <a16:creationId xmlns:a16="http://schemas.microsoft.com/office/drawing/2014/main" id="{FC54EA2E-2806-457B-5E9A-97E2D9E27EA4}"/>
              </a:ext>
            </a:extLst>
          </p:cNvPr>
          <p:cNvSpPr/>
          <p:nvPr/>
        </p:nvSpPr>
        <p:spPr>
          <a:xfrm>
            <a:off x="-33638" y="6467679"/>
            <a:ext cx="1454616" cy="431999"/>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Quote</a:t>
            </a:r>
            <a:r>
              <a:rPr kumimoji="0" lang="fr-FR" sz="1000" b="1" i="1" u="none" strike="noStrike" kern="0" cap="none" spc="0" normalizeH="0" baseline="0" noProof="0">
                <a:ln>
                  <a:noFill/>
                </a:ln>
                <a:solidFill>
                  <a:srgbClr val="50BE87"/>
                </a:solidFill>
                <a:effectLst/>
                <a:uLnTx/>
                <a:uFillTx/>
                <a:latin typeface="Helvetica 75 Bold"/>
                <a:ea typeface="+mn-ea"/>
                <a:cs typeface="+mn-cs"/>
              </a:rPr>
              <a:t> expiration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captured</a:t>
            </a:r>
            <a:r>
              <a:rPr kumimoji="0" lang="fr-FR" sz="1000" b="1" i="1" u="none" strike="noStrike" kern="0" cap="none" spc="0" normalizeH="0" baseline="0" noProof="0">
                <a:ln>
                  <a:noFill/>
                </a:ln>
                <a:solidFill>
                  <a:srgbClr val="50BE87"/>
                </a:solidFill>
                <a:effectLst/>
                <a:uLnTx/>
                <a:uFillTx/>
                <a:latin typeface="Helvetica 75 Bold"/>
                <a:ea typeface="+mn-ea"/>
                <a:cs typeface="+mn-cs"/>
              </a:rPr>
              <a:t> by CPQ</a:t>
            </a:r>
          </a:p>
        </p:txBody>
      </p:sp>
      <p:sp>
        <p:nvSpPr>
          <p:cNvPr id="228" name="Google Shape;1884;p36">
            <a:extLst>
              <a:ext uri="{FF2B5EF4-FFF2-40B4-BE49-F238E27FC236}">
                <a16:creationId xmlns:a16="http://schemas.microsoft.com/office/drawing/2014/main" id="{E7F096CE-3548-556E-BD0B-4D7C6FEE6999}"/>
              </a:ext>
            </a:extLst>
          </p:cNvPr>
          <p:cNvSpPr/>
          <p:nvPr/>
        </p:nvSpPr>
        <p:spPr>
          <a:xfrm>
            <a:off x="1726132" y="5227529"/>
            <a:ext cx="767768" cy="457201"/>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Cancelation</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at </a:t>
            </a: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any</a:t>
            </a: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rPr>
              <a:t> stage  </a:t>
            </a:r>
            <a:endParaRPr kumimoji="0" sz="900" i="0" u="none" strike="noStrike" kern="1200" cap="none" spc="0" normalizeH="0" baseline="0" noProof="0">
              <a:ln>
                <a:noFill/>
              </a:ln>
              <a:solidFill>
                <a:srgbClr val="000000"/>
              </a:solidFill>
              <a:effectLst/>
              <a:uLnTx/>
              <a:uFillTx/>
              <a:latin typeface="Helvetica 55 Roman" panose="020B0604020202020204" pitchFamily="34" charset="0"/>
            </a:endParaRPr>
          </a:p>
        </p:txBody>
      </p:sp>
      <p:cxnSp>
        <p:nvCxnSpPr>
          <p:cNvPr id="229" name="Connecteur droit avec flèche 228">
            <a:extLst>
              <a:ext uri="{FF2B5EF4-FFF2-40B4-BE49-F238E27FC236}">
                <a16:creationId xmlns:a16="http://schemas.microsoft.com/office/drawing/2014/main" id="{2C9510DB-5C6E-55B1-643B-B4A0C5612C5B}"/>
              </a:ext>
            </a:extLst>
          </p:cNvPr>
          <p:cNvCxnSpPr>
            <a:cxnSpLocks/>
          </p:cNvCxnSpPr>
          <p:nvPr/>
        </p:nvCxnSpPr>
        <p:spPr>
          <a:xfrm>
            <a:off x="2110016" y="5684730"/>
            <a:ext cx="0" cy="422982"/>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8" name="Google Shape;1889;p36">
            <a:extLst>
              <a:ext uri="{FF2B5EF4-FFF2-40B4-BE49-F238E27FC236}">
                <a16:creationId xmlns:a16="http://schemas.microsoft.com/office/drawing/2014/main" id="{594629CD-59A2-5B0C-AE36-101D491CF51A}"/>
              </a:ext>
            </a:extLst>
          </p:cNvPr>
          <p:cNvSpPr txBox="1"/>
          <p:nvPr/>
        </p:nvSpPr>
        <p:spPr>
          <a:xfrm>
            <a:off x="4007498" y="4197412"/>
            <a:ext cx="1089000" cy="432000"/>
          </a:xfrm>
          <a:prstGeom prst="rect">
            <a:avLst/>
          </a:prstGeom>
          <a:solidFill>
            <a:schemeClr val="bg2">
              <a:lumMod val="60000"/>
              <a:lumOff val="40000"/>
            </a:schemeClr>
          </a:solidFill>
          <a:ln w="12700">
            <a:noFill/>
          </a:ln>
        </p:spPr>
        <p:txBody>
          <a:bodyPr spcFirstLastPara="1" wrap="square" lIns="0" tIns="0" rIns="0" bIns="0"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Helvetica 75 Bold"/>
                <a:ea typeface="Arial"/>
                <a:cs typeface="Arial"/>
              </a:defRPr>
            </a:lvl1pPr>
          </a:lstStyle>
          <a:p>
            <a:r>
              <a:rPr lang="en-GB">
                <a:sym typeface="Arial"/>
              </a:rPr>
              <a:t>READY</a:t>
            </a:r>
            <a:endParaRPr lang="en-GB"/>
          </a:p>
        </p:txBody>
      </p:sp>
      <p:sp>
        <p:nvSpPr>
          <p:cNvPr id="9" name="Google Shape;1884;p36">
            <a:extLst>
              <a:ext uri="{FF2B5EF4-FFF2-40B4-BE49-F238E27FC236}">
                <a16:creationId xmlns:a16="http://schemas.microsoft.com/office/drawing/2014/main" id="{8026D31F-4D6C-7AFA-F291-0220F381CDB1}"/>
              </a:ext>
            </a:extLst>
          </p:cNvPr>
          <p:cNvSpPr/>
          <p:nvPr/>
        </p:nvSpPr>
        <p:spPr>
          <a:xfrm>
            <a:off x="2614016" y="4213775"/>
            <a:ext cx="767768" cy="415637"/>
          </a:xfrm>
          <a:prstGeom prst="rect">
            <a:avLst/>
          </a:prstGeom>
          <a:solidFill>
            <a:schemeClr val="bg1"/>
          </a:solidFill>
          <a:ln w="12700" cap="flat" cmpd="sng">
            <a:solidFill>
              <a:schemeClr val="tx1"/>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err="1">
                <a:ln>
                  <a:noFill/>
                </a:ln>
                <a:solidFill>
                  <a:srgbClr val="000000"/>
                </a:solidFill>
                <a:effectLst/>
                <a:uLnTx/>
                <a:uFillTx/>
                <a:latin typeface="Helvetica 55 Roman" panose="020B0604020202020204" pitchFamily="34" charset="0"/>
                <a:ea typeface="Arial"/>
                <a:cs typeface="Arial"/>
                <a:sym typeface="Arial"/>
              </a:rPr>
              <a:t>Quote</a:t>
            </a:r>
            <a:endParaRPr kumimoji="0" lang="fr-FR" sz="900" i="0" u="none" strike="noStrike" kern="1200" cap="none" spc="0" normalizeH="0" baseline="0" noProof="0">
              <a:ln>
                <a:noFill/>
              </a:ln>
              <a:solidFill>
                <a:srgbClr val="000000"/>
              </a:solidFill>
              <a:effectLst/>
              <a:uLnTx/>
              <a:uFillTx/>
              <a:latin typeface="Helvetica 55 Roman" panose="020B0604020202020204" pitchFamily="34" charset="0"/>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i="0" u="none" strike="noStrike" kern="1200" cap="none" spc="0" normalizeH="0" baseline="0" noProof="0">
                <a:ln>
                  <a:noFill/>
                </a:ln>
                <a:solidFill>
                  <a:srgbClr val="000000"/>
                </a:solidFill>
                <a:effectLst/>
                <a:uLnTx/>
                <a:uFillTx/>
                <a:latin typeface="Helvetica 55 Roman" panose="020B0604020202020204" pitchFamily="34" charset="0"/>
                <a:cs typeface="Arial"/>
                <a:sym typeface="Arial"/>
              </a:rPr>
              <a:t>qualification</a:t>
            </a:r>
          </a:p>
        </p:txBody>
      </p:sp>
      <p:sp>
        <p:nvSpPr>
          <p:cNvPr id="12" name="Rectangle 11">
            <a:extLst>
              <a:ext uri="{FF2B5EF4-FFF2-40B4-BE49-F238E27FC236}">
                <a16:creationId xmlns:a16="http://schemas.microsoft.com/office/drawing/2014/main" id="{71ADCD9B-7725-E4C1-59CA-A400F276DA6A}"/>
              </a:ext>
            </a:extLst>
          </p:cNvPr>
          <p:cNvSpPr/>
          <p:nvPr/>
        </p:nvSpPr>
        <p:spPr>
          <a:xfrm>
            <a:off x="3470913" y="4772163"/>
            <a:ext cx="2126997" cy="626993"/>
          </a:xfrm>
          <a:prstGeom prst="rect">
            <a:avLst/>
          </a:prstGeom>
          <a:noFill/>
          <a:ln w="25400" cap="flat" cmpd="sng" algn="ctr">
            <a:noFill/>
            <a:prstDash val="solid"/>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b="1" i="1" kern="0" dirty="0" err="1">
                <a:solidFill>
                  <a:schemeClr val="accent3"/>
                </a:solidFill>
                <a:latin typeface="Helvetica 75 Bold"/>
              </a:rPr>
              <a:t>Quote</a:t>
            </a:r>
            <a:r>
              <a:rPr lang="fr-FR" sz="1000" b="1" i="1" kern="0" dirty="0">
                <a:solidFill>
                  <a:schemeClr val="accent3"/>
                </a:solidFill>
                <a:latin typeface="Helvetica 75 Bold"/>
              </a:rPr>
              <a:t> line items are </a:t>
            </a:r>
            <a:r>
              <a:rPr lang="fr-FR" sz="1000" b="1" i="1" kern="0" dirty="0" err="1">
                <a:solidFill>
                  <a:schemeClr val="accent3"/>
                </a:solidFill>
                <a:latin typeface="Helvetica 75 Bold"/>
              </a:rPr>
              <a:t>ready</a:t>
            </a:r>
            <a:r>
              <a:rPr lang="fr-FR" sz="1000" b="1" i="1" kern="0" dirty="0">
                <a:solidFill>
                  <a:schemeClr val="accent3"/>
                </a:solidFill>
                <a:latin typeface="Helvetica 75 Bold"/>
              </a:rPr>
              <a:t>, </a:t>
            </a:r>
            <a:r>
              <a:rPr lang="fr-FR" sz="1000" b="1" i="1" kern="0" dirty="0" err="1">
                <a:solidFill>
                  <a:schemeClr val="accent3"/>
                </a:solidFill>
                <a:latin typeface="Helvetica 75 Bold"/>
              </a:rPr>
              <a:t>meaning</a:t>
            </a:r>
            <a:r>
              <a:rPr lang="fr-FR" sz="1000" b="1" i="1" kern="0" dirty="0">
                <a:solidFill>
                  <a:schemeClr val="accent3"/>
                </a:solidFill>
                <a:latin typeface="Helvetica 75 Bold"/>
              </a:rPr>
              <a:t> line items are </a:t>
            </a:r>
            <a:r>
              <a:rPr lang="fr-FR" sz="1000" b="1" i="1" kern="0" dirty="0" err="1">
                <a:solidFill>
                  <a:schemeClr val="accent3"/>
                </a:solidFill>
                <a:latin typeface="Helvetica 75 Bold"/>
              </a:rPr>
              <a:t>ready</a:t>
            </a:r>
            <a:r>
              <a:rPr lang="fr-FR" sz="1000" b="1" i="1" kern="0" dirty="0">
                <a:solidFill>
                  <a:schemeClr val="accent3"/>
                </a:solidFill>
                <a:latin typeface="Helvetica 75 Bold"/>
              </a:rPr>
              <a:t> for </a:t>
            </a:r>
            <a:r>
              <a:rPr lang="fr-FR" sz="1000" b="1" i="1" kern="0" dirty="0" err="1">
                <a:solidFill>
                  <a:schemeClr val="accent3"/>
                </a:solidFill>
                <a:latin typeface="Helvetica 75 Bold"/>
              </a:rPr>
              <a:t>submission</a:t>
            </a:r>
            <a:r>
              <a:rPr lang="fr-FR" sz="1000" b="1" i="1" kern="0" dirty="0">
                <a:solidFill>
                  <a:schemeClr val="accent3"/>
                </a:solidFill>
                <a:latin typeface="Helvetica 75 Bold"/>
              </a:rPr>
              <a:t> (</a:t>
            </a:r>
            <a:r>
              <a:rPr lang="fr-FR" sz="1000" b="1" i="1" kern="0" dirty="0" err="1">
                <a:solidFill>
                  <a:schemeClr val="accent3"/>
                </a:solidFill>
                <a:latin typeface="Helvetica 75 Bold"/>
              </a:rPr>
              <a:t>products</a:t>
            </a:r>
            <a:r>
              <a:rPr lang="fr-FR" sz="1000" b="1" i="1" kern="0" dirty="0">
                <a:solidFill>
                  <a:schemeClr val="accent3"/>
                </a:solidFill>
                <a:latin typeface="Helvetica 75 Bold"/>
              </a:rPr>
              <a:t>, config, </a:t>
            </a:r>
            <a:r>
              <a:rPr lang="fr-FR" sz="1000" b="1" i="1" kern="0" dirty="0" err="1">
                <a:solidFill>
                  <a:schemeClr val="accent3"/>
                </a:solidFill>
                <a:latin typeface="Helvetica 75 Bold"/>
              </a:rPr>
              <a:t>eligibility</a:t>
            </a:r>
            <a:r>
              <a:rPr lang="fr-FR" sz="1000" b="1" i="1" kern="0" dirty="0">
                <a:solidFill>
                  <a:schemeClr val="accent3"/>
                </a:solidFill>
                <a:latin typeface="Helvetica 75 Bold"/>
              </a:rPr>
              <a:t>) and </a:t>
            </a:r>
            <a:r>
              <a:rPr lang="fr-FR" sz="1000" b="1" i="1" kern="0" dirty="0" err="1">
                <a:solidFill>
                  <a:schemeClr val="accent3"/>
                </a:solidFill>
                <a:latin typeface="Helvetica 75 Bold"/>
              </a:rPr>
              <a:t>mandatory</a:t>
            </a:r>
            <a:r>
              <a:rPr lang="fr-FR" sz="1000" b="1" i="1" kern="0" dirty="0">
                <a:solidFill>
                  <a:schemeClr val="accent3"/>
                </a:solidFill>
                <a:latin typeface="Helvetica 75 Bold"/>
              </a:rPr>
              <a:t> </a:t>
            </a:r>
            <a:r>
              <a:rPr lang="fr-FR" sz="1000" b="1" i="1" kern="0" dirty="0" err="1">
                <a:solidFill>
                  <a:schemeClr val="accent3"/>
                </a:solidFill>
                <a:latin typeface="Helvetica 75 Bold"/>
              </a:rPr>
              <a:t>quote</a:t>
            </a:r>
            <a:r>
              <a:rPr lang="fr-FR" sz="1000" b="1" i="1" kern="0" dirty="0">
                <a:solidFill>
                  <a:schemeClr val="accent3"/>
                </a:solidFill>
                <a:latin typeface="Helvetica 75 Bold"/>
              </a:rPr>
              <a:t> </a:t>
            </a:r>
            <a:r>
              <a:rPr lang="fr-FR" sz="1000" b="1" i="1" kern="0" dirty="0" err="1">
                <a:solidFill>
                  <a:schemeClr val="accent3"/>
                </a:solidFill>
                <a:latin typeface="Helvetica 75 Bold"/>
              </a:rPr>
              <a:t>details</a:t>
            </a:r>
            <a:r>
              <a:rPr lang="fr-FR" sz="1000" b="1" i="1" kern="0" dirty="0">
                <a:solidFill>
                  <a:schemeClr val="accent3"/>
                </a:solidFill>
                <a:latin typeface="Helvetica 75 Bold"/>
              </a:rPr>
              <a:t> </a:t>
            </a:r>
            <a:r>
              <a:rPr lang="fr-FR" sz="1000" b="1" i="1" kern="0" dirty="0" err="1">
                <a:solidFill>
                  <a:schemeClr val="accent3"/>
                </a:solidFill>
                <a:latin typeface="Helvetica 75 Bold"/>
              </a:rPr>
              <a:t>provided</a:t>
            </a:r>
            <a:endParaRPr kumimoji="0" lang="fr-FR" sz="1000" b="1" i="1" u="none" strike="noStrike" kern="0" cap="none" spc="0" normalizeH="0" baseline="0" noProof="0" dirty="0">
              <a:ln>
                <a:noFill/>
              </a:ln>
              <a:solidFill>
                <a:schemeClr val="accent3"/>
              </a:solidFill>
              <a:effectLst/>
              <a:uLnTx/>
              <a:uFillTx/>
              <a:latin typeface="Helvetica 75 Bold"/>
              <a:ea typeface="+mn-ea"/>
              <a:cs typeface="+mn-cs"/>
            </a:endParaRPr>
          </a:p>
        </p:txBody>
      </p:sp>
      <p:cxnSp>
        <p:nvCxnSpPr>
          <p:cNvPr id="20" name="Connecteur droit avec flèche 19">
            <a:extLst>
              <a:ext uri="{FF2B5EF4-FFF2-40B4-BE49-F238E27FC236}">
                <a16:creationId xmlns:a16="http://schemas.microsoft.com/office/drawing/2014/main" id="{C359B731-654C-A0E8-0836-581F96ED6C7E}"/>
              </a:ext>
            </a:extLst>
          </p:cNvPr>
          <p:cNvCxnSpPr>
            <a:cxnSpLocks/>
          </p:cNvCxnSpPr>
          <p:nvPr/>
        </p:nvCxnSpPr>
        <p:spPr>
          <a:xfrm>
            <a:off x="1962377" y="4413412"/>
            <a:ext cx="651639" cy="8182"/>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F93FB112-6CD0-A0E9-79DB-DD159D3F06D3}"/>
              </a:ext>
            </a:extLst>
          </p:cNvPr>
          <p:cNvCxnSpPr>
            <a:cxnSpLocks/>
          </p:cNvCxnSpPr>
          <p:nvPr/>
        </p:nvCxnSpPr>
        <p:spPr>
          <a:xfrm flipV="1">
            <a:off x="3381784" y="4413412"/>
            <a:ext cx="625714" cy="8182"/>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Connecteur droit avec flèche 231">
            <a:extLst>
              <a:ext uri="{FF2B5EF4-FFF2-40B4-BE49-F238E27FC236}">
                <a16:creationId xmlns:a16="http://schemas.microsoft.com/office/drawing/2014/main" id="{5CB9BA03-05A3-CE8D-166C-EF368B4DBC5C}"/>
              </a:ext>
            </a:extLst>
          </p:cNvPr>
          <p:cNvCxnSpPr>
            <a:cxnSpLocks/>
          </p:cNvCxnSpPr>
          <p:nvPr/>
        </p:nvCxnSpPr>
        <p:spPr>
          <a:xfrm>
            <a:off x="5096498" y="4413412"/>
            <a:ext cx="799482" cy="1"/>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eur : en angle 36">
            <a:extLst>
              <a:ext uri="{FF2B5EF4-FFF2-40B4-BE49-F238E27FC236}">
                <a16:creationId xmlns:a16="http://schemas.microsoft.com/office/drawing/2014/main" id="{38B079F9-6089-416C-4C33-F968F99ABA8B}"/>
              </a:ext>
            </a:extLst>
          </p:cNvPr>
          <p:cNvCxnSpPr>
            <a:cxnSpLocks/>
          </p:cNvCxnSpPr>
          <p:nvPr/>
        </p:nvCxnSpPr>
        <p:spPr>
          <a:xfrm flipV="1">
            <a:off x="10220224" y="3530600"/>
            <a:ext cx="1035222" cy="1961793"/>
          </a:xfrm>
          <a:prstGeom prst="bentConnector3">
            <a:avLst>
              <a:gd name="adj1" fmla="val 50000"/>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963D36F6-C3A8-C166-2448-F00D07A2141D}"/>
              </a:ext>
            </a:extLst>
          </p:cNvPr>
          <p:cNvSpPr/>
          <p:nvPr/>
        </p:nvSpPr>
        <p:spPr>
          <a:xfrm>
            <a:off x="9987865" y="3411525"/>
            <a:ext cx="804743" cy="522123"/>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Contract</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refusal</a:t>
            </a:r>
            <a:r>
              <a:rPr kumimoji="0" lang="fr-FR" sz="1000" b="1" i="1" u="none" strike="noStrike" kern="0" cap="none" spc="0" normalizeH="0" baseline="0" noProof="0">
                <a:ln>
                  <a:noFill/>
                </a:ln>
                <a:solidFill>
                  <a:srgbClr val="50BE87"/>
                </a:solidFill>
                <a:effectLst/>
                <a:uLnTx/>
                <a:uFillTx/>
                <a:latin typeface="Helvetica 75 Bold"/>
                <a:ea typeface="+mn-ea"/>
                <a:cs typeface="+mn-cs"/>
              </a:rPr>
              <a:t> </a:t>
            </a:r>
            <a:r>
              <a:rPr kumimoji="0" lang="fr-FR" sz="1000" b="1" i="1" u="none" strike="noStrike" kern="0" cap="none" spc="0" normalizeH="0" baseline="0" noProof="0" err="1">
                <a:ln>
                  <a:noFill/>
                </a:ln>
                <a:solidFill>
                  <a:srgbClr val="50BE87"/>
                </a:solidFill>
                <a:effectLst/>
                <a:uLnTx/>
                <a:uFillTx/>
                <a:latin typeface="Helvetica 75 Bold"/>
                <a:ea typeface="+mn-ea"/>
                <a:cs typeface="+mn-cs"/>
              </a:rPr>
              <a:t>captured</a:t>
            </a:r>
            <a:r>
              <a:rPr kumimoji="0" lang="fr-FR" sz="1000" b="1" i="1" u="none" strike="noStrike" kern="0" cap="none" spc="0" normalizeH="0" baseline="0" noProof="0">
                <a:ln>
                  <a:noFill/>
                </a:ln>
                <a:solidFill>
                  <a:srgbClr val="50BE87"/>
                </a:solidFill>
                <a:effectLst/>
                <a:uLnTx/>
                <a:uFillTx/>
                <a:latin typeface="Helvetica 75 Bold"/>
                <a:ea typeface="+mn-ea"/>
                <a:cs typeface="+mn-cs"/>
              </a:rPr>
              <a:t> by CLM</a:t>
            </a:r>
          </a:p>
        </p:txBody>
      </p:sp>
      <p:sp>
        <p:nvSpPr>
          <p:cNvPr id="53" name="Rectangle 52">
            <a:extLst>
              <a:ext uri="{FF2B5EF4-FFF2-40B4-BE49-F238E27FC236}">
                <a16:creationId xmlns:a16="http://schemas.microsoft.com/office/drawing/2014/main" id="{616D4259-478C-BEE5-5BCF-809DDDDDEA3F}"/>
              </a:ext>
            </a:extLst>
          </p:cNvPr>
          <p:cNvSpPr/>
          <p:nvPr/>
        </p:nvSpPr>
        <p:spPr>
          <a:xfrm>
            <a:off x="1501854" y="1892092"/>
            <a:ext cx="2126997" cy="457200"/>
          </a:xfrm>
          <a:prstGeom prst="rect">
            <a:avLst/>
          </a:prstGeom>
          <a:noFill/>
          <a:ln w="25400" cap="flat" cmpd="sng" algn="ctr">
            <a:noFill/>
            <a:prstDash val="solid"/>
          </a:ln>
          <a:effectLst/>
        </p:spPr>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b="1" i="1" kern="0" err="1">
                <a:solidFill>
                  <a:schemeClr val="accent3"/>
                </a:solidFill>
                <a:latin typeface="Helvetica 75 Bold"/>
              </a:rPr>
              <a:t>Quote</a:t>
            </a:r>
            <a:r>
              <a:rPr lang="fr-FR" sz="1000" b="1" i="1" kern="0">
                <a:solidFill>
                  <a:schemeClr val="accent3"/>
                </a:solidFill>
                <a:latin typeface="Helvetica 75 Bold"/>
              </a:rPr>
              <a:t> version </a:t>
            </a:r>
            <a:r>
              <a:rPr lang="fr-FR" sz="1000" b="1" i="1" kern="0" err="1">
                <a:solidFill>
                  <a:schemeClr val="accent3"/>
                </a:solidFill>
                <a:latin typeface="Helvetica 75 Bold"/>
              </a:rPr>
              <a:t>incremented</a:t>
            </a:r>
            <a:endParaRPr lang="fr-FR" sz="1000" b="1" i="1" kern="0">
              <a:solidFill>
                <a:schemeClr val="accent3"/>
              </a:solidFill>
              <a:latin typeface="Helvetica 75 Bold"/>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1" i="1" u="none" strike="noStrike" kern="0" cap="none" spc="0" normalizeH="0" baseline="0" noProof="0" err="1">
                <a:ln>
                  <a:noFill/>
                </a:ln>
                <a:solidFill>
                  <a:schemeClr val="accent3"/>
                </a:solidFill>
                <a:effectLst/>
                <a:uLnTx/>
                <a:uFillTx/>
                <a:latin typeface="Helvetica 75 Bold"/>
                <a:ea typeface="+mn-ea"/>
                <a:cs typeface="+mn-cs"/>
              </a:rPr>
              <a:t>Quote</a:t>
            </a:r>
            <a:r>
              <a:rPr kumimoji="0" lang="fr-FR" sz="1000" b="1" i="1" u="none" strike="noStrike" kern="0" cap="none" spc="0" normalizeH="0" baseline="0" noProof="0">
                <a:ln>
                  <a:noFill/>
                </a:ln>
                <a:solidFill>
                  <a:schemeClr val="accent3"/>
                </a:solidFill>
                <a:effectLst/>
                <a:uLnTx/>
                <a:uFillTx/>
                <a:latin typeface="Helvetica 75 Bold"/>
                <a:ea typeface="+mn-ea"/>
                <a:cs typeface="+mn-cs"/>
              </a:rPr>
              <a:t> archive</a:t>
            </a:r>
            <a:r>
              <a:rPr lang="fr-FR" sz="1000" b="1" i="1" kern="0">
                <a:solidFill>
                  <a:schemeClr val="accent3"/>
                </a:solidFill>
                <a:latin typeface="Helvetica 75 Bold"/>
              </a:rPr>
              <a:t>d </a:t>
            </a:r>
            <a:endParaRPr kumimoji="0" lang="fr-FR" sz="1000" b="1" i="1" u="none" strike="noStrike" kern="0" cap="none" spc="0" normalizeH="0" baseline="0" noProof="0">
              <a:ln>
                <a:noFill/>
              </a:ln>
              <a:solidFill>
                <a:schemeClr val="accent3"/>
              </a:solidFill>
              <a:effectLst/>
              <a:uLnTx/>
              <a:uFillTx/>
              <a:latin typeface="Helvetica 75 Bold"/>
              <a:ea typeface="+mn-ea"/>
              <a:cs typeface="+mn-cs"/>
            </a:endParaRPr>
          </a:p>
        </p:txBody>
      </p:sp>
      <p:cxnSp>
        <p:nvCxnSpPr>
          <p:cNvPr id="65" name="Connecteur : en angle 64">
            <a:extLst>
              <a:ext uri="{FF2B5EF4-FFF2-40B4-BE49-F238E27FC236}">
                <a16:creationId xmlns:a16="http://schemas.microsoft.com/office/drawing/2014/main" id="{DC013CBF-104E-66BC-F7BD-38E01052409A}"/>
              </a:ext>
            </a:extLst>
          </p:cNvPr>
          <p:cNvCxnSpPr>
            <a:cxnSpLocks/>
          </p:cNvCxnSpPr>
          <p:nvPr/>
        </p:nvCxnSpPr>
        <p:spPr>
          <a:xfrm rot="10800000" flipV="1">
            <a:off x="1512377" y="1786806"/>
            <a:ext cx="2914616" cy="2361368"/>
          </a:xfrm>
          <a:prstGeom prst="bentConnector2">
            <a:avLst/>
          </a:prstGeom>
          <a:ln w="19050">
            <a:solidFill>
              <a:schemeClr val="bg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AED2B0C1-4490-E07F-0742-FEA65F1546EB}"/>
              </a:ext>
            </a:extLst>
          </p:cNvPr>
          <p:cNvSpPr/>
          <p:nvPr/>
        </p:nvSpPr>
        <p:spPr>
          <a:xfrm>
            <a:off x="10266688" y="454474"/>
            <a:ext cx="1438758" cy="131506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73" name="ZoneTexte 72">
            <a:extLst>
              <a:ext uri="{FF2B5EF4-FFF2-40B4-BE49-F238E27FC236}">
                <a16:creationId xmlns:a16="http://schemas.microsoft.com/office/drawing/2014/main" id="{7230F30B-203E-3B99-A640-201A1B12DA8E}"/>
              </a:ext>
            </a:extLst>
          </p:cNvPr>
          <p:cNvSpPr txBox="1"/>
          <p:nvPr/>
        </p:nvSpPr>
        <p:spPr>
          <a:xfrm>
            <a:off x="10476219" y="576213"/>
            <a:ext cx="1058209" cy="153888"/>
          </a:xfrm>
          <a:prstGeom prst="rect">
            <a:avLst/>
          </a:prstGeom>
        </p:spPr>
        <p:txBody>
          <a:bodyPr wrap="square" lIns="0" tIns="0" rIns="0" bIns="0" rtlCol="0">
            <a:spAutoFit/>
          </a:bodyPr>
          <a:lstStyle/>
          <a:p>
            <a:r>
              <a:rPr lang="en-US" sz="1000">
                <a:solidFill>
                  <a:schemeClr val="bg1"/>
                </a:solidFill>
                <a:latin typeface="Helvetica 55 Roman" panose="020B0604020202020204" pitchFamily="34" charset="0"/>
              </a:rPr>
              <a:t>Caption</a:t>
            </a:r>
          </a:p>
        </p:txBody>
      </p:sp>
      <p:sp>
        <p:nvSpPr>
          <p:cNvPr id="84" name="Rectangle 83">
            <a:extLst>
              <a:ext uri="{FF2B5EF4-FFF2-40B4-BE49-F238E27FC236}">
                <a16:creationId xmlns:a16="http://schemas.microsoft.com/office/drawing/2014/main" id="{FBD0FBAD-C284-F3FC-C275-287A13C3A7F9}"/>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000000"/>
                </a:solidFill>
              </a:rPr>
              <a:t>DRAFT</a:t>
            </a:r>
          </a:p>
        </p:txBody>
      </p:sp>
      <p:cxnSp>
        <p:nvCxnSpPr>
          <p:cNvPr id="28" name="Connecteur : en angle 27">
            <a:extLst>
              <a:ext uri="{FF2B5EF4-FFF2-40B4-BE49-F238E27FC236}">
                <a16:creationId xmlns:a16="http://schemas.microsoft.com/office/drawing/2014/main" id="{00655FDA-DC3B-87A8-B765-71BBFA466ED8}"/>
              </a:ext>
            </a:extLst>
          </p:cNvPr>
          <p:cNvCxnSpPr>
            <a:cxnSpLocks/>
          </p:cNvCxnSpPr>
          <p:nvPr/>
        </p:nvCxnSpPr>
        <p:spPr>
          <a:xfrm flipV="1">
            <a:off x="1512376" y="2443658"/>
            <a:ext cx="7736299" cy="1690449"/>
          </a:xfrm>
          <a:prstGeom prst="bentConnector4">
            <a:avLst>
              <a:gd name="adj1" fmla="val 16"/>
              <a:gd name="adj2" fmla="val 113523"/>
            </a:avLst>
          </a:prstGeom>
          <a:ln w="1905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269497"/>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1786-494B-FCC0-8520-7FC7E7D2D5BA}"/>
              </a:ext>
            </a:extLst>
          </p:cNvPr>
          <p:cNvSpPr txBox="1">
            <a:spLocks/>
          </p:cNvSpPr>
          <p:nvPr/>
        </p:nvSpPr>
        <p:spPr>
          <a:xfrm>
            <a:off x="352813" y="447679"/>
            <a:ext cx="11353800" cy="307778"/>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kumimoji="0" lang="en-GB" sz="2400" b="0" i="0" u="none" strike="noStrike" kern="1200" cap="none" spc="-27" normalizeH="0" baseline="0" noProof="0" dirty="0">
                <a:ln>
                  <a:noFill/>
                </a:ln>
                <a:solidFill>
                  <a:schemeClr val="accent1"/>
                </a:solidFill>
                <a:effectLst/>
                <a:uLnTx/>
                <a:uFillTx/>
                <a:latin typeface="Helvetica 75 Bold"/>
                <a:ea typeface="+mj-ea"/>
                <a:cs typeface="+mj-cs"/>
              </a:rPr>
              <a:t>Quote Object Life-cycle</a:t>
            </a:r>
            <a:br>
              <a:rPr lang="en-GB" sz="2400" dirty="0">
                <a:solidFill>
                  <a:schemeClr val="accent1"/>
                </a:solidFill>
                <a:latin typeface="Helvetica 75 Bold"/>
              </a:rPr>
            </a:br>
            <a:r>
              <a:rPr lang="en-GB" sz="2400" dirty="0">
                <a:solidFill>
                  <a:schemeClr val="bg1"/>
                </a:solidFill>
                <a:latin typeface="Helvetica 75 Bold"/>
              </a:rPr>
              <a:t>Status Definitions </a:t>
            </a:r>
            <a:br>
              <a:rPr lang="en-GB" sz="2400" dirty="0">
                <a:solidFill>
                  <a:schemeClr val="tx1"/>
                </a:solidFill>
                <a:latin typeface="Helvetica 75 Bold"/>
              </a:rPr>
            </a:br>
            <a:endParaRPr lang="en-GB" sz="2400" dirty="0">
              <a:solidFill>
                <a:schemeClr val="tx1"/>
              </a:solidFill>
            </a:endParaRPr>
          </a:p>
        </p:txBody>
      </p:sp>
      <p:graphicFrame>
        <p:nvGraphicFramePr>
          <p:cNvPr id="3" name="Tableau 2">
            <a:extLst>
              <a:ext uri="{FF2B5EF4-FFF2-40B4-BE49-F238E27FC236}">
                <a16:creationId xmlns:a16="http://schemas.microsoft.com/office/drawing/2014/main" id="{FAC82C0D-F4E8-DCF5-500A-C41E95CB95F4}"/>
              </a:ext>
            </a:extLst>
          </p:cNvPr>
          <p:cNvGraphicFramePr>
            <a:graphicFrameLocks noGrp="1"/>
          </p:cNvGraphicFramePr>
          <p:nvPr>
            <p:extLst>
              <p:ext uri="{D42A27DB-BD31-4B8C-83A1-F6EECF244321}">
                <p14:modId xmlns:p14="http://schemas.microsoft.com/office/powerpoint/2010/main" val="2565340609"/>
              </p:ext>
            </p:extLst>
          </p:nvPr>
        </p:nvGraphicFramePr>
        <p:xfrm>
          <a:off x="352813" y="1182105"/>
          <a:ext cx="11130527" cy="5649918"/>
        </p:xfrm>
        <a:graphic>
          <a:graphicData uri="http://schemas.openxmlformats.org/drawingml/2006/table">
            <a:tbl>
              <a:tblPr/>
              <a:tblGrid>
                <a:gridCol w="3414829">
                  <a:extLst>
                    <a:ext uri="{9D8B030D-6E8A-4147-A177-3AD203B41FA5}">
                      <a16:colId xmlns:a16="http://schemas.microsoft.com/office/drawing/2014/main" val="940086780"/>
                    </a:ext>
                  </a:extLst>
                </a:gridCol>
                <a:gridCol w="7715698">
                  <a:extLst>
                    <a:ext uri="{9D8B030D-6E8A-4147-A177-3AD203B41FA5}">
                      <a16:colId xmlns:a16="http://schemas.microsoft.com/office/drawing/2014/main" val="558982001"/>
                    </a:ext>
                  </a:extLst>
                </a:gridCol>
              </a:tblGrid>
              <a:tr h="400486">
                <a:tc>
                  <a:txBody>
                    <a:bodyPr/>
                    <a:lstStyle/>
                    <a:p>
                      <a:pPr algn="l" fontAlgn="b"/>
                      <a:r>
                        <a:rPr lang="en-US" sz="1600" b="1" i="0" u="none" strike="noStrike">
                          <a:solidFill>
                            <a:schemeClr val="bg1"/>
                          </a:solidFill>
                          <a:effectLst/>
                          <a:latin typeface="+mn-lt"/>
                        </a:rPr>
                        <a:t>Quote Status used</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2"/>
                    </a:solidFill>
                  </a:tcPr>
                </a:tc>
                <a:tc>
                  <a:txBody>
                    <a:bodyPr/>
                    <a:lstStyle/>
                    <a:p>
                      <a:pPr algn="l" fontAlgn="b"/>
                      <a:r>
                        <a:rPr lang="en-US" sz="1100" b="0" i="0" u="none" strike="noStrike">
                          <a:solidFill>
                            <a:srgbClr val="000000"/>
                          </a:solidFill>
                          <a:effectLst/>
                          <a:latin typeface="+mn-lt"/>
                        </a:rPr>
                        <a:t> </a:t>
                      </a:r>
                      <a:r>
                        <a:rPr lang="en-US" sz="1600" b="1" i="0" u="none" strike="noStrike" kern="1200">
                          <a:solidFill>
                            <a:schemeClr val="bg1"/>
                          </a:solidFill>
                          <a:effectLst/>
                          <a:latin typeface="+mn-lt"/>
                          <a:ea typeface="+mn-ea"/>
                          <a:cs typeface="+mn-cs"/>
                        </a:rPr>
                        <a:t>Description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19164452"/>
                  </a:ext>
                </a:extLst>
              </a:tr>
              <a:tr h="425014">
                <a:tc>
                  <a:txBody>
                    <a:bodyPr/>
                    <a:lstStyle/>
                    <a:p>
                      <a:pPr algn="l" fontAlgn="b"/>
                      <a:r>
                        <a:rPr lang="fr-FR" sz="1200" b="1" i="0" u="none" strike="noStrike" dirty="0">
                          <a:solidFill>
                            <a:schemeClr val="bg1"/>
                          </a:solidFill>
                          <a:effectLst/>
                          <a:latin typeface="+mn-lt"/>
                        </a:rPr>
                        <a:t>D</a:t>
                      </a:r>
                      <a:r>
                        <a:rPr lang="en-US" sz="1200" b="1" i="0" u="none" strike="noStrike" dirty="0">
                          <a:solidFill>
                            <a:schemeClr val="bg1"/>
                          </a:solidFill>
                          <a:effectLst/>
                          <a:latin typeface="+mn-lt"/>
                        </a:rPr>
                        <a:t>RAFT</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creation has been triggered – by CRM, digital channel, OB sales in CPQ-  and is in draft mode, ready to be populated.</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559732447"/>
                  </a:ext>
                </a:extLst>
              </a:tr>
              <a:tr h="359719">
                <a:tc>
                  <a:txBody>
                    <a:bodyPr/>
                    <a:lstStyle/>
                    <a:p>
                      <a:pPr algn="l" fontAlgn="b"/>
                      <a:r>
                        <a:rPr lang="fr-FR" sz="1200" b="1" i="0" u="none" strike="noStrike" dirty="0">
                          <a:solidFill>
                            <a:schemeClr val="bg1"/>
                          </a:solidFill>
                          <a:effectLst/>
                          <a:latin typeface="+mn-lt"/>
                        </a:rPr>
                        <a:t>IN PROGRESS</a:t>
                      </a:r>
                      <a:endParaRPr lang="en-US" sz="1200" b="1" i="0" u="none" strike="noStrike" dirty="0">
                        <a:solidFill>
                          <a:schemeClr val="bg1"/>
                        </a:solidFill>
                        <a:effectLst/>
                        <a:latin typeface="+mn-lt"/>
                      </a:endParaRP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fr-FR" sz="1200" b="0" i="0" u="none" strike="noStrike" dirty="0">
                          <a:solidFill>
                            <a:schemeClr val="bg1"/>
                          </a:solidFill>
                          <a:effectLst/>
                          <a:latin typeface="Helvetica 55 Roman" panose="020B0604020202020204" pitchFamily="34" charset="0"/>
                        </a:rPr>
                        <a:t>The </a:t>
                      </a:r>
                      <a:r>
                        <a:rPr lang="fr-FR" sz="1200" b="0" i="0" u="none" strike="noStrike" dirty="0" err="1">
                          <a:solidFill>
                            <a:schemeClr val="bg1"/>
                          </a:solidFill>
                          <a:effectLst/>
                          <a:latin typeface="Helvetica 55 Roman" panose="020B0604020202020204" pitchFamily="34" charset="0"/>
                        </a:rPr>
                        <a:t>quote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is</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being</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populated</a:t>
                      </a:r>
                      <a:r>
                        <a:rPr lang="fr-FR" sz="1200" b="0" i="0" u="none" strike="noStrike" dirty="0">
                          <a:solidFill>
                            <a:schemeClr val="bg1"/>
                          </a:solidFill>
                          <a:effectLst/>
                          <a:latin typeface="Helvetica 55 Roman" panose="020B0604020202020204" pitchFamily="34" charset="0"/>
                        </a:rPr>
                        <a:t> by the </a:t>
                      </a:r>
                      <a:r>
                        <a:rPr lang="fr-FR" sz="1200" b="0" i="0" u="none" strike="noStrike" dirty="0" err="1">
                          <a:solidFill>
                            <a:schemeClr val="bg1"/>
                          </a:solidFill>
                          <a:effectLst/>
                          <a:latin typeface="Helvetica 55 Roman" panose="020B0604020202020204" pitchFamily="34" charset="0"/>
                        </a:rPr>
                        <a:t>customer</a:t>
                      </a:r>
                      <a:r>
                        <a:rPr lang="fr-FR" sz="1200" b="0" i="0" u="none" strike="noStrike" dirty="0">
                          <a:solidFill>
                            <a:schemeClr val="bg1"/>
                          </a:solidFill>
                          <a:effectLst/>
                          <a:latin typeface="Helvetica 55 Roman" panose="020B0604020202020204" pitchFamily="34" charset="0"/>
                        </a:rPr>
                        <a:t> or the sales agent. </a:t>
                      </a:r>
                      <a:r>
                        <a:rPr lang="fr-FR" sz="1200" b="0" i="0" u="none" strike="noStrike" dirty="0" err="1">
                          <a:solidFill>
                            <a:schemeClr val="bg1"/>
                          </a:solidFill>
                          <a:effectLst/>
                          <a:latin typeface="Helvetica 55 Roman" panose="020B0604020202020204" pitchFamily="34" charset="0"/>
                        </a:rPr>
                        <a:t>Products</a:t>
                      </a:r>
                      <a:r>
                        <a:rPr lang="fr-FR" sz="1200" b="0" i="0" u="none" strike="noStrike" dirty="0">
                          <a:solidFill>
                            <a:schemeClr val="bg1"/>
                          </a:solidFill>
                          <a:effectLst/>
                          <a:latin typeface="Helvetica 55 Roman" panose="020B0604020202020204" pitchFamily="34" charset="0"/>
                        </a:rPr>
                        <a:t> &amp; services are </a:t>
                      </a:r>
                      <a:r>
                        <a:rPr lang="fr-FR" sz="1200" b="0" i="0" u="none" strike="noStrike" dirty="0" err="1">
                          <a:solidFill>
                            <a:schemeClr val="bg1"/>
                          </a:solidFill>
                          <a:effectLst/>
                          <a:latin typeface="Helvetica 55 Roman" panose="020B0604020202020204" pitchFamily="34" charset="0"/>
                        </a:rPr>
                        <a:t>added</a:t>
                      </a:r>
                      <a:r>
                        <a:rPr lang="fr-FR" sz="1200" b="0" i="0" u="none" strike="noStrike" dirty="0">
                          <a:solidFill>
                            <a:schemeClr val="bg1"/>
                          </a:solidFill>
                          <a:effectLst/>
                          <a:latin typeface="Helvetica 55 Roman" panose="020B0604020202020204" pitchFamily="34" charset="0"/>
                        </a:rPr>
                        <a:t> and </a:t>
                      </a:r>
                      <a:r>
                        <a:rPr lang="fr-FR" sz="1200" b="0" i="0" u="none" strike="noStrike" dirty="0" err="1">
                          <a:solidFill>
                            <a:schemeClr val="bg1"/>
                          </a:solidFill>
                          <a:effectLst/>
                          <a:latin typeface="Helvetica 55 Roman" panose="020B0604020202020204" pitchFamily="34" charset="0"/>
                        </a:rPr>
                        <a:t>configured</a:t>
                      </a:r>
                      <a:r>
                        <a:rPr lang="fr-FR" sz="1200" b="0" i="0" u="none" strike="noStrike" dirty="0">
                          <a:solidFill>
                            <a:schemeClr val="bg1"/>
                          </a:solidFill>
                          <a:effectLst/>
                          <a:latin typeface="Helvetica 55 Roman" panose="020B0604020202020204" pitchFamily="34" charset="0"/>
                        </a:rPr>
                        <a:t>. </a:t>
                      </a:r>
                      <a:endParaRPr lang="en-US" sz="1200" b="0" i="0" u="none" strike="noStrike" dirty="0">
                        <a:solidFill>
                          <a:schemeClr val="bg1"/>
                        </a:solidFill>
                        <a:effectLst/>
                        <a:latin typeface="Helvetica 55 Roman" panose="020B0604020202020204" pitchFamily="34" charset="0"/>
                      </a:endParaRP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095340610"/>
                  </a:ext>
                </a:extLst>
              </a:tr>
              <a:tr h="602569">
                <a:tc>
                  <a:txBody>
                    <a:bodyPr/>
                    <a:lstStyle/>
                    <a:p>
                      <a:pPr algn="l" fontAlgn="b"/>
                      <a:r>
                        <a:rPr lang="fr-FR" sz="1200" b="1" i="0" u="none" strike="noStrike" dirty="0">
                          <a:solidFill>
                            <a:schemeClr val="bg1"/>
                          </a:solidFill>
                          <a:effectLst/>
                          <a:latin typeface="+mn-lt"/>
                        </a:rPr>
                        <a:t>READY</a:t>
                      </a:r>
                      <a:endParaRPr lang="en-US" sz="1200" b="1" i="0" u="none" strike="noStrike" dirty="0">
                        <a:solidFill>
                          <a:schemeClr val="bg1"/>
                        </a:solidFill>
                        <a:effectLst/>
                        <a:latin typeface="+mn-lt"/>
                      </a:endParaRP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l" defTabSz="1219261" rtl="0" eaLnBrk="1" fontAlgn="b" latinLnBrk="0" hangingPunct="1">
                        <a:lnSpc>
                          <a:spcPct val="100000"/>
                        </a:lnSpc>
                        <a:spcBef>
                          <a:spcPts val="0"/>
                        </a:spcBef>
                        <a:spcAft>
                          <a:spcPts val="0"/>
                        </a:spcAft>
                        <a:buClrTx/>
                        <a:buSzTx/>
                        <a:buFontTx/>
                        <a:buNone/>
                        <a:tabLst/>
                        <a:defRPr/>
                      </a:pPr>
                      <a:r>
                        <a:rPr lang="fr-FR" sz="1200" b="0" i="0" kern="0" dirty="0" err="1">
                          <a:solidFill>
                            <a:schemeClr val="bg1"/>
                          </a:solidFill>
                          <a:latin typeface="+mn-lt"/>
                        </a:rPr>
                        <a:t>Quote</a:t>
                      </a:r>
                      <a:r>
                        <a:rPr lang="fr-FR" sz="1200" b="0" i="0" kern="0" dirty="0">
                          <a:solidFill>
                            <a:schemeClr val="bg1"/>
                          </a:solidFill>
                          <a:latin typeface="+mn-lt"/>
                        </a:rPr>
                        <a:t> line items are </a:t>
                      </a:r>
                      <a:r>
                        <a:rPr lang="fr-FR" sz="1200" b="0" i="0" kern="0" dirty="0" err="1">
                          <a:solidFill>
                            <a:schemeClr val="bg1"/>
                          </a:solidFill>
                          <a:latin typeface="+mn-lt"/>
                        </a:rPr>
                        <a:t>ready</a:t>
                      </a:r>
                      <a:r>
                        <a:rPr lang="fr-FR" sz="1200" b="0" i="0" kern="0" dirty="0">
                          <a:solidFill>
                            <a:schemeClr val="bg1"/>
                          </a:solidFill>
                          <a:latin typeface="+mn-lt"/>
                        </a:rPr>
                        <a:t>, </a:t>
                      </a:r>
                      <a:r>
                        <a:rPr lang="fr-FR" sz="1200" b="0" i="0" kern="0" dirty="0" err="1">
                          <a:solidFill>
                            <a:schemeClr val="bg1"/>
                          </a:solidFill>
                          <a:latin typeface="+mn-lt"/>
                        </a:rPr>
                        <a:t>meaning</a:t>
                      </a:r>
                      <a:r>
                        <a:rPr lang="fr-FR" sz="1200" b="0" i="0" kern="0" dirty="0">
                          <a:solidFill>
                            <a:schemeClr val="bg1"/>
                          </a:solidFill>
                          <a:latin typeface="+mn-lt"/>
                        </a:rPr>
                        <a:t> line items are </a:t>
                      </a:r>
                      <a:r>
                        <a:rPr lang="fr-FR" sz="1200" b="0" i="0" kern="0" dirty="0" err="1">
                          <a:solidFill>
                            <a:schemeClr val="bg1"/>
                          </a:solidFill>
                          <a:latin typeface="+mn-lt"/>
                        </a:rPr>
                        <a:t>ready</a:t>
                      </a:r>
                      <a:r>
                        <a:rPr lang="fr-FR" sz="1200" b="0" i="0" kern="0" dirty="0">
                          <a:solidFill>
                            <a:schemeClr val="bg1"/>
                          </a:solidFill>
                          <a:latin typeface="+mn-lt"/>
                        </a:rPr>
                        <a:t> for </a:t>
                      </a:r>
                      <a:r>
                        <a:rPr lang="fr-FR" sz="1200" b="0" i="0" kern="0" dirty="0" err="1">
                          <a:solidFill>
                            <a:schemeClr val="bg1"/>
                          </a:solidFill>
                          <a:latin typeface="+mn-lt"/>
                        </a:rPr>
                        <a:t>submission</a:t>
                      </a:r>
                      <a:r>
                        <a:rPr lang="fr-FR" sz="1200" b="0" i="0" kern="0" dirty="0">
                          <a:solidFill>
                            <a:schemeClr val="bg1"/>
                          </a:solidFill>
                          <a:latin typeface="+mn-lt"/>
                        </a:rPr>
                        <a:t> (</a:t>
                      </a:r>
                      <a:r>
                        <a:rPr lang="fr-FR" sz="1200" b="0" i="0" kern="0" dirty="0" err="1">
                          <a:solidFill>
                            <a:schemeClr val="bg1"/>
                          </a:solidFill>
                          <a:latin typeface="+mn-lt"/>
                        </a:rPr>
                        <a:t>products</a:t>
                      </a:r>
                      <a:r>
                        <a:rPr lang="fr-FR" sz="1200" b="0" i="0" kern="0" dirty="0">
                          <a:solidFill>
                            <a:schemeClr val="bg1"/>
                          </a:solidFill>
                          <a:latin typeface="+mn-lt"/>
                        </a:rPr>
                        <a:t>, config, </a:t>
                      </a:r>
                      <a:r>
                        <a:rPr lang="fr-FR" sz="1200" b="0" i="0" kern="0" dirty="0" err="1">
                          <a:solidFill>
                            <a:schemeClr val="bg1"/>
                          </a:solidFill>
                          <a:latin typeface="+mn-lt"/>
                        </a:rPr>
                        <a:t>eligibility</a:t>
                      </a:r>
                      <a:r>
                        <a:rPr lang="fr-FR" sz="1200" b="0" i="0" kern="0" dirty="0">
                          <a:solidFill>
                            <a:schemeClr val="bg1"/>
                          </a:solidFill>
                          <a:latin typeface="+mn-lt"/>
                        </a:rPr>
                        <a:t>) and </a:t>
                      </a:r>
                      <a:r>
                        <a:rPr lang="fr-FR" sz="1200" b="0" i="0" kern="0" dirty="0" err="1">
                          <a:solidFill>
                            <a:schemeClr val="bg1"/>
                          </a:solidFill>
                          <a:latin typeface="+mn-lt"/>
                        </a:rPr>
                        <a:t>mandatory</a:t>
                      </a:r>
                      <a:r>
                        <a:rPr lang="fr-FR" sz="1200" b="0" i="0" kern="0" dirty="0">
                          <a:solidFill>
                            <a:schemeClr val="bg1"/>
                          </a:solidFill>
                          <a:latin typeface="+mn-lt"/>
                        </a:rPr>
                        <a:t> </a:t>
                      </a:r>
                      <a:r>
                        <a:rPr lang="fr-FR" sz="1200" b="0" i="0" kern="0" dirty="0" err="1">
                          <a:solidFill>
                            <a:schemeClr val="bg1"/>
                          </a:solidFill>
                          <a:latin typeface="+mn-lt"/>
                        </a:rPr>
                        <a:t>quote</a:t>
                      </a:r>
                      <a:r>
                        <a:rPr lang="fr-FR" sz="1200" b="0" i="0" kern="0" dirty="0">
                          <a:solidFill>
                            <a:schemeClr val="bg1"/>
                          </a:solidFill>
                          <a:latin typeface="+mn-lt"/>
                        </a:rPr>
                        <a:t> </a:t>
                      </a:r>
                      <a:r>
                        <a:rPr lang="fr-FR" sz="1200" b="0" i="0" kern="0" dirty="0" err="1">
                          <a:solidFill>
                            <a:schemeClr val="bg1"/>
                          </a:solidFill>
                          <a:latin typeface="+mn-lt"/>
                        </a:rPr>
                        <a:t>details</a:t>
                      </a:r>
                      <a:r>
                        <a:rPr lang="fr-FR" sz="1200" b="0" i="0" kern="0" dirty="0">
                          <a:solidFill>
                            <a:schemeClr val="bg1"/>
                          </a:solidFill>
                          <a:latin typeface="+mn-lt"/>
                        </a:rPr>
                        <a:t> </a:t>
                      </a:r>
                      <a:r>
                        <a:rPr lang="fr-FR" sz="1200" b="0" i="0" kern="0" dirty="0" err="1">
                          <a:solidFill>
                            <a:schemeClr val="bg1"/>
                          </a:solidFill>
                          <a:latin typeface="+mn-lt"/>
                        </a:rPr>
                        <a:t>provided</a:t>
                      </a:r>
                      <a:endParaRPr kumimoji="0" lang="fr-FR" sz="1200" b="0" i="0" u="none" strike="noStrike" kern="0" cap="none" spc="0" normalizeH="0" baseline="0" noProof="0" dirty="0">
                        <a:ln>
                          <a:noFill/>
                        </a:ln>
                        <a:solidFill>
                          <a:schemeClr val="bg1"/>
                        </a:solidFill>
                        <a:effectLst/>
                        <a:uLnTx/>
                        <a:uFillTx/>
                        <a:latin typeface="+mn-lt"/>
                        <a:ea typeface="+mn-ea"/>
                        <a:cs typeface="+mn-cs"/>
                      </a:endParaRPr>
                    </a:p>
                    <a:p>
                      <a:pPr algn="l" fontAlgn="b"/>
                      <a:r>
                        <a:rPr lang="fr-FR" sz="1200" b="0" i="0" u="none" strike="noStrike" dirty="0">
                          <a:solidFill>
                            <a:schemeClr val="bg1"/>
                          </a:solidFill>
                          <a:effectLst/>
                          <a:latin typeface="Helvetica 55 Roman" panose="020B0604020202020204" pitchFamily="34" charset="0"/>
                        </a:rPr>
                        <a:t>The </a:t>
                      </a:r>
                      <a:r>
                        <a:rPr lang="fr-FR" sz="1200" b="0" i="0" u="none" strike="noStrike" dirty="0" err="1">
                          <a:solidFill>
                            <a:schemeClr val="bg1"/>
                          </a:solidFill>
                          <a:effectLst/>
                          <a:latin typeface="Helvetica 55 Roman" panose="020B0604020202020204" pitchFamily="34" charset="0"/>
                        </a:rPr>
                        <a:t>quote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is</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finalized</a:t>
                      </a:r>
                      <a:r>
                        <a:rPr lang="fr-FR" sz="1200" b="0" i="0" u="none" strike="noStrike" dirty="0">
                          <a:solidFill>
                            <a:schemeClr val="bg1"/>
                          </a:solidFill>
                          <a:effectLst/>
                          <a:latin typeface="Helvetica 55 Roman" panose="020B0604020202020204" pitchFamily="34" charset="0"/>
                        </a:rPr>
                        <a:t> and </a:t>
                      </a:r>
                      <a:r>
                        <a:rPr lang="fr-FR" sz="1200" b="0" i="0" u="none" strike="noStrike" dirty="0" err="1">
                          <a:solidFill>
                            <a:schemeClr val="bg1"/>
                          </a:solidFill>
                          <a:effectLst/>
                          <a:latin typeface="Helvetica 55 Roman" panose="020B0604020202020204" pitchFamily="34" charset="0"/>
                        </a:rPr>
                        <a:t>ready</a:t>
                      </a:r>
                      <a:r>
                        <a:rPr lang="fr-FR" sz="1200" b="0" i="0" u="none" strike="noStrike" dirty="0">
                          <a:solidFill>
                            <a:schemeClr val="bg1"/>
                          </a:solidFill>
                          <a:effectLst/>
                          <a:latin typeface="Helvetica 55 Roman" panose="020B0604020202020204" pitchFamily="34" charset="0"/>
                        </a:rPr>
                        <a:t> to </a:t>
                      </a:r>
                      <a:r>
                        <a:rPr lang="fr-FR" sz="1200" b="0" i="0" u="none" strike="noStrike" dirty="0" err="1">
                          <a:solidFill>
                            <a:schemeClr val="bg1"/>
                          </a:solidFill>
                          <a:effectLst/>
                          <a:latin typeface="Helvetica 55 Roman" panose="020B0604020202020204" pitchFamily="34" charset="0"/>
                        </a:rPr>
                        <a:t>be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generated</a:t>
                      </a:r>
                      <a:r>
                        <a:rPr lang="fr-FR" sz="1200" b="0" i="0" u="none" strike="noStrike" dirty="0">
                          <a:solidFill>
                            <a:schemeClr val="bg1"/>
                          </a:solidFill>
                          <a:effectLst/>
                          <a:latin typeface="Helvetica 55 Roman" panose="020B0604020202020204" pitchFamily="34" charset="0"/>
                        </a:rPr>
                        <a:t>/</a:t>
                      </a:r>
                      <a:r>
                        <a:rPr lang="fr-FR" sz="1200" b="0" i="0" u="none" strike="noStrike" dirty="0" err="1">
                          <a:solidFill>
                            <a:schemeClr val="bg1"/>
                          </a:solidFill>
                          <a:effectLst/>
                          <a:latin typeface="Helvetica 55 Roman" panose="020B0604020202020204" pitchFamily="34" charset="0"/>
                        </a:rPr>
                        <a:t>send</a:t>
                      </a:r>
                      <a:r>
                        <a:rPr lang="fr-FR" sz="1200" b="0" i="0" u="none" strike="noStrike" dirty="0">
                          <a:solidFill>
                            <a:schemeClr val="bg1"/>
                          </a:solidFill>
                          <a:effectLst/>
                          <a:latin typeface="Helvetica 55 Roman" panose="020B0604020202020204" pitchFamily="34" charset="0"/>
                        </a:rPr>
                        <a:t> for </a:t>
                      </a:r>
                      <a:r>
                        <a:rPr lang="fr-FR" sz="1200" b="0" i="0" u="none" strike="noStrike" dirty="0" err="1">
                          <a:solidFill>
                            <a:schemeClr val="bg1"/>
                          </a:solidFill>
                          <a:effectLst/>
                          <a:latin typeface="Helvetica 55 Roman" panose="020B0604020202020204" pitchFamily="34" charset="0"/>
                        </a:rPr>
                        <a:t>internal</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approval</a:t>
                      </a:r>
                      <a:r>
                        <a:rPr lang="fr-FR" sz="1200" b="0" i="0" u="none" strike="noStrike" dirty="0">
                          <a:solidFill>
                            <a:schemeClr val="bg1"/>
                          </a:solidFill>
                          <a:effectLst/>
                          <a:latin typeface="Helvetica 55 Roman" panose="020B0604020202020204" pitchFamily="34" charset="0"/>
                        </a:rPr>
                        <a:t>. </a:t>
                      </a:r>
                      <a:endParaRPr lang="en-US" sz="1200" b="0" i="0" u="none" strike="noStrike" dirty="0">
                        <a:solidFill>
                          <a:schemeClr val="bg1"/>
                        </a:solidFill>
                        <a:effectLst/>
                        <a:latin typeface="Helvetica 55 Roman" panose="020B0604020202020204" pitchFamily="34" charset="0"/>
                      </a:endParaRP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983165849"/>
                  </a:ext>
                </a:extLst>
              </a:tr>
              <a:tr h="359719">
                <a:tc>
                  <a:txBody>
                    <a:bodyPr/>
                    <a:lstStyle/>
                    <a:p>
                      <a:pPr algn="l" fontAlgn="b"/>
                      <a:r>
                        <a:rPr lang="en-US" sz="1200" b="1" i="0" u="none" strike="noStrike" dirty="0">
                          <a:solidFill>
                            <a:schemeClr val="bg1"/>
                          </a:solidFill>
                          <a:effectLst/>
                          <a:latin typeface="+mn-lt"/>
                        </a:rPr>
                        <a:t>SUBMITTED to client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submitted for approval or further action by the client.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054229909"/>
                  </a:ext>
                </a:extLst>
              </a:tr>
              <a:tr h="359719">
                <a:tc>
                  <a:txBody>
                    <a:bodyPr/>
                    <a:lstStyle/>
                    <a:p>
                      <a:pPr algn="l" fontAlgn="b"/>
                      <a:r>
                        <a:rPr lang="en-US" sz="1200" b="1" i="0" u="none" strike="noStrike" dirty="0">
                          <a:solidFill>
                            <a:schemeClr val="bg1"/>
                          </a:solidFill>
                          <a:effectLst/>
                          <a:latin typeface="+mn-lt"/>
                        </a:rPr>
                        <a:t>ACCEPTED by client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accepted by the client and. Contract generation is triggered.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4039122949"/>
                  </a:ext>
                </a:extLst>
              </a:tr>
              <a:tr h="359719">
                <a:tc>
                  <a:txBody>
                    <a:bodyPr/>
                    <a:lstStyle/>
                    <a:p>
                      <a:pPr algn="l" fontAlgn="b"/>
                      <a:r>
                        <a:rPr lang="en-US" sz="1200" b="1" i="0" u="none" strike="noStrike" dirty="0">
                          <a:solidFill>
                            <a:schemeClr val="bg1"/>
                          </a:solidFill>
                          <a:effectLst/>
                          <a:latin typeface="+mn-lt"/>
                        </a:rPr>
                        <a:t>REFUSED by client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a:solidFill>
                            <a:schemeClr val="bg1"/>
                          </a:solidFill>
                          <a:effectLst/>
                          <a:latin typeface="Helvetica 55 Roman" panose="020B0604020202020204" pitchFamily="34" charset="0"/>
                        </a:rPr>
                        <a:t>The quote has been reviewed internally and refused.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480166247"/>
                  </a:ext>
                </a:extLst>
              </a:tr>
              <a:tr h="359719">
                <a:tc>
                  <a:txBody>
                    <a:bodyPr/>
                    <a:lstStyle/>
                    <a:p>
                      <a:pPr algn="l" fontAlgn="b"/>
                      <a:r>
                        <a:rPr lang="en-US" sz="1200" b="1" i="0" u="none" strike="noStrike" dirty="0">
                          <a:solidFill>
                            <a:schemeClr val="bg1"/>
                          </a:solidFill>
                          <a:effectLst/>
                          <a:latin typeface="+mn-lt"/>
                        </a:rPr>
                        <a:t>CLOSED WON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accepted and the process is successfully closed. The quote is sent for order </a:t>
                      </a:r>
                      <a:r>
                        <a:rPr lang="en-US" sz="1200" b="0" i="0" u="none" strike="noStrike" dirty="0" err="1">
                          <a:solidFill>
                            <a:schemeClr val="bg1"/>
                          </a:solidFill>
                          <a:effectLst/>
                          <a:latin typeface="Helvetica 55 Roman" panose="020B0604020202020204" pitchFamily="34" charset="0"/>
                        </a:rPr>
                        <a:t>fullfilment</a:t>
                      </a:r>
                      <a:r>
                        <a:rPr lang="en-US" sz="1200" b="0" i="0" u="none" strike="noStrike" dirty="0">
                          <a:solidFill>
                            <a:schemeClr val="bg1"/>
                          </a:solidFill>
                          <a:effectLst/>
                          <a:latin typeface="Helvetica 55 Roman" panose="020B0604020202020204" pitchFamily="34" charset="0"/>
                        </a:rPr>
                        <a: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75350064"/>
                  </a:ext>
                </a:extLst>
              </a:tr>
              <a:tr h="359719">
                <a:tc>
                  <a:txBody>
                    <a:bodyPr/>
                    <a:lstStyle/>
                    <a:p>
                      <a:pPr algn="l" fontAlgn="b"/>
                      <a:r>
                        <a:rPr lang="en-US" sz="1200" b="1" i="0" u="none" strike="noStrike">
                          <a:solidFill>
                            <a:schemeClr val="bg1"/>
                          </a:solidFill>
                          <a:effectLst/>
                          <a:latin typeface="+mn-lt"/>
                        </a:rPr>
                        <a:t>CLOSED LOST</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prospect will not be proceeded after quote abandoned or refused. No amendment will be carried out.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777324635"/>
                  </a:ext>
                </a:extLst>
              </a:tr>
              <a:tr h="425014">
                <a:tc>
                  <a:txBody>
                    <a:bodyPr/>
                    <a:lstStyle/>
                    <a:p>
                      <a:pPr algn="l" fontAlgn="b"/>
                      <a:r>
                        <a:rPr lang="en-US" sz="1200" b="1" i="0" u="none" strike="noStrike" dirty="0">
                          <a:solidFill>
                            <a:schemeClr val="bg1"/>
                          </a:solidFill>
                          <a:effectLst/>
                          <a:latin typeface="+mn-lt"/>
                        </a:rPr>
                        <a:t>PENDING APPROVAL</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submitted for approval and is awaiting approval or rejection from OB’s approvers according to OB strategy, gross margin, P&amp;L.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570263919"/>
                  </a:ext>
                </a:extLst>
              </a:tr>
              <a:tr h="359719">
                <a:tc>
                  <a:txBody>
                    <a:bodyPr/>
                    <a:lstStyle/>
                    <a:p>
                      <a:pPr algn="l" fontAlgn="b"/>
                      <a:r>
                        <a:rPr lang="en-US" sz="1200" b="1" i="0" u="none" strike="noStrike" dirty="0">
                          <a:solidFill>
                            <a:schemeClr val="bg1"/>
                          </a:solidFill>
                          <a:effectLst/>
                          <a:latin typeface="+mn-lt"/>
                        </a:rPr>
                        <a:t>APPROVED internally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approved by the approver.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235053757"/>
                  </a:ext>
                </a:extLst>
              </a:tr>
              <a:tr h="359719">
                <a:tc>
                  <a:txBody>
                    <a:bodyPr/>
                    <a:lstStyle/>
                    <a:p>
                      <a:pPr algn="l" fontAlgn="b"/>
                      <a:r>
                        <a:rPr lang="fr-FR" sz="1200" b="1" i="0" u="none" strike="noStrike">
                          <a:solidFill>
                            <a:schemeClr val="bg1"/>
                          </a:solidFill>
                          <a:effectLst/>
                          <a:latin typeface="+mn-lt"/>
                        </a:rPr>
                        <a:t>R</a:t>
                      </a:r>
                      <a:r>
                        <a:rPr lang="en-US" sz="1200" b="1" i="0" u="none" strike="noStrike">
                          <a:solidFill>
                            <a:schemeClr val="bg1"/>
                          </a:solidFill>
                          <a:effectLst/>
                          <a:latin typeface="+mn-lt"/>
                        </a:rPr>
                        <a:t>EFUSED internally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200" b="0" i="0" u="none" strike="noStrike" dirty="0">
                          <a:solidFill>
                            <a:schemeClr val="bg1"/>
                          </a:solidFill>
                          <a:effectLst/>
                          <a:latin typeface="Helvetica 55 Roman" panose="020B0604020202020204" pitchFamily="34" charset="0"/>
                        </a:rPr>
                        <a:t>The quote has been reviewed and refused and will be sent for revision or abandoned.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190873915"/>
                  </a:ext>
                </a:extLst>
              </a:tr>
              <a:tr h="425014">
                <a:tc>
                  <a:txBody>
                    <a:bodyPr/>
                    <a:lstStyle/>
                    <a:p>
                      <a:pPr algn="l" fontAlgn="b"/>
                      <a:r>
                        <a:rPr lang="en-US" sz="1200" b="1" i="0" u="none" strike="noStrike" dirty="0">
                          <a:solidFill>
                            <a:schemeClr val="bg1"/>
                          </a:solidFill>
                          <a:effectLst/>
                          <a:latin typeface="+mn-lt"/>
                        </a:rPr>
                        <a:t>SAVED FOR LATER (digital only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fr-FR" sz="1200" b="0" i="0" u="none" strike="noStrike" dirty="0" err="1">
                          <a:solidFill>
                            <a:schemeClr val="bg1"/>
                          </a:solidFill>
                          <a:effectLst/>
                          <a:latin typeface="Helvetica 55 Roman" panose="020B0604020202020204" pitchFamily="34" charset="0"/>
                        </a:rPr>
                        <a:t>When</a:t>
                      </a:r>
                      <a:r>
                        <a:rPr lang="fr-FR" sz="1200" b="0" i="0" u="none" strike="noStrike" dirty="0">
                          <a:solidFill>
                            <a:schemeClr val="bg1"/>
                          </a:solidFill>
                          <a:effectLst/>
                          <a:latin typeface="Helvetica 55 Roman" panose="020B0604020202020204" pitchFamily="34" charset="0"/>
                        </a:rPr>
                        <a:t> the </a:t>
                      </a:r>
                      <a:r>
                        <a:rPr lang="fr-FR" sz="1200" b="0" i="0" u="none" strike="noStrike" dirty="0" err="1">
                          <a:solidFill>
                            <a:schemeClr val="bg1"/>
                          </a:solidFill>
                          <a:effectLst/>
                          <a:latin typeface="Helvetica 55 Roman" panose="020B0604020202020204" pitchFamily="34" charset="0"/>
                        </a:rPr>
                        <a:t>customer</a:t>
                      </a:r>
                      <a:r>
                        <a:rPr lang="fr-FR" sz="1200" b="0" i="0" u="none" strike="noStrike" dirty="0">
                          <a:solidFill>
                            <a:schemeClr val="bg1"/>
                          </a:solidFill>
                          <a:effectLst/>
                          <a:latin typeface="Helvetica 55 Roman" panose="020B0604020202020204" pitchFamily="34" charset="0"/>
                        </a:rPr>
                        <a:t> logs out or </a:t>
                      </a:r>
                      <a:r>
                        <a:rPr lang="fr-FR" sz="1200" b="0" i="0" u="none" strike="noStrike" dirty="0" err="1">
                          <a:solidFill>
                            <a:schemeClr val="bg1"/>
                          </a:solidFill>
                          <a:effectLst/>
                          <a:latin typeface="Helvetica 55 Roman" panose="020B0604020202020204" pitchFamily="34" charset="0"/>
                        </a:rPr>
                        <a:t>wants</a:t>
                      </a:r>
                      <a:r>
                        <a:rPr lang="fr-FR" sz="1200" b="0" i="0" u="none" strike="noStrike" dirty="0">
                          <a:solidFill>
                            <a:schemeClr val="bg1"/>
                          </a:solidFill>
                          <a:effectLst/>
                          <a:latin typeface="Helvetica 55 Roman" panose="020B0604020202020204" pitchFamily="34" charset="0"/>
                        </a:rPr>
                        <a:t> to carry on </a:t>
                      </a:r>
                      <a:r>
                        <a:rPr lang="fr-FR" sz="1200" b="0" i="0" u="none" strike="noStrike" dirty="0" err="1">
                          <a:solidFill>
                            <a:schemeClr val="bg1"/>
                          </a:solidFill>
                          <a:effectLst/>
                          <a:latin typeface="Helvetica 55 Roman" panose="020B0604020202020204" pitchFamily="34" charset="0"/>
                        </a:rPr>
                        <a:t>his</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quotation</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journey</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later</a:t>
                      </a:r>
                      <a:r>
                        <a:rPr lang="fr-FR" sz="1200" b="0" i="0" u="none" strike="noStrike" dirty="0">
                          <a:solidFill>
                            <a:schemeClr val="bg1"/>
                          </a:solidFill>
                          <a:effectLst/>
                          <a:latin typeface="Helvetica 55 Roman" panose="020B0604020202020204" pitchFamily="34" charset="0"/>
                        </a:rPr>
                        <a:t>, the </a:t>
                      </a:r>
                      <a:r>
                        <a:rPr lang="fr-FR" sz="1200" b="0" i="0" u="none" strike="noStrike" dirty="0" err="1">
                          <a:solidFill>
                            <a:schemeClr val="bg1"/>
                          </a:solidFill>
                          <a:effectLst/>
                          <a:latin typeface="Helvetica 55 Roman" panose="020B0604020202020204" pitchFamily="34" charset="0"/>
                        </a:rPr>
                        <a:t>quote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is</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saved</a:t>
                      </a:r>
                      <a:r>
                        <a:rPr lang="fr-FR" sz="1200" b="0" i="0" u="none" strike="noStrike" dirty="0">
                          <a:solidFill>
                            <a:schemeClr val="bg1"/>
                          </a:solidFill>
                          <a:effectLst/>
                          <a:latin typeface="Helvetica 55 Roman" panose="020B0604020202020204" pitchFamily="34" charset="0"/>
                        </a:rPr>
                        <a:t> for </a:t>
                      </a:r>
                      <a:r>
                        <a:rPr lang="fr-FR" sz="1200" b="0" i="0" u="none" strike="noStrike" dirty="0" err="1">
                          <a:solidFill>
                            <a:schemeClr val="bg1"/>
                          </a:solidFill>
                          <a:effectLst/>
                          <a:latin typeface="Helvetica 55 Roman" panose="020B0604020202020204" pitchFamily="34" charset="0"/>
                        </a:rPr>
                        <a:t>later</a:t>
                      </a:r>
                      <a:r>
                        <a:rPr lang="fr-FR" sz="1200" b="0" i="0" u="none" strike="noStrike" dirty="0">
                          <a:solidFill>
                            <a:schemeClr val="bg1"/>
                          </a:solidFill>
                          <a:effectLst/>
                          <a:latin typeface="Helvetica 55 Roman" panose="020B0604020202020204" pitchFamily="34" charset="0"/>
                        </a:rPr>
                        <a:t>. The </a:t>
                      </a:r>
                      <a:r>
                        <a:rPr lang="fr-FR" sz="1200" b="0" i="0" u="none" strike="noStrike" dirty="0" err="1">
                          <a:solidFill>
                            <a:schemeClr val="bg1"/>
                          </a:solidFill>
                          <a:effectLst/>
                          <a:latin typeface="Helvetica 55 Roman" panose="020B0604020202020204" pitchFamily="34" charset="0"/>
                        </a:rPr>
                        <a:t>quote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could</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be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retrieved</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from</a:t>
                      </a:r>
                      <a:r>
                        <a:rPr lang="fr-FR" sz="1200" b="0" i="0" u="none" strike="noStrike" dirty="0">
                          <a:solidFill>
                            <a:schemeClr val="bg1"/>
                          </a:solidFill>
                          <a:effectLst/>
                          <a:latin typeface="Helvetica 55 Roman" panose="020B0604020202020204" pitchFamily="34" charset="0"/>
                        </a:rPr>
                        <a:t> the digital portal to </a:t>
                      </a:r>
                      <a:r>
                        <a:rPr lang="fr-FR" sz="1200" b="0" i="0" u="none" strike="noStrike" dirty="0" err="1">
                          <a:solidFill>
                            <a:schemeClr val="bg1"/>
                          </a:solidFill>
                          <a:effectLst/>
                          <a:latin typeface="Helvetica 55 Roman" panose="020B0604020202020204" pitchFamily="34" charset="0"/>
                        </a:rPr>
                        <a:t>be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amended</a:t>
                      </a:r>
                      <a:r>
                        <a:rPr lang="fr-FR" sz="1200" b="0" i="0" u="none" strike="noStrike" dirty="0">
                          <a:solidFill>
                            <a:schemeClr val="bg1"/>
                          </a:solidFill>
                          <a:effectLst/>
                          <a:latin typeface="Helvetica 55 Roman" panose="020B0604020202020204" pitchFamily="34" charset="0"/>
                        </a:rPr>
                        <a:t> or to </a:t>
                      </a:r>
                      <a:r>
                        <a:rPr lang="fr-FR" sz="1200" b="0" i="0" u="none" strike="noStrike" dirty="0" err="1">
                          <a:solidFill>
                            <a:schemeClr val="bg1"/>
                          </a:solidFill>
                          <a:effectLst/>
                          <a:latin typeface="Helvetica 55 Roman" panose="020B0604020202020204" pitchFamily="34" charset="0"/>
                        </a:rPr>
                        <a:t>be</a:t>
                      </a:r>
                      <a:r>
                        <a:rPr lang="fr-FR" sz="1200" b="0" i="0" u="none" strike="noStrike" dirty="0">
                          <a:solidFill>
                            <a:schemeClr val="bg1"/>
                          </a:solidFill>
                          <a:effectLst/>
                          <a:latin typeface="Helvetica 55 Roman" panose="020B0604020202020204" pitchFamily="34" charset="0"/>
                        </a:rPr>
                        <a:t> </a:t>
                      </a:r>
                      <a:r>
                        <a:rPr lang="fr-FR" sz="1200" b="0" i="0" u="none" strike="noStrike" dirty="0" err="1">
                          <a:solidFill>
                            <a:schemeClr val="bg1"/>
                          </a:solidFill>
                          <a:effectLst/>
                          <a:latin typeface="Helvetica 55 Roman" panose="020B0604020202020204" pitchFamily="34" charset="0"/>
                        </a:rPr>
                        <a:t>closed</a:t>
                      </a:r>
                      <a:r>
                        <a:rPr lang="fr-FR" sz="1200" b="0" i="0" u="none" strike="noStrike" dirty="0">
                          <a:solidFill>
                            <a:schemeClr val="bg1"/>
                          </a:solidFill>
                          <a:effectLst/>
                          <a:latin typeface="Helvetica 55 Roman" panose="020B0604020202020204" pitchFamily="34" charset="0"/>
                        </a:rPr>
                        <a:t>. </a:t>
                      </a:r>
                      <a:endParaRPr lang="en-US" sz="1200" b="0" i="0" u="none" strike="noStrike" dirty="0">
                        <a:solidFill>
                          <a:schemeClr val="bg1"/>
                        </a:solidFill>
                        <a:effectLst/>
                        <a:latin typeface="Helvetica 55 Roman" panose="020B0604020202020204" pitchFamily="34" charset="0"/>
                      </a:endParaRP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558999019"/>
                  </a:ext>
                </a:extLst>
              </a:tr>
              <a:tr h="425014">
                <a:tc>
                  <a:txBody>
                    <a:bodyPr/>
                    <a:lstStyle/>
                    <a:p>
                      <a:pPr algn="l" fontAlgn="b"/>
                      <a:r>
                        <a:rPr lang="fr-FR" sz="1200" b="1" i="0" u="none" strike="noStrike">
                          <a:solidFill>
                            <a:schemeClr val="bg1"/>
                          </a:solidFill>
                          <a:effectLst/>
                          <a:latin typeface="+mn-lt"/>
                        </a:rPr>
                        <a:t>A</a:t>
                      </a:r>
                      <a:r>
                        <a:rPr lang="en-US" sz="1200" b="1" i="0" u="none" strike="noStrike">
                          <a:solidFill>
                            <a:schemeClr val="bg1"/>
                          </a:solidFill>
                          <a:effectLst/>
                          <a:latin typeface="+mn-lt"/>
                        </a:rPr>
                        <a:t>BANDONED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200" b="0" i="0" u="none" strike="noStrike" dirty="0">
                          <a:solidFill>
                            <a:schemeClr val="bg1"/>
                          </a:solidFill>
                          <a:effectLst/>
                          <a:latin typeface="Helvetica 55 Roman"/>
                        </a:rPr>
                        <a:t>The quote has been abandoned and will not be completed after internal refusal, or after quote cancellation at any stage. </a:t>
                      </a:r>
                    </a:p>
                  </a:txBody>
                  <a:tcPr marL="72000" marR="36000" marT="36000" marB="36000"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743903980"/>
                  </a:ext>
                </a:extLst>
              </a:tr>
            </a:tbl>
          </a:graphicData>
        </a:graphic>
      </p:graphicFrame>
      <p:pic>
        <p:nvPicPr>
          <p:cNvPr id="6" name="Image 5">
            <a:extLst>
              <a:ext uri="{FF2B5EF4-FFF2-40B4-BE49-F238E27FC236}">
                <a16:creationId xmlns:a16="http://schemas.microsoft.com/office/drawing/2014/main" id="{D88C1753-3D5F-97E0-B963-E52BED3489E9}"/>
              </a:ext>
            </a:extLst>
          </p:cNvPr>
          <p:cNvPicPr>
            <a:picLocks noChangeAspect="1"/>
          </p:cNvPicPr>
          <p:nvPr/>
        </p:nvPicPr>
        <p:blipFill>
          <a:blip r:embed="rId2"/>
          <a:srcRect t="54641" b="35836"/>
          <a:stretch/>
        </p:blipFill>
        <p:spPr>
          <a:xfrm>
            <a:off x="284637" y="6961239"/>
            <a:ext cx="10662302" cy="481084"/>
          </a:xfrm>
          <a:prstGeom prst="rect">
            <a:avLst/>
          </a:prstGeom>
        </p:spPr>
      </p:pic>
    </p:spTree>
    <p:extLst>
      <p:ext uri="{BB962C8B-B14F-4D97-AF65-F5344CB8AC3E}">
        <p14:creationId xmlns:p14="http://schemas.microsoft.com/office/powerpoint/2010/main" val="1697879465"/>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9FDB-9AA9-B2A8-D1AD-4734FE192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CD721-6002-DB15-5B9B-1D51B5F488FF}"/>
              </a:ext>
            </a:extLst>
          </p:cNvPr>
          <p:cNvSpPr txBox="1">
            <a:spLocks/>
          </p:cNvSpPr>
          <p:nvPr/>
        </p:nvSpPr>
        <p:spPr>
          <a:xfrm>
            <a:off x="352813" y="447679"/>
            <a:ext cx="11353800" cy="307778"/>
          </a:xfrm>
          <a:prstGeom prst="rect">
            <a:avLst/>
          </a:prstGeom>
          <a:ln w="12700">
            <a:noFill/>
          </a:ln>
        </p:spPr>
        <p:txBody>
          <a:bodyPr vert="horz" lIns="91440" tIns="45720" rIns="91440" bIns="45720" anchor="t"/>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kumimoji="0" lang="en-GB" sz="2400" b="0" i="0" u="none" strike="noStrike" kern="1200" cap="none" spc="-27" normalizeH="0" baseline="0" noProof="0" dirty="0">
                <a:ln>
                  <a:noFill/>
                </a:ln>
                <a:solidFill>
                  <a:schemeClr val="accent1"/>
                </a:solidFill>
                <a:effectLst/>
                <a:uLnTx/>
                <a:uFillTx/>
                <a:latin typeface="Helvetica 75 Bold"/>
                <a:ea typeface="+mj-ea"/>
                <a:cs typeface="+mj-cs"/>
              </a:rPr>
              <a:t>Quote </a:t>
            </a:r>
            <a:r>
              <a:rPr lang="en-GB" sz="2400" dirty="0">
                <a:solidFill>
                  <a:schemeClr val="accent1"/>
                </a:solidFill>
                <a:latin typeface="Helvetica 75 Bold"/>
              </a:rPr>
              <a:t>Permissions</a:t>
            </a:r>
            <a:br>
              <a:rPr lang="en-GB" sz="2400" dirty="0">
                <a:solidFill>
                  <a:schemeClr val="accent1"/>
                </a:solidFill>
                <a:latin typeface="Helvetica 75 Bold"/>
              </a:rPr>
            </a:br>
            <a:r>
              <a:rPr lang="en-GB" sz="2400" dirty="0">
                <a:solidFill>
                  <a:schemeClr val="bg1"/>
                </a:solidFill>
                <a:latin typeface="Helvetica 75 Bold"/>
              </a:rPr>
              <a:t>Quote-level actions permitted based on the "quote state"</a:t>
            </a:r>
            <a:endParaRPr lang="en-GB" sz="2400" dirty="0">
              <a:solidFill>
                <a:schemeClr val="bg1"/>
              </a:solidFill>
            </a:endParaRPr>
          </a:p>
        </p:txBody>
      </p:sp>
      <p:graphicFrame>
        <p:nvGraphicFramePr>
          <p:cNvPr id="7" name="Table 6">
            <a:extLst>
              <a:ext uri="{FF2B5EF4-FFF2-40B4-BE49-F238E27FC236}">
                <a16:creationId xmlns:a16="http://schemas.microsoft.com/office/drawing/2014/main" id="{CB104B12-7F6C-F1AC-E3A6-6606D6DEC47C}"/>
              </a:ext>
            </a:extLst>
          </p:cNvPr>
          <p:cNvGraphicFramePr>
            <a:graphicFrameLocks noGrp="1"/>
          </p:cNvGraphicFramePr>
          <p:nvPr>
            <p:extLst>
              <p:ext uri="{D42A27DB-BD31-4B8C-83A1-F6EECF244321}">
                <p14:modId xmlns:p14="http://schemas.microsoft.com/office/powerpoint/2010/main" val="1941363574"/>
              </p:ext>
            </p:extLst>
          </p:nvPr>
        </p:nvGraphicFramePr>
        <p:xfrm>
          <a:off x="366710" y="1638097"/>
          <a:ext cx="11458580" cy="4414511"/>
        </p:xfrm>
        <a:graphic>
          <a:graphicData uri="http://schemas.openxmlformats.org/drawingml/2006/table">
            <a:tbl>
              <a:tblPr firstRow="1" bandRow="1">
                <a:tableStyleId>{5C22544A-7EE6-4342-B048-85BDC9FD1C3A}</a:tableStyleId>
              </a:tblPr>
              <a:tblGrid>
                <a:gridCol w="1636940">
                  <a:extLst>
                    <a:ext uri="{9D8B030D-6E8A-4147-A177-3AD203B41FA5}">
                      <a16:colId xmlns:a16="http://schemas.microsoft.com/office/drawing/2014/main" val="1377682379"/>
                    </a:ext>
                  </a:extLst>
                </a:gridCol>
                <a:gridCol w="1636940">
                  <a:extLst>
                    <a:ext uri="{9D8B030D-6E8A-4147-A177-3AD203B41FA5}">
                      <a16:colId xmlns:a16="http://schemas.microsoft.com/office/drawing/2014/main" val="3399316335"/>
                    </a:ext>
                  </a:extLst>
                </a:gridCol>
                <a:gridCol w="1636940">
                  <a:extLst>
                    <a:ext uri="{9D8B030D-6E8A-4147-A177-3AD203B41FA5}">
                      <a16:colId xmlns:a16="http://schemas.microsoft.com/office/drawing/2014/main" val="1411656460"/>
                    </a:ext>
                  </a:extLst>
                </a:gridCol>
                <a:gridCol w="1636940">
                  <a:extLst>
                    <a:ext uri="{9D8B030D-6E8A-4147-A177-3AD203B41FA5}">
                      <a16:colId xmlns:a16="http://schemas.microsoft.com/office/drawing/2014/main" val="1343657687"/>
                    </a:ext>
                  </a:extLst>
                </a:gridCol>
                <a:gridCol w="1636940">
                  <a:extLst>
                    <a:ext uri="{9D8B030D-6E8A-4147-A177-3AD203B41FA5}">
                      <a16:colId xmlns:a16="http://schemas.microsoft.com/office/drawing/2014/main" val="2717093537"/>
                    </a:ext>
                  </a:extLst>
                </a:gridCol>
                <a:gridCol w="1636940">
                  <a:extLst>
                    <a:ext uri="{9D8B030D-6E8A-4147-A177-3AD203B41FA5}">
                      <a16:colId xmlns:a16="http://schemas.microsoft.com/office/drawing/2014/main" val="2748278070"/>
                    </a:ext>
                  </a:extLst>
                </a:gridCol>
                <a:gridCol w="1636940">
                  <a:extLst>
                    <a:ext uri="{9D8B030D-6E8A-4147-A177-3AD203B41FA5}">
                      <a16:colId xmlns:a16="http://schemas.microsoft.com/office/drawing/2014/main" val="3474293874"/>
                    </a:ext>
                  </a:extLst>
                </a:gridCol>
              </a:tblGrid>
              <a:tr h="370840">
                <a:tc>
                  <a:txBody>
                    <a:bodyPr/>
                    <a:lstStyle/>
                    <a:p>
                      <a:pPr lvl="0" algn="ctr">
                        <a:buNone/>
                      </a:pPr>
                      <a:r>
                        <a:rPr lang="en-US" sz="1600" dirty="0">
                          <a:solidFill>
                            <a:schemeClr val="bg2"/>
                          </a:solidFill>
                        </a:rPr>
                        <a:t>State</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Add product</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Add site</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Configure &amp; view pricing</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Generate quote document</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Request for contract</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600" dirty="0">
                          <a:solidFill>
                            <a:schemeClr val="bg2"/>
                          </a:solidFill>
                        </a:rPr>
                        <a:t>Convert to order</a:t>
                      </a:r>
                    </a:p>
                  </a:txBody>
                  <a:tcPr anchor="b">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97320779"/>
                  </a:ext>
                </a:extLst>
              </a:tr>
              <a:tr h="370839">
                <a:tc>
                  <a:txBody>
                    <a:bodyPr/>
                    <a:lstStyle/>
                    <a:p>
                      <a:pPr lvl="0">
                        <a:buNone/>
                      </a:pPr>
                      <a:r>
                        <a:rPr lang="en-US" sz="1600" b="1" dirty="0">
                          <a:solidFill>
                            <a:srgbClr val="FF0000"/>
                          </a:solidFill>
                        </a:rPr>
                        <a:t>DRAFT</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accent1"/>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414623301"/>
                  </a:ext>
                </a:extLst>
              </a:tr>
              <a:tr h="370838">
                <a:tc>
                  <a:txBody>
                    <a:bodyPr/>
                    <a:lstStyle/>
                    <a:p>
                      <a:pPr lvl="0">
                        <a:buNone/>
                      </a:pPr>
                      <a:r>
                        <a:rPr lang="en-US" sz="1600" b="1" dirty="0">
                          <a:solidFill>
                            <a:srgbClr val="FF0000"/>
                          </a:solidFill>
                        </a:rPr>
                        <a:t>READY</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48208748"/>
                  </a:ext>
                </a:extLst>
              </a:tr>
              <a:tr h="370838">
                <a:tc>
                  <a:txBody>
                    <a:bodyPr/>
                    <a:lstStyle/>
                    <a:p>
                      <a:pPr lvl="0">
                        <a:buNone/>
                      </a:pPr>
                      <a:r>
                        <a:rPr lang="en-US" sz="1600" b="1" dirty="0">
                          <a:solidFill>
                            <a:srgbClr val="FF0000"/>
                          </a:solidFill>
                        </a:rPr>
                        <a:t>SUBMITTED TO CLIENT</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i="0" u="none" strike="noStrike" noProof="0" dirty="0">
                          <a:solidFill>
                            <a:schemeClr val="accent3"/>
                          </a:solidFill>
                          <a:latin typeface="Helvetica 75 Bold"/>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accent3"/>
                          </a:solidFill>
                          <a:latin typeface="Helvetica 75 Bold"/>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86094945"/>
                  </a:ext>
                </a:extLst>
              </a:tr>
              <a:tr h="370838">
                <a:tc>
                  <a:txBody>
                    <a:bodyPr/>
                    <a:lstStyle/>
                    <a:p>
                      <a:pPr lvl="0">
                        <a:buNone/>
                      </a:pPr>
                      <a:r>
                        <a:rPr lang="en-US" sz="1600" b="1" dirty="0">
                          <a:solidFill>
                            <a:srgbClr val="FF0000"/>
                          </a:solidFill>
                        </a:rPr>
                        <a:t>ACCEPTED BY CLIENT</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i="0" u="none" strike="noStrike" noProof="0" dirty="0">
                          <a:solidFill>
                            <a:schemeClr val="accent3"/>
                          </a:solidFill>
                          <a:latin typeface="Helvetica 75 Bold"/>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accent3"/>
                          </a:solidFill>
                          <a:latin typeface="Helvetica 75 Bold"/>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786031100"/>
                  </a:ext>
                </a:extLst>
              </a:tr>
              <a:tr h="370838">
                <a:tc>
                  <a:txBody>
                    <a:bodyPr/>
                    <a:lstStyle/>
                    <a:p>
                      <a:pPr lvl="0">
                        <a:buNone/>
                      </a:pPr>
                      <a:r>
                        <a:rPr lang="en-US" sz="1600" b="1" dirty="0">
                          <a:solidFill>
                            <a:srgbClr val="FF0000"/>
                          </a:solidFill>
                        </a:rPr>
                        <a:t>CLOSED LOST</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98509587"/>
                  </a:ext>
                </a:extLst>
              </a:tr>
              <a:tr h="370838">
                <a:tc>
                  <a:txBody>
                    <a:bodyPr/>
                    <a:lstStyle/>
                    <a:p>
                      <a:pPr lvl="0">
                        <a:buNone/>
                      </a:pPr>
                      <a:r>
                        <a:rPr lang="en-US" sz="1600" b="1" dirty="0">
                          <a:solidFill>
                            <a:srgbClr val="FF0000"/>
                          </a:solidFill>
                        </a:rPr>
                        <a:t>CLOSED WON</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accent3"/>
                          </a:solidFill>
                        </a:rPr>
                        <a:t>YES</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286892503"/>
                  </a:ext>
                </a:extLst>
              </a:tr>
              <a:tr h="370838">
                <a:tc>
                  <a:txBody>
                    <a:bodyPr/>
                    <a:lstStyle/>
                    <a:p>
                      <a:pPr lvl="0">
                        <a:buNone/>
                      </a:pPr>
                      <a:r>
                        <a:rPr lang="en-US" sz="1600" b="1" dirty="0">
                          <a:solidFill>
                            <a:srgbClr val="FF0000"/>
                          </a:solidFill>
                        </a:rPr>
                        <a:t>ABANDONED</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dirty="0">
                          <a:solidFill>
                            <a:schemeClr val="bg1"/>
                          </a:solidFill>
                        </a:rPr>
                        <a:t>NO</a:t>
                      </a: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en-US" sz="1600" b="1" i="0" u="none" strike="noStrike" noProof="0" dirty="0">
                          <a:solidFill>
                            <a:schemeClr val="bg1"/>
                          </a:solidFill>
                          <a:latin typeface="Helvetica 75 Bold"/>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25505604"/>
                  </a:ext>
                </a:extLst>
              </a:tr>
              <a:tr h="370838">
                <a:tc>
                  <a:txBody>
                    <a:bodyPr/>
                    <a:lstStyle/>
                    <a:p>
                      <a:pPr lvl="0">
                        <a:buNone/>
                      </a:pPr>
                      <a:r>
                        <a:rPr lang="fr-FR" sz="1600" b="1" dirty="0">
                          <a:solidFill>
                            <a:srgbClr val="FF0000"/>
                          </a:solidFill>
                        </a:rPr>
                        <a:t>SAVED FOR LATER</a:t>
                      </a:r>
                      <a:endParaRPr lang="en-US" sz="1600" b="1" dirty="0">
                        <a:solidFill>
                          <a:srgbClr val="FF0000"/>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67059"/>
                      </a:schemeClr>
                    </a:solidFill>
                  </a:tcPr>
                </a:tc>
                <a:tc>
                  <a:txBody>
                    <a:bodyPr/>
                    <a:lstStyle/>
                    <a:p>
                      <a:pPr lvl="0" algn="ctr">
                        <a:buNone/>
                      </a:pPr>
                      <a:r>
                        <a:rPr lang="fr-FR" sz="1600" b="1" dirty="0">
                          <a:solidFill>
                            <a:schemeClr val="accent3"/>
                          </a:solidFill>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fr-FR" sz="1600" b="1" dirty="0">
                          <a:solidFill>
                            <a:schemeClr val="accent3"/>
                          </a:solidFill>
                        </a:rPr>
                        <a:t>YES </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fr-FR" sz="1600" b="1" dirty="0">
                          <a:solidFill>
                            <a:schemeClr val="accent3"/>
                          </a:solidFill>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fr-FR" sz="1600" b="1" dirty="0">
                          <a:solidFill>
                            <a:schemeClr val="accent3"/>
                          </a:solidFill>
                        </a:rPr>
                        <a:t>YES</a:t>
                      </a:r>
                      <a:endParaRPr lang="en-US" sz="1600" b="1" dirty="0">
                        <a:solidFill>
                          <a:schemeClr val="accent3"/>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fr-FR" sz="1600" b="1" dirty="0">
                          <a:solidFill>
                            <a:schemeClr val="bg1"/>
                          </a:solidFill>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buNone/>
                      </a:pPr>
                      <a:r>
                        <a:rPr lang="fr-FR" sz="1600" b="1" dirty="0">
                          <a:solidFill>
                            <a:schemeClr val="bg1"/>
                          </a:solidFill>
                        </a:rPr>
                        <a:t>NO</a:t>
                      </a:r>
                      <a:endParaRPr lang="en-US" sz="1600" b="1" dirty="0">
                        <a:solidFill>
                          <a:schemeClr val="bg1"/>
                        </a:solidFill>
                      </a:endParaRPr>
                    </a:p>
                  </a:txBody>
                  <a:tcPr anchor="ctr">
                    <a:lnL w="12700" cmpd="sng">
                      <a:noFill/>
                    </a:lnL>
                    <a:lnR w="12700" cmpd="sng">
                      <a:noFill/>
                    </a:lnR>
                    <a:lnT w="28575" cap="flat" cmpd="sng" algn="ctr">
                      <a:solidFill>
                        <a:schemeClr val="tx1">
                          <a:lumMod val="85000"/>
                          <a:lumOff val="15000"/>
                        </a:schemeClr>
                      </a:solidFill>
                      <a:prstDash val="solid"/>
                      <a:round/>
                      <a:headEnd type="none" w="med" len="med"/>
                      <a:tailEnd type="none" w="med" len="med"/>
                    </a:lnT>
                    <a:lnB w="28575"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56013556"/>
                  </a:ext>
                </a:extLst>
              </a:tr>
            </a:tbl>
          </a:graphicData>
        </a:graphic>
      </p:graphicFrame>
      <p:sp>
        <p:nvSpPr>
          <p:cNvPr id="3" name="Rectangle 2">
            <a:extLst>
              <a:ext uri="{FF2B5EF4-FFF2-40B4-BE49-F238E27FC236}">
                <a16:creationId xmlns:a16="http://schemas.microsoft.com/office/drawing/2014/main" id="{732F5F4B-EC1D-C18B-E5C8-D240D43A2E00}"/>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rPr>
              <a:t>DRAFT</a:t>
            </a:r>
          </a:p>
        </p:txBody>
      </p:sp>
    </p:spTree>
    <p:extLst>
      <p:ext uri="{BB962C8B-B14F-4D97-AF65-F5344CB8AC3E}">
        <p14:creationId xmlns:p14="http://schemas.microsoft.com/office/powerpoint/2010/main" val="3921526491"/>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C40A5-4628-C52A-B38C-7FC575BFC535}"/>
            </a:ext>
          </a:extLst>
        </p:cNvPr>
        <p:cNvGrpSpPr/>
        <p:nvPr/>
      </p:nvGrpSpPr>
      <p:grpSpPr>
        <a:xfrm>
          <a:off x="0" y="0"/>
          <a:ext cx="0" cy="0"/>
          <a:chOff x="0" y="0"/>
          <a:chExt cx="0" cy="0"/>
        </a:xfrm>
      </p:grpSpPr>
      <p:cxnSp>
        <p:nvCxnSpPr>
          <p:cNvPr id="447" name="Google Shape;2031;p37">
            <a:extLst>
              <a:ext uri="{FF2B5EF4-FFF2-40B4-BE49-F238E27FC236}">
                <a16:creationId xmlns:a16="http://schemas.microsoft.com/office/drawing/2014/main" id="{B24F5CF9-463B-008A-F590-9EF365E94746}"/>
              </a:ext>
            </a:extLst>
          </p:cNvPr>
          <p:cNvCxnSpPr>
            <a:cxnSpLocks/>
            <a:endCxn id="16" idx="1"/>
          </p:cNvCxnSpPr>
          <p:nvPr/>
        </p:nvCxnSpPr>
        <p:spPr>
          <a:xfrm flipV="1">
            <a:off x="6535481" y="3879643"/>
            <a:ext cx="680488" cy="625039"/>
          </a:xfrm>
          <a:prstGeom prst="bentConnector3">
            <a:avLst>
              <a:gd name="adj1" fmla="val -1190"/>
            </a:avLst>
          </a:prstGeom>
          <a:noFill/>
          <a:ln w="9525" cap="flat" cmpd="sng">
            <a:solidFill>
              <a:srgbClr val="BFBFBF"/>
            </a:solidFill>
            <a:prstDash val="solid"/>
            <a:round/>
            <a:headEnd type="none" w="sm" len="sm"/>
            <a:tailEnd type="none" w="sm" len="sm"/>
          </a:ln>
        </p:spPr>
      </p:cxnSp>
      <p:sp>
        <p:nvSpPr>
          <p:cNvPr id="2" name="Titre 1">
            <a:extLst>
              <a:ext uri="{FF2B5EF4-FFF2-40B4-BE49-F238E27FC236}">
                <a16:creationId xmlns:a16="http://schemas.microsoft.com/office/drawing/2014/main" id="{A3A4D454-9DEC-FFA7-81F3-51474074D29E}"/>
              </a:ext>
            </a:extLst>
          </p:cNvPr>
          <p:cNvSpPr>
            <a:spLocks noGrp="1"/>
          </p:cNvSpPr>
          <p:nvPr>
            <p:ph type="title"/>
          </p:nvPr>
        </p:nvSpPr>
        <p:spPr>
          <a:xfrm>
            <a:off x="359052" y="292541"/>
            <a:ext cx="11353800" cy="991659"/>
          </a:xfrm>
        </p:spPr>
        <p:txBody>
          <a:bodyPr/>
          <a:lstStyle/>
          <a:p>
            <a:r>
              <a:rPr lang="fr-FR" err="1"/>
              <a:t>Quote</a:t>
            </a:r>
            <a:r>
              <a:rPr lang="fr-FR"/>
              <a:t> Object Model</a:t>
            </a:r>
            <a:endParaRPr lang="en-US"/>
          </a:p>
        </p:txBody>
      </p:sp>
      <p:sp>
        <p:nvSpPr>
          <p:cNvPr id="6" name="Google Shape;2030;p37">
            <a:extLst>
              <a:ext uri="{FF2B5EF4-FFF2-40B4-BE49-F238E27FC236}">
                <a16:creationId xmlns:a16="http://schemas.microsoft.com/office/drawing/2014/main" id="{5468BC44-DE8E-A8DA-00C8-4A54874A1A91}"/>
              </a:ext>
            </a:extLst>
          </p:cNvPr>
          <p:cNvSpPr/>
          <p:nvPr/>
        </p:nvSpPr>
        <p:spPr>
          <a:xfrm>
            <a:off x="9704557" y="794381"/>
            <a:ext cx="1178183" cy="446281"/>
          </a:xfrm>
          <a:prstGeom prst="rect">
            <a:avLst/>
          </a:prstGeom>
          <a:solidFill>
            <a:srgbClr val="00B0F0">
              <a:alpha val="69803"/>
            </a:srgb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i="0" u="none" strike="noStrike" cap="none">
                <a:solidFill>
                  <a:schemeClr val="bg1"/>
                </a:solidFill>
                <a:latin typeface="Arial"/>
                <a:ea typeface="Arial"/>
                <a:cs typeface="Arial"/>
                <a:sym typeface="Arial"/>
              </a:rPr>
              <a:t>Opportunity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FFFFFF"/>
                </a:solidFill>
                <a:effectLst/>
                <a:uLnTx/>
                <a:uFillTx/>
                <a:latin typeface="Arial"/>
                <a:ea typeface="+mn-ea"/>
                <a:cs typeface="Arial"/>
                <a:sym typeface="Arial"/>
              </a:rPr>
              <a:t>Opportunity  ID</a:t>
            </a:r>
            <a:r>
              <a:rPr lang="fr-FR" sz="1100" b="1" i="1" u="none" strike="noStrike" cap="none">
                <a:latin typeface="Arial"/>
                <a:ea typeface="Arial"/>
                <a:cs typeface="Arial"/>
                <a:sym typeface="Arial"/>
              </a:rPr>
              <a:t> </a:t>
            </a:r>
            <a:endParaRPr lang="fr-FR" b="1" i="1"/>
          </a:p>
        </p:txBody>
      </p:sp>
      <p:sp>
        <p:nvSpPr>
          <p:cNvPr id="8" name="Google Shape;1926;p37">
            <a:extLst>
              <a:ext uri="{FF2B5EF4-FFF2-40B4-BE49-F238E27FC236}">
                <a16:creationId xmlns:a16="http://schemas.microsoft.com/office/drawing/2014/main" id="{98400E9B-75CB-ABD0-158A-D7BBF00176F5}"/>
              </a:ext>
            </a:extLst>
          </p:cNvPr>
          <p:cNvSpPr/>
          <p:nvPr/>
        </p:nvSpPr>
        <p:spPr>
          <a:xfrm>
            <a:off x="4832210" y="2501798"/>
            <a:ext cx="2520000" cy="7200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endParaRPr lang="fr-FR" sz="1100" b="1">
              <a:solidFill>
                <a:schemeClr val="lt1"/>
              </a:solidFill>
              <a:latin typeface="Arial"/>
              <a:cs typeface="Arial"/>
              <a:sym typeface="Arial"/>
            </a:endParaRPr>
          </a:p>
          <a:p>
            <a:pPr marL="0" marR="0" lvl="0" indent="0" algn="ctr" rtl="0">
              <a:lnSpc>
                <a:spcPct val="100000"/>
              </a:lnSpc>
              <a:spcBef>
                <a:spcPts val="0"/>
              </a:spcBef>
              <a:spcAft>
                <a:spcPts val="0"/>
              </a:spcAft>
              <a:buNone/>
            </a:pPr>
            <a:r>
              <a:rPr lang="fr-FR" sz="800" b="1" i="1" err="1">
                <a:solidFill>
                  <a:schemeClr val="lt1"/>
                </a:solidFill>
                <a:latin typeface="Arial"/>
                <a:cs typeface="Arial"/>
                <a:sym typeface="Arial"/>
              </a:rPr>
              <a:t>Quote</a:t>
            </a:r>
            <a:r>
              <a:rPr lang="fr-FR" sz="800" b="1" i="1">
                <a:solidFill>
                  <a:schemeClr val="lt1"/>
                </a:solidFill>
                <a:latin typeface="Arial"/>
                <a:cs typeface="Arial"/>
                <a:sym typeface="Arial"/>
              </a:rPr>
              <a:t> ID</a:t>
            </a:r>
            <a:endParaRPr sz="1050" b="1" i="1"/>
          </a:p>
        </p:txBody>
      </p:sp>
      <p:sp>
        <p:nvSpPr>
          <p:cNvPr id="11" name="Google Shape;2060;p37">
            <a:extLst>
              <a:ext uri="{FF2B5EF4-FFF2-40B4-BE49-F238E27FC236}">
                <a16:creationId xmlns:a16="http://schemas.microsoft.com/office/drawing/2014/main" id="{B0A2D5AD-2075-5D9E-4C81-AA8E6B49A5EB}"/>
              </a:ext>
            </a:extLst>
          </p:cNvPr>
          <p:cNvSpPr/>
          <p:nvPr/>
        </p:nvSpPr>
        <p:spPr>
          <a:xfrm>
            <a:off x="347417" y="1497634"/>
            <a:ext cx="1178183" cy="446281"/>
          </a:xfrm>
          <a:prstGeom prst="rect">
            <a:avLst/>
          </a:prstGeom>
          <a:solidFill>
            <a:schemeClr val="tx2">
              <a:lumMod val="75000"/>
              <a:alpha val="69803"/>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i="0" u="none" strike="noStrike" cap="none">
                <a:solidFill>
                  <a:schemeClr val="lt1"/>
                </a:solidFill>
                <a:latin typeface="Arial"/>
                <a:ea typeface="Arial"/>
                <a:cs typeface="Arial"/>
                <a:sym typeface="Arial"/>
              </a:rPr>
              <a:t>MSA </a:t>
            </a:r>
            <a:r>
              <a:rPr lang="fr-FR" sz="1100" b="1" i="0" u="none" strike="noStrike" cap="none" err="1">
                <a:solidFill>
                  <a:schemeClr val="lt1"/>
                </a:solidFill>
                <a:latin typeface="Arial"/>
                <a:ea typeface="Arial"/>
                <a:cs typeface="Arial"/>
                <a:sym typeface="Arial"/>
              </a:rPr>
              <a:t>contract</a:t>
            </a:r>
            <a:endParaRPr lang="fr-FR" sz="11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fr-FR" sz="800" i="1">
                <a:solidFill>
                  <a:schemeClr val="lt1"/>
                </a:solidFill>
                <a:latin typeface="Arial"/>
                <a:cs typeface="Arial"/>
                <a:sym typeface="Arial"/>
              </a:rPr>
              <a:t>MSA </a:t>
            </a:r>
            <a:r>
              <a:rPr lang="fr-FR" sz="800" i="1" err="1">
                <a:solidFill>
                  <a:schemeClr val="lt1"/>
                </a:solidFill>
                <a:latin typeface="Arial"/>
                <a:cs typeface="Arial"/>
                <a:sym typeface="Arial"/>
              </a:rPr>
              <a:t>contract</a:t>
            </a:r>
            <a:r>
              <a:rPr lang="fr-FR" sz="800" i="1">
                <a:solidFill>
                  <a:schemeClr val="lt1"/>
                </a:solidFill>
                <a:latin typeface="Arial"/>
                <a:cs typeface="Arial"/>
                <a:sym typeface="Arial"/>
              </a:rPr>
              <a:t> ID</a:t>
            </a:r>
            <a:endParaRPr lang="fr-FR" sz="2400" i="1"/>
          </a:p>
        </p:txBody>
      </p:sp>
      <p:sp>
        <p:nvSpPr>
          <p:cNvPr id="12" name="Google Shape;2060;p37">
            <a:extLst>
              <a:ext uri="{FF2B5EF4-FFF2-40B4-BE49-F238E27FC236}">
                <a16:creationId xmlns:a16="http://schemas.microsoft.com/office/drawing/2014/main" id="{8B662F5F-2257-8766-BDFF-5D9A9D3C3E3D}"/>
              </a:ext>
            </a:extLst>
          </p:cNvPr>
          <p:cNvSpPr/>
          <p:nvPr/>
        </p:nvSpPr>
        <p:spPr>
          <a:xfrm>
            <a:off x="1746807" y="3209820"/>
            <a:ext cx="1178183" cy="446281"/>
          </a:xfrm>
          <a:prstGeom prst="rect">
            <a:avLst/>
          </a:prstGeom>
          <a:solidFill>
            <a:schemeClr val="tx2">
              <a:lumMod val="75000"/>
              <a:alpha val="69803"/>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i="0" u="none" strike="noStrike" cap="none" dirty="0">
                <a:solidFill>
                  <a:schemeClr val="lt1"/>
                </a:solidFill>
                <a:latin typeface="Arial"/>
                <a:ea typeface="Arial"/>
                <a:cs typeface="Arial"/>
                <a:sym typeface="Arial"/>
              </a:rPr>
              <a:t>Service </a:t>
            </a:r>
            <a:r>
              <a:rPr lang="fr-FR" sz="1100" b="1" i="0" u="none" strike="noStrike" cap="none" dirty="0" err="1">
                <a:solidFill>
                  <a:schemeClr val="lt1"/>
                </a:solidFill>
                <a:latin typeface="Arial"/>
                <a:ea typeface="Arial"/>
                <a:cs typeface="Arial"/>
                <a:sym typeface="Arial"/>
              </a:rPr>
              <a:t>contract</a:t>
            </a:r>
            <a:endParaRPr lang="fr-FR" sz="1100" b="1" i="0" u="none" strike="noStrike" cap="none" dirty="0">
              <a:solidFill>
                <a:schemeClr val="lt1"/>
              </a:solidFill>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00" i="1" dirty="0">
                <a:solidFill>
                  <a:srgbClr val="FFFFFF"/>
                </a:solidFill>
                <a:latin typeface="Arial"/>
                <a:cs typeface="Arial"/>
                <a:sym typeface="Arial"/>
              </a:rPr>
              <a:t>C</a:t>
            </a:r>
            <a:r>
              <a:rPr kumimoji="0" lang="fr-FR" sz="800" i="1" u="none" strike="noStrike" kern="1200" cap="none" spc="0" normalizeH="0" baseline="0" noProof="0" dirty="0" err="1">
                <a:ln>
                  <a:noFill/>
                </a:ln>
                <a:solidFill>
                  <a:srgbClr val="FFFFFF"/>
                </a:solidFill>
                <a:effectLst/>
                <a:uLnTx/>
                <a:uFillTx/>
                <a:latin typeface="Arial"/>
                <a:ea typeface="+mn-ea"/>
                <a:cs typeface="Arial"/>
                <a:sym typeface="Arial"/>
              </a:rPr>
              <a:t>ontract</a:t>
            </a:r>
            <a:r>
              <a:rPr kumimoji="0" lang="fr-FR" sz="800" i="1" u="none" strike="noStrike" kern="1200" cap="none" spc="0" normalizeH="0" baseline="0" noProof="0" dirty="0">
                <a:ln>
                  <a:noFill/>
                </a:ln>
                <a:solidFill>
                  <a:srgbClr val="FFFFFF"/>
                </a:solidFill>
                <a:effectLst/>
                <a:uLnTx/>
                <a:uFillTx/>
                <a:latin typeface="Arial"/>
                <a:ea typeface="+mn-ea"/>
                <a:cs typeface="Arial"/>
                <a:sym typeface="Arial"/>
              </a:rPr>
              <a:t> ID</a:t>
            </a:r>
            <a:endParaRPr kumimoji="0" lang="fr-FR" sz="2400" i="1"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13" name="Google Shape;1926;p37">
            <a:extLst>
              <a:ext uri="{FF2B5EF4-FFF2-40B4-BE49-F238E27FC236}">
                <a16:creationId xmlns:a16="http://schemas.microsoft.com/office/drawing/2014/main" id="{A513BCF8-22C3-3BE2-5226-30F0C0A8C4F8}"/>
              </a:ext>
            </a:extLst>
          </p:cNvPr>
          <p:cNvSpPr/>
          <p:nvPr/>
        </p:nvSpPr>
        <p:spPr>
          <a:xfrm>
            <a:off x="5145553" y="4496812"/>
            <a:ext cx="1893314" cy="595041"/>
          </a:xfrm>
          <a:prstGeom prst="rect">
            <a:avLst/>
          </a:prstGeom>
          <a:solidFill>
            <a:schemeClr val="accent1"/>
          </a:solidFill>
          <a:ln w="57150">
            <a:solidFill>
              <a:schemeClr val="accent1"/>
            </a:solid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endParaRPr lang="fr-FR" sz="1100" b="1" dirty="0">
              <a:solidFill>
                <a:schemeClr val="bg1"/>
              </a:solidFill>
              <a:latin typeface="Arial"/>
              <a:cs typeface="Arial"/>
              <a:sym typeface="Arial"/>
            </a:endParaRPr>
          </a:p>
          <a:p>
            <a:pPr marL="0" marR="0" lvl="0" indent="0" algn="ctr" rtl="0">
              <a:lnSpc>
                <a:spcPct val="100000"/>
              </a:lnSpc>
              <a:spcBef>
                <a:spcPts val="0"/>
              </a:spcBef>
              <a:spcAft>
                <a:spcPts val="0"/>
              </a:spcAft>
              <a:buNone/>
            </a:pPr>
            <a:r>
              <a:rPr lang="fr-FR" sz="1100" b="1" dirty="0" err="1">
                <a:solidFill>
                  <a:schemeClr val="bg1"/>
                </a:solidFill>
                <a:latin typeface="Arial"/>
                <a:cs typeface="Arial"/>
                <a:sym typeface="Arial"/>
              </a:rPr>
              <a:t>Quote</a:t>
            </a:r>
            <a:r>
              <a:rPr lang="fr-FR" sz="1100" b="1" dirty="0">
                <a:solidFill>
                  <a:schemeClr val="bg1"/>
                </a:solidFill>
                <a:latin typeface="Arial"/>
                <a:cs typeface="Arial"/>
                <a:sym typeface="Arial"/>
              </a:rPr>
              <a:t> Line Item</a:t>
            </a:r>
          </a:p>
          <a:p>
            <a:pPr marL="0" marR="0" lvl="0" indent="0" algn="ctr" rtl="0">
              <a:lnSpc>
                <a:spcPct val="100000"/>
              </a:lnSpc>
              <a:spcBef>
                <a:spcPts val="0"/>
              </a:spcBef>
              <a:spcAft>
                <a:spcPts val="0"/>
              </a:spcAft>
              <a:buNone/>
            </a:pPr>
            <a:r>
              <a:rPr lang="fr-FR" sz="800" b="1" i="1" dirty="0" err="1">
                <a:solidFill>
                  <a:schemeClr val="bg1"/>
                </a:solidFill>
                <a:latin typeface="Arial"/>
                <a:cs typeface="Arial"/>
                <a:sym typeface="Arial"/>
              </a:rPr>
              <a:t>Quote</a:t>
            </a:r>
            <a:r>
              <a:rPr lang="fr-FR" sz="800" b="1" i="1" dirty="0">
                <a:solidFill>
                  <a:schemeClr val="bg1"/>
                </a:solidFill>
                <a:latin typeface="Arial"/>
                <a:cs typeface="Arial"/>
                <a:sym typeface="Arial"/>
              </a:rPr>
              <a:t> line Item ID</a:t>
            </a:r>
            <a:endParaRPr lang="fr-FR" sz="1200" b="1" i="1" dirty="0">
              <a:solidFill>
                <a:schemeClr val="bg1"/>
              </a:solidFill>
              <a:latin typeface="Arial"/>
              <a:cs typeface="Arial"/>
              <a:sym typeface="Arial"/>
            </a:endParaRPr>
          </a:p>
        </p:txBody>
      </p:sp>
      <p:sp>
        <p:nvSpPr>
          <p:cNvPr id="16" name="Google Shape;1926;p37">
            <a:extLst>
              <a:ext uri="{FF2B5EF4-FFF2-40B4-BE49-F238E27FC236}">
                <a16:creationId xmlns:a16="http://schemas.microsoft.com/office/drawing/2014/main" id="{971BEA8A-436A-A7F1-8BC3-610661462D37}"/>
              </a:ext>
            </a:extLst>
          </p:cNvPr>
          <p:cNvSpPr/>
          <p:nvPr/>
        </p:nvSpPr>
        <p:spPr>
          <a:xfrm>
            <a:off x="7215969" y="3609643"/>
            <a:ext cx="1425600" cy="5400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Site </a:t>
            </a:r>
          </a:p>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a:t>
            </a: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a:t>
            </a:r>
            <a:r>
              <a:rPr lang="fr-FR" sz="1100" b="1" err="1">
                <a:solidFill>
                  <a:schemeClr val="lt1"/>
                </a:solidFill>
                <a:latin typeface="Arial"/>
                <a:cs typeface="Arial"/>
                <a:sym typeface="Arial"/>
              </a:rPr>
              <a:t>Member</a:t>
            </a:r>
            <a:r>
              <a:rPr lang="fr-FR" sz="1100" b="1">
                <a:solidFill>
                  <a:schemeClr val="lt1"/>
                </a:solidFill>
                <a:latin typeface="Arial"/>
                <a:cs typeface="Arial"/>
                <a:sym typeface="Arial"/>
              </a:rPr>
              <a:t>)</a:t>
            </a:r>
          </a:p>
        </p:txBody>
      </p:sp>
      <p:grpSp>
        <p:nvGrpSpPr>
          <p:cNvPr id="185" name="Google Shape;2042;p37">
            <a:extLst>
              <a:ext uri="{FF2B5EF4-FFF2-40B4-BE49-F238E27FC236}">
                <a16:creationId xmlns:a16="http://schemas.microsoft.com/office/drawing/2014/main" id="{E1C3F56E-C0E2-9D3A-94BD-78642B310403}"/>
              </a:ext>
            </a:extLst>
          </p:cNvPr>
          <p:cNvGrpSpPr/>
          <p:nvPr/>
        </p:nvGrpSpPr>
        <p:grpSpPr>
          <a:xfrm>
            <a:off x="-2805080" y="6352752"/>
            <a:ext cx="2514206" cy="470291"/>
            <a:chOff x="9167452" y="6238550"/>
            <a:chExt cx="2514206" cy="470291"/>
          </a:xfrm>
        </p:grpSpPr>
        <p:sp>
          <p:nvSpPr>
            <p:cNvPr id="186" name="Google Shape;2043;p37">
              <a:extLst>
                <a:ext uri="{FF2B5EF4-FFF2-40B4-BE49-F238E27FC236}">
                  <a16:creationId xmlns:a16="http://schemas.microsoft.com/office/drawing/2014/main" id="{8DF51E27-0324-560C-E43B-3F3DFFC8C301}"/>
                </a:ext>
              </a:extLst>
            </p:cNvPr>
            <p:cNvSpPr txBox="1"/>
            <p:nvPr/>
          </p:nvSpPr>
          <p:spPr>
            <a:xfrm>
              <a:off x="9167452" y="6238551"/>
              <a:ext cx="2514206" cy="470290"/>
            </a:xfrm>
            <a:prstGeom prst="rect">
              <a:avLst/>
            </a:prstGeom>
            <a:solidFill>
              <a:schemeClr val="lt1"/>
            </a:solidFill>
            <a:ln w="12700" cap="flat" cmpd="sng">
              <a:solidFill>
                <a:srgbClr val="7C8B99"/>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b="0" i="0" u="none" strike="noStrike" cap="none">
                  <a:solidFill>
                    <a:srgbClr val="000000"/>
                  </a:solidFill>
                  <a:latin typeface="Arial"/>
                  <a:ea typeface="Arial"/>
                  <a:cs typeface="Arial"/>
                  <a:sym typeface="Arial"/>
                </a:rPr>
                <a:t>Parc</a:t>
              </a:r>
              <a:endParaRPr/>
            </a:p>
          </p:txBody>
        </p:sp>
        <p:sp>
          <p:nvSpPr>
            <p:cNvPr id="187" name="Google Shape;2044;p37">
              <a:extLst>
                <a:ext uri="{FF2B5EF4-FFF2-40B4-BE49-F238E27FC236}">
                  <a16:creationId xmlns:a16="http://schemas.microsoft.com/office/drawing/2014/main" id="{A978C21B-0323-BFAB-655D-1AD11986EBD9}"/>
                </a:ext>
              </a:extLst>
            </p:cNvPr>
            <p:cNvSpPr/>
            <p:nvPr/>
          </p:nvSpPr>
          <p:spPr>
            <a:xfrm>
              <a:off x="10051190" y="6381007"/>
              <a:ext cx="743637" cy="140773"/>
            </a:xfrm>
            <a:prstGeom prst="rect">
              <a:avLst/>
            </a:prstGeom>
            <a:solidFill>
              <a:schemeClr val="tx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lt1"/>
                  </a:solidFill>
                  <a:latin typeface="Arial"/>
                  <a:ea typeface="Arial"/>
                  <a:cs typeface="Arial"/>
                  <a:sym typeface="Arial"/>
                </a:rPr>
                <a:t>Contrat</a:t>
              </a:r>
              <a:endParaRPr/>
            </a:p>
          </p:txBody>
        </p:sp>
        <p:sp>
          <p:nvSpPr>
            <p:cNvPr id="188" name="Google Shape;2045;p37">
              <a:extLst>
                <a:ext uri="{FF2B5EF4-FFF2-40B4-BE49-F238E27FC236}">
                  <a16:creationId xmlns:a16="http://schemas.microsoft.com/office/drawing/2014/main" id="{B8E086EF-FBF0-1699-6CA4-311B6F0F3922}"/>
                </a:ext>
              </a:extLst>
            </p:cNvPr>
            <p:cNvSpPr txBox="1"/>
            <p:nvPr/>
          </p:nvSpPr>
          <p:spPr>
            <a:xfrm>
              <a:off x="10861601" y="6542458"/>
              <a:ext cx="743637" cy="140773"/>
            </a:xfrm>
            <a:prstGeom prst="rect">
              <a:avLst/>
            </a:prstGeom>
            <a:solidFill>
              <a:schemeClr val="bg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err="1">
                  <a:solidFill>
                    <a:schemeClr val="bg1"/>
                  </a:solidFill>
                  <a:latin typeface="Arial"/>
                  <a:cs typeface="Arial"/>
                  <a:sym typeface="Arial"/>
                </a:rPr>
                <a:t>Quote</a:t>
              </a:r>
              <a:endParaRPr>
                <a:solidFill>
                  <a:schemeClr val="bg1"/>
                </a:solidFill>
              </a:endParaRPr>
            </a:p>
          </p:txBody>
        </p:sp>
        <p:sp>
          <p:nvSpPr>
            <p:cNvPr id="189" name="Google Shape;2046;p37">
              <a:extLst>
                <a:ext uri="{FF2B5EF4-FFF2-40B4-BE49-F238E27FC236}">
                  <a16:creationId xmlns:a16="http://schemas.microsoft.com/office/drawing/2014/main" id="{54A29A44-17FF-C081-93A5-42E6F2B897A5}"/>
                </a:ext>
              </a:extLst>
            </p:cNvPr>
            <p:cNvSpPr/>
            <p:nvPr/>
          </p:nvSpPr>
          <p:spPr>
            <a:xfrm>
              <a:off x="10051191" y="6542458"/>
              <a:ext cx="743637" cy="145975"/>
            </a:xfrm>
            <a:prstGeom prst="rect">
              <a:avLst/>
            </a:prstGeom>
            <a:solidFill>
              <a:schemeClr val="accent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b="0" i="0" u="none" strike="noStrike" cap="none" err="1">
                  <a:solidFill>
                    <a:schemeClr val="lt1"/>
                  </a:solidFill>
                  <a:latin typeface="Arial"/>
                  <a:ea typeface="Arial"/>
                  <a:cs typeface="Arial"/>
                  <a:sym typeface="Arial"/>
                </a:rPr>
                <a:t>Order</a:t>
              </a:r>
              <a:endParaRPr/>
            </a:p>
          </p:txBody>
        </p:sp>
        <p:sp>
          <p:nvSpPr>
            <p:cNvPr id="190" name="Google Shape;2047;p37">
              <a:extLst>
                <a:ext uri="{FF2B5EF4-FFF2-40B4-BE49-F238E27FC236}">
                  <a16:creationId xmlns:a16="http://schemas.microsoft.com/office/drawing/2014/main" id="{B62C4283-A171-6190-6C29-60342B43DDB0}"/>
                </a:ext>
              </a:extLst>
            </p:cNvPr>
            <p:cNvSpPr/>
            <p:nvPr/>
          </p:nvSpPr>
          <p:spPr>
            <a:xfrm>
              <a:off x="10861600" y="6378405"/>
              <a:ext cx="743637" cy="145975"/>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a:solidFill>
                    <a:schemeClr val="lt1"/>
                  </a:solidFill>
                  <a:latin typeface="Arial"/>
                  <a:cs typeface="Arial"/>
                  <a:sym typeface="Arial"/>
                </a:rPr>
                <a:t>CRM  </a:t>
              </a:r>
              <a:endParaRPr/>
            </a:p>
          </p:txBody>
        </p:sp>
        <p:sp>
          <p:nvSpPr>
            <p:cNvPr id="191" name="Google Shape;2048;p37">
              <a:extLst>
                <a:ext uri="{FF2B5EF4-FFF2-40B4-BE49-F238E27FC236}">
                  <a16:creationId xmlns:a16="http://schemas.microsoft.com/office/drawing/2014/main" id="{D8EC4824-F459-0D5E-85A2-4537A3513DC0}"/>
                </a:ext>
              </a:extLst>
            </p:cNvPr>
            <p:cNvSpPr/>
            <p:nvPr/>
          </p:nvSpPr>
          <p:spPr>
            <a:xfrm>
              <a:off x="9240781" y="6376076"/>
              <a:ext cx="743637" cy="140773"/>
            </a:xfrm>
            <a:prstGeom prst="rect">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b="0" i="0" u="none" strike="noStrike" cap="none" err="1">
                  <a:solidFill>
                    <a:schemeClr val="bg1"/>
                  </a:solidFill>
                  <a:latin typeface="Arial"/>
                  <a:ea typeface="Arial"/>
                  <a:cs typeface="Arial"/>
                  <a:sym typeface="Arial"/>
                </a:rPr>
                <a:t>Catalog</a:t>
              </a:r>
              <a:endParaRPr>
                <a:solidFill>
                  <a:schemeClr val="bg1"/>
                </a:solidFill>
              </a:endParaRPr>
            </a:p>
          </p:txBody>
        </p:sp>
        <p:sp>
          <p:nvSpPr>
            <p:cNvPr id="192" name="Google Shape;2049;p37">
              <a:extLst>
                <a:ext uri="{FF2B5EF4-FFF2-40B4-BE49-F238E27FC236}">
                  <a16:creationId xmlns:a16="http://schemas.microsoft.com/office/drawing/2014/main" id="{C4BC136A-2280-2EF3-A567-D86992D62EB6}"/>
                </a:ext>
              </a:extLst>
            </p:cNvPr>
            <p:cNvSpPr/>
            <p:nvPr/>
          </p:nvSpPr>
          <p:spPr>
            <a:xfrm>
              <a:off x="9203168" y="6238550"/>
              <a:ext cx="1240992" cy="14077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fr-FR" sz="800" b="0" i="1" u="none" strike="noStrike" cap="none" err="1">
                  <a:solidFill>
                    <a:schemeClr val="dk1"/>
                  </a:solidFill>
                  <a:latin typeface="Arial"/>
                  <a:ea typeface="Arial"/>
                  <a:cs typeface="Arial"/>
                  <a:sym typeface="Arial"/>
                </a:rPr>
                <a:t>Legend</a:t>
              </a:r>
              <a:r>
                <a:rPr lang="fr-FR" sz="800" b="0" i="1" u="none" strike="noStrike" cap="none">
                  <a:solidFill>
                    <a:schemeClr val="dk1"/>
                  </a:solidFill>
                  <a:latin typeface="Arial"/>
                  <a:ea typeface="Arial"/>
                  <a:cs typeface="Arial"/>
                  <a:sym typeface="Arial"/>
                </a:rPr>
                <a:t> </a:t>
              </a:r>
              <a:endParaRPr/>
            </a:p>
          </p:txBody>
        </p:sp>
        <p:sp>
          <p:nvSpPr>
            <p:cNvPr id="193" name="Google Shape;2050;p37">
              <a:extLst>
                <a:ext uri="{FF2B5EF4-FFF2-40B4-BE49-F238E27FC236}">
                  <a16:creationId xmlns:a16="http://schemas.microsoft.com/office/drawing/2014/main" id="{79046AE3-0A04-BE48-F7E9-57331BAFF1C3}"/>
                </a:ext>
              </a:extLst>
            </p:cNvPr>
            <p:cNvSpPr/>
            <p:nvPr/>
          </p:nvSpPr>
          <p:spPr>
            <a:xfrm>
              <a:off x="9236605" y="6542458"/>
              <a:ext cx="743637" cy="140773"/>
            </a:xfrm>
            <a:prstGeom prst="rect">
              <a:avLst/>
            </a:prstGeom>
            <a:solidFill>
              <a:schemeClr val="accent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a:solidFill>
                    <a:schemeClr val="lt1"/>
                  </a:solidFill>
                  <a:latin typeface="Arial"/>
                  <a:cs typeface="Arial"/>
                  <a:sym typeface="Arial"/>
                </a:rPr>
                <a:t>Project</a:t>
              </a:r>
              <a:endParaRPr/>
            </a:p>
          </p:txBody>
        </p:sp>
      </p:grpSp>
      <p:sp>
        <p:nvSpPr>
          <p:cNvPr id="3" name="Google Shape;1926;p37">
            <a:extLst>
              <a:ext uri="{FF2B5EF4-FFF2-40B4-BE49-F238E27FC236}">
                <a16:creationId xmlns:a16="http://schemas.microsoft.com/office/drawing/2014/main" id="{FD08CFC8-A589-E1E7-973C-7BC7D3A195CE}"/>
              </a:ext>
            </a:extLst>
          </p:cNvPr>
          <p:cNvSpPr/>
          <p:nvPr/>
        </p:nvSpPr>
        <p:spPr>
          <a:xfrm>
            <a:off x="2448326" y="1492422"/>
            <a:ext cx="1178183" cy="446281"/>
          </a:xfrm>
          <a:prstGeom prst="rect">
            <a:avLst/>
          </a:prstGeom>
          <a:solidFill>
            <a:schemeClr val="accent5">
              <a:alpha val="69803"/>
            </a:schemeClr>
          </a:solidFill>
          <a:ln>
            <a:noFill/>
          </a:ln>
        </p:spPr>
        <p:txBody>
          <a:bodyPr spcFirstLastPara="1" wrap="square" lIns="0" tIns="0" rIns="0" bIns="0" anchor="ctr" anchorCtr="0">
            <a:noAutofit/>
          </a:bodyPr>
          <a:lstStyle/>
          <a:p>
            <a:pPr algn="ctr"/>
            <a:r>
              <a:rPr lang="fr-FR" sz="1100" b="1">
                <a:solidFill>
                  <a:schemeClr val="lt1"/>
                </a:solidFill>
                <a:latin typeface="Arial"/>
                <a:cs typeface="Arial"/>
                <a:sym typeface="Arial"/>
              </a:rPr>
              <a:t>Project</a:t>
            </a:r>
          </a:p>
          <a:p>
            <a:pPr algn="ctr"/>
            <a:r>
              <a:rPr lang="fr-FR" sz="800">
                <a:solidFill>
                  <a:schemeClr val="lt1"/>
                </a:solidFill>
                <a:latin typeface="Arial"/>
                <a:cs typeface="Arial"/>
                <a:sym typeface="Arial"/>
              </a:rPr>
              <a:t>Project ID</a:t>
            </a:r>
            <a:endParaRPr sz="800">
              <a:solidFill>
                <a:schemeClr val="lt1"/>
              </a:solidFill>
              <a:latin typeface="Arial"/>
              <a:cs typeface="Arial"/>
            </a:endParaRPr>
          </a:p>
        </p:txBody>
      </p:sp>
      <p:sp>
        <p:nvSpPr>
          <p:cNvPr id="123" name="Google Shape;1936;p37">
            <a:extLst>
              <a:ext uri="{FF2B5EF4-FFF2-40B4-BE49-F238E27FC236}">
                <a16:creationId xmlns:a16="http://schemas.microsoft.com/office/drawing/2014/main" id="{F5879552-7AE5-E805-BB5E-0D0141E80695}"/>
              </a:ext>
            </a:extLst>
          </p:cNvPr>
          <p:cNvSpPr/>
          <p:nvPr/>
        </p:nvSpPr>
        <p:spPr>
          <a:xfrm>
            <a:off x="343068" y="5646678"/>
            <a:ext cx="1190083" cy="446281"/>
          </a:xfrm>
          <a:prstGeom prst="rect">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i="0" u="none" strike="noStrike" cap="none">
                <a:solidFill>
                  <a:schemeClr val="bg1"/>
                </a:solidFill>
                <a:latin typeface="Arial"/>
                <a:ea typeface="Arial"/>
                <a:cs typeface="Arial"/>
                <a:sym typeface="Arial"/>
              </a:rPr>
              <a:t>Commercial </a:t>
            </a:r>
            <a:r>
              <a:rPr lang="fr-FR" sz="1000" b="1" err="1">
                <a:solidFill>
                  <a:schemeClr val="bg1"/>
                </a:solidFill>
                <a:latin typeface="Arial"/>
                <a:ea typeface="Arial"/>
                <a:cs typeface="Arial"/>
                <a:sym typeface="Arial"/>
              </a:rPr>
              <a:t>Offer</a:t>
            </a:r>
            <a:endParaRPr lang="fr-FR" sz="1000" b="1">
              <a:solidFill>
                <a:schemeClr val="bg1"/>
              </a:solidFill>
              <a:latin typeface="Arial"/>
              <a:ea typeface="Arial"/>
              <a:cs typeface="Arial"/>
              <a:sym typeface="Arial"/>
            </a:endParaRPr>
          </a:p>
        </p:txBody>
      </p:sp>
      <p:sp>
        <p:nvSpPr>
          <p:cNvPr id="134" name="Google Shape;2006;p37">
            <a:extLst>
              <a:ext uri="{FF2B5EF4-FFF2-40B4-BE49-F238E27FC236}">
                <a16:creationId xmlns:a16="http://schemas.microsoft.com/office/drawing/2014/main" id="{FFB224FB-031A-8B42-AE50-063D72B13338}"/>
              </a:ext>
            </a:extLst>
          </p:cNvPr>
          <p:cNvSpPr txBox="1"/>
          <p:nvPr/>
        </p:nvSpPr>
        <p:spPr>
          <a:xfrm>
            <a:off x="1833298" y="4575722"/>
            <a:ext cx="1190083" cy="446281"/>
          </a:xfrm>
          <a:prstGeom prst="rect">
            <a:avLst/>
          </a:prstGeom>
          <a:solidFill>
            <a:schemeClr val="accent3"/>
          </a:solidFill>
          <a:ln>
            <a:noFill/>
          </a:ln>
        </p:spPr>
        <p:txBody>
          <a:bodyPr spcFirstLastPara="1" wrap="square" lIns="0" tIns="0" rIns="0" bIns="0" anchor="ctr" anchorCtr="0">
            <a:noAutofit/>
          </a:bodyPr>
          <a:lstStyle>
            <a:defPPr>
              <a:defRPr lang="en-GB"/>
            </a:defPPr>
            <a:lvl1pPr marR="0" lvl="0" indent="0" algn="ctr">
              <a:lnSpc>
                <a:spcPct val="100000"/>
              </a:lnSpc>
              <a:spcBef>
                <a:spcPts val="0"/>
              </a:spcBef>
              <a:spcAft>
                <a:spcPts val="0"/>
              </a:spcAft>
              <a:buNone/>
              <a:defRPr sz="1100" b="1" i="0" u="none" strike="noStrike" cap="none">
                <a:latin typeface="Arial"/>
                <a:ea typeface="Arial"/>
                <a:cs typeface="Arial"/>
              </a:defRPr>
            </a:lvl1pPr>
          </a:lstStyle>
          <a:p>
            <a:r>
              <a:rPr lang="fr-FR">
                <a:solidFill>
                  <a:schemeClr val="bg1"/>
                </a:solidFill>
                <a:sym typeface="Arial"/>
              </a:rPr>
              <a:t>Product </a:t>
            </a:r>
            <a:r>
              <a:rPr lang="fr-FR" err="1">
                <a:solidFill>
                  <a:schemeClr val="bg1"/>
                </a:solidFill>
                <a:sym typeface="Arial"/>
              </a:rPr>
              <a:t>Offering</a:t>
            </a:r>
            <a:r>
              <a:rPr lang="fr-FR">
                <a:solidFill>
                  <a:schemeClr val="bg1"/>
                </a:solidFill>
                <a:sym typeface="Arial"/>
              </a:rPr>
              <a:t> Price</a:t>
            </a:r>
            <a:endParaRPr>
              <a:solidFill>
                <a:schemeClr val="bg1"/>
              </a:solidFill>
              <a:sym typeface="Arial"/>
            </a:endParaRPr>
          </a:p>
        </p:txBody>
      </p:sp>
      <p:cxnSp>
        <p:nvCxnSpPr>
          <p:cNvPr id="144" name="Google Shape;2031;p37">
            <a:extLst>
              <a:ext uri="{FF2B5EF4-FFF2-40B4-BE49-F238E27FC236}">
                <a16:creationId xmlns:a16="http://schemas.microsoft.com/office/drawing/2014/main" id="{DDDB4BB3-F443-DB52-067F-C95D4671047E}"/>
              </a:ext>
            </a:extLst>
          </p:cNvPr>
          <p:cNvCxnSpPr>
            <a:cxnSpLocks/>
            <a:stCxn id="31" idx="2"/>
            <a:endCxn id="123" idx="2"/>
          </p:cNvCxnSpPr>
          <p:nvPr/>
        </p:nvCxnSpPr>
        <p:spPr>
          <a:xfrm rot="5400000" flipH="1">
            <a:off x="4410010" y="2621060"/>
            <a:ext cx="46859" cy="6990659"/>
          </a:xfrm>
          <a:prstGeom prst="bentConnector3">
            <a:avLst>
              <a:gd name="adj1" fmla="val -1392147"/>
            </a:avLst>
          </a:prstGeom>
          <a:noFill/>
          <a:ln w="9525" cap="flat" cmpd="sng">
            <a:solidFill>
              <a:srgbClr val="BFBFBF"/>
            </a:solidFill>
            <a:prstDash val="solid"/>
            <a:round/>
            <a:headEnd type="none" w="sm" len="sm"/>
            <a:tailEnd type="none" w="sm" len="sm"/>
          </a:ln>
        </p:spPr>
      </p:cxnSp>
      <p:cxnSp>
        <p:nvCxnSpPr>
          <p:cNvPr id="160" name="Google Shape;2031;p37">
            <a:extLst>
              <a:ext uri="{FF2B5EF4-FFF2-40B4-BE49-F238E27FC236}">
                <a16:creationId xmlns:a16="http://schemas.microsoft.com/office/drawing/2014/main" id="{B429A172-0573-149A-0BEB-5802FF6E6BB2}"/>
              </a:ext>
            </a:extLst>
          </p:cNvPr>
          <p:cNvCxnSpPr>
            <a:cxnSpLocks/>
            <a:stCxn id="233" idx="1"/>
            <a:endCxn id="486" idx="3"/>
          </p:cNvCxnSpPr>
          <p:nvPr/>
        </p:nvCxnSpPr>
        <p:spPr>
          <a:xfrm rot="10800000">
            <a:off x="4373444" y="4293742"/>
            <a:ext cx="538840" cy="264459"/>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405" name="Google Shape;2031;p37">
            <a:extLst>
              <a:ext uri="{FF2B5EF4-FFF2-40B4-BE49-F238E27FC236}">
                <a16:creationId xmlns:a16="http://schemas.microsoft.com/office/drawing/2014/main" id="{BCE4065E-7FAE-B5B1-7413-6C74F4A85B7B}"/>
              </a:ext>
            </a:extLst>
          </p:cNvPr>
          <p:cNvCxnSpPr>
            <a:cxnSpLocks/>
            <a:stCxn id="123" idx="0"/>
            <a:endCxn id="134" idx="1"/>
          </p:cNvCxnSpPr>
          <p:nvPr/>
        </p:nvCxnSpPr>
        <p:spPr>
          <a:xfrm rot="5400000" flipH="1" flipV="1">
            <a:off x="961797" y="4775177"/>
            <a:ext cx="847815" cy="895188"/>
          </a:xfrm>
          <a:prstGeom prst="bentConnector2">
            <a:avLst/>
          </a:prstGeom>
          <a:noFill/>
          <a:ln w="9525" cap="flat" cmpd="sng">
            <a:solidFill>
              <a:srgbClr val="BFBFBF"/>
            </a:solidFill>
            <a:prstDash val="solid"/>
            <a:round/>
            <a:headEnd type="none" w="sm" len="sm"/>
            <a:tailEnd type="none" w="sm" len="sm"/>
          </a:ln>
        </p:spPr>
      </p:cxnSp>
      <p:sp>
        <p:nvSpPr>
          <p:cNvPr id="434" name="Google Shape;2033;p37">
            <a:extLst>
              <a:ext uri="{FF2B5EF4-FFF2-40B4-BE49-F238E27FC236}">
                <a16:creationId xmlns:a16="http://schemas.microsoft.com/office/drawing/2014/main" id="{860AD668-A0A2-57E1-4F7F-A341A3FE3352}"/>
              </a:ext>
            </a:extLst>
          </p:cNvPr>
          <p:cNvSpPr/>
          <p:nvPr/>
        </p:nvSpPr>
        <p:spPr>
          <a:xfrm>
            <a:off x="7663727" y="6155791"/>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dirty="0">
                <a:solidFill>
                  <a:schemeClr val="bg1"/>
                </a:solidFill>
                <a:latin typeface="Arial"/>
                <a:ea typeface="Arial"/>
                <a:cs typeface="Arial"/>
                <a:sym typeface="Arial"/>
              </a:rPr>
              <a:t>0,n</a:t>
            </a:r>
            <a:endParaRPr dirty="0">
              <a:solidFill>
                <a:schemeClr val="bg1"/>
              </a:solidFill>
            </a:endParaRPr>
          </a:p>
        </p:txBody>
      </p:sp>
      <p:sp>
        <p:nvSpPr>
          <p:cNvPr id="476" name="Google Shape;2051;p37">
            <a:extLst>
              <a:ext uri="{FF2B5EF4-FFF2-40B4-BE49-F238E27FC236}">
                <a16:creationId xmlns:a16="http://schemas.microsoft.com/office/drawing/2014/main" id="{3D5D8377-BC44-3E56-0515-A19849D16963}"/>
              </a:ext>
            </a:extLst>
          </p:cNvPr>
          <p:cNvSpPr txBox="1"/>
          <p:nvPr/>
        </p:nvSpPr>
        <p:spPr>
          <a:xfrm>
            <a:off x="343817" y="3994901"/>
            <a:ext cx="1178183" cy="446281"/>
          </a:xfrm>
          <a:prstGeom prst="rect">
            <a:avLst/>
          </a:prstGeom>
          <a:solidFill>
            <a:schemeClr val="tx2">
              <a:lumMod val="75000"/>
              <a:alpha val="69803"/>
            </a:schemeClr>
          </a:solidFill>
          <a:ln>
            <a:noFill/>
          </a:ln>
        </p:spPr>
        <p:txBody>
          <a:bodyPr spcFirstLastPara="1" wrap="square" lIns="0" tIns="0" rIns="0" bIns="0" anchor="ctr" anchorCtr="0">
            <a:noAutofit/>
          </a:bodyPr>
          <a:lstStyle>
            <a:defPPr>
              <a:defRPr lang="en-US"/>
            </a:defPPr>
            <a:lvl1pPr marR="0" lvl="0" indent="0" algn="ctr">
              <a:lnSpc>
                <a:spcPct val="100000"/>
              </a:lnSpc>
              <a:spcBef>
                <a:spcPts val="0"/>
              </a:spcBef>
              <a:spcAft>
                <a:spcPts val="0"/>
              </a:spcAft>
              <a:buNone/>
              <a:defRPr sz="1100" b="1" i="0" u="none" strike="noStrike" cap="none">
                <a:solidFill>
                  <a:schemeClr val="lt1"/>
                </a:solidFill>
                <a:latin typeface="Arial"/>
                <a:ea typeface="Arial"/>
                <a:cs typeface="Arial"/>
              </a:defRPr>
            </a:lvl1pPr>
          </a:lstStyle>
          <a:p>
            <a:r>
              <a:rPr lang="fr-FR">
                <a:sym typeface="Arial"/>
              </a:rPr>
              <a:t>Customer </a:t>
            </a:r>
            <a:r>
              <a:rPr lang="fr-FR" err="1">
                <a:sym typeface="Arial"/>
              </a:rPr>
              <a:t>Pricebook</a:t>
            </a:r>
            <a:endParaRPr>
              <a:sym typeface="Arial"/>
            </a:endParaRPr>
          </a:p>
        </p:txBody>
      </p:sp>
      <p:sp>
        <p:nvSpPr>
          <p:cNvPr id="483" name="Google Shape;2051;p37">
            <a:extLst>
              <a:ext uri="{FF2B5EF4-FFF2-40B4-BE49-F238E27FC236}">
                <a16:creationId xmlns:a16="http://schemas.microsoft.com/office/drawing/2014/main" id="{E5690935-B2ED-DEC3-1F3C-C54D71587A67}"/>
              </a:ext>
            </a:extLst>
          </p:cNvPr>
          <p:cNvSpPr txBox="1"/>
          <p:nvPr/>
        </p:nvSpPr>
        <p:spPr>
          <a:xfrm>
            <a:off x="3398857" y="5143256"/>
            <a:ext cx="983540" cy="368827"/>
          </a:xfrm>
          <a:prstGeom prst="rect">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i="0" u="none" strike="noStrike" cap="none">
                <a:solidFill>
                  <a:schemeClr val="bg1"/>
                </a:solidFill>
                <a:latin typeface="Arial"/>
                <a:ea typeface="Arial"/>
                <a:cs typeface="Arial"/>
                <a:sym typeface="Arial"/>
              </a:rPr>
              <a:t>Promotion </a:t>
            </a:r>
          </a:p>
          <a:p>
            <a:pPr marL="0" marR="0" lvl="0" indent="0" algn="ctr" rtl="0">
              <a:lnSpc>
                <a:spcPct val="100000"/>
              </a:lnSpc>
              <a:spcBef>
                <a:spcPts val="0"/>
              </a:spcBef>
              <a:spcAft>
                <a:spcPts val="0"/>
              </a:spcAft>
              <a:buNone/>
            </a:pPr>
            <a:r>
              <a:rPr lang="fr-FR" sz="800" b="1" i="0" u="none" strike="noStrike" cap="none">
                <a:solidFill>
                  <a:schemeClr val="bg1"/>
                </a:solidFill>
                <a:latin typeface="Arial"/>
                <a:ea typeface="Arial"/>
                <a:cs typeface="Arial"/>
                <a:sym typeface="Arial"/>
              </a:rPr>
              <a:t>(EPC)</a:t>
            </a:r>
            <a:endParaRPr sz="1100" b="1" i="0" u="none" strike="noStrike" cap="none">
              <a:solidFill>
                <a:schemeClr val="bg1"/>
              </a:solidFill>
              <a:latin typeface="Arial"/>
              <a:ea typeface="Arial"/>
              <a:cs typeface="Arial"/>
              <a:sym typeface="Arial"/>
            </a:endParaRPr>
          </a:p>
        </p:txBody>
      </p:sp>
      <p:sp>
        <p:nvSpPr>
          <p:cNvPr id="486" name="Google Shape;2007;p37">
            <a:extLst>
              <a:ext uri="{FF2B5EF4-FFF2-40B4-BE49-F238E27FC236}">
                <a16:creationId xmlns:a16="http://schemas.microsoft.com/office/drawing/2014/main" id="{6D1507CC-8E98-211B-1181-437A6C2772D1}"/>
              </a:ext>
            </a:extLst>
          </p:cNvPr>
          <p:cNvSpPr txBox="1"/>
          <p:nvPr/>
        </p:nvSpPr>
        <p:spPr>
          <a:xfrm>
            <a:off x="3389904" y="4109327"/>
            <a:ext cx="983540" cy="368827"/>
          </a:xfrm>
          <a:prstGeom prst="rect">
            <a:avLst/>
          </a:prstGeom>
          <a:solidFill>
            <a:schemeClr val="accent1"/>
          </a:solidFill>
          <a:ln>
            <a:noFill/>
          </a:ln>
        </p:spPr>
        <p:txBody>
          <a:bodyPr spcFirstLastPara="1" wrap="square" lIns="0" tIns="0" rIns="0" bIns="0" anchor="ctr" anchorCtr="0">
            <a:noAutofit/>
          </a:bodyPr>
          <a:lstStyle>
            <a:defPPr>
              <a:defRPr lang="en-GB"/>
            </a:defPPr>
            <a:lvl1pPr marR="0" lvl="0" indent="0" algn="ctr">
              <a:lnSpc>
                <a:spcPct val="100000"/>
              </a:lnSpc>
              <a:spcBef>
                <a:spcPts val="0"/>
              </a:spcBef>
              <a:spcAft>
                <a:spcPts val="0"/>
              </a:spcAft>
              <a:buNone/>
              <a:defRPr sz="1100" b="1">
                <a:solidFill>
                  <a:schemeClr val="lt1"/>
                </a:solidFill>
                <a:latin typeface="Arial"/>
                <a:cs typeface="Arial"/>
              </a:defRPr>
            </a:lvl1pPr>
          </a:lstStyle>
          <a:p>
            <a:r>
              <a:rPr lang="fr-FR">
                <a:sym typeface="Arial"/>
              </a:rPr>
              <a:t>Price </a:t>
            </a:r>
            <a:r>
              <a:rPr lang="fr-FR" err="1">
                <a:sym typeface="Arial"/>
              </a:rPr>
              <a:t>override</a:t>
            </a:r>
            <a:r>
              <a:rPr lang="fr-FR">
                <a:sym typeface="Arial"/>
              </a:rPr>
              <a:t> (Discount)</a:t>
            </a:r>
            <a:endParaRPr/>
          </a:p>
        </p:txBody>
      </p:sp>
      <p:cxnSp>
        <p:nvCxnSpPr>
          <p:cNvPr id="495" name="Google Shape;2031;p37">
            <a:extLst>
              <a:ext uri="{FF2B5EF4-FFF2-40B4-BE49-F238E27FC236}">
                <a16:creationId xmlns:a16="http://schemas.microsoft.com/office/drawing/2014/main" id="{3F5090EE-6128-8AB3-6E1D-349E4ABE68ED}"/>
              </a:ext>
            </a:extLst>
          </p:cNvPr>
          <p:cNvCxnSpPr>
            <a:cxnSpLocks/>
            <a:stCxn id="483" idx="1"/>
          </p:cNvCxnSpPr>
          <p:nvPr/>
        </p:nvCxnSpPr>
        <p:spPr>
          <a:xfrm rot="10800000" flipV="1">
            <a:off x="1209101" y="5327670"/>
            <a:ext cx="2189756" cy="319008"/>
          </a:xfrm>
          <a:prstGeom prst="bentConnector3">
            <a:avLst>
              <a:gd name="adj1" fmla="val 95832"/>
            </a:avLst>
          </a:prstGeom>
          <a:noFill/>
          <a:ln w="9525" cap="flat" cmpd="sng">
            <a:solidFill>
              <a:srgbClr val="BFBFBF"/>
            </a:solidFill>
            <a:prstDash val="solid"/>
            <a:round/>
            <a:headEnd type="none" w="sm" len="sm"/>
            <a:tailEnd type="none" w="sm" len="sm"/>
          </a:ln>
        </p:spPr>
      </p:cxnSp>
      <p:sp>
        <p:nvSpPr>
          <p:cNvPr id="31" name="Google Shape;1926;p37">
            <a:extLst>
              <a:ext uri="{FF2B5EF4-FFF2-40B4-BE49-F238E27FC236}">
                <a16:creationId xmlns:a16="http://schemas.microsoft.com/office/drawing/2014/main" id="{AF60BEA7-C6DB-5554-620A-9AF4BD6E66CB}"/>
              </a:ext>
            </a:extLst>
          </p:cNvPr>
          <p:cNvSpPr/>
          <p:nvPr/>
        </p:nvSpPr>
        <p:spPr>
          <a:xfrm>
            <a:off x="7215969" y="5599818"/>
            <a:ext cx="1425600" cy="5400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Line Product </a:t>
            </a:r>
          </a:p>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(bundle or simple)</a:t>
            </a:r>
            <a:endParaRPr b="1"/>
          </a:p>
        </p:txBody>
      </p:sp>
      <p:sp>
        <p:nvSpPr>
          <p:cNvPr id="470" name="Google Shape;1926;p37">
            <a:extLst>
              <a:ext uri="{FF2B5EF4-FFF2-40B4-BE49-F238E27FC236}">
                <a16:creationId xmlns:a16="http://schemas.microsoft.com/office/drawing/2014/main" id="{0CD820D6-8AB3-6762-02F9-AC8BCD419E5A}"/>
              </a:ext>
            </a:extLst>
          </p:cNvPr>
          <p:cNvSpPr/>
          <p:nvPr/>
        </p:nvSpPr>
        <p:spPr>
          <a:xfrm>
            <a:off x="-2684313" y="1322505"/>
            <a:ext cx="2578218" cy="4222477"/>
          </a:xfrm>
          <a:prstGeom prst="rect">
            <a:avLst/>
          </a:prstGeom>
          <a:solidFill>
            <a:schemeClr val="tx2">
              <a:lumMod val="40000"/>
              <a:lumOff val="6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Group: </a:t>
            </a:r>
            <a:r>
              <a:rPr lang="fr-FR" sz="1100" err="1">
                <a:solidFill>
                  <a:schemeClr val="lt1"/>
                </a:solidFill>
                <a:latin typeface="Arial"/>
                <a:cs typeface="Arial"/>
                <a:sym typeface="Arial"/>
              </a:rPr>
              <a:t>within</a:t>
            </a:r>
            <a:r>
              <a:rPr lang="fr-FR" sz="1100">
                <a:solidFill>
                  <a:schemeClr val="lt1"/>
                </a:solidFill>
                <a:latin typeface="Arial"/>
                <a:cs typeface="Arial"/>
                <a:sym typeface="Arial"/>
              </a:rPr>
              <a:t> a </a:t>
            </a:r>
            <a:r>
              <a:rPr lang="fr-FR" sz="1100" err="1">
                <a:solidFill>
                  <a:schemeClr val="lt1"/>
                </a:solidFill>
                <a:latin typeface="Arial"/>
                <a:cs typeface="Arial"/>
                <a:sym typeface="Arial"/>
              </a:rPr>
              <a:t>multi-sites</a:t>
            </a:r>
            <a:r>
              <a:rPr lang="fr-FR" sz="1100">
                <a:solidFill>
                  <a:schemeClr val="lt1"/>
                </a:solidFill>
                <a:latin typeface="Arial"/>
                <a:cs typeface="Arial"/>
                <a:sym typeface="Arial"/>
              </a:rPr>
              <a:t> </a:t>
            </a:r>
            <a:r>
              <a:rPr lang="fr-FR" sz="1100" err="1">
                <a:solidFill>
                  <a:schemeClr val="lt1"/>
                </a:solidFill>
                <a:latin typeface="Arial"/>
                <a:cs typeface="Arial"/>
                <a:sym typeface="Arial"/>
              </a:rPr>
              <a:t>quote</a:t>
            </a:r>
            <a:r>
              <a:rPr lang="fr-FR" sz="1100">
                <a:solidFill>
                  <a:schemeClr val="lt1"/>
                </a:solidFill>
                <a:latin typeface="Arial"/>
                <a:cs typeface="Arial"/>
                <a:sym typeface="Arial"/>
              </a:rPr>
              <a:t>, a </a:t>
            </a:r>
            <a:r>
              <a:rPr lang="fr-FR" sz="1100" err="1">
                <a:solidFill>
                  <a:schemeClr val="lt1"/>
                </a:solidFill>
                <a:latin typeface="Arial"/>
                <a:cs typeface="Arial"/>
                <a:sym typeface="Arial"/>
              </a:rPr>
              <a:t>quote</a:t>
            </a:r>
            <a:r>
              <a:rPr lang="fr-FR" sz="1100">
                <a:solidFill>
                  <a:schemeClr val="lt1"/>
                </a:solidFill>
                <a:latin typeface="Arial"/>
                <a:cs typeface="Arial"/>
                <a:sym typeface="Arial"/>
              </a:rPr>
              <a:t> group can </a:t>
            </a:r>
            <a:r>
              <a:rPr lang="fr-FR" sz="1100" err="1">
                <a:solidFill>
                  <a:schemeClr val="lt1"/>
                </a:solidFill>
                <a:latin typeface="Arial"/>
                <a:cs typeface="Arial"/>
                <a:sym typeface="Arial"/>
              </a:rPr>
              <a:t>organize</a:t>
            </a:r>
            <a:r>
              <a:rPr lang="fr-FR" sz="1100">
                <a:solidFill>
                  <a:schemeClr val="lt1"/>
                </a:solidFill>
                <a:latin typeface="Arial"/>
                <a:cs typeface="Arial"/>
                <a:sym typeface="Arial"/>
              </a:rPr>
              <a:t> a </a:t>
            </a:r>
            <a:r>
              <a:rPr lang="fr-FR" sz="1100" err="1">
                <a:solidFill>
                  <a:schemeClr val="lt1"/>
                </a:solidFill>
                <a:latin typeface="Arial"/>
                <a:cs typeface="Arial"/>
                <a:sym typeface="Arial"/>
              </a:rPr>
              <a:t>colection</a:t>
            </a:r>
            <a:r>
              <a:rPr lang="fr-FR" sz="1100">
                <a:solidFill>
                  <a:schemeClr val="lt1"/>
                </a:solidFill>
                <a:latin typeface="Arial"/>
                <a:cs typeface="Arial"/>
                <a:sym typeface="Arial"/>
              </a:rPr>
              <a:t> of sites </a:t>
            </a:r>
            <a:r>
              <a:rPr lang="fr-FR" sz="1100" err="1">
                <a:solidFill>
                  <a:schemeClr val="lt1"/>
                </a:solidFill>
                <a:latin typeface="Arial"/>
                <a:cs typeface="Arial"/>
                <a:sym typeface="Arial"/>
              </a:rPr>
              <a:t>that</a:t>
            </a:r>
            <a:r>
              <a:rPr lang="fr-FR" sz="1100">
                <a:solidFill>
                  <a:schemeClr val="lt1"/>
                </a:solidFill>
                <a:latin typeface="Arial"/>
                <a:cs typeface="Arial"/>
                <a:sym typeface="Arial"/>
              </a:rPr>
              <a:t> can </a:t>
            </a:r>
            <a:r>
              <a:rPr lang="fr-FR" sz="1100" err="1">
                <a:solidFill>
                  <a:schemeClr val="lt1"/>
                </a:solidFill>
                <a:latin typeface="Arial"/>
                <a:cs typeface="Arial"/>
                <a:sym typeface="Arial"/>
              </a:rPr>
              <a:t>be</a:t>
            </a:r>
            <a:r>
              <a:rPr lang="fr-FR" sz="1100">
                <a:solidFill>
                  <a:schemeClr val="lt1"/>
                </a:solidFill>
                <a:latin typeface="Arial"/>
                <a:cs typeface="Arial"/>
                <a:sym typeface="Arial"/>
              </a:rPr>
              <a:t> </a:t>
            </a:r>
            <a:r>
              <a:rPr lang="fr-FR" sz="1100" err="1">
                <a:solidFill>
                  <a:schemeClr val="lt1"/>
                </a:solidFill>
                <a:latin typeface="Arial"/>
                <a:cs typeface="Arial"/>
                <a:sym typeface="Arial"/>
              </a:rPr>
              <a:t>quoted</a:t>
            </a:r>
            <a:r>
              <a:rPr lang="fr-FR" sz="1100">
                <a:solidFill>
                  <a:schemeClr val="lt1"/>
                </a:solidFill>
                <a:latin typeface="Arial"/>
                <a:cs typeface="Arial"/>
                <a:sym typeface="Arial"/>
              </a:rPr>
              <a:t> </a:t>
            </a:r>
            <a:r>
              <a:rPr lang="fr-FR" sz="1100" err="1">
                <a:solidFill>
                  <a:schemeClr val="lt1"/>
                </a:solidFill>
                <a:latin typeface="Arial"/>
                <a:cs typeface="Arial"/>
                <a:sym typeface="Arial"/>
              </a:rPr>
              <a:t>with</a:t>
            </a:r>
            <a:r>
              <a:rPr lang="fr-FR" sz="1100">
                <a:solidFill>
                  <a:schemeClr val="lt1"/>
                </a:solidFill>
                <a:latin typeface="Arial"/>
                <a:cs typeface="Arial"/>
                <a:sym typeface="Arial"/>
              </a:rPr>
              <a:t> the </a:t>
            </a:r>
            <a:r>
              <a:rPr lang="fr-FR" sz="1100" err="1">
                <a:solidFill>
                  <a:schemeClr val="lt1"/>
                </a:solidFill>
                <a:latin typeface="Arial"/>
                <a:cs typeface="Arial"/>
                <a:sym typeface="Arial"/>
              </a:rPr>
              <a:t>same</a:t>
            </a:r>
            <a:r>
              <a:rPr lang="fr-FR" sz="1100">
                <a:solidFill>
                  <a:schemeClr val="lt1"/>
                </a:solidFill>
                <a:latin typeface="Arial"/>
                <a:cs typeface="Arial"/>
                <a:sym typeface="Arial"/>
              </a:rPr>
              <a:t> </a:t>
            </a:r>
            <a:r>
              <a:rPr lang="fr-FR" sz="1100" err="1">
                <a:solidFill>
                  <a:schemeClr val="lt1"/>
                </a:solidFill>
                <a:latin typeface="Arial"/>
                <a:cs typeface="Arial"/>
                <a:sym typeface="Arial"/>
              </a:rPr>
              <a:t>product</a:t>
            </a:r>
            <a:r>
              <a:rPr lang="fr-FR" sz="1100">
                <a:solidFill>
                  <a:schemeClr val="lt1"/>
                </a:solidFill>
                <a:latin typeface="Arial"/>
                <a:cs typeface="Arial"/>
                <a:sym typeface="Arial"/>
              </a:rPr>
              <a:t>/ services </a:t>
            </a:r>
            <a:r>
              <a:rPr lang="fr-FR" sz="1100" err="1">
                <a:solidFill>
                  <a:schemeClr val="lt1"/>
                </a:solidFill>
                <a:latin typeface="Arial"/>
                <a:cs typeface="Arial"/>
                <a:sym typeface="Arial"/>
              </a:rPr>
              <a:t>configured</a:t>
            </a:r>
            <a:r>
              <a:rPr lang="fr-FR" sz="1100">
                <a:solidFill>
                  <a:schemeClr val="lt1"/>
                </a:solidFill>
                <a:latin typeface="Arial"/>
                <a:cs typeface="Arial"/>
                <a:sym typeface="Arial"/>
              </a:rPr>
              <a:t>.</a:t>
            </a:r>
          </a:p>
          <a:p>
            <a:pPr marL="0" marR="0" lvl="0" indent="0" algn="ctr" rtl="0">
              <a:lnSpc>
                <a:spcPct val="100000"/>
              </a:lnSpc>
              <a:spcBef>
                <a:spcPts val="0"/>
              </a:spcBef>
              <a:spcAft>
                <a:spcPts val="0"/>
              </a:spcAft>
              <a:buNone/>
            </a:pPr>
            <a:endParaRPr lang="fr-FR" sz="1100">
              <a:solidFill>
                <a:schemeClr val="lt1"/>
              </a:solidFill>
              <a:latin typeface="Arial"/>
              <a:cs typeface="Arial"/>
              <a:sym typeface="Arial"/>
            </a:endParaRPr>
          </a:p>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a:t>
            </a:r>
            <a:r>
              <a:rPr lang="fr-FR" sz="1100" b="1" err="1">
                <a:solidFill>
                  <a:schemeClr val="lt1"/>
                </a:solidFill>
                <a:latin typeface="Arial"/>
                <a:cs typeface="Arial"/>
                <a:sym typeface="Arial"/>
              </a:rPr>
              <a:t>Member</a:t>
            </a:r>
            <a:r>
              <a:rPr lang="fr-FR" sz="1100" b="1">
                <a:solidFill>
                  <a:schemeClr val="lt1"/>
                </a:solidFill>
                <a:latin typeface="Arial"/>
                <a:cs typeface="Arial"/>
                <a:sym typeface="Arial"/>
              </a:rPr>
              <a:t>( =site</a:t>
            </a:r>
            <a:r>
              <a:rPr lang="fr-FR" sz="1100">
                <a:solidFill>
                  <a:schemeClr val="lt1"/>
                </a:solidFill>
                <a:latin typeface="Arial"/>
                <a:cs typeface="Arial"/>
                <a:sym typeface="Arial"/>
              </a:rPr>
              <a:t>): a location </a:t>
            </a:r>
            <a:r>
              <a:rPr lang="fr-FR" sz="1100" err="1">
                <a:solidFill>
                  <a:schemeClr val="lt1"/>
                </a:solidFill>
                <a:latin typeface="Arial"/>
                <a:cs typeface="Arial"/>
                <a:sym typeface="Arial"/>
              </a:rPr>
              <a:t>where</a:t>
            </a:r>
            <a:r>
              <a:rPr lang="fr-FR" sz="1100">
                <a:solidFill>
                  <a:schemeClr val="lt1"/>
                </a:solidFill>
                <a:latin typeface="Arial"/>
                <a:cs typeface="Arial"/>
                <a:sym typeface="Arial"/>
              </a:rPr>
              <a:t> </a:t>
            </a:r>
            <a:r>
              <a:rPr lang="fr-FR" sz="1100" err="1">
                <a:solidFill>
                  <a:schemeClr val="lt1"/>
                </a:solidFill>
                <a:latin typeface="Arial"/>
                <a:cs typeface="Arial"/>
                <a:sym typeface="Arial"/>
              </a:rPr>
              <a:t>customers</a:t>
            </a:r>
            <a:r>
              <a:rPr lang="fr-FR" sz="1100">
                <a:solidFill>
                  <a:schemeClr val="lt1"/>
                </a:solidFill>
                <a:latin typeface="Arial"/>
                <a:cs typeface="Arial"/>
                <a:sym typeface="Arial"/>
              </a:rPr>
              <a:t> </a:t>
            </a:r>
            <a:r>
              <a:rPr lang="fr-FR" sz="1100" err="1">
                <a:solidFill>
                  <a:schemeClr val="lt1"/>
                </a:solidFill>
                <a:latin typeface="Arial"/>
                <a:cs typeface="Arial"/>
                <a:sym typeface="Arial"/>
              </a:rPr>
              <a:t>may</a:t>
            </a:r>
            <a:r>
              <a:rPr lang="fr-FR" sz="1100">
                <a:solidFill>
                  <a:schemeClr val="lt1"/>
                </a:solidFill>
                <a:latin typeface="Arial"/>
                <a:cs typeface="Arial"/>
                <a:sym typeface="Arial"/>
              </a:rPr>
              <a:t> </a:t>
            </a:r>
            <a:r>
              <a:rPr lang="fr-FR" sz="1100" err="1">
                <a:solidFill>
                  <a:schemeClr val="lt1"/>
                </a:solidFill>
                <a:latin typeface="Arial"/>
                <a:cs typeface="Arial"/>
                <a:sym typeface="Arial"/>
              </a:rPr>
              <a:t>add</a:t>
            </a:r>
            <a:r>
              <a:rPr lang="fr-FR" sz="1100">
                <a:solidFill>
                  <a:schemeClr val="lt1"/>
                </a:solidFill>
                <a:latin typeface="Arial"/>
                <a:cs typeface="Arial"/>
                <a:sym typeface="Arial"/>
              </a:rPr>
              <a:t> </a:t>
            </a:r>
            <a:r>
              <a:rPr lang="fr-FR" sz="1100" err="1">
                <a:solidFill>
                  <a:schemeClr val="lt1"/>
                </a:solidFill>
                <a:latin typeface="Arial"/>
                <a:cs typeface="Arial"/>
                <a:sym typeface="Arial"/>
              </a:rPr>
              <a:t>product</a:t>
            </a:r>
            <a:r>
              <a:rPr lang="fr-FR" sz="1100">
                <a:solidFill>
                  <a:schemeClr val="lt1"/>
                </a:solidFill>
                <a:latin typeface="Arial"/>
                <a:cs typeface="Arial"/>
                <a:sym typeface="Arial"/>
              </a:rPr>
              <a:t> or services </a:t>
            </a:r>
            <a:r>
              <a:rPr lang="fr-FR" sz="1100" err="1">
                <a:solidFill>
                  <a:schemeClr val="lt1"/>
                </a:solidFill>
                <a:latin typeface="Arial"/>
                <a:cs typeface="Arial"/>
                <a:sym typeface="Arial"/>
              </a:rPr>
              <a:t>from</a:t>
            </a:r>
            <a:r>
              <a:rPr lang="fr-FR" sz="1100">
                <a:solidFill>
                  <a:schemeClr val="lt1"/>
                </a:solidFill>
                <a:latin typeface="Arial"/>
                <a:cs typeface="Arial"/>
                <a:sym typeface="Arial"/>
              </a:rPr>
              <a:t> OB or </a:t>
            </a:r>
            <a:r>
              <a:rPr lang="fr-FR" sz="1100" err="1">
                <a:solidFill>
                  <a:schemeClr val="lt1"/>
                </a:solidFill>
                <a:latin typeface="Arial"/>
                <a:cs typeface="Arial"/>
                <a:sym typeface="Arial"/>
              </a:rPr>
              <a:t>partner</a:t>
            </a:r>
            <a:r>
              <a:rPr lang="fr-FR" sz="1100">
                <a:solidFill>
                  <a:schemeClr val="lt1"/>
                </a:solidFill>
                <a:latin typeface="Arial"/>
                <a:cs typeface="Arial"/>
                <a:sym typeface="Arial"/>
              </a:rPr>
              <a:t>.</a:t>
            </a:r>
          </a:p>
          <a:p>
            <a:pPr marL="0" marR="0" lvl="0" indent="0" algn="ctr" rtl="0">
              <a:lnSpc>
                <a:spcPct val="100000"/>
              </a:lnSpc>
              <a:spcBef>
                <a:spcPts val="0"/>
              </a:spcBef>
              <a:spcAft>
                <a:spcPts val="0"/>
              </a:spcAft>
              <a:buNone/>
            </a:pPr>
            <a:endParaRPr lang="fr-FR" sz="1100">
              <a:solidFill>
                <a:schemeClr val="bg1"/>
              </a:solidFill>
              <a:latin typeface="Arial"/>
              <a:cs typeface="Arial"/>
              <a:sym typeface="Arial"/>
            </a:endParaRPr>
          </a:p>
          <a:p>
            <a:pPr algn="ctr"/>
            <a:r>
              <a:rPr lang="fr-FR" sz="1100" b="1">
                <a:solidFill>
                  <a:schemeClr val="bg1"/>
                </a:solidFill>
                <a:latin typeface="Arial"/>
                <a:cs typeface="Arial"/>
                <a:sym typeface="Arial"/>
              </a:rPr>
              <a:t>Project </a:t>
            </a:r>
            <a:r>
              <a:rPr lang="fr-FR" sz="1100" b="1" err="1">
                <a:solidFill>
                  <a:schemeClr val="bg1"/>
                </a:solidFill>
                <a:latin typeface="Arial"/>
                <a:cs typeface="Arial"/>
                <a:sym typeface="Arial"/>
              </a:rPr>
              <a:t>Quote</a:t>
            </a:r>
            <a:r>
              <a:rPr lang="fr-FR" sz="1100" b="1">
                <a:solidFill>
                  <a:schemeClr val="bg1"/>
                </a:solidFill>
                <a:latin typeface="Arial"/>
                <a:cs typeface="Arial"/>
                <a:sym typeface="Arial"/>
              </a:rPr>
              <a:t>: </a:t>
            </a:r>
            <a:r>
              <a:rPr lang="en-US" sz="1100" b="0" i="0" u="none" strike="noStrike">
                <a:solidFill>
                  <a:schemeClr val="bg1"/>
                </a:solidFill>
                <a:effectLst/>
                <a:latin typeface="Helvetica 55 Roman" panose="020B0604020202020204" pitchFamily="34" charset="0"/>
              </a:rPr>
              <a:t>A project quote is a quote used to capture customers request for </a:t>
            </a:r>
            <a:r>
              <a:rPr lang="en-US" sz="1100" b="1" i="0" u="none" strike="noStrike">
                <a:solidFill>
                  <a:schemeClr val="bg1"/>
                </a:solidFill>
                <a:effectLst/>
                <a:latin typeface="Helvetica 55 Roman" panose="020B0604020202020204" pitchFamily="34" charset="0"/>
              </a:rPr>
              <a:t>complex deals </a:t>
            </a:r>
            <a:r>
              <a:rPr lang="en-US" sz="1100" b="0" i="0" u="none" strike="noStrike">
                <a:solidFill>
                  <a:schemeClr val="bg1"/>
                </a:solidFill>
                <a:effectLst/>
                <a:latin typeface="Helvetica 55 Roman" panose="020B0604020202020204" pitchFamily="34" charset="0"/>
              </a:rPr>
              <a:t>(numerous sites, multiples years) and establish the basis of a contract. </a:t>
            </a:r>
            <a:r>
              <a:rPr lang="en-GB" sz="1100">
                <a:solidFill>
                  <a:schemeClr val="bg1"/>
                </a:solidFill>
              </a:rPr>
              <a:t>For projects multiple firm quotes need to be raised reflecting segments of the project quote and an aggregate of service contracts should be signed for. </a:t>
            </a:r>
          </a:p>
          <a:p>
            <a:pPr algn="ctr"/>
            <a:endParaRPr lang="en-GB" sz="1100">
              <a:solidFill>
                <a:schemeClr val="bg1"/>
              </a:solidFill>
            </a:endParaRPr>
          </a:p>
          <a:p>
            <a:pPr algn="ctr"/>
            <a:r>
              <a:rPr lang="en-GB" sz="1100" b="1" i="0" u="none" strike="noStrike">
                <a:solidFill>
                  <a:schemeClr val="bg1"/>
                </a:solidFill>
                <a:effectLst/>
                <a:latin typeface="Helvetica 55 Roman" panose="020B0604020202020204" pitchFamily="34" charset="0"/>
              </a:rPr>
              <a:t>Firm Quote</a:t>
            </a:r>
            <a:r>
              <a:rPr lang="en-GB" sz="1100" b="0" i="0" u="none" strike="noStrike">
                <a:solidFill>
                  <a:schemeClr val="bg1"/>
                </a:solidFill>
                <a:effectLst/>
                <a:latin typeface="Helvetica 55 Roman" panose="020B0604020202020204" pitchFamily="34" charset="0"/>
              </a:rPr>
              <a:t>: </a:t>
            </a:r>
            <a:r>
              <a:rPr lang="en-GB" sz="1100" b="0" i="0" u="none" strike="noStrike">
                <a:solidFill>
                  <a:schemeClr val="bg1"/>
                </a:solidFill>
                <a:effectLst/>
                <a:latin typeface="Helvetica 55 Roman" panose="020B0604020202020204" pitchFamily="34" charset="0"/>
                <a:cs typeface="Arial"/>
              </a:rPr>
              <a:t>used for </a:t>
            </a:r>
            <a:r>
              <a:rPr lang="en-GB" sz="1100">
                <a:solidFill>
                  <a:schemeClr val="bg1"/>
                </a:solidFill>
                <a:cs typeface="Arial"/>
              </a:rPr>
              <a:t>or simple cases e.g. single service, single site.</a:t>
            </a:r>
            <a:r>
              <a:rPr lang="en-US" sz="1100" b="0" i="0" u="none" strike="noStrike" noProof="0">
                <a:solidFill>
                  <a:schemeClr val="bg1"/>
                </a:solidFill>
                <a:effectLst/>
                <a:latin typeface="Helvetica 55 Roman" panose="020B0604020202020204" pitchFamily="34" charset="0"/>
              </a:rPr>
              <a:t> A firm quote can be decomposed into commercial order(s) ?  for fulfillment upon service contract approval. </a:t>
            </a:r>
          </a:p>
          <a:p>
            <a:pPr algn="ctr"/>
            <a:r>
              <a:rPr lang="en-GB" sz="1100">
                <a:cs typeface="Arial"/>
              </a:rPr>
              <a:t> </a:t>
            </a:r>
            <a:endParaRPr lang="fr-FR" sz="1100">
              <a:solidFill>
                <a:schemeClr val="lt1"/>
              </a:solidFill>
              <a:latin typeface="Arial"/>
              <a:cs typeface="Arial"/>
              <a:sym typeface="Arial"/>
            </a:endParaRPr>
          </a:p>
        </p:txBody>
      </p:sp>
      <p:cxnSp>
        <p:nvCxnSpPr>
          <p:cNvPr id="29" name="Google Shape;2031;p37">
            <a:extLst>
              <a:ext uri="{FF2B5EF4-FFF2-40B4-BE49-F238E27FC236}">
                <a16:creationId xmlns:a16="http://schemas.microsoft.com/office/drawing/2014/main" id="{70DEB934-22FB-5979-D024-E7A67234B032}"/>
              </a:ext>
            </a:extLst>
          </p:cNvPr>
          <p:cNvCxnSpPr>
            <a:cxnSpLocks/>
            <a:stCxn id="134" idx="1"/>
            <a:endCxn id="476" idx="2"/>
          </p:cNvCxnSpPr>
          <p:nvPr/>
        </p:nvCxnSpPr>
        <p:spPr>
          <a:xfrm rot="10800000">
            <a:off x="932910" y="4441183"/>
            <a:ext cx="900389" cy="357681"/>
          </a:xfrm>
          <a:prstGeom prst="bentConnector2">
            <a:avLst/>
          </a:prstGeom>
          <a:noFill/>
          <a:ln w="9525" cap="flat" cmpd="sng">
            <a:solidFill>
              <a:srgbClr val="BFBFBF"/>
            </a:solidFill>
            <a:prstDash val="solid"/>
            <a:round/>
            <a:headEnd type="none" w="sm" len="sm"/>
            <a:tailEnd type="none" w="sm" len="sm"/>
          </a:ln>
        </p:spPr>
      </p:cxnSp>
      <p:cxnSp>
        <p:nvCxnSpPr>
          <p:cNvPr id="48" name="Google Shape;2031;p37">
            <a:extLst>
              <a:ext uri="{FF2B5EF4-FFF2-40B4-BE49-F238E27FC236}">
                <a16:creationId xmlns:a16="http://schemas.microsoft.com/office/drawing/2014/main" id="{678BFE42-0EE6-5664-02F3-185229E3E547}"/>
              </a:ext>
            </a:extLst>
          </p:cNvPr>
          <p:cNvCxnSpPr>
            <a:cxnSpLocks/>
            <a:stCxn id="16" idx="3"/>
            <a:endCxn id="493" idx="1"/>
          </p:cNvCxnSpPr>
          <p:nvPr/>
        </p:nvCxnSpPr>
        <p:spPr>
          <a:xfrm>
            <a:off x="8641569" y="3879643"/>
            <a:ext cx="542277" cy="1227"/>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480" name="Google Shape;2031;p37">
            <a:extLst>
              <a:ext uri="{FF2B5EF4-FFF2-40B4-BE49-F238E27FC236}">
                <a16:creationId xmlns:a16="http://schemas.microsoft.com/office/drawing/2014/main" id="{43F18EB2-A876-AE7B-256D-9A5AA45B6A92}"/>
              </a:ext>
            </a:extLst>
          </p:cNvPr>
          <p:cNvCxnSpPr>
            <a:cxnSpLocks/>
            <a:stCxn id="476" idx="0"/>
            <a:endCxn id="11" idx="2"/>
          </p:cNvCxnSpPr>
          <p:nvPr/>
        </p:nvCxnSpPr>
        <p:spPr>
          <a:xfrm rot="5400000" flipH="1" flipV="1">
            <a:off x="-90784" y="2967608"/>
            <a:ext cx="2050986" cy="3600"/>
          </a:xfrm>
          <a:prstGeom prst="bentConnector3">
            <a:avLst>
              <a:gd name="adj1" fmla="val 50000"/>
            </a:avLst>
          </a:prstGeom>
          <a:noFill/>
          <a:ln w="9525" cap="flat" cmpd="sng">
            <a:solidFill>
              <a:srgbClr val="BFBFBF"/>
            </a:solidFill>
            <a:prstDash val="solid"/>
            <a:round/>
            <a:headEnd type="none" w="sm" len="sm"/>
            <a:tailEnd type="none" w="sm" len="sm"/>
          </a:ln>
        </p:spPr>
      </p:cxnSp>
      <p:sp>
        <p:nvSpPr>
          <p:cNvPr id="493" name="Google Shape;1926;p37">
            <a:extLst>
              <a:ext uri="{FF2B5EF4-FFF2-40B4-BE49-F238E27FC236}">
                <a16:creationId xmlns:a16="http://schemas.microsoft.com/office/drawing/2014/main" id="{A182317C-3675-6F2D-1009-0D323CEE9989}"/>
              </a:ext>
            </a:extLst>
          </p:cNvPr>
          <p:cNvSpPr/>
          <p:nvPr/>
        </p:nvSpPr>
        <p:spPr>
          <a:xfrm>
            <a:off x="9183846" y="3696456"/>
            <a:ext cx="983540" cy="368827"/>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Group</a:t>
            </a:r>
          </a:p>
        </p:txBody>
      </p:sp>
      <p:sp>
        <p:nvSpPr>
          <p:cNvPr id="10" name="Rectangle 9">
            <a:extLst>
              <a:ext uri="{FF2B5EF4-FFF2-40B4-BE49-F238E27FC236}">
                <a16:creationId xmlns:a16="http://schemas.microsoft.com/office/drawing/2014/main" id="{05F48FC2-91D4-EA6E-354C-86AE003D4BA8}"/>
              </a:ext>
            </a:extLst>
          </p:cNvPr>
          <p:cNvSpPr/>
          <p:nvPr/>
        </p:nvSpPr>
        <p:spPr>
          <a:xfrm>
            <a:off x="0" y="0"/>
            <a:ext cx="1303020" cy="2607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rgbClr val="000000"/>
                </a:solidFill>
              </a:rPr>
              <a:t>DRAFT</a:t>
            </a:r>
          </a:p>
        </p:txBody>
      </p:sp>
      <p:sp>
        <p:nvSpPr>
          <p:cNvPr id="7" name="Google Shape;1926;p37">
            <a:extLst>
              <a:ext uri="{FF2B5EF4-FFF2-40B4-BE49-F238E27FC236}">
                <a16:creationId xmlns:a16="http://schemas.microsoft.com/office/drawing/2014/main" id="{0589031E-2B09-D409-BCF5-593C7FCC7B8B}"/>
              </a:ext>
            </a:extLst>
          </p:cNvPr>
          <p:cNvSpPr/>
          <p:nvPr/>
        </p:nvSpPr>
        <p:spPr>
          <a:xfrm>
            <a:off x="336531" y="794381"/>
            <a:ext cx="1178183" cy="446281"/>
          </a:xfrm>
          <a:prstGeom prst="rect">
            <a:avLst/>
          </a:prstGeom>
          <a:solidFill>
            <a:srgbClr val="00B0F0">
              <a:alpha val="69803"/>
            </a:srgbClr>
          </a:solidFill>
          <a:ln>
            <a:noFill/>
          </a:ln>
        </p:spPr>
        <p:txBody>
          <a:bodyPr spcFirstLastPara="1" wrap="square" lIns="0" tIns="0" rIns="0" bIns="0" anchor="ctr" anchorCtr="0">
            <a:noAutofit/>
          </a:bodyPr>
          <a:lstStyle/>
          <a:p>
            <a:pPr algn="ctr"/>
            <a:r>
              <a:rPr lang="fr-FR" sz="1100" b="1" err="1">
                <a:solidFill>
                  <a:schemeClr val="bg1"/>
                </a:solidFill>
                <a:latin typeface="Arial"/>
                <a:cs typeface="Arial"/>
                <a:sym typeface="Arial"/>
              </a:rPr>
              <a:t>Account</a:t>
            </a:r>
            <a:endParaRPr lang="fr-FR" sz="1100" b="1">
              <a:solidFill>
                <a:schemeClr val="bg1"/>
              </a:solidFill>
              <a:latin typeface="Arial"/>
              <a:cs typeface="Arial"/>
              <a:sym typeface="Arial"/>
            </a:endParaRPr>
          </a:p>
          <a:p>
            <a:pPr algn="ctr"/>
            <a:r>
              <a:rPr lang="fr-FR" sz="800" i="1" err="1">
                <a:solidFill>
                  <a:schemeClr val="bg1"/>
                </a:solidFill>
                <a:latin typeface="Arial"/>
                <a:cs typeface="Arial"/>
                <a:sym typeface="Arial"/>
              </a:rPr>
              <a:t>Account</a:t>
            </a:r>
            <a:r>
              <a:rPr lang="fr-FR" sz="800" i="1">
                <a:solidFill>
                  <a:schemeClr val="bg1"/>
                </a:solidFill>
                <a:latin typeface="Arial"/>
                <a:cs typeface="Arial"/>
                <a:sym typeface="Arial"/>
              </a:rPr>
              <a:t> ID</a:t>
            </a:r>
          </a:p>
        </p:txBody>
      </p:sp>
      <p:sp>
        <p:nvSpPr>
          <p:cNvPr id="19" name="Google Shape;1926;p37">
            <a:extLst>
              <a:ext uri="{FF2B5EF4-FFF2-40B4-BE49-F238E27FC236}">
                <a16:creationId xmlns:a16="http://schemas.microsoft.com/office/drawing/2014/main" id="{7E642285-A209-DD92-3032-93721ABFE8A6}"/>
              </a:ext>
            </a:extLst>
          </p:cNvPr>
          <p:cNvSpPr/>
          <p:nvPr/>
        </p:nvSpPr>
        <p:spPr>
          <a:xfrm>
            <a:off x="13766987" y="2043326"/>
            <a:ext cx="1234800" cy="532800"/>
          </a:xfrm>
          <a:prstGeom prst="rect">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err="1">
                <a:solidFill>
                  <a:schemeClr val="lt1"/>
                </a:solidFill>
                <a:latin typeface="Arial"/>
                <a:cs typeface="Arial"/>
                <a:sym typeface="Arial"/>
              </a:rPr>
              <a:t>Firm</a:t>
            </a:r>
            <a:r>
              <a:rPr lang="fr-FR" sz="1100" b="1">
                <a:solidFill>
                  <a:schemeClr val="lt1"/>
                </a:solidFill>
                <a:latin typeface="Arial"/>
                <a:cs typeface="Arial"/>
                <a:sym typeface="Arial"/>
              </a:rPr>
              <a:t> </a:t>
            </a:r>
            <a:r>
              <a:rPr lang="fr-FR" sz="1100" b="1" err="1">
                <a:solidFill>
                  <a:schemeClr val="lt1"/>
                </a:solidFill>
                <a:latin typeface="Arial"/>
                <a:cs typeface="Arial"/>
                <a:sym typeface="Arial"/>
              </a:rPr>
              <a:t>Quote</a:t>
            </a:r>
            <a:r>
              <a:rPr lang="fr-FR" sz="1100" b="1">
                <a:solidFill>
                  <a:schemeClr val="lt1"/>
                </a:solidFill>
                <a:latin typeface="Arial"/>
                <a:cs typeface="Arial"/>
                <a:sym typeface="Arial"/>
              </a:rPr>
              <a:t> (&amp; Service </a:t>
            </a:r>
            <a:r>
              <a:rPr lang="fr-FR" sz="1100" b="1" err="1">
                <a:solidFill>
                  <a:schemeClr val="lt1"/>
                </a:solidFill>
                <a:latin typeface="Arial"/>
                <a:cs typeface="Arial"/>
                <a:sym typeface="Arial"/>
              </a:rPr>
              <a:t>Contract</a:t>
            </a:r>
            <a:r>
              <a:rPr lang="fr-FR" sz="1100" b="1">
                <a:solidFill>
                  <a:schemeClr val="lt1"/>
                </a:solidFill>
                <a:latin typeface="Arial"/>
                <a:cs typeface="Arial"/>
                <a:sym typeface="Arial"/>
              </a:rPr>
              <a:t>)  </a:t>
            </a:r>
          </a:p>
        </p:txBody>
      </p:sp>
      <p:sp>
        <p:nvSpPr>
          <p:cNvPr id="23" name="Google Shape;1926;p37">
            <a:extLst>
              <a:ext uri="{FF2B5EF4-FFF2-40B4-BE49-F238E27FC236}">
                <a16:creationId xmlns:a16="http://schemas.microsoft.com/office/drawing/2014/main" id="{916D5854-B898-5416-5F01-B7ADD3D9053E}"/>
              </a:ext>
            </a:extLst>
          </p:cNvPr>
          <p:cNvSpPr/>
          <p:nvPr/>
        </p:nvSpPr>
        <p:spPr>
          <a:xfrm>
            <a:off x="10709177" y="2604498"/>
            <a:ext cx="1296000" cy="540000"/>
          </a:xfrm>
          <a:prstGeom prst="rect">
            <a:avLst/>
          </a:prstGeom>
          <a:solidFill>
            <a:schemeClr val="accent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Commercial </a:t>
            </a:r>
            <a:r>
              <a:rPr lang="fr-FR" sz="1100" b="1" err="1">
                <a:solidFill>
                  <a:schemeClr val="lt1"/>
                </a:solidFill>
                <a:latin typeface="Arial"/>
                <a:cs typeface="Arial"/>
                <a:sym typeface="Arial"/>
              </a:rPr>
              <a:t>Order</a:t>
            </a:r>
            <a:endParaRPr lang="fr-FR" sz="1100" b="1">
              <a:solidFill>
                <a:schemeClr val="lt1"/>
              </a:solidFill>
              <a:latin typeface="Arial"/>
              <a:cs typeface="Arial"/>
              <a:sym typeface="Arial"/>
            </a:endParaRPr>
          </a:p>
          <a:p>
            <a:pPr marL="0" marR="0" lvl="0" indent="0" algn="ctr" rtl="0">
              <a:lnSpc>
                <a:spcPct val="100000"/>
              </a:lnSpc>
              <a:spcBef>
                <a:spcPts val="0"/>
              </a:spcBef>
              <a:spcAft>
                <a:spcPts val="0"/>
              </a:spcAft>
              <a:buNone/>
            </a:pPr>
            <a:r>
              <a:rPr lang="fr-FR" sz="800" b="1" i="1" err="1">
                <a:solidFill>
                  <a:schemeClr val="lt1"/>
                </a:solidFill>
                <a:latin typeface="Arial"/>
                <a:cs typeface="Arial"/>
                <a:sym typeface="Arial"/>
              </a:rPr>
              <a:t>Order</a:t>
            </a:r>
            <a:r>
              <a:rPr lang="fr-FR" sz="800" b="1" i="1">
                <a:solidFill>
                  <a:schemeClr val="lt1"/>
                </a:solidFill>
                <a:latin typeface="Arial"/>
                <a:cs typeface="Arial"/>
                <a:sym typeface="Arial"/>
              </a:rPr>
              <a:t> ID</a:t>
            </a:r>
            <a:endParaRPr lang="fr-FR" sz="1100" b="1" i="1">
              <a:solidFill>
                <a:schemeClr val="lt1"/>
              </a:solidFill>
              <a:latin typeface="Arial"/>
              <a:cs typeface="Arial"/>
              <a:sym typeface="Arial"/>
            </a:endParaRPr>
          </a:p>
        </p:txBody>
      </p:sp>
      <p:sp>
        <p:nvSpPr>
          <p:cNvPr id="24" name="Google Shape;1926;p37">
            <a:extLst>
              <a:ext uri="{FF2B5EF4-FFF2-40B4-BE49-F238E27FC236}">
                <a16:creationId xmlns:a16="http://schemas.microsoft.com/office/drawing/2014/main" id="{16F9ADDB-9417-2EE1-8870-13EAB33C53D5}"/>
              </a:ext>
            </a:extLst>
          </p:cNvPr>
          <p:cNvSpPr/>
          <p:nvPr/>
        </p:nvSpPr>
        <p:spPr>
          <a:xfrm>
            <a:off x="12301156" y="90259"/>
            <a:ext cx="1234800" cy="532800"/>
          </a:xfrm>
          <a:prstGeom prst="rect">
            <a:avLst/>
          </a:prstGeom>
          <a:solidFill>
            <a:schemeClr val="accent4"/>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Customer Contacts </a:t>
            </a:r>
          </a:p>
        </p:txBody>
      </p:sp>
      <p:sp>
        <p:nvSpPr>
          <p:cNvPr id="26" name="Google Shape;1926;p37">
            <a:extLst>
              <a:ext uri="{FF2B5EF4-FFF2-40B4-BE49-F238E27FC236}">
                <a16:creationId xmlns:a16="http://schemas.microsoft.com/office/drawing/2014/main" id="{4CC10565-45E0-250D-29EE-BE91B4A9AA3A}"/>
              </a:ext>
            </a:extLst>
          </p:cNvPr>
          <p:cNvSpPr/>
          <p:nvPr/>
        </p:nvSpPr>
        <p:spPr>
          <a:xfrm>
            <a:off x="13731855" y="79670"/>
            <a:ext cx="1234800" cy="532800"/>
          </a:xfrm>
          <a:prstGeom prst="rect">
            <a:avLst/>
          </a:prstGeom>
          <a:solidFill>
            <a:schemeClr val="accent4">
              <a:lumMod val="50000"/>
            </a:schemeClr>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Site </a:t>
            </a:r>
            <a:r>
              <a:rPr lang="fr-FR" sz="1100" b="1" err="1">
                <a:solidFill>
                  <a:schemeClr val="lt1"/>
                </a:solidFill>
                <a:latin typeface="Arial"/>
                <a:cs typeface="Arial"/>
                <a:sym typeface="Arial"/>
              </a:rPr>
              <a:t>Referential</a:t>
            </a:r>
            <a:endParaRPr lang="fr-FR" sz="1100" b="1">
              <a:solidFill>
                <a:schemeClr val="lt1"/>
              </a:solidFill>
              <a:latin typeface="Arial"/>
              <a:cs typeface="Arial"/>
              <a:sym typeface="Arial"/>
            </a:endParaRPr>
          </a:p>
        </p:txBody>
      </p:sp>
      <p:sp>
        <p:nvSpPr>
          <p:cNvPr id="27" name="Google Shape;1926;p37">
            <a:extLst>
              <a:ext uri="{FF2B5EF4-FFF2-40B4-BE49-F238E27FC236}">
                <a16:creationId xmlns:a16="http://schemas.microsoft.com/office/drawing/2014/main" id="{7D5C8588-9443-CB11-E26E-11B97B2F5170}"/>
              </a:ext>
            </a:extLst>
          </p:cNvPr>
          <p:cNvSpPr/>
          <p:nvPr/>
        </p:nvSpPr>
        <p:spPr>
          <a:xfrm>
            <a:off x="13731855" y="731980"/>
            <a:ext cx="1234800" cy="532800"/>
          </a:xfrm>
          <a:prstGeom prst="rect">
            <a:avLst/>
          </a:prstGeom>
          <a:solidFill>
            <a:schemeClr val="accent4">
              <a:lumMod val="50000"/>
            </a:schemeClr>
          </a:solidFill>
          <a:ln>
            <a:solidFill>
              <a:schemeClr val="tx1"/>
            </a:solid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Customer </a:t>
            </a:r>
            <a:r>
              <a:rPr lang="fr-FR" sz="1100" b="1" err="1">
                <a:solidFill>
                  <a:schemeClr val="lt1"/>
                </a:solidFill>
                <a:latin typeface="Arial"/>
                <a:cs typeface="Arial"/>
                <a:sym typeface="Arial"/>
              </a:rPr>
              <a:t>Referential</a:t>
            </a:r>
            <a:r>
              <a:rPr lang="fr-FR" sz="1100" b="1">
                <a:solidFill>
                  <a:schemeClr val="lt1"/>
                </a:solidFill>
                <a:latin typeface="Arial"/>
                <a:cs typeface="Arial"/>
                <a:sym typeface="Arial"/>
              </a:rPr>
              <a:t> </a:t>
            </a:r>
          </a:p>
        </p:txBody>
      </p:sp>
      <p:cxnSp>
        <p:nvCxnSpPr>
          <p:cNvPr id="49" name="Google Shape;2031;p37">
            <a:extLst>
              <a:ext uri="{FF2B5EF4-FFF2-40B4-BE49-F238E27FC236}">
                <a16:creationId xmlns:a16="http://schemas.microsoft.com/office/drawing/2014/main" id="{3C97B5F0-20C3-6BB4-C8CD-C4C06B40E1A1}"/>
              </a:ext>
            </a:extLst>
          </p:cNvPr>
          <p:cNvCxnSpPr>
            <a:cxnSpLocks/>
            <a:stCxn id="7" idx="3"/>
            <a:endCxn id="6" idx="1"/>
          </p:cNvCxnSpPr>
          <p:nvPr/>
        </p:nvCxnSpPr>
        <p:spPr>
          <a:xfrm>
            <a:off x="1514714" y="1017522"/>
            <a:ext cx="8189843" cy="12700"/>
          </a:xfrm>
          <a:prstGeom prst="bentConnector3">
            <a:avLst>
              <a:gd name="adj1" fmla="val 50000"/>
            </a:avLst>
          </a:prstGeom>
          <a:noFill/>
          <a:ln w="12700" cap="flat" cmpd="sng">
            <a:solidFill>
              <a:srgbClr val="BFBFBF"/>
            </a:solidFill>
            <a:prstDash val="solid"/>
            <a:round/>
            <a:headEnd type="none" w="sm" len="sm"/>
            <a:tailEnd type="none" w="sm" len="sm"/>
          </a:ln>
        </p:spPr>
      </p:cxnSp>
      <p:cxnSp>
        <p:nvCxnSpPr>
          <p:cNvPr id="54" name="Google Shape;2031;p37">
            <a:extLst>
              <a:ext uri="{FF2B5EF4-FFF2-40B4-BE49-F238E27FC236}">
                <a16:creationId xmlns:a16="http://schemas.microsoft.com/office/drawing/2014/main" id="{43142CF9-7933-1547-3E09-368CDF4E769D}"/>
              </a:ext>
            </a:extLst>
          </p:cNvPr>
          <p:cNvCxnSpPr>
            <a:cxnSpLocks/>
            <a:stCxn id="7" idx="0"/>
            <a:endCxn id="23" idx="0"/>
          </p:cNvCxnSpPr>
          <p:nvPr/>
        </p:nvCxnSpPr>
        <p:spPr>
          <a:xfrm rot="16200000" flipH="1">
            <a:off x="5236341" y="-3516338"/>
            <a:ext cx="1810117" cy="10431554"/>
          </a:xfrm>
          <a:prstGeom prst="bentConnector3">
            <a:avLst>
              <a:gd name="adj1" fmla="val -4803"/>
            </a:avLst>
          </a:prstGeom>
          <a:noFill/>
          <a:ln w="9525" cap="flat" cmpd="sng">
            <a:solidFill>
              <a:srgbClr val="BFBFBF"/>
            </a:solidFill>
            <a:prstDash val="solid"/>
            <a:round/>
            <a:headEnd type="none" w="sm" len="sm"/>
            <a:tailEnd type="none" w="sm" len="sm"/>
          </a:ln>
        </p:spPr>
      </p:cxnSp>
      <p:cxnSp>
        <p:nvCxnSpPr>
          <p:cNvPr id="59" name="Google Shape;2031;p37">
            <a:extLst>
              <a:ext uri="{FF2B5EF4-FFF2-40B4-BE49-F238E27FC236}">
                <a16:creationId xmlns:a16="http://schemas.microsoft.com/office/drawing/2014/main" id="{26D49328-D20B-6119-4FBE-E0F47D051D21}"/>
              </a:ext>
            </a:extLst>
          </p:cNvPr>
          <p:cNvCxnSpPr>
            <a:cxnSpLocks/>
            <a:stCxn id="7" idx="2"/>
            <a:endCxn id="11" idx="0"/>
          </p:cNvCxnSpPr>
          <p:nvPr/>
        </p:nvCxnSpPr>
        <p:spPr>
          <a:xfrm rot="16200000" flipH="1">
            <a:off x="802580" y="1363705"/>
            <a:ext cx="256972" cy="10886"/>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449" name="Google Shape;2031;p37">
            <a:extLst>
              <a:ext uri="{FF2B5EF4-FFF2-40B4-BE49-F238E27FC236}">
                <a16:creationId xmlns:a16="http://schemas.microsoft.com/office/drawing/2014/main" id="{9C1475FD-1D81-495D-92A5-AAF9CC3CA369}"/>
              </a:ext>
            </a:extLst>
          </p:cNvPr>
          <p:cNvCxnSpPr>
            <a:cxnSpLocks/>
            <a:stCxn id="23" idx="1"/>
            <a:endCxn id="16" idx="0"/>
          </p:cNvCxnSpPr>
          <p:nvPr/>
        </p:nvCxnSpPr>
        <p:spPr>
          <a:xfrm rot="10800000" flipV="1">
            <a:off x="7928769" y="2874497"/>
            <a:ext cx="2780408" cy="735145"/>
          </a:xfrm>
          <a:prstGeom prst="bentConnector2">
            <a:avLst/>
          </a:prstGeom>
          <a:noFill/>
          <a:ln w="12700" cap="flat" cmpd="sng">
            <a:solidFill>
              <a:srgbClr val="BFBFBF"/>
            </a:solidFill>
            <a:prstDash val="solid"/>
            <a:round/>
            <a:headEnd type="none" w="sm" len="sm"/>
            <a:tailEnd type="none" w="sm" len="sm"/>
          </a:ln>
        </p:spPr>
      </p:cxnSp>
      <p:cxnSp>
        <p:nvCxnSpPr>
          <p:cNvPr id="67" name="Google Shape;2031;p37">
            <a:extLst>
              <a:ext uri="{FF2B5EF4-FFF2-40B4-BE49-F238E27FC236}">
                <a16:creationId xmlns:a16="http://schemas.microsoft.com/office/drawing/2014/main" id="{8B8E8838-80C8-3357-0184-83BD7D735571}"/>
              </a:ext>
            </a:extLst>
          </p:cNvPr>
          <p:cNvCxnSpPr>
            <a:cxnSpLocks/>
            <a:stCxn id="8" idx="0"/>
            <a:endCxn id="6" idx="2"/>
          </p:cNvCxnSpPr>
          <p:nvPr/>
        </p:nvCxnSpPr>
        <p:spPr>
          <a:xfrm rot="5400000" flipH="1" flipV="1">
            <a:off x="7562361" y="-229489"/>
            <a:ext cx="1261136" cy="4201439"/>
          </a:xfrm>
          <a:prstGeom prst="bentConnector3">
            <a:avLst>
              <a:gd name="adj1" fmla="val 50000"/>
            </a:avLst>
          </a:prstGeom>
          <a:noFill/>
          <a:ln w="12700" cap="flat" cmpd="sng">
            <a:solidFill>
              <a:srgbClr val="BFBFBF"/>
            </a:solidFill>
            <a:prstDash val="solid"/>
            <a:round/>
            <a:headEnd type="none" w="sm" len="sm"/>
            <a:tailEnd type="none" w="sm" len="sm"/>
          </a:ln>
        </p:spPr>
      </p:cxnSp>
      <p:cxnSp>
        <p:nvCxnSpPr>
          <p:cNvPr id="86" name="Google Shape;2031;p37">
            <a:extLst>
              <a:ext uri="{FF2B5EF4-FFF2-40B4-BE49-F238E27FC236}">
                <a16:creationId xmlns:a16="http://schemas.microsoft.com/office/drawing/2014/main" id="{A591D3E3-0CF8-EE50-E3BB-964B3FAE17F5}"/>
              </a:ext>
            </a:extLst>
          </p:cNvPr>
          <p:cNvCxnSpPr>
            <a:cxnSpLocks/>
            <a:stCxn id="3" idx="1"/>
            <a:endCxn id="11" idx="3"/>
          </p:cNvCxnSpPr>
          <p:nvPr/>
        </p:nvCxnSpPr>
        <p:spPr>
          <a:xfrm rot="10800000" flipV="1">
            <a:off x="1525600" y="1715563"/>
            <a:ext cx="922726" cy="5212"/>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89" name="Google Shape;2031;p37">
            <a:extLst>
              <a:ext uri="{FF2B5EF4-FFF2-40B4-BE49-F238E27FC236}">
                <a16:creationId xmlns:a16="http://schemas.microsoft.com/office/drawing/2014/main" id="{414027F7-B114-F1D1-DCEE-36577952C65F}"/>
              </a:ext>
            </a:extLst>
          </p:cNvPr>
          <p:cNvCxnSpPr>
            <a:cxnSpLocks/>
            <a:stCxn id="3" idx="2"/>
            <a:endCxn id="8" idx="1"/>
          </p:cNvCxnSpPr>
          <p:nvPr/>
        </p:nvCxnSpPr>
        <p:spPr>
          <a:xfrm rot="16200000" flipH="1">
            <a:off x="3473267" y="1502854"/>
            <a:ext cx="923095" cy="1794792"/>
          </a:xfrm>
          <a:prstGeom prst="bentConnector2">
            <a:avLst/>
          </a:prstGeom>
          <a:noFill/>
          <a:ln w="9525" cap="flat" cmpd="sng">
            <a:solidFill>
              <a:srgbClr val="BFBFBF"/>
            </a:solidFill>
            <a:prstDash val="solid"/>
            <a:round/>
            <a:headEnd type="none" w="sm" len="sm"/>
            <a:tailEnd type="none" w="sm" len="sm"/>
          </a:ln>
        </p:spPr>
      </p:cxnSp>
      <p:cxnSp>
        <p:nvCxnSpPr>
          <p:cNvPr id="131" name="Google Shape;2031;p37">
            <a:extLst>
              <a:ext uri="{FF2B5EF4-FFF2-40B4-BE49-F238E27FC236}">
                <a16:creationId xmlns:a16="http://schemas.microsoft.com/office/drawing/2014/main" id="{6940925C-8575-C1F7-226B-A4725DE6EA66}"/>
              </a:ext>
            </a:extLst>
          </p:cNvPr>
          <p:cNvCxnSpPr>
            <a:cxnSpLocks/>
            <a:stCxn id="13" idx="1"/>
            <a:endCxn id="134" idx="3"/>
          </p:cNvCxnSpPr>
          <p:nvPr/>
        </p:nvCxnSpPr>
        <p:spPr>
          <a:xfrm rot="10800000" flipV="1">
            <a:off x="3023381" y="4794333"/>
            <a:ext cx="2122172" cy="4530"/>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177" name="Google Shape;2031;p37">
            <a:extLst>
              <a:ext uri="{FF2B5EF4-FFF2-40B4-BE49-F238E27FC236}">
                <a16:creationId xmlns:a16="http://schemas.microsoft.com/office/drawing/2014/main" id="{DA731EB4-A979-000A-43AA-6B22CE59161B}"/>
              </a:ext>
            </a:extLst>
          </p:cNvPr>
          <p:cNvCxnSpPr>
            <a:cxnSpLocks/>
            <a:stCxn id="13" idx="0"/>
            <a:endCxn id="8" idx="2"/>
          </p:cNvCxnSpPr>
          <p:nvPr/>
        </p:nvCxnSpPr>
        <p:spPr>
          <a:xfrm rot="5400000" flipH="1" flipV="1">
            <a:off x="5454703" y="3859305"/>
            <a:ext cx="1275014" cy="12700"/>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180" name="Google Shape;2031;p37">
            <a:extLst>
              <a:ext uri="{FF2B5EF4-FFF2-40B4-BE49-F238E27FC236}">
                <a16:creationId xmlns:a16="http://schemas.microsoft.com/office/drawing/2014/main" id="{99BB98A2-7989-3428-86AB-81E7E82683F2}"/>
              </a:ext>
            </a:extLst>
          </p:cNvPr>
          <p:cNvCxnSpPr>
            <a:cxnSpLocks/>
            <a:stCxn id="31" idx="0"/>
            <a:endCxn id="13" idx="2"/>
          </p:cNvCxnSpPr>
          <p:nvPr/>
        </p:nvCxnSpPr>
        <p:spPr>
          <a:xfrm rot="16200000" flipV="1">
            <a:off x="6756508" y="4427556"/>
            <a:ext cx="507965" cy="1836559"/>
          </a:xfrm>
          <a:prstGeom prst="bentConnector3">
            <a:avLst>
              <a:gd name="adj1" fmla="val 21462"/>
            </a:avLst>
          </a:prstGeom>
          <a:noFill/>
          <a:ln w="9525" cap="flat" cmpd="sng">
            <a:solidFill>
              <a:srgbClr val="BFBFBF"/>
            </a:solidFill>
            <a:prstDash val="solid"/>
            <a:round/>
            <a:headEnd type="none" w="sm" len="sm"/>
            <a:tailEnd type="none" w="sm" len="sm"/>
          </a:ln>
        </p:spPr>
      </p:cxnSp>
      <p:sp>
        <p:nvSpPr>
          <p:cNvPr id="194" name="Triangle isocèle 193">
            <a:extLst>
              <a:ext uri="{FF2B5EF4-FFF2-40B4-BE49-F238E27FC236}">
                <a16:creationId xmlns:a16="http://schemas.microsoft.com/office/drawing/2014/main" id="{A929812B-EA24-9B01-0095-C4547BC12BDC}"/>
              </a:ext>
            </a:extLst>
          </p:cNvPr>
          <p:cNvSpPr/>
          <p:nvPr/>
        </p:nvSpPr>
        <p:spPr>
          <a:xfrm>
            <a:off x="5946069" y="5100319"/>
            <a:ext cx="284296" cy="12571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198" name="Google Shape;2033;p37">
            <a:extLst>
              <a:ext uri="{FF2B5EF4-FFF2-40B4-BE49-F238E27FC236}">
                <a16:creationId xmlns:a16="http://schemas.microsoft.com/office/drawing/2014/main" id="{6FA6BFA2-71AF-B8A8-4474-225DBA172736}"/>
              </a:ext>
            </a:extLst>
          </p:cNvPr>
          <p:cNvSpPr/>
          <p:nvPr/>
        </p:nvSpPr>
        <p:spPr>
          <a:xfrm>
            <a:off x="4344876" y="4165069"/>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0,n</a:t>
            </a:r>
            <a:endParaRPr>
              <a:solidFill>
                <a:schemeClr val="bg1"/>
              </a:solidFill>
            </a:endParaRPr>
          </a:p>
        </p:txBody>
      </p:sp>
      <p:sp>
        <p:nvSpPr>
          <p:cNvPr id="207" name="Losange 206">
            <a:extLst>
              <a:ext uri="{FF2B5EF4-FFF2-40B4-BE49-F238E27FC236}">
                <a16:creationId xmlns:a16="http://schemas.microsoft.com/office/drawing/2014/main" id="{7D7A4EEB-A71F-04FD-9318-46C8A85BCC01}"/>
              </a:ext>
            </a:extLst>
          </p:cNvPr>
          <p:cNvSpPr/>
          <p:nvPr/>
        </p:nvSpPr>
        <p:spPr>
          <a:xfrm rot="16200000">
            <a:off x="5920452" y="3301762"/>
            <a:ext cx="358681" cy="207223"/>
          </a:xfrm>
          <a:prstGeom prst="diamon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08" name="Google Shape;2033;p37">
            <a:extLst>
              <a:ext uri="{FF2B5EF4-FFF2-40B4-BE49-F238E27FC236}">
                <a16:creationId xmlns:a16="http://schemas.microsoft.com/office/drawing/2014/main" id="{40099FBD-68DA-40D8-483F-508B6FEB29FC}"/>
              </a:ext>
            </a:extLst>
          </p:cNvPr>
          <p:cNvSpPr/>
          <p:nvPr/>
        </p:nvSpPr>
        <p:spPr>
          <a:xfrm>
            <a:off x="7061331" y="4646262"/>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sp>
        <p:nvSpPr>
          <p:cNvPr id="212" name="Google Shape;2034;p37">
            <a:extLst>
              <a:ext uri="{FF2B5EF4-FFF2-40B4-BE49-F238E27FC236}">
                <a16:creationId xmlns:a16="http://schemas.microsoft.com/office/drawing/2014/main" id="{70A5CC15-AF20-BCB0-0E8E-D700A7EEA7A3}"/>
              </a:ext>
            </a:extLst>
          </p:cNvPr>
          <p:cNvSpPr txBox="1"/>
          <p:nvPr/>
        </p:nvSpPr>
        <p:spPr>
          <a:xfrm>
            <a:off x="9081060" y="1681318"/>
            <a:ext cx="947339" cy="2109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err="1">
                <a:solidFill>
                  <a:schemeClr val="bg1"/>
                </a:solidFill>
                <a:latin typeface="Arial"/>
                <a:cs typeface="Arial"/>
                <a:sym typeface="Arial"/>
              </a:rPr>
              <a:t>Quote</a:t>
            </a:r>
            <a:r>
              <a:rPr lang="fr-FR" sz="800">
                <a:solidFill>
                  <a:schemeClr val="bg1"/>
                </a:solidFill>
                <a:latin typeface="Arial"/>
                <a:cs typeface="Arial"/>
                <a:sym typeface="Arial"/>
              </a:rPr>
              <a:t> </a:t>
            </a:r>
            <a:r>
              <a:rPr lang="fr-FR" sz="800" err="1">
                <a:solidFill>
                  <a:schemeClr val="bg1"/>
                </a:solidFill>
                <a:latin typeface="Arial"/>
                <a:cs typeface="Arial"/>
                <a:sym typeface="Arial"/>
              </a:rPr>
              <a:t>linked</a:t>
            </a:r>
            <a:r>
              <a:rPr lang="fr-FR" sz="800">
                <a:solidFill>
                  <a:schemeClr val="bg1"/>
                </a:solidFill>
                <a:latin typeface="Arial"/>
                <a:cs typeface="Arial"/>
                <a:sym typeface="Arial"/>
              </a:rPr>
              <a:t> to </a:t>
            </a:r>
            <a:endParaRPr sz="1100">
              <a:solidFill>
                <a:schemeClr val="bg1"/>
              </a:solidFill>
            </a:endParaRPr>
          </a:p>
        </p:txBody>
      </p:sp>
      <p:sp>
        <p:nvSpPr>
          <p:cNvPr id="213" name="Google Shape;2033;p37">
            <a:extLst>
              <a:ext uri="{FF2B5EF4-FFF2-40B4-BE49-F238E27FC236}">
                <a16:creationId xmlns:a16="http://schemas.microsoft.com/office/drawing/2014/main" id="{4D44A88B-2C1F-8518-D546-B5B7525B488A}"/>
              </a:ext>
            </a:extLst>
          </p:cNvPr>
          <p:cNvSpPr/>
          <p:nvPr/>
        </p:nvSpPr>
        <p:spPr>
          <a:xfrm>
            <a:off x="10241384" y="125040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14" name="Google Shape;2033;p37">
            <a:extLst>
              <a:ext uri="{FF2B5EF4-FFF2-40B4-BE49-F238E27FC236}">
                <a16:creationId xmlns:a16="http://schemas.microsoft.com/office/drawing/2014/main" id="{AEBDABCB-589C-F314-7615-51A4C405ECED}"/>
              </a:ext>
            </a:extLst>
          </p:cNvPr>
          <p:cNvSpPr/>
          <p:nvPr/>
        </p:nvSpPr>
        <p:spPr>
          <a:xfrm>
            <a:off x="6098560" y="3245480"/>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15" name="Google Shape;2033;p37">
            <a:extLst>
              <a:ext uri="{FF2B5EF4-FFF2-40B4-BE49-F238E27FC236}">
                <a16:creationId xmlns:a16="http://schemas.microsoft.com/office/drawing/2014/main" id="{834F6E17-3D97-ABB0-2DC0-B9DEA8D0298A}"/>
              </a:ext>
            </a:extLst>
          </p:cNvPr>
          <p:cNvSpPr/>
          <p:nvPr/>
        </p:nvSpPr>
        <p:spPr>
          <a:xfrm>
            <a:off x="1477611" y="878769"/>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16" name="Google Shape;2033;p37">
            <a:extLst>
              <a:ext uri="{FF2B5EF4-FFF2-40B4-BE49-F238E27FC236}">
                <a16:creationId xmlns:a16="http://schemas.microsoft.com/office/drawing/2014/main" id="{D602128C-4610-7072-BBB9-227885ECA19D}"/>
              </a:ext>
            </a:extLst>
          </p:cNvPr>
          <p:cNvSpPr/>
          <p:nvPr/>
        </p:nvSpPr>
        <p:spPr>
          <a:xfrm>
            <a:off x="9439515" y="906850"/>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sp>
        <p:nvSpPr>
          <p:cNvPr id="217" name="Google Shape;2033;p37">
            <a:extLst>
              <a:ext uri="{FF2B5EF4-FFF2-40B4-BE49-F238E27FC236}">
                <a16:creationId xmlns:a16="http://schemas.microsoft.com/office/drawing/2014/main" id="{D06E220E-3C70-E989-349D-0A53A53C898B}"/>
              </a:ext>
            </a:extLst>
          </p:cNvPr>
          <p:cNvSpPr/>
          <p:nvPr/>
        </p:nvSpPr>
        <p:spPr>
          <a:xfrm>
            <a:off x="3022131" y="1975973"/>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0,1</a:t>
            </a:r>
            <a:endParaRPr>
              <a:solidFill>
                <a:schemeClr val="bg1"/>
              </a:solidFill>
            </a:endParaRPr>
          </a:p>
        </p:txBody>
      </p:sp>
      <p:sp>
        <p:nvSpPr>
          <p:cNvPr id="219" name="Google Shape;2033;p37">
            <a:extLst>
              <a:ext uri="{FF2B5EF4-FFF2-40B4-BE49-F238E27FC236}">
                <a16:creationId xmlns:a16="http://schemas.microsoft.com/office/drawing/2014/main" id="{607561A5-5211-7C22-0A5E-F4963C11A0C2}"/>
              </a:ext>
            </a:extLst>
          </p:cNvPr>
          <p:cNvSpPr/>
          <p:nvPr/>
        </p:nvSpPr>
        <p:spPr>
          <a:xfrm>
            <a:off x="4444311" y="273780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sp>
        <p:nvSpPr>
          <p:cNvPr id="220" name="Google Shape;2033;p37">
            <a:extLst>
              <a:ext uri="{FF2B5EF4-FFF2-40B4-BE49-F238E27FC236}">
                <a16:creationId xmlns:a16="http://schemas.microsoft.com/office/drawing/2014/main" id="{A8EEFC05-F8A5-537A-1A8E-060EF446EDAA}"/>
              </a:ext>
            </a:extLst>
          </p:cNvPr>
          <p:cNvSpPr/>
          <p:nvPr/>
        </p:nvSpPr>
        <p:spPr>
          <a:xfrm>
            <a:off x="5816199" y="2354381"/>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sp>
        <p:nvSpPr>
          <p:cNvPr id="227" name="Google Shape;2033;p37">
            <a:extLst>
              <a:ext uri="{FF2B5EF4-FFF2-40B4-BE49-F238E27FC236}">
                <a16:creationId xmlns:a16="http://schemas.microsoft.com/office/drawing/2014/main" id="{949F7C57-DA5A-2A5C-FE5E-35C12C2D413C}"/>
              </a:ext>
            </a:extLst>
          </p:cNvPr>
          <p:cNvSpPr/>
          <p:nvPr/>
        </p:nvSpPr>
        <p:spPr>
          <a:xfrm>
            <a:off x="6979387" y="3697076"/>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0,n</a:t>
            </a:r>
            <a:endParaRPr>
              <a:solidFill>
                <a:schemeClr val="bg1"/>
              </a:solidFill>
            </a:endParaRPr>
          </a:p>
        </p:txBody>
      </p:sp>
      <p:sp>
        <p:nvSpPr>
          <p:cNvPr id="228" name="Google Shape;2033;p37">
            <a:extLst>
              <a:ext uri="{FF2B5EF4-FFF2-40B4-BE49-F238E27FC236}">
                <a16:creationId xmlns:a16="http://schemas.microsoft.com/office/drawing/2014/main" id="{9EDC4EC9-546F-1C18-944D-F851E37E01FE}"/>
              </a:ext>
            </a:extLst>
          </p:cNvPr>
          <p:cNvSpPr/>
          <p:nvPr/>
        </p:nvSpPr>
        <p:spPr>
          <a:xfrm>
            <a:off x="8945754" y="3727858"/>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sp>
        <p:nvSpPr>
          <p:cNvPr id="230" name="Google Shape;2033;p37">
            <a:extLst>
              <a:ext uri="{FF2B5EF4-FFF2-40B4-BE49-F238E27FC236}">
                <a16:creationId xmlns:a16="http://schemas.microsoft.com/office/drawing/2014/main" id="{E392D058-7157-9404-BB6F-BDA13FDEC785}"/>
              </a:ext>
            </a:extLst>
          </p:cNvPr>
          <p:cNvSpPr/>
          <p:nvPr/>
        </p:nvSpPr>
        <p:spPr>
          <a:xfrm>
            <a:off x="6195228" y="511930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31" name="Google Shape;2033;p37">
            <a:extLst>
              <a:ext uri="{FF2B5EF4-FFF2-40B4-BE49-F238E27FC236}">
                <a16:creationId xmlns:a16="http://schemas.microsoft.com/office/drawing/2014/main" id="{77F5C406-052E-EED0-B80C-171D9C19A2C2}"/>
              </a:ext>
            </a:extLst>
          </p:cNvPr>
          <p:cNvSpPr/>
          <p:nvPr/>
        </p:nvSpPr>
        <p:spPr>
          <a:xfrm>
            <a:off x="7887606" y="5455418"/>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dirty="0">
                <a:solidFill>
                  <a:schemeClr val="bg1"/>
                </a:solidFill>
                <a:latin typeface="Arial"/>
                <a:ea typeface="Arial"/>
                <a:cs typeface="Arial"/>
                <a:sym typeface="Arial"/>
              </a:rPr>
              <a:t>1</a:t>
            </a:r>
            <a:endParaRPr dirty="0">
              <a:solidFill>
                <a:schemeClr val="bg1"/>
              </a:solidFill>
            </a:endParaRPr>
          </a:p>
        </p:txBody>
      </p:sp>
      <p:sp>
        <p:nvSpPr>
          <p:cNvPr id="233" name="Google Shape;2033;p37">
            <a:extLst>
              <a:ext uri="{FF2B5EF4-FFF2-40B4-BE49-F238E27FC236}">
                <a16:creationId xmlns:a16="http://schemas.microsoft.com/office/drawing/2014/main" id="{B8993B8B-6953-9782-C1E0-94ED6201DBBA}"/>
              </a:ext>
            </a:extLst>
          </p:cNvPr>
          <p:cNvSpPr/>
          <p:nvPr/>
        </p:nvSpPr>
        <p:spPr>
          <a:xfrm>
            <a:off x="4912284" y="449676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cxnSp>
        <p:nvCxnSpPr>
          <p:cNvPr id="241" name="Google Shape;2031;p37">
            <a:extLst>
              <a:ext uri="{FF2B5EF4-FFF2-40B4-BE49-F238E27FC236}">
                <a16:creationId xmlns:a16="http://schemas.microsoft.com/office/drawing/2014/main" id="{F0A82D4B-5B45-2090-7CBA-A89A6AFE0184}"/>
              </a:ext>
            </a:extLst>
          </p:cNvPr>
          <p:cNvCxnSpPr>
            <a:cxnSpLocks/>
            <a:stCxn id="243" idx="1"/>
            <a:endCxn id="483" idx="3"/>
          </p:cNvCxnSpPr>
          <p:nvPr/>
        </p:nvCxnSpPr>
        <p:spPr>
          <a:xfrm rot="10800000" flipV="1">
            <a:off x="4382397" y="5017716"/>
            <a:ext cx="529426" cy="309953"/>
          </a:xfrm>
          <a:prstGeom prst="bentConnector3">
            <a:avLst>
              <a:gd name="adj1" fmla="val 50000"/>
            </a:avLst>
          </a:prstGeom>
          <a:noFill/>
          <a:ln w="9525" cap="flat" cmpd="sng">
            <a:solidFill>
              <a:srgbClr val="BFBFBF"/>
            </a:solidFill>
            <a:prstDash val="solid"/>
            <a:round/>
            <a:headEnd type="none" w="sm" len="sm"/>
            <a:tailEnd type="none" w="sm" len="sm"/>
          </a:ln>
        </p:spPr>
      </p:cxnSp>
      <p:sp>
        <p:nvSpPr>
          <p:cNvPr id="242" name="Google Shape;2033;p37">
            <a:extLst>
              <a:ext uri="{FF2B5EF4-FFF2-40B4-BE49-F238E27FC236}">
                <a16:creationId xmlns:a16="http://schemas.microsoft.com/office/drawing/2014/main" id="{1E2986F4-9E6F-AE2B-642E-0AF47AE2A841}"/>
              </a:ext>
            </a:extLst>
          </p:cNvPr>
          <p:cNvSpPr/>
          <p:nvPr/>
        </p:nvSpPr>
        <p:spPr>
          <a:xfrm>
            <a:off x="4362658" y="518790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0,n</a:t>
            </a:r>
            <a:endParaRPr>
              <a:solidFill>
                <a:schemeClr val="bg1"/>
              </a:solidFill>
            </a:endParaRPr>
          </a:p>
        </p:txBody>
      </p:sp>
      <p:sp>
        <p:nvSpPr>
          <p:cNvPr id="243" name="Google Shape;2033;p37">
            <a:extLst>
              <a:ext uri="{FF2B5EF4-FFF2-40B4-BE49-F238E27FC236}">
                <a16:creationId xmlns:a16="http://schemas.microsoft.com/office/drawing/2014/main" id="{FC469B40-7B5B-B9AC-F1EE-CF59672B4D1D}"/>
              </a:ext>
            </a:extLst>
          </p:cNvPr>
          <p:cNvSpPr/>
          <p:nvPr/>
        </p:nvSpPr>
        <p:spPr>
          <a:xfrm>
            <a:off x="4911823" y="4956281"/>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48" name="Google Shape;2033;p37">
            <a:extLst>
              <a:ext uri="{FF2B5EF4-FFF2-40B4-BE49-F238E27FC236}">
                <a16:creationId xmlns:a16="http://schemas.microsoft.com/office/drawing/2014/main" id="{3C54EB62-F2B6-0977-7DF6-4F06CAAF8405}"/>
              </a:ext>
            </a:extLst>
          </p:cNvPr>
          <p:cNvSpPr/>
          <p:nvPr/>
        </p:nvSpPr>
        <p:spPr>
          <a:xfrm>
            <a:off x="2946643" y="4664704"/>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56" name="Google Shape;2033;p37">
            <a:extLst>
              <a:ext uri="{FF2B5EF4-FFF2-40B4-BE49-F238E27FC236}">
                <a16:creationId xmlns:a16="http://schemas.microsoft.com/office/drawing/2014/main" id="{137E3876-C930-CA38-7618-E114BCD011AF}"/>
              </a:ext>
            </a:extLst>
          </p:cNvPr>
          <p:cNvSpPr/>
          <p:nvPr/>
        </p:nvSpPr>
        <p:spPr>
          <a:xfrm>
            <a:off x="1487603" y="1597901"/>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258" name="Losange 257">
            <a:extLst>
              <a:ext uri="{FF2B5EF4-FFF2-40B4-BE49-F238E27FC236}">
                <a16:creationId xmlns:a16="http://schemas.microsoft.com/office/drawing/2014/main" id="{857DF153-823B-2443-C4D6-F27741A5C4FB}"/>
              </a:ext>
            </a:extLst>
          </p:cNvPr>
          <p:cNvSpPr/>
          <p:nvPr/>
        </p:nvSpPr>
        <p:spPr>
          <a:xfrm rot="5400000">
            <a:off x="6363916" y="4214742"/>
            <a:ext cx="321039" cy="156023"/>
          </a:xfrm>
          <a:prstGeom prst="diamond">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59" name="Google Shape;2033;p37">
            <a:extLst>
              <a:ext uri="{FF2B5EF4-FFF2-40B4-BE49-F238E27FC236}">
                <a16:creationId xmlns:a16="http://schemas.microsoft.com/office/drawing/2014/main" id="{1D6E40B0-C984-4248-2162-A01D8199B0A0}"/>
              </a:ext>
            </a:extLst>
          </p:cNvPr>
          <p:cNvSpPr/>
          <p:nvPr/>
        </p:nvSpPr>
        <p:spPr>
          <a:xfrm>
            <a:off x="944059" y="6094355"/>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dirty="0">
                <a:solidFill>
                  <a:schemeClr val="bg1"/>
                </a:solidFill>
                <a:latin typeface="Arial"/>
                <a:ea typeface="Arial"/>
                <a:cs typeface="Arial"/>
                <a:sym typeface="Arial"/>
              </a:rPr>
              <a:t>0,1</a:t>
            </a:r>
            <a:endParaRPr dirty="0">
              <a:solidFill>
                <a:schemeClr val="bg1"/>
              </a:solidFill>
            </a:endParaRPr>
          </a:p>
        </p:txBody>
      </p:sp>
      <p:cxnSp>
        <p:nvCxnSpPr>
          <p:cNvPr id="18" name="Google Shape;2031;p37">
            <a:extLst>
              <a:ext uri="{FF2B5EF4-FFF2-40B4-BE49-F238E27FC236}">
                <a16:creationId xmlns:a16="http://schemas.microsoft.com/office/drawing/2014/main" id="{F1CEE1A5-EA27-5077-9247-7BC132D28B58}"/>
              </a:ext>
            </a:extLst>
          </p:cNvPr>
          <p:cNvCxnSpPr>
            <a:cxnSpLocks/>
            <a:stCxn id="116" idx="0"/>
            <a:endCxn id="12" idx="3"/>
          </p:cNvCxnSpPr>
          <p:nvPr/>
        </p:nvCxnSpPr>
        <p:spPr>
          <a:xfrm rot="16200000" flipV="1">
            <a:off x="3788604" y="2569348"/>
            <a:ext cx="917297" cy="2644523"/>
          </a:xfrm>
          <a:prstGeom prst="bentConnector2">
            <a:avLst/>
          </a:prstGeom>
          <a:noFill/>
          <a:ln w="12700" cap="flat" cmpd="sng">
            <a:solidFill>
              <a:srgbClr val="BFBFBF"/>
            </a:solidFill>
            <a:prstDash val="dash"/>
            <a:round/>
            <a:headEnd type="none" w="sm" len="sm"/>
            <a:tailEnd type="none" w="sm" len="sm"/>
          </a:ln>
        </p:spPr>
      </p:cxnSp>
      <p:sp>
        <p:nvSpPr>
          <p:cNvPr id="30" name="Google Shape;2033;p37">
            <a:extLst>
              <a:ext uri="{FF2B5EF4-FFF2-40B4-BE49-F238E27FC236}">
                <a16:creationId xmlns:a16="http://schemas.microsoft.com/office/drawing/2014/main" id="{32F7FD54-3D5E-2607-A540-962A59832D27}"/>
              </a:ext>
            </a:extLst>
          </p:cNvPr>
          <p:cNvSpPr/>
          <p:nvPr/>
        </p:nvSpPr>
        <p:spPr>
          <a:xfrm>
            <a:off x="7280650" y="2744905"/>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dk1"/>
                </a:solidFill>
                <a:latin typeface="Arial"/>
                <a:ea typeface="Arial"/>
                <a:cs typeface="Arial"/>
                <a:sym typeface="Arial"/>
              </a:rPr>
              <a:t>1</a:t>
            </a:r>
            <a:endParaRPr/>
          </a:p>
        </p:txBody>
      </p:sp>
      <p:sp>
        <p:nvSpPr>
          <p:cNvPr id="32" name="Google Shape;2033;p37">
            <a:extLst>
              <a:ext uri="{FF2B5EF4-FFF2-40B4-BE49-F238E27FC236}">
                <a16:creationId xmlns:a16="http://schemas.microsoft.com/office/drawing/2014/main" id="{BF961944-F4E2-45D4-57FD-40D5A14897DA}"/>
              </a:ext>
            </a:extLst>
          </p:cNvPr>
          <p:cNvSpPr/>
          <p:nvPr/>
        </p:nvSpPr>
        <p:spPr>
          <a:xfrm>
            <a:off x="2892512" y="3279238"/>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dirty="0">
                <a:solidFill>
                  <a:schemeClr val="bg1"/>
                </a:solidFill>
                <a:latin typeface="Arial"/>
                <a:ea typeface="Arial"/>
                <a:cs typeface="Arial"/>
                <a:sym typeface="Arial"/>
              </a:rPr>
              <a:t>1</a:t>
            </a:r>
            <a:endParaRPr dirty="0">
              <a:solidFill>
                <a:schemeClr val="bg1"/>
              </a:solidFill>
            </a:endParaRPr>
          </a:p>
        </p:txBody>
      </p:sp>
      <p:sp>
        <p:nvSpPr>
          <p:cNvPr id="33" name="Google Shape;2034;p37">
            <a:extLst>
              <a:ext uri="{FF2B5EF4-FFF2-40B4-BE49-F238E27FC236}">
                <a16:creationId xmlns:a16="http://schemas.microsoft.com/office/drawing/2014/main" id="{282B1F6F-44F7-A41C-B15A-75BF9E305BF7}"/>
              </a:ext>
            </a:extLst>
          </p:cNvPr>
          <p:cNvSpPr txBox="1"/>
          <p:nvPr/>
        </p:nvSpPr>
        <p:spPr>
          <a:xfrm>
            <a:off x="3136960" y="3447204"/>
            <a:ext cx="2404954" cy="3204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fr-FR" sz="800" dirty="0">
                <a:solidFill>
                  <a:srgbClr val="FF0000"/>
                </a:solidFill>
                <a:latin typeface="Arial"/>
                <a:cs typeface="Arial"/>
                <a:sym typeface="Arial"/>
              </a:rPr>
              <a:t>TBC on service </a:t>
            </a:r>
            <a:r>
              <a:rPr lang="fr-FR" sz="800" dirty="0" err="1">
                <a:solidFill>
                  <a:srgbClr val="FF0000"/>
                </a:solidFill>
                <a:latin typeface="Arial"/>
                <a:cs typeface="Arial"/>
                <a:sym typeface="Arial"/>
              </a:rPr>
              <a:t>contract</a:t>
            </a:r>
            <a:r>
              <a:rPr lang="fr-FR" sz="800" dirty="0">
                <a:solidFill>
                  <a:srgbClr val="FF0000"/>
                </a:solidFill>
                <a:latin typeface="Arial"/>
                <a:cs typeface="Arial"/>
                <a:sym typeface="Arial"/>
              </a:rPr>
              <a:t> per </a:t>
            </a:r>
            <a:r>
              <a:rPr lang="fr-FR" sz="800" dirty="0" err="1">
                <a:solidFill>
                  <a:srgbClr val="FF0000"/>
                </a:solidFill>
                <a:latin typeface="Arial"/>
                <a:cs typeface="Arial"/>
                <a:sym typeface="Arial"/>
              </a:rPr>
              <a:t>product</a:t>
            </a:r>
            <a:r>
              <a:rPr lang="fr-FR" sz="800" dirty="0">
                <a:solidFill>
                  <a:srgbClr val="FF0000"/>
                </a:solidFill>
                <a:latin typeface="Arial"/>
                <a:cs typeface="Arial"/>
                <a:sym typeface="Arial"/>
              </a:rPr>
              <a:t> /site.</a:t>
            </a:r>
          </a:p>
          <a:p>
            <a:pPr marL="0" marR="0" lvl="0" indent="0" algn="ctr" rtl="0">
              <a:lnSpc>
                <a:spcPct val="100000"/>
              </a:lnSpc>
              <a:spcBef>
                <a:spcPts val="0"/>
              </a:spcBef>
              <a:spcAft>
                <a:spcPts val="0"/>
              </a:spcAft>
              <a:buNone/>
            </a:pPr>
            <a:r>
              <a:rPr lang="fr-FR" sz="800" dirty="0">
                <a:solidFill>
                  <a:srgbClr val="FF0000"/>
                </a:solidFill>
                <a:latin typeface="Arial"/>
                <a:cs typeface="Arial"/>
                <a:sym typeface="Arial"/>
              </a:rPr>
              <a:t>Is </a:t>
            </a:r>
            <a:r>
              <a:rPr lang="fr-FR" sz="800" dirty="0" err="1">
                <a:solidFill>
                  <a:srgbClr val="FF0000"/>
                </a:solidFill>
                <a:latin typeface="Arial"/>
                <a:cs typeface="Arial"/>
                <a:sym typeface="Arial"/>
              </a:rPr>
              <a:t>there</a:t>
            </a:r>
            <a:r>
              <a:rPr lang="fr-FR" sz="800" dirty="0">
                <a:solidFill>
                  <a:srgbClr val="FF0000"/>
                </a:solidFill>
                <a:latin typeface="Arial"/>
                <a:cs typeface="Arial"/>
                <a:sym typeface="Arial"/>
              </a:rPr>
              <a:t> an </a:t>
            </a:r>
            <a:r>
              <a:rPr lang="fr-FR" sz="800" dirty="0" err="1">
                <a:solidFill>
                  <a:srgbClr val="FF0000"/>
                </a:solidFill>
                <a:latin typeface="Arial"/>
                <a:cs typeface="Arial"/>
                <a:sym typeface="Arial"/>
              </a:rPr>
              <a:t>overarching</a:t>
            </a:r>
            <a:r>
              <a:rPr lang="fr-FR" sz="800" dirty="0">
                <a:solidFill>
                  <a:srgbClr val="FF0000"/>
                </a:solidFill>
                <a:latin typeface="Arial"/>
                <a:cs typeface="Arial"/>
                <a:sym typeface="Arial"/>
              </a:rPr>
              <a:t> </a:t>
            </a:r>
            <a:r>
              <a:rPr lang="fr-FR" sz="800" dirty="0" err="1">
                <a:solidFill>
                  <a:srgbClr val="FF0000"/>
                </a:solidFill>
                <a:latin typeface="Arial"/>
                <a:cs typeface="Arial"/>
                <a:sym typeface="Arial"/>
              </a:rPr>
              <a:t>contract</a:t>
            </a:r>
            <a:r>
              <a:rPr lang="fr-FR" sz="800" dirty="0">
                <a:solidFill>
                  <a:srgbClr val="FF0000"/>
                </a:solidFill>
                <a:latin typeface="Arial"/>
                <a:cs typeface="Arial"/>
                <a:sym typeface="Arial"/>
              </a:rPr>
              <a:t> at </a:t>
            </a:r>
            <a:r>
              <a:rPr lang="fr-FR" sz="800" dirty="0" err="1">
                <a:solidFill>
                  <a:srgbClr val="FF0000"/>
                </a:solidFill>
                <a:latin typeface="Arial"/>
                <a:cs typeface="Arial"/>
                <a:sym typeface="Arial"/>
              </a:rPr>
              <a:t>quote</a:t>
            </a:r>
            <a:r>
              <a:rPr lang="fr-FR" sz="800" dirty="0">
                <a:solidFill>
                  <a:srgbClr val="FF0000"/>
                </a:solidFill>
                <a:latin typeface="Arial"/>
                <a:cs typeface="Arial"/>
                <a:sym typeface="Arial"/>
              </a:rPr>
              <a:t> </a:t>
            </a:r>
            <a:r>
              <a:rPr lang="fr-FR" sz="800" dirty="0" err="1">
                <a:solidFill>
                  <a:srgbClr val="FF0000"/>
                </a:solidFill>
                <a:latin typeface="Arial"/>
                <a:cs typeface="Arial"/>
                <a:sym typeface="Arial"/>
              </a:rPr>
              <a:t>level</a:t>
            </a:r>
            <a:r>
              <a:rPr lang="fr-FR" sz="800" dirty="0">
                <a:solidFill>
                  <a:srgbClr val="FF0000"/>
                </a:solidFill>
                <a:latin typeface="Arial"/>
                <a:cs typeface="Arial"/>
                <a:sym typeface="Arial"/>
              </a:rPr>
              <a:t> ? .</a:t>
            </a:r>
          </a:p>
          <a:p>
            <a:pPr marL="0" marR="0" lvl="0" indent="0" algn="ctr" rtl="0">
              <a:lnSpc>
                <a:spcPct val="100000"/>
              </a:lnSpc>
              <a:spcBef>
                <a:spcPts val="0"/>
              </a:spcBef>
              <a:spcAft>
                <a:spcPts val="0"/>
              </a:spcAft>
              <a:buNone/>
            </a:pPr>
            <a:r>
              <a:rPr lang="fr-FR" sz="800" dirty="0">
                <a:solidFill>
                  <a:srgbClr val="FF0000"/>
                </a:solidFill>
                <a:latin typeface="Arial"/>
                <a:cs typeface="Arial"/>
                <a:sym typeface="Arial"/>
              </a:rPr>
              <a:t> </a:t>
            </a:r>
          </a:p>
          <a:p>
            <a:pPr marL="0" marR="0" lvl="0" indent="0" algn="ctr" rtl="0">
              <a:lnSpc>
                <a:spcPct val="100000"/>
              </a:lnSpc>
              <a:spcBef>
                <a:spcPts val="0"/>
              </a:spcBef>
              <a:spcAft>
                <a:spcPts val="0"/>
              </a:spcAft>
              <a:buNone/>
            </a:pPr>
            <a:endParaRPr sz="1100" dirty="0">
              <a:solidFill>
                <a:srgbClr val="FF0000"/>
              </a:solidFill>
            </a:endParaRPr>
          </a:p>
        </p:txBody>
      </p:sp>
      <p:sp>
        <p:nvSpPr>
          <p:cNvPr id="473" name="Google Shape;1926;p37">
            <a:extLst>
              <a:ext uri="{FF2B5EF4-FFF2-40B4-BE49-F238E27FC236}">
                <a16:creationId xmlns:a16="http://schemas.microsoft.com/office/drawing/2014/main" id="{82675799-95C6-4ACB-2632-417786325A72}"/>
              </a:ext>
            </a:extLst>
          </p:cNvPr>
          <p:cNvSpPr/>
          <p:nvPr/>
        </p:nvSpPr>
        <p:spPr>
          <a:xfrm>
            <a:off x="10709177" y="4526453"/>
            <a:ext cx="1296000" cy="540000"/>
          </a:xfrm>
          <a:prstGeom prst="rect">
            <a:avLst/>
          </a:prstGeom>
          <a:solidFill>
            <a:schemeClr val="accent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1100" b="1">
                <a:solidFill>
                  <a:schemeClr val="lt1"/>
                </a:solidFill>
                <a:latin typeface="Arial"/>
                <a:cs typeface="Arial"/>
                <a:sym typeface="Arial"/>
              </a:rPr>
              <a:t>Commercial </a:t>
            </a:r>
            <a:r>
              <a:rPr lang="fr-FR" sz="1100" b="1" err="1">
                <a:solidFill>
                  <a:schemeClr val="lt1"/>
                </a:solidFill>
                <a:latin typeface="Arial"/>
                <a:cs typeface="Arial"/>
                <a:sym typeface="Arial"/>
              </a:rPr>
              <a:t>Order</a:t>
            </a:r>
            <a:r>
              <a:rPr lang="fr-FR" sz="1100" b="1">
                <a:solidFill>
                  <a:schemeClr val="lt1"/>
                </a:solidFill>
                <a:latin typeface="Arial"/>
                <a:cs typeface="Arial"/>
                <a:sym typeface="Arial"/>
              </a:rPr>
              <a:t> Line Item</a:t>
            </a:r>
          </a:p>
        </p:txBody>
      </p:sp>
      <p:cxnSp>
        <p:nvCxnSpPr>
          <p:cNvPr id="479" name="Google Shape;2031;p37">
            <a:extLst>
              <a:ext uri="{FF2B5EF4-FFF2-40B4-BE49-F238E27FC236}">
                <a16:creationId xmlns:a16="http://schemas.microsoft.com/office/drawing/2014/main" id="{345ADC95-1ECD-4AF8-504A-A6B1D666EBAF}"/>
              </a:ext>
            </a:extLst>
          </p:cNvPr>
          <p:cNvCxnSpPr>
            <a:cxnSpLocks/>
            <a:stCxn id="473" idx="0"/>
            <a:endCxn id="23" idx="2"/>
          </p:cNvCxnSpPr>
          <p:nvPr/>
        </p:nvCxnSpPr>
        <p:spPr>
          <a:xfrm rot="5400000" flipH="1" flipV="1">
            <a:off x="10666200" y="3835476"/>
            <a:ext cx="1381955" cy="12700"/>
          </a:xfrm>
          <a:prstGeom prst="bentConnector3">
            <a:avLst>
              <a:gd name="adj1" fmla="val 50000"/>
            </a:avLst>
          </a:prstGeom>
          <a:noFill/>
          <a:ln w="9525" cap="flat" cmpd="sng">
            <a:solidFill>
              <a:srgbClr val="BFBFBF"/>
            </a:solidFill>
            <a:prstDash val="solid"/>
            <a:round/>
            <a:headEnd type="none" w="sm" len="sm"/>
            <a:tailEnd type="none" w="sm" len="sm"/>
          </a:ln>
        </p:spPr>
      </p:cxnSp>
      <p:sp>
        <p:nvSpPr>
          <p:cNvPr id="116" name="Google Shape;2033;p37">
            <a:extLst>
              <a:ext uri="{FF2B5EF4-FFF2-40B4-BE49-F238E27FC236}">
                <a16:creationId xmlns:a16="http://schemas.microsoft.com/office/drawing/2014/main" id="{1CDE8D46-CE23-5688-B5D3-E65DA8D3D112}"/>
              </a:ext>
            </a:extLst>
          </p:cNvPr>
          <p:cNvSpPr/>
          <p:nvPr/>
        </p:nvSpPr>
        <p:spPr>
          <a:xfrm>
            <a:off x="5436992" y="4350258"/>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117" name="Google Shape;2033;p37">
            <a:extLst>
              <a:ext uri="{FF2B5EF4-FFF2-40B4-BE49-F238E27FC236}">
                <a16:creationId xmlns:a16="http://schemas.microsoft.com/office/drawing/2014/main" id="{D1E0E1BB-C5BC-2C0F-C9EE-265D6C46A3A6}"/>
              </a:ext>
            </a:extLst>
          </p:cNvPr>
          <p:cNvSpPr/>
          <p:nvPr/>
        </p:nvSpPr>
        <p:spPr>
          <a:xfrm>
            <a:off x="10506426" y="2924677"/>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endParaRPr/>
          </a:p>
        </p:txBody>
      </p:sp>
      <p:sp>
        <p:nvSpPr>
          <p:cNvPr id="129" name="Google Shape;2033;p37">
            <a:extLst>
              <a:ext uri="{FF2B5EF4-FFF2-40B4-BE49-F238E27FC236}">
                <a16:creationId xmlns:a16="http://schemas.microsoft.com/office/drawing/2014/main" id="{D11EDDE6-7426-7A29-1C34-AC849D7DE310}"/>
              </a:ext>
            </a:extLst>
          </p:cNvPr>
          <p:cNvSpPr/>
          <p:nvPr/>
        </p:nvSpPr>
        <p:spPr>
          <a:xfrm>
            <a:off x="10317199" y="2641716"/>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a:t>
            </a:r>
          </a:p>
          <a:p>
            <a:pPr marL="0" marR="0" lvl="0" indent="0" algn="ctr" rtl="0">
              <a:lnSpc>
                <a:spcPct val="100000"/>
              </a:lnSpc>
              <a:spcBef>
                <a:spcPts val="0"/>
              </a:spcBef>
              <a:spcAft>
                <a:spcPts val="0"/>
              </a:spcAft>
              <a:buNone/>
            </a:pPr>
            <a:r>
              <a:rPr lang="fr-FR" sz="800" strike="sngStrike">
                <a:solidFill>
                  <a:schemeClr val="bg1"/>
                </a:solidFill>
                <a:latin typeface="Arial"/>
                <a:ea typeface="Arial"/>
                <a:cs typeface="Arial"/>
                <a:sym typeface="Arial"/>
              </a:rPr>
              <a:t>1,n</a:t>
            </a:r>
            <a:endParaRPr strike="sngStrike">
              <a:solidFill>
                <a:schemeClr val="bg1"/>
              </a:solidFill>
            </a:endParaRPr>
          </a:p>
        </p:txBody>
      </p:sp>
      <p:sp>
        <p:nvSpPr>
          <p:cNvPr id="130" name="Google Shape;2033;p37">
            <a:extLst>
              <a:ext uri="{FF2B5EF4-FFF2-40B4-BE49-F238E27FC236}">
                <a16:creationId xmlns:a16="http://schemas.microsoft.com/office/drawing/2014/main" id="{704BDF44-8661-9B47-1EFF-3FDDF6CED524}"/>
              </a:ext>
            </a:extLst>
          </p:cNvPr>
          <p:cNvSpPr/>
          <p:nvPr/>
        </p:nvSpPr>
        <p:spPr>
          <a:xfrm>
            <a:off x="11037665" y="4392446"/>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1,n</a:t>
            </a:r>
            <a:endParaRPr>
              <a:solidFill>
                <a:schemeClr val="bg1"/>
              </a:solidFill>
            </a:endParaRPr>
          </a:p>
        </p:txBody>
      </p:sp>
      <p:cxnSp>
        <p:nvCxnSpPr>
          <p:cNvPr id="132" name="Google Shape;2031;p37">
            <a:extLst>
              <a:ext uri="{FF2B5EF4-FFF2-40B4-BE49-F238E27FC236}">
                <a16:creationId xmlns:a16="http://schemas.microsoft.com/office/drawing/2014/main" id="{D246505A-B6D9-5FB8-D19A-2F0D9BC9F265}"/>
              </a:ext>
            </a:extLst>
          </p:cNvPr>
          <p:cNvCxnSpPr>
            <a:cxnSpLocks/>
            <a:stCxn id="473" idx="1"/>
            <a:endCxn id="13" idx="3"/>
          </p:cNvCxnSpPr>
          <p:nvPr/>
        </p:nvCxnSpPr>
        <p:spPr>
          <a:xfrm rot="10800000">
            <a:off x="7038867" y="4794333"/>
            <a:ext cx="3670310" cy="2120"/>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139" name="Google Shape;2031;p37">
            <a:extLst>
              <a:ext uri="{FF2B5EF4-FFF2-40B4-BE49-F238E27FC236}">
                <a16:creationId xmlns:a16="http://schemas.microsoft.com/office/drawing/2014/main" id="{3F4302E9-427E-E1FF-50A9-1DF2E358B8A4}"/>
              </a:ext>
            </a:extLst>
          </p:cNvPr>
          <p:cNvCxnSpPr>
            <a:cxnSpLocks/>
            <a:stCxn id="12" idx="0"/>
            <a:endCxn id="11" idx="2"/>
          </p:cNvCxnSpPr>
          <p:nvPr/>
        </p:nvCxnSpPr>
        <p:spPr>
          <a:xfrm rot="16200000" flipV="1">
            <a:off x="1003252" y="1877173"/>
            <a:ext cx="1265905" cy="1399390"/>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168" name="Connecteur : en angle 167">
            <a:extLst>
              <a:ext uri="{FF2B5EF4-FFF2-40B4-BE49-F238E27FC236}">
                <a16:creationId xmlns:a16="http://schemas.microsoft.com/office/drawing/2014/main" id="{95AAE302-68C5-1BA6-5A40-6E7F597F9582}"/>
              </a:ext>
            </a:extLst>
          </p:cNvPr>
          <p:cNvCxnSpPr>
            <a:cxnSpLocks/>
            <a:endCxn id="172" idx="0"/>
          </p:cNvCxnSpPr>
          <p:nvPr/>
        </p:nvCxnSpPr>
        <p:spPr>
          <a:xfrm rot="10800000">
            <a:off x="6615000" y="2507663"/>
            <a:ext cx="723564" cy="225540"/>
          </a:xfrm>
          <a:prstGeom prst="bentConnector4">
            <a:avLst>
              <a:gd name="adj1" fmla="val -27036"/>
              <a:gd name="adj2" fmla="val 201357"/>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2" name="Ellipse 171">
            <a:extLst>
              <a:ext uri="{FF2B5EF4-FFF2-40B4-BE49-F238E27FC236}">
                <a16:creationId xmlns:a16="http://schemas.microsoft.com/office/drawing/2014/main" id="{D8B036F6-90E4-44E8-FFFB-AC850BC8FE3B}"/>
              </a:ext>
            </a:extLst>
          </p:cNvPr>
          <p:cNvSpPr/>
          <p:nvPr/>
        </p:nvSpPr>
        <p:spPr>
          <a:xfrm>
            <a:off x="6573384" y="2507663"/>
            <a:ext cx="83232" cy="6084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179" name="Google Shape;2034;p37">
            <a:extLst>
              <a:ext uri="{FF2B5EF4-FFF2-40B4-BE49-F238E27FC236}">
                <a16:creationId xmlns:a16="http://schemas.microsoft.com/office/drawing/2014/main" id="{6AB29849-161A-8F17-9D61-F9E39556C4E5}"/>
              </a:ext>
            </a:extLst>
          </p:cNvPr>
          <p:cNvSpPr txBox="1"/>
          <p:nvPr/>
        </p:nvSpPr>
        <p:spPr>
          <a:xfrm>
            <a:off x="6663638" y="2094698"/>
            <a:ext cx="947339" cy="2109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fr-FR" sz="800" b="1">
                <a:solidFill>
                  <a:schemeClr val="bg1"/>
                </a:solidFill>
                <a:latin typeface="Arial"/>
                <a:cs typeface="Arial"/>
                <a:sym typeface="Arial"/>
              </a:rPr>
              <a:t>Project/ </a:t>
            </a:r>
            <a:r>
              <a:rPr lang="fr-FR" sz="800" b="1" err="1">
                <a:solidFill>
                  <a:schemeClr val="bg1"/>
                </a:solidFill>
                <a:latin typeface="Arial"/>
                <a:cs typeface="Arial"/>
                <a:sym typeface="Arial"/>
              </a:rPr>
              <a:t>Firm</a:t>
            </a:r>
            <a:r>
              <a:rPr lang="fr-FR" sz="800" b="1">
                <a:solidFill>
                  <a:schemeClr val="bg1"/>
                </a:solidFill>
                <a:latin typeface="Arial"/>
                <a:cs typeface="Arial"/>
                <a:sym typeface="Arial"/>
              </a:rPr>
              <a:t> </a:t>
            </a:r>
            <a:r>
              <a:rPr lang="fr-FR" sz="800" b="1" err="1">
                <a:solidFill>
                  <a:schemeClr val="bg1"/>
                </a:solidFill>
                <a:latin typeface="Arial"/>
                <a:cs typeface="Arial"/>
                <a:sym typeface="Arial"/>
              </a:rPr>
              <a:t>Quote</a:t>
            </a:r>
            <a:endParaRPr sz="1100" b="1">
              <a:solidFill>
                <a:schemeClr val="bg1"/>
              </a:solidFill>
            </a:endParaRPr>
          </a:p>
        </p:txBody>
      </p:sp>
      <p:sp>
        <p:nvSpPr>
          <p:cNvPr id="204" name="Ellipse 203">
            <a:extLst>
              <a:ext uri="{FF2B5EF4-FFF2-40B4-BE49-F238E27FC236}">
                <a16:creationId xmlns:a16="http://schemas.microsoft.com/office/drawing/2014/main" id="{650B80C0-A672-674E-032C-787AFAE08A46}"/>
              </a:ext>
            </a:extLst>
          </p:cNvPr>
          <p:cNvSpPr/>
          <p:nvPr/>
        </p:nvSpPr>
        <p:spPr>
          <a:xfrm>
            <a:off x="5571102" y="2492317"/>
            <a:ext cx="83232" cy="6084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35" name="Ellipse 234">
            <a:extLst>
              <a:ext uri="{FF2B5EF4-FFF2-40B4-BE49-F238E27FC236}">
                <a16:creationId xmlns:a16="http://schemas.microsoft.com/office/drawing/2014/main" id="{109654F0-8A97-1C09-AFF0-4941C34C641F}"/>
              </a:ext>
            </a:extLst>
          </p:cNvPr>
          <p:cNvSpPr/>
          <p:nvPr/>
        </p:nvSpPr>
        <p:spPr>
          <a:xfrm>
            <a:off x="7056383" y="4989738"/>
            <a:ext cx="83232" cy="6084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45" name="Ellipse 244">
            <a:extLst>
              <a:ext uri="{FF2B5EF4-FFF2-40B4-BE49-F238E27FC236}">
                <a16:creationId xmlns:a16="http://schemas.microsoft.com/office/drawing/2014/main" id="{06F0A7D5-6511-3F50-A1F5-2467B227E647}"/>
              </a:ext>
            </a:extLst>
          </p:cNvPr>
          <p:cNvSpPr/>
          <p:nvPr/>
        </p:nvSpPr>
        <p:spPr>
          <a:xfrm>
            <a:off x="6676107" y="5055695"/>
            <a:ext cx="70552"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cxnSp>
        <p:nvCxnSpPr>
          <p:cNvPr id="246" name="Connecteur : en angle 245">
            <a:extLst>
              <a:ext uri="{FF2B5EF4-FFF2-40B4-BE49-F238E27FC236}">
                <a16:creationId xmlns:a16="http://schemas.microsoft.com/office/drawing/2014/main" id="{06E61B5F-6AC4-C18D-0C05-430E49132B89}"/>
              </a:ext>
            </a:extLst>
          </p:cNvPr>
          <p:cNvCxnSpPr>
            <a:cxnSpLocks/>
            <a:stCxn id="245" idx="4"/>
            <a:endCxn id="250" idx="6"/>
          </p:cNvCxnSpPr>
          <p:nvPr/>
        </p:nvCxnSpPr>
        <p:spPr>
          <a:xfrm rot="5400000" flipH="1" flipV="1">
            <a:off x="6804138" y="4856412"/>
            <a:ext cx="152246" cy="337757"/>
          </a:xfrm>
          <a:prstGeom prst="bentConnector4">
            <a:avLst>
              <a:gd name="adj1" fmla="val -150152"/>
              <a:gd name="adj2" fmla="val 167682"/>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0" name="Ellipse 249">
            <a:extLst>
              <a:ext uri="{FF2B5EF4-FFF2-40B4-BE49-F238E27FC236}">
                <a16:creationId xmlns:a16="http://schemas.microsoft.com/office/drawing/2014/main" id="{0489F690-DA1D-61D1-AC6A-BDE7497D7C67}"/>
              </a:ext>
            </a:extLst>
          </p:cNvPr>
          <p:cNvSpPr/>
          <p:nvPr/>
        </p:nvSpPr>
        <p:spPr>
          <a:xfrm>
            <a:off x="6978588" y="4926308"/>
            <a:ext cx="70552"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65" name="Ellipse 264">
            <a:extLst>
              <a:ext uri="{FF2B5EF4-FFF2-40B4-BE49-F238E27FC236}">
                <a16:creationId xmlns:a16="http://schemas.microsoft.com/office/drawing/2014/main" id="{3B603130-1038-6576-21BD-D58B156B5FB6}"/>
              </a:ext>
            </a:extLst>
          </p:cNvPr>
          <p:cNvSpPr/>
          <p:nvPr/>
        </p:nvSpPr>
        <p:spPr>
          <a:xfrm>
            <a:off x="8258331" y="6078546"/>
            <a:ext cx="70552"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cxnSp>
        <p:nvCxnSpPr>
          <p:cNvPr id="266" name="Connecteur : en angle 265">
            <a:extLst>
              <a:ext uri="{FF2B5EF4-FFF2-40B4-BE49-F238E27FC236}">
                <a16:creationId xmlns:a16="http://schemas.microsoft.com/office/drawing/2014/main" id="{3943CCF3-5FA3-50B5-1CA7-44C32BF0E0AA}"/>
              </a:ext>
            </a:extLst>
          </p:cNvPr>
          <p:cNvCxnSpPr>
            <a:cxnSpLocks/>
            <a:stCxn id="265" idx="5"/>
            <a:endCxn id="267" idx="6"/>
          </p:cNvCxnSpPr>
          <p:nvPr/>
        </p:nvCxnSpPr>
        <p:spPr>
          <a:xfrm rot="5400000" flipH="1" flipV="1">
            <a:off x="8418908" y="5905114"/>
            <a:ext cx="112098" cy="312813"/>
          </a:xfrm>
          <a:prstGeom prst="bentConnector4">
            <a:avLst>
              <a:gd name="adj1" fmla="val -209901"/>
              <a:gd name="adj2" fmla="val 173079"/>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7" name="Ellipse 266">
            <a:extLst>
              <a:ext uri="{FF2B5EF4-FFF2-40B4-BE49-F238E27FC236}">
                <a16:creationId xmlns:a16="http://schemas.microsoft.com/office/drawing/2014/main" id="{75CA4B36-A56A-2EDC-BC95-7F2B27603B40}"/>
              </a:ext>
            </a:extLst>
          </p:cNvPr>
          <p:cNvSpPr/>
          <p:nvPr/>
        </p:nvSpPr>
        <p:spPr>
          <a:xfrm>
            <a:off x="8560812" y="5982612"/>
            <a:ext cx="70552"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
        <p:nvSpPr>
          <p:cNvPr id="279" name="Google Shape;2033;p37">
            <a:extLst>
              <a:ext uri="{FF2B5EF4-FFF2-40B4-BE49-F238E27FC236}">
                <a16:creationId xmlns:a16="http://schemas.microsoft.com/office/drawing/2014/main" id="{EF1B51B6-86A0-7C0C-ED89-8E74DB94DE66}"/>
              </a:ext>
            </a:extLst>
          </p:cNvPr>
          <p:cNvSpPr/>
          <p:nvPr/>
        </p:nvSpPr>
        <p:spPr>
          <a:xfrm>
            <a:off x="6493986" y="4331010"/>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b="0" i="0" u="none" strike="noStrike" cap="none">
                <a:solidFill>
                  <a:schemeClr val="bg1"/>
                </a:solidFill>
                <a:latin typeface="Arial"/>
                <a:ea typeface="Arial"/>
                <a:cs typeface="Arial"/>
                <a:sym typeface="Arial"/>
              </a:rPr>
              <a:t>1</a:t>
            </a:r>
            <a:endParaRPr>
              <a:solidFill>
                <a:schemeClr val="bg1"/>
              </a:solidFill>
            </a:endParaRPr>
          </a:p>
        </p:txBody>
      </p:sp>
      <p:sp>
        <p:nvSpPr>
          <p:cNvPr id="4" name="Rectangle 3">
            <a:extLst>
              <a:ext uri="{FF2B5EF4-FFF2-40B4-BE49-F238E27FC236}">
                <a16:creationId xmlns:a16="http://schemas.microsoft.com/office/drawing/2014/main" id="{93C9CC16-3E6C-3C94-F590-EA3B41170867}"/>
              </a:ext>
            </a:extLst>
          </p:cNvPr>
          <p:cNvSpPr/>
          <p:nvPr/>
        </p:nvSpPr>
        <p:spPr>
          <a:xfrm>
            <a:off x="12301156" y="5696900"/>
            <a:ext cx="1889760" cy="6741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rPr>
              <a:t>Solution ?</a:t>
            </a:r>
          </a:p>
        </p:txBody>
      </p:sp>
      <p:cxnSp>
        <p:nvCxnSpPr>
          <p:cNvPr id="5" name="Google Shape;2031;p37">
            <a:extLst>
              <a:ext uri="{FF2B5EF4-FFF2-40B4-BE49-F238E27FC236}">
                <a16:creationId xmlns:a16="http://schemas.microsoft.com/office/drawing/2014/main" id="{21E605A7-7F37-2282-42B8-2EEAFD81660C}"/>
              </a:ext>
            </a:extLst>
          </p:cNvPr>
          <p:cNvCxnSpPr>
            <a:cxnSpLocks/>
            <a:stCxn id="8" idx="1"/>
            <a:endCxn id="12" idx="3"/>
          </p:cNvCxnSpPr>
          <p:nvPr/>
        </p:nvCxnSpPr>
        <p:spPr>
          <a:xfrm rot="10800000" flipV="1">
            <a:off x="2924990" y="2861797"/>
            <a:ext cx="1907220" cy="571163"/>
          </a:xfrm>
          <a:prstGeom prst="bentConnector3">
            <a:avLst>
              <a:gd name="adj1" fmla="val 50000"/>
            </a:avLst>
          </a:prstGeom>
          <a:noFill/>
          <a:ln w="12700" cap="flat" cmpd="sng">
            <a:solidFill>
              <a:srgbClr val="BFBFBF"/>
            </a:solidFill>
            <a:prstDash val="dash"/>
            <a:round/>
            <a:headEnd type="none" w="sm" len="sm"/>
            <a:tailEnd type="none" w="sm" len="sm"/>
          </a:ln>
        </p:spPr>
      </p:cxnSp>
      <p:sp>
        <p:nvSpPr>
          <p:cNvPr id="28" name="Rectangle 27">
            <a:extLst>
              <a:ext uri="{FF2B5EF4-FFF2-40B4-BE49-F238E27FC236}">
                <a16:creationId xmlns:a16="http://schemas.microsoft.com/office/drawing/2014/main" id="{36FF3426-3D25-6833-5E05-7D98B50BF650}"/>
              </a:ext>
            </a:extLst>
          </p:cNvPr>
          <p:cNvSpPr/>
          <p:nvPr/>
        </p:nvSpPr>
        <p:spPr>
          <a:xfrm>
            <a:off x="2673439" y="6284133"/>
            <a:ext cx="1328447" cy="432930"/>
          </a:xfrm>
          <a:prstGeom prst="rect">
            <a:avLst/>
          </a:prstGeom>
          <a:solidFill>
            <a:schemeClr val="accent4"/>
          </a:solidFill>
          <a:ln>
            <a:noFill/>
          </a:ln>
        </p:spPr>
        <p:txBody>
          <a:bodyPr spcFirstLastPara="1" wrap="square" lIns="0" tIns="0" rIns="0" bIns="0" anchor="ctr" anchorCtr="0">
            <a:noAutofit/>
          </a:bodyPr>
          <a:lstStyle/>
          <a:p>
            <a:pPr algn="ctr"/>
            <a:r>
              <a:rPr lang="en-US" sz="1100" b="1" dirty="0">
                <a:solidFill>
                  <a:schemeClr val="bg1"/>
                </a:solidFill>
                <a:latin typeface="Arial"/>
                <a:cs typeface="Arial"/>
              </a:rPr>
              <a:t>Third party cost</a:t>
            </a:r>
          </a:p>
        </p:txBody>
      </p:sp>
      <p:sp>
        <p:nvSpPr>
          <p:cNvPr id="34" name="Google Shape;2007;p37">
            <a:extLst>
              <a:ext uri="{FF2B5EF4-FFF2-40B4-BE49-F238E27FC236}">
                <a16:creationId xmlns:a16="http://schemas.microsoft.com/office/drawing/2014/main" id="{4FB635C9-75B7-7EC4-CB69-92DC2ACE534D}"/>
              </a:ext>
            </a:extLst>
          </p:cNvPr>
          <p:cNvSpPr txBox="1"/>
          <p:nvPr/>
        </p:nvSpPr>
        <p:spPr>
          <a:xfrm>
            <a:off x="2672799" y="5653818"/>
            <a:ext cx="1328400" cy="432000"/>
          </a:xfrm>
          <a:prstGeom prst="rect">
            <a:avLst/>
          </a:prstGeom>
          <a:solidFill>
            <a:schemeClr val="accent4"/>
          </a:solidFill>
          <a:ln>
            <a:noFill/>
          </a:ln>
        </p:spPr>
        <p:txBody>
          <a:bodyPr spcFirstLastPara="1" wrap="square" lIns="0" tIns="0" rIns="0" bIns="0" anchor="ctr" anchorCtr="0">
            <a:noAutofit/>
          </a:bodyPr>
          <a:lstStyle>
            <a:defPPr>
              <a:defRPr lang="en-GB"/>
            </a:defPPr>
            <a:lvl1pPr marR="0" lvl="0" indent="0" algn="ctr">
              <a:lnSpc>
                <a:spcPct val="100000"/>
              </a:lnSpc>
              <a:spcBef>
                <a:spcPts val="0"/>
              </a:spcBef>
              <a:spcAft>
                <a:spcPts val="0"/>
              </a:spcAft>
              <a:buNone/>
              <a:defRPr sz="1100" b="1">
                <a:solidFill>
                  <a:schemeClr val="lt1"/>
                </a:solidFill>
                <a:latin typeface="Arial"/>
                <a:cs typeface="Arial"/>
              </a:defRPr>
            </a:lvl1pPr>
          </a:lstStyle>
          <a:p>
            <a:r>
              <a:rPr lang="fr-FR" dirty="0" err="1">
                <a:sym typeface="Arial"/>
              </a:rPr>
              <a:t>cost</a:t>
            </a:r>
            <a:endParaRPr dirty="0"/>
          </a:p>
        </p:txBody>
      </p:sp>
      <p:cxnSp>
        <p:nvCxnSpPr>
          <p:cNvPr id="35" name="Google Shape;2031;p37">
            <a:extLst>
              <a:ext uri="{FF2B5EF4-FFF2-40B4-BE49-F238E27FC236}">
                <a16:creationId xmlns:a16="http://schemas.microsoft.com/office/drawing/2014/main" id="{CD00EB2F-F48B-6149-88A8-FE688517BC26}"/>
              </a:ext>
            </a:extLst>
          </p:cNvPr>
          <p:cNvCxnSpPr>
            <a:cxnSpLocks/>
            <a:stCxn id="34" idx="1"/>
            <a:endCxn id="123" idx="3"/>
          </p:cNvCxnSpPr>
          <p:nvPr/>
        </p:nvCxnSpPr>
        <p:spPr>
          <a:xfrm rot="10800000" flipV="1">
            <a:off x="1533151" y="5869817"/>
            <a:ext cx="1139648" cy="1"/>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38" name="Google Shape;2031;p37">
            <a:extLst>
              <a:ext uri="{FF2B5EF4-FFF2-40B4-BE49-F238E27FC236}">
                <a16:creationId xmlns:a16="http://schemas.microsoft.com/office/drawing/2014/main" id="{EAED4CC3-9886-5E69-512D-21E6F458B366}"/>
              </a:ext>
            </a:extLst>
          </p:cNvPr>
          <p:cNvCxnSpPr>
            <a:cxnSpLocks/>
            <a:stCxn id="34" idx="2"/>
            <a:endCxn id="28" idx="0"/>
          </p:cNvCxnSpPr>
          <p:nvPr/>
        </p:nvCxnSpPr>
        <p:spPr>
          <a:xfrm rot="16200000" flipH="1">
            <a:off x="3238174" y="6184643"/>
            <a:ext cx="198315" cy="664"/>
          </a:xfrm>
          <a:prstGeom prst="bentConnector3">
            <a:avLst>
              <a:gd name="adj1" fmla="val 50000"/>
            </a:avLst>
          </a:prstGeom>
          <a:noFill/>
          <a:ln w="9525" cap="flat" cmpd="sng">
            <a:solidFill>
              <a:srgbClr val="BFBFBF"/>
            </a:solidFill>
            <a:prstDash val="solid"/>
            <a:round/>
            <a:headEnd type="none" w="sm" len="sm"/>
            <a:tailEnd type="none" w="sm" len="sm"/>
          </a:ln>
        </p:spPr>
      </p:cxnSp>
      <p:cxnSp>
        <p:nvCxnSpPr>
          <p:cNvPr id="41" name="Google Shape;2031;p37">
            <a:extLst>
              <a:ext uri="{FF2B5EF4-FFF2-40B4-BE49-F238E27FC236}">
                <a16:creationId xmlns:a16="http://schemas.microsoft.com/office/drawing/2014/main" id="{18882845-63CF-3516-2869-948C1E452437}"/>
              </a:ext>
            </a:extLst>
          </p:cNvPr>
          <p:cNvCxnSpPr>
            <a:cxnSpLocks/>
            <a:stCxn id="50" idx="1"/>
            <a:endCxn id="34" idx="3"/>
          </p:cNvCxnSpPr>
          <p:nvPr/>
        </p:nvCxnSpPr>
        <p:spPr>
          <a:xfrm rot="10800000" flipV="1">
            <a:off x="4001199" y="5858666"/>
            <a:ext cx="813148" cy="11151"/>
          </a:xfrm>
          <a:prstGeom prst="bentConnector3">
            <a:avLst>
              <a:gd name="adj1" fmla="val 50000"/>
            </a:avLst>
          </a:prstGeom>
          <a:noFill/>
          <a:ln w="9525" cap="flat" cmpd="sng">
            <a:solidFill>
              <a:srgbClr val="BFBFBF"/>
            </a:solidFill>
            <a:prstDash val="solid"/>
            <a:round/>
            <a:headEnd type="none" w="sm" len="sm"/>
            <a:tailEnd type="none" w="sm" len="sm"/>
          </a:ln>
        </p:spPr>
      </p:cxnSp>
      <p:sp>
        <p:nvSpPr>
          <p:cNvPr id="50" name="Google Shape;2007;p37">
            <a:extLst>
              <a:ext uri="{FF2B5EF4-FFF2-40B4-BE49-F238E27FC236}">
                <a16:creationId xmlns:a16="http://schemas.microsoft.com/office/drawing/2014/main" id="{D2C22F30-FC18-F3E9-0895-B82063B65E0F}"/>
              </a:ext>
            </a:extLst>
          </p:cNvPr>
          <p:cNvSpPr txBox="1"/>
          <p:nvPr/>
        </p:nvSpPr>
        <p:spPr>
          <a:xfrm>
            <a:off x="4814347" y="5642667"/>
            <a:ext cx="1328400" cy="432000"/>
          </a:xfrm>
          <a:prstGeom prst="rect">
            <a:avLst/>
          </a:prstGeom>
          <a:solidFill>
            <a:schemeClr val="accent4"/>
          </a:solidFill>
          <a:ln>
            <a:noFill/>
          </a:ln>
        </p:spPr>
        <p:txBody>
          <a:bodyPr spcFirstLastPara="1" wrap="square" lIns="0" tIns="0" rIns="0" bIns="0" anchor="ctr" anchorCtr="0">
            <a:noAutofit/>
          </a:bodyPr>
          <a:lstStyle>
            <a:defPPr>
              <a:defRPr lang="en-GB"/>
            </a:defPPr>
            <a:lvl1pPr marR="0" lvl="0" indent="0" algn="ctr">
              <a:lnSpc>
                <a:spcPct val="100000"/>
              </a:lnSpc>
              <a:spcBef>
                <a:spcPts val="0"/>
              </a:spcBef>
              <a:spcAft>
                <a:spcPts val="0"/>
              </a:spcAft>
              <a:buNone/>
              <a:defRPr sz="1100" b="1">
                <a:solidFill>
                  <a:schemeClr val="lt1"/>
                </a:solidFill>
                <a:latin typeface="Arial"/>
                <a:cs typeface="Arial"/>
              </a:defRPr>
            </a:lvl1pPr>
          </a:lstStyle>
          <a:p>
            <a:r>
              <a:rPr lang="fr-FR" dirty="0" err="1">
                <a:sym typeface="Arial"/>
              </a:rPr>
              <a:t>Cost</a:t>
            </a:r>
            <a:r>
              <a:rPr lang="fr-FR" dirty="0">
                <a:sym typeface="Arial"/>
              </a:rPr>
              <a:t> </a:t>
            </a:r>
            <a:r>
              <a:rPr lang="fr-FR" dirty="0" err="1">
                <a:sym typeface="Arial"/>
              </a:rPr>
              <a:t>override</a:t>
            </a:r>
            <a:r>
              <a:rPr lang="fr-FR" dirty="0">
                <a:sym typeface="Arial"/>
              </a:rPr>
              <a:t> ?</a:t>
            </a:r>
            <a:endParaRPr dirty="0"/>
          </a:p>
        </p:txBody>
      </p:sp>
      <p:sp>
        <p:nvSpPr>
          <p:cNvPr id="55" name="Google Shape;2033;p37">
            <a:extLst>
              <a:ext uri="{FF2B5EF4-FFF2-40B4-BE49-F238E27FC236}">
                <a16:creationId xmlns:a16="http://schemas.microsoft.com/office/drawing/2014/main" id="{1366B396-BFEE-DCA2-A561-76DF0887BD81}"/>
              </a:ext>
            </a:extLst>
          </p:cNvPr>
          <p:cNvSpPr/>
          <p:nvPr/>
        </p:nvSpPr>
        <p:spPr>
          <a:xfrm>
            <a:off x="7934389" y="3445507"/>
            <a:ext cx="265042" cy="122872"/>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None/>
            </a:pPr>
            <a:r>
              <a:rPr lang="fr-FR" sz="800">
                <a:solidFill>
                  <a:schemeClr val="bg1"/>
                </a:solidFill>
                <a:latin typeface="Arial"/>
                <a:ea typeface="Arial"/>
                <a:cs typeface="Arial"/>
                <a:sym typeface="Arial"/>
              </a:rPr>
              <a:t>0,1</a:t>
            </a:r>
            <a:endParaRPr>
              <a:solidFill>
                <a:schemeClr val="bg1"/>
              </a:solidFill>
            </a:endParaRPr>
          </a:p>
        </p:txBody>
      </p:sp>
      <p:sp>
        <p:nvSpPr>
          <p:cNvPr id="56" name="ZoneTexte 55">
            <a:extLst>
              <a:ext uri="{FF2B5EF4-FFF2-40B4-BE49-F238E27FC236}">
                <a16:creationId xmlns:a16="http://schemas.microsoft.com/office/drawing/2014/main" id="{6038A76E-6599-EFDD-7B0F-22F04A77AFCF}"/>
              </a:ext>
            </a:extLst>
          </p:cNvPr>
          <p:cNvSpPr txBox="1"/>
          <p:nvPr/>
        </p:nvSpPr>
        <p:spPr>
          <a:xfrm>
            <a:off x="8596163" y="2906690"/>
            <a:ext cx="1769025" cy="246221"/>
          </a:xfrm>
          <a:prstGeom prst="rect">
            <a:avLst/>
          </a:prstGeom>
        </p:spPr>
        <p:txBody>
          <a:bodyPr wrap="square" lIns="0" tIns="0" rIns="0" bIns="0" rtlCol="0">
            <a:spAutoFit/>
          </a:bodyPr>
          <a:lstStyle/>
          <a:p>
            <a:r>
              <a:rPr lang="en-US" sz="800">
                <a:solidFill>
                  <a:schemeClr val="bg1"/>
                </a:solidFill>
                <a:latin typeface="Helvetica 55 Roman" panose="020B0604020202020204" pitchFamily="34" charset="0"/>
              </a:rPr>
              <a:t>Commercial order regrouping site related products</a:t>
            </a:r>
          </a:p>
        </p:txBody>
      </p:sp>
      <p:cxnSp>
        <p:nvCxnSpPr>
          <p:cNvPr id="45" name="Google Shape;2031;p37">
            <a:extLst>
              <a:ext uri="{FF2B5EF4-FFF2-40B4-BE49-F238E27FC236}">
                <a16:creationId xmlns:a16="http://schemas.microsoft.com/office/drawing/2014/main" id="{A9935A0C-16B5-8295-FEB1-1156C0C35842}"/>
              </a:ext>
            </a:extLst>
          </p:cNvPr>
          <p:cNvCxnSpPr>
            <a:cxnSpLocks/>
            <a:stCxn id="50" idx="0"/>
            <a:endCxn id="63" idx="4"/>
          </p:cNvCxnSpPr>
          <p:nvPr/>
        </p:nvCxnSpPr>
        <p:spPr>
          <a:xfrm rot="5400000" flipH="1" flipV="1">
            <a:off x="5217370" y="5376690"/>
            <a:ext cx="527154" cy="4801"/>
          </a:xfrm>
          <a:prstGeom prst="bentConnector3">
            <a:avLst>
              <a:gd name="adj1" fmla="val 50000"/>
            </a:avLst>
          </a:prstGeom>
          <a:noFill/>
          <a:ln w="9525" cap="flat" cmpd="sng">
            <a:solidFill>
              <a:srgbClr val="BFBFBF"/>
            </a:solidFill>
            <a:prstDash val="solid"/>
            <a:round/>
            <a:headEnd type="none" w="sm" len="sm"/>
            <a:tailEnd type="none" w="sm" len="sm"/>
          </a:ln>
        </p:spPr>
      </p:cxnSp>
      <p:sp>
        <p:nvSpPr>
          <p:cNvPr id="51" name="Google Shape;2007;p37">
            <a:extLst>
              <a:ext uri="{FF2B5EF4-FFF2-40B4-BE49-F238E27FC236}">
                <a16:creationId xmlns:a16="http://schemas.microsoft.com/office/drawing/2014/main" id="{BDEF0725-B7DE-0BB7-94B8-4EEF39E1FFD9}"/>
              </a:ext>
            </a:extLst>
          </p:cNvPr>
          <p:cNvSpPr txBox="1"/>
          <p:nvPr/>
        </p:nvSpPr>
        <p:spPr>
          <a:xfrm>
            <a:off x="12192000" y="5147961"/>
            <a:ext cx="1328400" cy="432000"/>
          </a:xfrm>
          <a:prstGeom prst="rect">
            <a:avLst/>
          </a:prstGeom>
          <a:solidFill>
            <a:schemeClr val="accent4"/>
          </a:solidFill>
          <a:ln>
            <a:noFill/>
          </a:ln>
        </p:spPr>
        <p:txBody>
          <a:bodyPr spcFirstLastPara="1" wrap="square" lIns="0" tIns="0" rIns="0" bIns="0" anchor="ctr" anchorCtr="0">
            <a:noAutofit/>
          </a:bodyPr>
          <a:lstStyle>
            <a:defPPr>
              <a:defRPr lang="en-GB"/>
            </a:defPPr>
            <a:lvl1pPr marR="0" lvl="0" indent="0" algn="ctr">
              <a:lnSpc>
                <a:spcPct val="100000"/>
              </a:lnSpc>
              <a:spcBef>
                <a:spcPts val="0"/>
              </a:spcBef>
              <a:spcAft>
                <a:spcPts val="0"/>
              </a:spcAft>
              <a:buNone/>
              <a:defRPr sz="1100" b="1">
                <a:solidFill>
                  <a:schemeClr val="lt1"/>
                </a:solidFill>
                <a:latin typeface="Arial"/>
                <a:cs typeface="Arial"/>
              </a:defRPr>
            </a:lvl1pPr>
          </a:lstStyle>
          <a:p>
            <a:r>
              <a:rPr lang="fr-FR" sz="900" dirty="0" err="1">
                <a:sym typeface="Arial"/>
              </a:rPr>
              <a:t>Cost</a:t>
            </a:r>
            <a:r>
              <a:rPr lang="fr-FR" sz="900" dirty="0">
                <a:sym typeface="Arial"/>
              </a:rPr>
              <a:t> </a:t>
            </a:r>
            <a:r>
              <a:rPr lang="fr-FR" sz="900" dirty="0" err="1">
                <a:sym typeface="Arial"/>
              </a:rPr>
              <a:t>override</a:t>
            </a:r>
            <a:r>
              <a:rPr lang="fr-FR" sz="900" dirty="0">
                <a:sym typeface="Arial"/>
              </a:rPr>
              <a:t> ?(</a:t>
            </a:r>
            <a:r>
              <a:rPr lang="fr-FR" sz="900" dirty="0" err="1">
                <a:sym typeface="Arial"/>
              </a:rPr>
              <a:t>bespoke</a:t>
            </a:r>
            <a:r>
              <a:rPr lang="fr-FR" sz="900" dirty="0">
                <a:sym typeface="Arial"/>
              </a:rPr>
              <a:t> process </a:t>
            </a:r>
            <a:r>
              <a:rPr lang="fr-FR" sz="900" dirty="0" err="1">
                <a:sym typeface="Arial"/>
              </a:rPr>
              <a:t>including</a:t>
            </a:r>
            <a:r>
              <a:rPr lang="fr-FR" sz="900" dirty="0">
                <a:sym typeface="Arial"/>
              </a:rPr>
              <a:t> </a:t>
            </a:r>
            <a:r>
              <a:rPr lang="fr-FR" sz="900" dirty="0" err="1">
                <a:sym typeface="Arial"/>
              </a:rPr>
              <a:t>cost</a:t>
            </a:r>
            <a:r>
              <a:rPr lang="fr-FR" sz="900" dirty="0">
                <a:sym typeface="Arial"/>
              </a:rPr>
              <a:t> </a:t>
            </a:r>
            <a:r>
              <a:rPr lang="fr-FR" sz="900" dirty="0" err="1">
                <a:sym typeface="Arial"/>
              </a:rPr>
              <a:t>attributes</a:t>
            </a:r>
            <a:r>
              <a:rPr lang="fr-FR" sz="900" dirty="0">
                <a:sym typeface="Arial"/>
              </a:rPr>
              <a:t>)</a:t>
            </a:r>
            <a:endParaRPr sz="900" dirty="0"/>
          </a:p>
        </p:txBody>
      </p:sp>
      <p:sp>
        <p:nvSpPr>
          <p:cNvPr id="63" name="Ellipse 62">
            <a:extLst>
              <a:ext uri="{FF2B5EF4-FFF2-40B4-BE49-F238E27FC236}">
                <a16:creationId xmlns:a16="http://schemas.microsoft.com/office/drawing/2014/main" id="{B10E9CEB-339A-0948-7FCF-79405046DD78}"/>
              </a:ext>
            </a:extLst>
          </p:cNvPr>
          <p:cNvSpPr/>
          <p:nvPr/>
        </p:nvSpPr>
        <p:spPr>
          <a:xfrm>
            <a:off x="5448072" y="5069794"/>
            <a:ext cx="70552"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000000"/>
              </a:solidFill>
            </a:endParaRPr>
          </a:p>
        </p:txBody>
      </p:sp>
    </p:spTree>
    <p:extLst>
      <p:ext uri="{BB962C8B-B14F-4D97-AF65-F5344CB8AC3E}">
        <p14:creationId xmlns:p14="http://schemas.microsoft.com/office/powerpoint/2010/main" val="278886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96F35-2123-4486-3B36-194173462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2B581-7649-F65B-86F0-FD9C39321F22}"/>
              </a:ext>
            </a:extLst>
          </p:cNvPr>
          <p:cNvSpPr txBox="1">
            <a:spLocks/>
          </p:cNvSpPr>
          <p:nvPr/>
        </p:nvSpPr>
        <p:spPr>
          <a:xfrm>
            <a:off x="352813" y="321070"/>
            <a:ext cx="11353800" cy="307778"/>
          </a:xfrm>
          <a:prstGeom prst="rect">
            <a:avLst/>
          </a:prstGeom>
          <a:ln w="12700">
            <a:noFill/>
          </a:ln>
        </p:spPr>
        <p:txBody>
          <a:bodyPr vert="horz"/>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en-GB" sz="2400" dirty="0">
                <a:solidFill>
                  <a:srgbClr val="FF7900"/>
                </a:solidFill>
                <a:latin typeface="Helvetica 75 Bold"/>
              </a:rPr>
              <a:t>CPQ Data Model</a:t>
            </a:r>
          </a:p>
          <a:p>
            <a:r>
              <a:rPr lang="en-GB" sz="2400" dirty="0">
                <a:solidFill>
                  <a:schemeClr val="bg1"/>
                </a:solidFill>
                <a:latin typeface="Helvetica 75 Bold"/>
              </a:rPr>
              <a:t>Quote Objects Definition </a:t>
            </a:r>
            <a:br>
              <a:rPr lang="en-GB" sz="2400" dirty="0">
                <a:solidFill>
                  <a:srgbClr val="FF7900"/>
                </a:solidFill>
                <a:latin typeface="Helvetica 75 Bold"/>
              </a:rPr>
            </a:br>
            <a:endParaRPr lang="en-GB" sz="2400" dirty="0"/>
          </a:p>
        </p:txBody>
      </p:sp>
      <p:graphicFrame>
        <p:nvGraphicFramePr>
          <p:cNvPr id="3" name="Tableau 2">
            <a:extLst>
              <a:ext uri="{FF2B5EF4-FFF2-40B4-BE49-F238E27FC236}">
                <a16:creationId xmlns:a16="http://schemas.microsoft.com/office/drawing/2014/main" id="{D0CBFF16-A8C3-B68C-F611-833BF97AD30D}"/>
              </a:ext>
            </a:extLst>
          </p:cNvPr>
          <p:cNvGraphicFramePr>
            <a:graphicFrameLocks noGrp="1"/>
          </p:cNvGraphicFramePr>
          <p:nvPr>
            <p:extLst>
              <p:ext uri="{D42A27DB-BD31-4B8C-83A1-F6EECF244321}">
                <p14:modId xmlns:p14="http://schemas.microsoft.com/office/powerpoint/2010/main" val="1255032615"/>
              </p:ext>
            </p:extLst>
          </p:nvPr>
        </p:nvGraphicFramePr>
        <p:xfrm>
          <a:off x="352813" y="1222260"/>
          <a:ext cx="11470307" cy="7254240"/>
        </p:xfrm>
        <a:graphic>
          <a:graphicData uri="http://schemas.openxmlformats.org/drawingml/2006/table">
            <a:tbl>
              <a:tblPr/>
              <a:tblGrid>
                <a:gridCol w="845735">
                  <a:extLst>
                    <a:ext uri="{9D8B030D-6E8A-4147-A177-3AD203B41FA5}">
                      <a16:colId xmlns:a16="http://schemas.microsoft.com/office/drawing/2014/main" val="558982001"/>
                    </a:ext>
                  </a:extLst>
                </a:gridCol>
                <a:gridCol w="8772543">
                  <a:extLst>
                    <a:ext uri="{9D8B030D-6E8A-4147-A177-3AD203B41FA5}">
                      <a16:colId xmlns:a16="http://schemas.microsoft.com/office/drawing/2014/main" val="3706017965"/>
                    </a:ext>
                  </a:extLst>
                </a:gridCol>
                <a:gridCol w="1852029">
                  <a:extLst>
                    <a:ext uri="{9D8B030D-6E8A-4147-A177-3AD203B41FA5}">
                      <a16:colId xmlns:a16="http://schemas.microsoft.com/office/drawing/2014/main" val="107161140"/>
                    </a:ext>
                  </a:extLst>
                </a:gridCol>
              </a:tblGrid>
              <a:tr h="248001">
                <a:tc>
                  <a:txBody>
                    <a:bodyPr/>
                    <a:lstStyle/>
                    <a:p>
                      <a:pPr algn="l" fontAlgn="b"/>
                      <a:r>
                        <a:rPr lang="en-US" sz="1100" b="1" i="0" u="none" strike="noStrike" kern="1200">
                          <a:solidFill>
                            <a:schemeClr val="bg1"/>
                          </a:solidFill>
                          <a:effectLst/>
                          <a:latin typeface="+mn-lt"/>
                          <a:ea typeface="+mn-ea"/>
                          <a:cs typeface="+mn-cs"/>
                        </a:rPr>
                        <a:t>Object </a:t>
                      </a:r>
                    </a:p>
                  </a:txBody>
                  <a:tcPr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2"/>
                    </a:solidFill>
                  </a:tcPr>
                </a:tc>
                <a:tc>
                  <a:txBody>
                    <a:bodyPr/>
                    <a:lstStyle/>
                    <a:p>
                      <a:pPr marL="0" algn="l" defTabSz="1219261" rtl="0" eaLnBrk="1" fontAlgn="b" latinLnBrk="0" hangingPunct="1"/>
                      <a:r>
                        <a:rPr lang="en-US" sz="1100" b="1" i="0" u="none" strike="noStrike" kern="1200">
                          <a:solidFill>
                            <a:schemeClr val="bg1"/>
                          </a:solidFill>
                          <a:effectLst/>
                          <a:latin typeface="+mn-lt"/>
                          <a:ea typeface="+mn-ea"/>
                          <a:cs typeface="+mn-cs"/>
                        </a:rPr>
                        <a:t> Description </a:t>
                      </a:r>
                    </a:p>
                  </a:txBody>
                  <a:tcPr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2"/>
                    </a:solidFill>
                  </a:tcPr>
                </a:tc>
                <a:tc>
                  <a:txBody>
                    <a:bodyPr/>
                    <a:lstStyle/>
                    <a:p>
                      <a:pPr marL="0" algn="l" defTabSz="1219261" rtl="0" eaLnBrk="1" fontAlgn="b" latinLnBrk="0" hangingPunct="1"/>
                      <a:r>
                        <a:rPr lang="en-US" sz="1100" b="1" i="0" u="none" strike="noStrike" kern="1200">
                          <a:solidFill>
                            <a:schemeClr val="bg1"/>
                          </a:solidFill>
                          <a:effectLst/>
                          <a:latin typeface="+mn-lt"/>
                          <a:ea typeface="+mn-ea"/>
                          <a:cs typeface="+mn-cs"/>
                        </a:rPr>
                        <a:t>Related objects </a:t>
                      </a:r>
                    </a:p>
                  </a:txBody>
                  <a:tcPr anchor="b">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019164452"/>
                  </a:ext>
                </a:extLst>
              </a:tr>
              <a:tr h="4376483">
                <a:tc>
                  <a:txBody>
                    <a:bodyPr/>
                    <a:lstStyle/>
                    <a:p>
                      <a:pPr algn="l" fontAlgn="b"/>
                      <a:r>
                        <a:rPr lang="en-US" sz="1100" b="1" i="0" u="none" strike="noStrike" dirty="0">
                          <a:solidFill>
                            <a:schemeClr val="bg1"/>
                          </a:solidFill>
                          <a:effectLst/>
                          <a:latin typeface="+mn-lt"/>
                        </a:rPr>
                        <a:t>Quote </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A quote is an </a:t>
                      </a:r>
                      <a:r>
                        <a:rPr lang="en-US" sz="1050" b="1" i="0" u="none" strike="noStrike" dirty="0">
                          <a:solidFill>
                            <a:schemeClr val="bg1"/>
                          </a:solidFill>
                          <a:effectLst/>
                          <a:latin typeface="Helvetica 55 Roman" panose="020B0604020202020204" pitchFamily="34" charset="0"/>
                        </a:rPr>
                        <a:t>object and a document </a:t>
                      </a:r>
                      <a:r>
                        <a:rPr lang="en-US" sz="1050" b="0" i="0" u="none" strike="noStrike" dirty="0">
                          <a:solidFill>
                            <a:schemeClr val="bg1"/>
                          </a:solidFill>
                          <a:effectLst/>
                          <a:latin typeface="Helvetica 55 Roman" panose="020B0604020202020204" pitchFamily="34" charset="0"/>
                        </a:rPr>
                        <a:t>that </a:t>
                      </a:r>
                      <a:r>
                        <a:rPr lang="en-US" sz="1050" b="1" i="0" u="none" strike="noStrike" dirty="0">
                          <a:solidFill>
                            <a:schemeClr val="bg1"/>
                          </a:solidFill>
                          <a:effectLst/>
                          <a:latin typeface="Helvetica 55 Roman" panose="020B0604020202020204" pitchFamily="34" charset="0"/>
                        </a:rPr>
                        <a:t>captures customers requests </a:t>
                      </a:r>
                      <a:r>
                        <a:rPr lang="en-US" sz="1050" b="0" i="0" u="none" strike="noStrike" dirty="0">
                          <a:solidFill>
                            <a:schemeClr val="bg1"/>
                          </a:solidFill>
                          <a:effectLst/>
                          <a:latin typeface="Helvetica 55 Roman" panose="020B0604020202020204" pitchFamily="34" charset="0"/>
                        </a:rPr>
                        <a:t>based on </a:t>
                      </a:r>
                      <a:r>
                        <a:rPr lang="en-US" sz="1050" b="1" i="0" u="none" strike="noStrike" dirty="0">
                          <a:solidFill>
                            <a:schemeClr val="bg1"/>
                          </a:solidFill>
                          <a:effectLst/>
                          <a:latin typeface="Helvetica 55 Roman" panose="020B0604020202020204" pitchFamily="34" charset="0"/>
                        </a:rPr>
                        <a:t>standard and/or negotiated terms </a:t>
                      </a:r>
                      <a:r>
                        <a:rPr lang="en-US" sz="1050" b="0" i="0" u="none" strike="noStrike" dirty="0">
                          <a:solidFill>
                            <a:schemeClr val="bg1"/>
                          </a:solidFill>
                          <a:effectLst/>
                          <a:latin typeface="Helvetica 55 Roman" panose="020B0604020202020204" pitchFamily="34" charset="0"/>
                        </a:rPr>
                        <a:t>and specifies the </a:t>
                      </a:r>
                      <a:r>
                        <a:rPr lang="en-US" sz="1050" b="1" i="0" u="none" strike="noStrike" dirty="0">
                          <a:solidFill>
                            <a:schemeClr val="bg1"/>
                          </a:solidFill>
                          <a:effectLst/>
                          <a:latin typeface="Helvetica 55 Roman" panose="020B0604020202020204" pitchFamily="34" charset="0"/>
                        </a:rPr>
                        <a:t>price for a set of product &amp; services</a:t>
                      </a:r>
                      <a:r>
                        <a:rPr lang="en-US" sz="1050" b="0" i="0" u="none" strike="noStrike" dirty="0">
                          <a:solidFill>
                            <a:schemeClr val="bg1"/>
                          </a:solidFill>
                          <a:effectLst/>
                          <a:latin typeface="Helvetica 55 Roman" panose="020B0604020202020204" pitchFamily="34" charset="0"/>
                        </a:rPr>
                        <a:t>.</a:t>
                      </a: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 </a:t>
                      </a:r>
                    </a:p>
                    <a:p>
                      <a:pPr algn="l" fontAlgn="b"/>
                      <a:r>
                        <a:rPr lang="en-US" sz="1050" b="0" i="0" u="none" strike="noStrike" dirty="0">
                          <a:solidFill>
                            <a:schemeClr val="bg1"/>
                          </a:solidFill>
                          <a:effectLst/>
                          <a:latin typeface="Helvetica 55 Roman" panose="020B0604020202020204" pitchFamily="34" charset="0"/>
                        </a:rPr>
                        <a:t>A </a:t>
                      </a:r>
                      <a:r>
                        <a:rPr lang="en-US" sz="1050" b="0" i="0" u="none" strike="noStrike" noProof="0" dirty="0">
                          <a:solidFill>
                            <a:schemeClr val="bg1"/>
                          </a:solidFill>
                          <a:effectLst/>
                          <a:latin typeface="Helvetica 55 Roman" panose="020B0604020202020204" pitchFamily="34" charset="0"/>
                        </a:rPr>
                        <a:t>quote</a:t>
                      </a:r>
                      <a:r>
                        <a:rPr lang="en-US" sz="1050" b="0" i="0" u="none" strike="noStrike" dirty="0">
                          <a:solidFill>
                            <a:schemeClr val="bg1"/>
                          </a:solidFill>
                          <a:effectLst/>
                          <a:latin typeface="Helvetica 55 Roman" panose="020B0604020202020204" pitchFamily="34" charset="0"/>
                        </a:rPr>
                        <a:t> is created by a </a:t>
                      </a:r>
                      <a:r>
                        <a:rPr lang="en-US" sz="1050" b="1" i="0" u="none" strike="noStrike" dirty="0">
                          <a:solidFill>
                            <a:schemeClr val="bg1"/>
                          </a:solidFill>
                          <a:effectLst/>
                          <a:latin typeface="Helvetica 55 Roman" panose="020B0604020202020204" pitchFamily="34" charset="0"/>
                        </a:rPr>
                        <a:t>sales or pre-sales representative </a:t>
                      </a:r>
                      <a:r>
                        <a:rPr lang="en-US" sz="1050" b="0" i="0" u="none" strike="noStrike" dirty="0">
                          <a:solidFill>
                            <a:schemeClr val="bg1"/>
                          </a:solidFill>
                          <a:effectLst/>
                          <a:latin typeface="Helvetica 55 Roman" panose="020B0604020202020204" pitchFamily="34" charset="0"/>
                        </a:rPr>
                        <a:t>or by a </a:t>
                      </a:r>
                      <a:r>
                        <a:rPr lang="en-US" sz="1050" b="1" i="0" u="none" strike="noStrike" dirty="0">
                          <a:solidFill>
                            <a:schemeClr val="bg1"/>
                          </a:solidFill>
                          <a:effectLst/>
                          <a:latin typeface="Helvetica 55 Roman" panose="020B0604020202020204" pitchFamily="34" charset="0"/>
                        </a:rPr>
                        <a:t>customer on a self-serve journey </a:t>
                      </a:r>
                      <a:r>
                        <a:rPr lang="en-US" sz="1050" b="0" i="0" u="none" strike="noStrike" dirty="0">
                          <a:solidFill>
                            <a:schemeClr val="bg1"/>
                          </a:solidFill>
                          <a:effectLst/>
                          <a:highlight>
                            <a:srgbClr val="FFFF00"/>
                          </a:highlight>
                          <a:latin typeface="Helvetica 55 Roman" panose="020B0604020202020204" pitchFamily="34" charset="0"/>
                        </a:rPr>
                        <a:t>or by a partner.</a:t>
                      </a:r>
                    </a:p>
                    <a:p>
                      <a:pPr algn="l" fontAlgn="b"/>
                      <a:endParaRPr lang="en-US" sz="1050" b="0" i="0" u="none" strike="noStrike" dirty="0">
                        <a:solidFill>
                          <a:schemeClr val="bg1"/>
                        </a:solidFill>
                        <a:effectLst/>
                        <a:latin typeface="Helvetica 55 Roman" panose="020B0604020202020204" pitchFamily="34" charset="0"/>
                      </a:endParaRPr>
                    </a:p>
                    <a:p>
                      <a:pPr algn="l" fontAlgn="b"/>
                      <a:r>
                        <a:rPr lang="en-US" sz="1050" b="0" i="0" u="none" strike="noStrike" dirty="0">
                          <a:solidFill>
                            <a:schemeClr val="bg1"/>
                          </a:solidFill>
                          <a:effectLst/>
                          <a:latin typeface="Helvetica 55 Roman" panose="020B0604020202020204" pitchFamily="34" charset="0"/>
                        </a:rPr>
                        <a:t>A quote is broken down into </a:t>
                      </a:r>
                      <a:r>
                        <a:rPr lang="en-US" sz="1050" b="1" i="0" u="none" strike="noStrike" dirty="0">
                          <a:solidFill>
                            <a:schemeClr val="bg1"/>
                          </a:solidFill>
                          <a:effectLst/>
                          <a:latin typeface="Helvetica 55 Roman" panose="020B0604020202020204" pitchFamily="34" charset="0"/>
                        </a:rPr>
                        <a:t>quote line items</a:t>
                      </a:r>
                      <a:r>
                        <a:rPr lang="en-US" sz="1050" b="0" i="0" u="none" strike="noStrike" dirty="0">
                          <a:solidFill>
                            <a:schemeClr val="bg1"/>
                          </a:solidFill>
                          <a:effectLst/>
                          <a:latin typeface="Helvetica 55 Roman" panose="020B0604020202020204" pitchFamily="34" charset="0"/>
                        </a:rPr>
                        <a:t>. Each quote line item allowing to </a:t>
                      </a:r>
                      <a:r>
                        <a:rPr lang="en-US" sz="1050" b="1" i="0" u="none" strike="noStrike" dirty="0">
                          <a:solidFill>
                            <a:schemeClr val="bg1"/>
                          </a:solidFill>
                          <a:effectLst/>
                          <a:latin typeface="Helvetica 55 Roman" panose="020B0604020202020204" pitchFamily="34" charset="0"/>
                        </a:rPr>
                        <a:t>aggregate the offer at a node</a:t>
                      </a:r>
                      <a:r>
                        <a:rPr lang="en-US" sz="1050" b="0" i="0" u="none" strike="noStrike" dirty="0">
                          <a:solidFill>
                            <a:schemeClr val="bg1"/>
                          </a:solidFill>
                          <a:effectLst/>
                          <a:latin typeface="Helvetica 55 Roman" panose="020B0604020202020204" pitchFamily="34" charset="0"/>
                        </a:rPr>
                        <a:t> level (the node can represent a site or a product level).</a:t>
                      </a: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A quote covers </a:t>
                      </a:r>
                      <a:r>
                        <a:rPr lang="en-US" sz="1050" b="1" i="0" u="none" strike="noStrike" dirty="0">
                          <a:solidFill>
                            <a:schemeClr val="bg1"/>
                          </a:solidFill>
                          <a:effectLst/>
                          <a:latin typeface="Helvetica 55 Roman" panose="020B0604020202020204" pitchFamily="34" charset="0"/>
                        </a:rPr>
                        <a:t>multiple-sites</a:t>
                      </a:r>
                      <a:r>
                        <a:rPr lang="en-US" sz="1050" b="0" i="0" u="none" strike="noStrike" dirty="0">
                          <a:solidFill>
                            <a:schemeClr val="bg1"/>
                          </a:solidFill>
                          <a:effectLst/>
                          <a:latin typeface="Helvetica 55 Roman" panose="020B0604020202020204" pitchFamily="34" charset="0"/>
                        </a:rPr>
                        <a:t>, </a:t>
                      </a:r>
                      <a:r>
                        <a:rPr lang="en-US" sz="1050" b="1" i="0" u="none" strike="noStrike" dirty="0">
                          <a:solidFill>
                            <a:schemeClr val="bg1"/>
                          </a:solidFill>
                          <a:effectLst/>
                          <a:latin typeface="Helvetica 55 Roman" panose="020B0604020202020204" pitchFamily="34" charset="0"/>
                        </a:rPr>
                        <a:t>multiple-products</a:t>
                      </a:r>
                      <a:r>
                        <a:rPr lang="en-US" sz="1050" b="0" i="0" u="none" strike="noStrike" dirty="0">
                          <a:solidFill>
                            <a:schemeClr val="bg1"/>
                          </a:solidFill>
                          <a:effectLst/>
                          <a:latin typeface="Helvetica 55 Roman" panose="020B0604020202020204" pitchFamily="34" charset="0"/>
                        </a:rPr>
                        <a:t>, and can capture </a:t>
                      </a:r>
                      <a:r>
                        <a:rPr lang="en-US" sz="1050" b="1" i="0" u="none" strike="noStrike" dirty="0">
                          <a:solidFill>
                            <a:schemeClr val="bg1"/>
                          </a:solidFill>
                          <a:effectLst/>
                          <a:latin typeface="Helvetica 55 Roman" panose="020B0604020202020204" pitchFamily="34" charset="0"/>
                        </a:rPr>
                        <a:t>multiple billing entities</a:t>
                      </a:r>
                      <a:r>
                        <a:rPr lang="en-US" sz="1050" b="0" i="0" u="none" strike="noStrike" dirty="0">
                          <a:solidFill>
                            <a:schemeClr val="bg1"/>
                          </a:solidFill>
                          <a:effectLst/>
                          <a:latin typeface="Helvetica 55 Roman" panose="020B0604020202020204" pitchFamily="34" charset="0"/>
                        </a:rPr>
                        <a:t>.</a:t>
                      </a:r>
                    </a:p>
                    <a:p>
                      <a:pPr marL="0" indent="0" algn="l" fontAlgn="b">
                        <a:buFontTx/>
                        <a:buNone/>
                      </a:pPr>
                      <a:r>
                        <a:rPr lang="en-US" sz="1050" b="0" i="0" u="none" strike="noStrike" dirty="0">
                          <a:solidFill>
                            <a:schemeClr val="bg1"/>
                          </a:solidFill>
                          <a:effectLst/>
                          <a:latin typeface="Helvetica 55 Roman" panose="020B0604020202020204" pitchFamily="34" charset="0"/>
                        </a:rPr>
                        <a:t>A quote can be </a:t>
                      </a:r>
                      <a:r>
                        <a:rPr lang="en-US" sz="1050" b="1" i="0" u="none" strike="noStrike" dirty="0">
                          <a:solidFill>
                            <a:schemeClr val="bg1"/>
                          </a:solidFill>
                          <a:effectLst/>
                          <a:latin typeface="Helvetica 55 Roman" panose="020B0604020202020204" pitchFamily="34" charset="0"/>
                        </a:rPr>
                        <a:t>a project quote </a:t>
                      </a:r>
                      <a:r>
                        <a:rPr lang="en-US" sz="1050" b="0" i="0" u="none" strike="noStrike" dirty="0">
                          <a:solidFill>
                            <a:schemeClr val="bg1"/>
                          </a:solidFill>
                          <a:effectLst/>
                          <a:latin typeface="Helvetica 55 Roman" panose="020B0604020202020204" pitchFamily="34" charset="0"/>
                        </a:rPr>
                        <a:t>or a </a:t>
                      </a:r>
                      <a:r>
                        <a:rPr lang="en-US" sz="1050" b="1" i="0" u="none" strike="noStrike" dirty="0">
                          <a:solidFill>
                            <a:schemeClr val="bg1"/>
                          </a:solidFill>
                          <a:effectLst/>
                          <a:latin typeface="Helvetica 55 Roman" panose="020B0604020202020204" pitchFamily="34" charset="0"/>
                        </a:rPr>
                        <a:t>firm quote</a:t>
                      </a:r>
                      <a:r>
                        <a:rPr lang="en-US" sz="1050" b="0" i="0" u="none" strike="noStrike" dirty="0">
                          <a:solidFill>
                            <a:schemeClr val="bg1"/>
                          </a:solidFill>
                          <a:effectLst/>
                          <a:latin typeface="Helvetica 55 Roman" panose="020B0604020202020204" pitchFamily="34" charset="0"/>
                        </a:rPr>
                        <a:t>. </a:t>
                      </a:r>
                    </a:p>
                    <a:p>
                      <a:pPr marL="0" indent="0" algn="l" fontAlgn="b">
                        <a:buFontTx/>
                        <a:buNone/>
                      </a:pPr>
                      <a:r>
                        <a:rPr lang="en-US" sz="1050" b="0" i="0" u="none" strike="noStrike" dirty="0">
                          <a:solidFill>
                            <a:schemeClr val="bg1"/>
                          </a:solidFill>
                          <a:effectLst/>
                          <a:latin typeface="Helvetica 55 Roman" panose="020B0604020202020204" pitchFamily="34" charset="0"/>
                        </a:rPr>
                        <a:t>A quote can have </a:t>
                      </a:r>
                      <a:r>
                        <a:rPr lang="en-US" sz="1050" b="1" i="0" u="none" strike="noStrike" dirty="0">
                          <a:solidFill>
                            <a:schemeClr val="bg1"/>
                          </a:solidFill>
                          <a:effectLst/>
                          <a:latin typeface="Helvetica 55 Roman" panose="020B0604020202020204" pitchFamily="34" charset="0"/>
                        </a:rPr>
                        <a:t>several versions</a:t>
                      </a:r>
                      <a:r>
                        <a:rPr lang="en-US" sz="1050" b="0" i="0" u="none" strike="noStrike" dirty="0">
                          <a:solidFill>
                            <a:schemeClr val="bg1"/>
                          </a:solidFill>
                          <a:effectLst/>
                          <a:latin typeface="Helvetica 55 Roman" panose="020B0604020202020204" pitchFamily="34" charset="0"/>
                        </a:rPr>
                        <a:t>.</a:t>
                      </a:r>
                    </a:p>
                    <a:p>
                      <a:pPr algn="l" fontAlgn="b"/>
                      <a:endParaRPr lang="en-US" sz="1050" b="0" i="0" u="none" strike="noStrike" dirty="0">
                        <a:solidFill>
                          <a:schemeClr val="bg1"/>
                        </a:solidFill>
                        <a:effectLst/>
                        <a:latin typeface="Helvetica 55 Roman" panose="020B0604020202020204" pitchFamily="34" charset="0"/>
                      </a:endParaRP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In the </a:t>
                      </a:r>
                      <a:r>
                        <a:rPr lang="en-US" sz="1050" b="1" i="0" u="none" strike="noStrike" dirty="0">
                          <a:solidFill>
                            <a:schemeClr val="bg1"/>
                          </a:solidFill>
                          <a:effectLst/>
                          <a:latin typeface="Helvetica 55 Roman" panose="020B0604020202020204" pitchFamily="34" charset="0"/>
                        </a:rPr>
                        <a:t>case of a self-serve journey</a:t>
                      </a:r>
                      <a:r>
                        <a:rPr lang="en-US" sz="1050" b="0" i="0" u="none" strike="noStrike" dirty="0">
                          <a:solidFill>
                            <a:schemeClr val="bg1"/>
                          </a:solidFill>
                          <a:effectLst/>
                          <a:latin typeface="Helvetica 55 Roman" panose="020B0604020202020204" pitchFamily="34" charset="0"/>
                        </a:rPr>
                        <a:t>, the quote mirrors </a:t>
                      </a:r>
                      <a:r>
                        <a:rPr lang="en-US" sz="1050" b="1" i="0" u="none" strike="noStrike" dirty="0">
                          <a:solidFill>
                            <a:schemeClr val="bg1"/>
                          </a:solidFill>
                          <a:effectLst/>
                          <a:latin typeface="Helvetica 55 Roman" panose="020B0604020202020204" pitchFamily="34" charset="0"/>
                        </a:rPr>
                        <a:t>the cart</a:t>
                      </a:r>
                      <a:r>
                        <a:rPr lang="en-US" sz="1050" b="0" i="0" u="none" strike="noStrike" dirty="0">
                          <a:solidFill>
                            <a:schemeClr val="bg1"/>
                          </a:solidFill>
                          <a:effectLst/>
                          <a:latin typeface="Helvetica 55 Roman" panose="020B0604020202020204" pitchFamily="34" charset="0"/>
                        </a:rPr>
                        <a:t> managed by the customer on the digital channel. </a:t>
                      </a: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It can be created by the customer and then be </a:t>
                      </a:r>
                      <a:r>
                        <a:rPr lang="en-US" sz="1050" b="1" i="0" u="none" strike="noStrike" dirty="0">
                          <a:solidFill>
                            <a:schemeClr val="bg1"/>
                          </a:solidFill>
                          <a:effectLst/>
                          <a:latin typeface="Helvetica 55 Roman" panose="020B0604020202020204" pitchFamily="34" charset="0"/>
                        </a:rPr>
                        <a:t>handed-over </a:t>
                      </a:r>
                      <a:r>
                        <a:rPr lang="en-US" sz="1050" b="0" i="0" u="none" strike="noStrike" dirty="0">
                          <a:solidFill>
                            <a:schemeClr val="bg1"/>
                          </a:solidFill>
                          <a:effectLst/>
                          <a:latin typeface="Helvetica 55 Roman" panose="020B0604020202020204" pitchFamily="34" charset="0"/>
                        </a:rPr>
                        <a:t>to a sales/pre-sales representative (and then sent back to a customer).</a:t>
                      </a:r>
                    </a:p>
                    <a:p>
                      <a:pPr algn="l" fontAlgn="b"/>
                      <a:endParaRPr lang="en-US" sz="1050" b="0" i="0" u="none" strike="noStrike" dirty="0">
                        <a:solidFill>
                          <a:schemeClr val="bg1"/>
                        </a:solidFill>
                        <a:effectLst/>
                        <a:latin typeface="Helvetica 55 Roman" panose="020B0604020202020204" pitchFamily="34" charset="0"/>
                      </a:endParaRPr>
                    </a:p>
                    <a:p>
                      <a:pPr algn="l" fontAlgn="b"/>
                      <a:r>
                        <a:rPr lang="en-US" sz="1050" b="0" i="0" u="none" strike="noStrike" dirty="0">
                          <a:solidFill>
                            <a:schemeClr val="bg1"/>
                          </a:solidFill>
                          <a:effectLst/>
                          <a:latin typeface="Helvetica 55 Roman" panose="020B0604020202020204" pitchFamily="34" charset="0"/>
                        </a:rPr>
                        <a:t>At different stage of its life-cycle, a quote can include (see exhaustive list of info in the quote data dictionary): </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primary sales representative </a:t>
                      </a:r>
                      <a:r>
                        <a:rPr lang="en-US" sz="1050" b="0" i="0" u="none" strike="noStrike" dirty="0">
                          <a:solidFill>
                            <a:schemeClr val="bg1"/>
                          </a:solidFill>
                          <a:effectLst/>
                          <a:latin typeface="Helvetica 55 Roman" panose="020B0604020202020204" pitchFamily="34" charset="0"/>
                        </a:rPr>
                        <a:t>associated with the quote </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customer</a:t>
                      </a:r>
                      <a:r>
                        <a:rPr lang="en-US" sz="1050" b="0" i="0" u="none" strike="noStrike" dirty="0">
                          <a:solidFill>
                            <a:schemeClr val="bg1"/>
                          </a:solidFill>
                          <a:effectLst/>
                          <a:latin typeface="Helvetica 55 Roman" panose="020B0604020202020204" pitchFamily="34" charset="0"/>
                        </a:rPr>
                        <a:t> associated with the quote. It could include information related to customer </a:t>
                      </a:r>
                      <a:r>
                        <a:rPr lang="en-US" sz="1050" b="1" i="0" u="none" strike="noStrike" dirty="0">
                          <a:solidFill>
                            <a:schemeClr val="bg1"/>
                          </a:solidFill>
                          <a:effectLst/>
                          <a:latin typeface="Helvetica 55 Roman" panose="020B0604020202020204" pitchFamily="34" charset="0"/>
                        </a:rPr>
                        <a:t>identification</a:t>
                      </a:r>
                      <a:r>
                        <a:rPr lang="en-US" sz="1050" b="0" i="0" u="none" strike="noStrike" dirty="0">
                          <a:solidFill>
                            <a:schemeClr val="bg1"/>
                          </a:solidFill>
                          <a:effectLst/>
                          <a:latin typeface="Helvetica 55 Roman" panose="020B0604020202020204" pitchFamily="34" charset="0"/>
                        </a:rPr>
                        <a:t> (account name, ..), customer </a:t>
                      </a:r>
                      <a:r>
                        <a:rPr lang="en-US" sz="1050" b="1" i="0" u="none" strike="noStrike" dirty="0">
                          <a:solidFill>
                            <a:schemeClr val="bg1"/>
                          </a:solidFill>
                          <a:effectLst/>
                          <a:latin typeface="Helvetica 55 Roman" panose="020B0604020202020204" pitchFamily="34" charset="0"/>
                        </a:rPr>
                        <a:t>contact information </a:t>
                      </a:r>
                      <a:r>
                        <a:rPr lang="en-US" sz="1050" b="0" i="0" u="none" strike="noStrike" dirty="0">
                          <a:solidFill>
                            <a:schemeClr val="bg1"/>
                          </a:solidFill>
                          <a:effectLst/>
                          <a:latin typeface="Helvetica 55 Roman" panose="020B0604020202020204" pitchFamily="34" charset="0"/>
                        </a:rPr>
                        <a:t>(email, number, delivery address..), and </a:t>
                      </a:r>
                      <a:r>
                        <a:rPr lang="en-US" sz="1050" b="1" i="0" u="none" strike="noStrike" dirty="0">
                          <a:solidFill>
                            <a:schemeClr val="bg1"/>
                          </a:solidFill>
                          <a:effectLst/>
                          <a:latin typeface="Helvetica 55 Roman" panose="020B0604020202020204" pitchFamily="34" charset="0"/>
                        </a:rPr>
                        <a:t>billing information</a:t>
                      </a:r>
                      <a:r>
                        <a:rPr lang="en-US" sz="1050" b="0" i="0" u="none" strike="noStrike" dirty="0">
                          <a:solidFill>
                            <a:schemeClr val="bg1"/>
                          </a:solidFill>
                          <a:effectLst/>
                          <a:latin typeface="Helvetica 55 Roman" panose="020B0604020202020204" pitchFamily="34" charset="0"/>
                        </a:rPr>
                        <a:t>. </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currency</a:t>
                      </a:r>
                      <a:r>
                        <a:rPr lang="en-US" sz="1050" b="0" i="0" u="none" strike="noStrike" dirty="0">
                          <a:solidFill>
                            <a:schemeClr val="bg1"/>
                          </a:solidFill>
                          <a:effectLst/>
                          <a:latin typeface="Helvetica 55 Roman" panose="020B0604020202020204" pitchFamily="34" charset="0"/>
                        </a:rPr>
                        <a:t> is for the quotation</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products &amp; services </a:t>
                      </a:r>
                      <a:r>
                        <a:rPr lang="en-US" sz="1050" b="0" i="0" u="none" strike="noStrike" dirty="0">
                          <a:solidFill>
                            <a:schemeClr val="bg1"/>
                          </a:solidFill>
                          <a:effectLst/>
                          <a:latin typeface="Helvetica 55 Roman" panose="020B0604020202020204" pitchFamily="34" charset="0"/>
                        </a:rPr>
                        <a:t>selected and configured to serve customer needs</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quantity</a:t>
                      </a:r>
                      <a:r>
                        <a:rPr lang="en-US" sz="1050" b="0" i="0" u="none" strike="noStrike" dirty="0">
                          <a:solidFill>
                            <a:schemeClr val="bg1"/>
                          </a:solidFill>
                          <a:effectLst/>
                          <a:latin typeface="Helvetica 55 Roman" panose="020B0604020202020204" pitchFamily="34" charset="0"/>
                        </a:rPr>
                        <a:t> of each product requested. </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customer </a:t>
                      </a:r>
                      <a:r>
                        <a:rPr lang="en-US" sz="1050" b="1" i="0" u="none" strike="noStrike" dirty="0">
                          <a:solidFill>
                            <a:schemeClr val="bg1"/>
                          </a:solidFill>
                          <a:effectLst/>
                          <a:latin typeface="Helvetica 55 Roman" panose="020B0604020202020204" pitchFamily="34" charset="0"/>
                        </a:rPr>
                        <a:t>sites details </a:t>
                      </a:r>
                      <a:r>
                        <a:rPr lang="en-US" sz="1050" b="0" i="0" u="none" strike="noStrike" dirty="0">
                          <a:solidFill>
                            <a:schemeClr val="bg1"/>
                          </a:solidFill>
                          <a:effectLst/>
                          <a:latin typeface="Helvetica 55 Roman" panose="020B0604020202020204" pitchFamily="34" charset="0"/>
                        </a:rPr>
                        <a:t>for which the products &amp; services are selected</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price conditions </a:t>
                      </a:r>
                      <a:r>
                        <a:rPr lang="en-US" sz="1050" b="0" i="0" u="none" strike="noStrike" dirty="0">
                          <a:solidFill>
                            <a:schemeClr val="bg1"/>
                          </a:solidFill>
                          <a:effectLst/>
                          <a:latin typeface="Helvetica 55 Roman" panose="020B0604020202020204" pitchFamily="34" charset="0"/>
                        </a:rPr>
                        <a:t>associated to each products &amp; services (standard price and negotiated if any) conditions that may have been negotiated. </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costs</a:t>
                      </a:r>
                      <a:r>
                        <a:rPr lang="en-US" sz="1050" b="0" i="0" u="none" strike="noStrike" dirty="0">
                          <a:solidFill>
                            <a:schemeClr val="bg1"/>
                          </a:solidFill>
                          <a:effectLst/>
                          <a:latin typeface="Helvetica 55 Roman" panose="020B0604020202020204" pitchFamily="34" charset="0"/>
                        </a:rPr>
                        <a:t> and </a:t>
                      </a:r>
                      <a:r>
                        <a:rPr lang="en-US" sz="1050" b="1" i="0" u="none" strike="noStrike" dirty="0">
                          <a:solidFill>
                            <a:schemeClr val="bg1"/>
                          </a:solidFill>
                          <a:effectLst/>
                          <a:latin typeface="Helvetica 55 Roman" panose="020B0604020202020204" pitchFamily="34" charset="0"/>
                        </a:rPr>
                        <a:t>associated margins </a:t>
                      </a:r>
                      <a:r>
                        <a:rPr lang="en-US" sz="1050" b="0" i="0" u="none" strike="noStrike" dirty="0">
                          <a:solidFill>
                            <a:schemeClr val="bg1"/>
                          </a:solidFill>
                          <a:effectLst/>
                          <a:latin typeface="Helvetica 55 Roman" panose="020B0604020202020204" pitchFamily="34" charset="0"/>
                        </a:rPr>
                        <a:t>for Orange Business</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contract terms </a:t>
                      </a:r>
                      <a:r>
                        <a:rPr lang="en-US" sz="1050" b="0" i="0" u="none" strike="noStrike" dirty="0">
                          <a:solidFill>
                            <a:schemeClr val="bg1"/>
                          </a:solidFill>
                          <a:effectLst/>
                          <a:latin typeface="Helvetica 55 Roman" panose="020B0604020202020204" pitchFamily="34" charset="0"/>
                        </a:rPr>
                        <a:t>of each product</a:t>
                      </a:r>
                    </a:p>
                    <a:p>
                      <a:pPr marL="171450" indent="-171450" algn="l" fontAlgn="b">
                        <a:buFontTx/>
                        <a:buChar char="-"/>
                      </a:pPr>
                      <a:r>
                        <a:rPr lang="en-US" sz="1050" b="0" i="0" u="none" strike="noStrike" dirty="0">
                          <a:solidFill>
                            <a:schemeClr val="bg1"/>
                          </a:solidFill>
                          <a:effectLst/>
                          <a:latin typeface="Helvetica 55 Roman" panose="020B0604020202020204" pitchFamily="34" charset="0"/>
                        </a:rPr>
                        <a:t>The </a:t>
                      </a:r>
                      <a:r>
                        <a:rPr lang="en-US" sz="1050" b="1" i="0" u="none" strike="noStrike" dirty="0">
                          <a:solidFill>
                            <a:schemeClr val="bg1"/>
                          </a:solidFill>
                          <a:effectLst/>
                          <a:latin typeface="Helvetica 55 Roman" panose="020B0604020202020204" pitchFamily="34" charset="0"/>
                        </a:rPr>
                        <a:t>internal approval </a:t>
                      </a:r>
                      <a:r>
                        <a:rPr lang="en-US" sz="1050" b="0" i="0" u="none" strike="noStrike" dirty="0">
                          <a:solidFill>
                            <a:schemeClr val="bg1"/>
                          </a:solidFill>
                          <a:effectLst/>
                          <a:latin typeface="Helvetica 55 Roman" panose="020B0604020202020204" pitchFamily="34" charset="0"/>
                        </a:rPr>
                        <a:t>workflow and </a:t>
                      </a:r>
                      <a:r>
                        <a:rPr lang="en-US" sz="1050" b="1" i="0" u="none" strike="noStrike" dirty="0">
                          <a:solidFill>
                            <a:schemeClr val="bg1"/>
                          </a:solidFill>
                          <a:effectLst/>
                          <a:latin typeface="Helvetica 55 Roman" panose="020B0604020202020204" pitchFamily="34" charset="0"/>
                        </a:rPr>
                        <a:t>customer approval </a:t>
                      </a:r>
                      <a:r>
                        <a:rPr lang="en-US" sz="1050" b="0" i="0" u="none" strike="noStrike" dirty="0">
                          <a:solidFill>
                            <a:schemeClr val="bg1"/>
                          </a:solidFill>
                          <a:effectLst/>
                          <a:latin typeface="Helvetica 55 Roman" panose="020B0604020202020204" pitchFamily="34" charset="0"/>
                        </a:rPr>
                        <a:t>workflow</a:t>
                      </a:r>
                    </a:p>
                    <a:p>
                      <a:pPr marL="171450" indent="-171450" algn="l" fontAlgn="b">
                        <a:buFontTx/>
                        <a:buChar char="-"/>
                      </a:pPr>
                      <a:r>
                        <a:rPr lang="en-US" sz="1050" b="0" i="0" u="none" strike="noStrike" dirty="0">
                          <a:solidFill>
                            <a:schemeClr val="bg1"/>
                          </a:solidFill>
                          <a:effectLst/>
                          <a:highlight>
                            <a:srgbClr val="FFFF00"/>
                          </a:highlight>
                          <a:latin typeface="Helvetica 55 Roman" panose="020B0604020202020204" pitchFamily="34" charset="0"/>
                        </a:rPr>
                        <a:t>Contract artefact (</a:t>
                      </a:r>
                      <a:r>
                        <a:rPr lang="en-US" sz="1050" b="0" i="0" u="none" strike="noStrike" dirty="0" err="1">
                          <a:solidFill>
                            <a:schemeClr val="bg1"/>
                          </a:solidFill>
                          <a:effectLst/>
                          <a:highlight>
                            <a:srgbClr val="FFFF00"/>
                          </a:highlight>
                          <a:latin typeface="Helvetica 55 Roman" panose="020B0604020202020204" pitchFamily="34" charset="0"/>
                        </a:rPr>
                        <a:t>t&amp;cs</a:t>
                      </a:r>
                      <a:r>
                        <a:rPr lang="en-US" sz="1050" b="0" i="0" u="none" strike="noStrike" dirty="0">
                          <a:solidFill>
                            <a:schemeClr val="bg1"/>
                          </a:solidFill>
                          <a:effectLst/>
                          <a:highlight>
                            <a:srgbClr val="FFFF00"/>
                          </a:highlight>
                          <a:latin typeface="Helvetica 55 Roman" panose="020B0604020202020204" pitchFamily="34" charset="0"/>
                        </a:rPr>
                        <a:t>, clause) – to be confirmed with CLM</a:t>
                      </a:r>
                    </a:p>
                    <a:p>
                      <a:pPr marL="171450" indent="-171450" algn="l" fontAlgn="b">
                        <a:buFontTx/>
                        <a:buChar char="-"/>
                      </a:pPr>
                      <a:endParaRPr lang="en-US" sz="1050" b="0" i="0" u="none" strike="noStrike" dirty="0">
                        <a:solidFill>
                          <a:schemeClr val="bg1"/>
                        </a:solidFill>
                        <a:effectLst/>
                        <a:latin typeface="Helvetica 55 Roman" panose="020B0604020202020204" pitchFamily="34" charset="0"/>
                      </a:endParaRPr>
                    </a:p>
                    <a:p>
                      <a:pPr marL="0" indent="0" algn="l" fontAlgn="b">
                        <a:buFontTx/>
                        <a:buNone/>
                      </a:pPr>
                      <a:r>
                        <a:rPr lang="en-US" sz="1050" b="0" i="0" u="none" strike="noStrike" dirty="0">
                          <a:solidFill>
                            <a:schemeClr val="bg1"/>
                          </a:solidFill>
                          <a:effectLst/>
                          <a:latin typeface="Helvetica 55 Roman" panose="020B0604020202020204" pitchFamily="34" charset="0"/>
                        </a:rPr>
                        <a:t>A quote can be sent to customer as a document.</a:t>
                      </a:r>
                    </a:p>
                    <a:p>
                      <a:pPr marL="0" indent="0" algn="l" fontAlgn="b">
                        <a:buFontTx/>
                        <a:buNone/>
                      </a:pPr>
                      <a:r>
                        <a:rPr lang="en-US" sz="1050" b="0" i="0" u="none" strike="noStrike" dirty="0">
                          <a:solidFill>
                            <a:schemeClr val="bg1"/>
                          </a:solidFill>
                          <a:effectLst/>
                          <a:latin typeface="Helvetica 55 Roman" panose="020B0604020202020204" pitchFamily="34" charset="0"/>
                        </a:rPr>
                        <a:t>A quote is linked to an opportunity. Multiple quotes can be linked to the same opportunity</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171450" indent="-171450" algn="l" fontAlgn="b">
                        <a:buFontTx/>
                        <a:buChar char="-"/>
                      </a:pPr>
                      <a:r>
                        <a:rPr lang="en-US" sz="1050" b="0" i="0" u="none" strike="noStrike">
                          <a:solidFill>
                            <a:schemeClr val="bg1"/>
                          </a:solidFill>
                          <a:effectLst/>
                          <a:latin typeface="Helvetica 55 Roman" panose="020B0604020202020204" pitchFamily="34" charset="0"/>
                        </a:rPr>
                        <a:t>Opportunity [1] *</a:t>
                      </a:r>
                    </a:p>
                    <a:p>
                      <a:pPr marL="171450" indent="-171450" algn="l" fontAlgn="b">
                        <a:buFontTx/>
                        <a:buChar char="-"/>
                      </a:pPr>
                      <a:r>
                        <a:rPr lang="en-US" sz="1050" b="0" i="0" u="none" strike="noStrike">
                          <a:solidFill>
                            <a:schemeClr val="bg1"/>
                          </a:solidFill>
                          <a:effectLst/>
                          <a:latin typeface="Helvetica 55 Roman" panose="020B0604020202020204" pitchFamily="34" charset="0"/>
                        </a:rPr>
                        <a:t>Project Quote</a:t>
                      </a:r>
                    </a:p>
                    <a:p>
                      <a:pPr marL="171450" indent="-171450" algn="l" fontAlgn="b">
                        <a:buFontTx/>
                        <a:buChar char="-"/>
                      </a:pPr>
                      <a:r>
                        <a:rPr lang="en-US" sz="1050" b="0" i="0" u="none" strike="noStrike">
                          <a:solidFill>
                            <a:schemeClr val="bg1"/>
                          </a:solidFill>
                          <a:effectLst/>
                          <a:latin typeface="Helvetica 55 Roman" panose="020B0604020202020204" pitchFamily="34" charset="0"/>
                        </a:rPr>
                        <a:t>MSA [1]</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a:solidFill>
                            <a:schemeClr val="bg1"/>
                          </a:solidFill>
                          <a:effectLst/>
                          <a:latin typeface="Helvetica 55 Roman" panose="020B0604020202020204" pitchFamily="34" charset="0"/>
                        </a:rPr>
                        <a:t>Service Contract [N] </a:t>
                      </a:r>
                    </a:p>
                    <a:p>
                      <a:pPr marL="171450" indent="-171450" algn="l" fontAlgn="b">
                        <a:buFontTx/>
                        <a:buChar char="-"/>
                      </a:pPr>
                      <a:r>
                        <a:rPr lang="en-US" sz="1050" b="0" i="0" u="none" strike="noStrike">
                          <a:solidFill>
                            <a:schemeClr val="bg1"/>
                          </a:solidFill>
                          <a:effectLst/>
                          <a:latin typeface="Helvetica 55 Roman" panose="020B0604020202020204" pitchFamily="34" charset="0"/>
                        </a:rPr>
                        <a:t>Site [N]</a:t>
                      </a:r>
                    </a:p>
                    <a:p>
                      <a:pPr marL="171450" indent="-171450" algn="l" fontAlgn="b">
                        <a:buFontTx/>
                        <a:buChar char="-"/>
                      </a:pPr>
                      <a:r>
                        <a:rPr lang="en-US" sz="1050" b="0" i="0" u="none" strike="noStrike">
                          <a:solidFill>
                            <a:schemeClr val="bg1"/>
                          </a:solidFill>
                          <a:effectLst/>
                          <a:latin typeface="Helvetica 55 Roman" panose="020B0604020202020204" pitchFamily="34" charset="0"/>
                        </a:rPr>
                        <a:t>Line Item [N] *</a:t>
                      </a:r>
                    </a:p>
                    <a:p>
                      <a:pPr marL="171450" indent="-171450" algn="l" fontAlgn="b">
                        <a:buFontTx/>
                        <a:buChar char="-"/>
                      </a:pPr>
                      <a:r>
                        <a:rPr lang="en-US" sz="1050" b="0" i="0" u="none" strike="noStrike">
                          <a:solidFill>
                            <a:schemeClr val="bg1"/>
                          </a:solidFill>
                          <a:effectLst/>
                          <a:latin typeface="Helvetica 55 Roman" panose="020B0604020202020204" pitchFamily="34" charset="0"/>
                        </a:rPr>
                        <a:t>Commercial Orders [N] *</a:t>
                      </a:r>
                    </a:p>
                    <a:p>
                      <a:pPr marL="171450" indent="-171450" algn="l" fontAlgn="b">
                        <a:buFontTx/>
                        <a:buChar char="-"/>
                      </a:pPr>
                      <a:endParaRPr lang="en-US" sz="1050" b="0" i="0" u="none" strike="noStrike">
                        <a:solidFill>
                          <a:schemeClr val="bg1"/>
                        </a:solidFill>
                        <a:effectLst/>
                        <a:latin typeface="Helvetica 55 Roman" panose="020B0604020202020204" pitchFamily="34" charset="0"/>
                      </a:endParaRP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4039122949"/>
                  </a:ext>
                </a:extLst>
              </a:tr>
              <a:tr h="1006591">
                <a:tc>
                  <a:txBody>
                    <a:bodyPr/>
                    <a:lstStyle/>
                    <a:p>
                      <a:pPr algn="l" fontAlgn="b"/>
                      <a:r>
                        <a:rPr lang="en-US" sz="1100" b="1" i="0" u="none" strike="noStrike">
                          <a:solidFill>
                            <a:schemeClr val="bg1"/>
                          </a:solidFill>
                          <a:effectLst/>
                          <a:latin typeface="+mn-lt"/>
                        </a:rPr>
                        <a:t>Project Quote </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050" b="0" i="0" u="none" strike="noStrike" dirty="0">
                          <a:solidFill>
                            <a:schemeClr val="bg1"/>
                          </a:solidFill>
                          <a:effectLst/>
                          <a:latin typeface="Helvetica 55 Roman" panose="020B0604020202020204" pitchFamily="34" charset="0"/>
                        </a:rPr>
                        <a:t>A project quote is a quote used to capture customers request for </a:t>
                      </a:r>
                      <a:r>
                        <a:rPr lang="en-US" sz="1050" b="1" i="0" u="none" strike="noStrike" dirty="0">
                          <a:solidFill>
                            <a:schemeClr val="bg1"/>
                          </a:solidFill>
                          <a:effectLst/>
                          <a:latin typeface="Helvetica 55 Roman" panose="020B0604020202020204" pitchFamily="34" charset="0"/>
                        </a:rPr>
                        <a:t>complex deals </a:t>
                      </a:r>
                      <a:r>
                        <a:rPr lang="en-US" sz="1050" b="0" i="0" u="none" strike="noStrike" dirty="0">
                          <a:solidFill>
                            <a:schemeClr val="bg1"/>
                          </a:solidFill>
                          <a:effectLst/>
                          <a:latin typeface="Helvetica 55 Roman" panose="020B0604020202020204" pitchFamily="34" charset="0"/>
                        </a:rPr>
                        <a:t>(numerous sites, multiples years) and establish the basis of a contract. </a:t>
                      </a:r>
                    </a:p>
                    <a:p>
                      <a:pPr algn="l" fontAlgn="b"/>
                      <a:r>
                        <a:rPr lang="en-US" sz="1050" b="0" i="0" u="none" strike="noStrike" dirty="0">
                          <a:solidFill>
                            <a:schemeClr val="bg1"/>
                          </a:solidFill>
                          <a:effectLst/>
                          <a:latin typeface="Helvetica 55 Roman" panose="020B0604020202020204" pitchFamily="34" charset="0"/>
                        </a:rPr>
                        <a:t>It expresses the required resources needed and associated price.</a:t>
                      </a:r>
                    </a:p>
                    <a:p>
                      <a:pPr algn="l" fontAlgn="b"/>
                      <a:r>
                        <a:rPr lang="en-US" sz="1050" b="0" i="0" u="none" strike="noStrike" dirty="0">
                          <a:solidFill>
                            <a:schemeClr val="bg1"/>
                          </a:solidFill>
                          <a:effectLst/>
                          <a:latin typeface="Helvetica 55 Roman" panose="020B0604020202020204" pitchFamily="34" charset="0"/>
                        </a:rPr>
                        <a:t>Upon approval, a project quote can be instantiated as an MSA contract. </a:t>
                      </a:r>
                    </a:p>
                    <a:p>
                      <a:pPr algn="l" fontAlgn="b"/>
                      <a:r>
                        <a:rPr lang="en-US" sz="1050" b="0" i="0" u="none" strike="noStrike" dirty="0">
                          <a:solidFill>
                            <a:schemeClr val="bg1"/>
                          </a:solidFill>
                          <a:effectLst/>
                          <a:latin typeface="Helvetica 55 Roman" panose="020B0604020202020204" pitchFamily="34" charset="0"/>
                        </a:rPr>
                        <a:t>Upon approval, a project quote cannot directly be decomposed into orders for fulfillment. It will need to transition into 1 or multiple firm quote(s) to start </a:t>
                      </a:r>
                      <a:r>
                        <a:rPr lang="en-US" sz="1050" b="0" i="0" u="none" strike="noStrike" dirty="0" err="1">
                          <a:solidFill>
                            <a:schemeClr val="bg1"/>
                          </a:solidFill>
                          <a:effectLst/>
                          <a:latin typeface="Helvetica 55 Roman" panose="020B0604020202020204" pitchFamily="34" charset="0"/>
                        </a:rPr>
                        <a:t>fullfillment</a:t>
                      </a:r>
                      <a:r>
                        <a:rPr lang="en-US" sz="1050" b="0" i="0" u="none" strike="noStrike" dirty="0">
                          <a:solidFill>
                            <a:schemeClr val="bg1"/>
                          </a:solidFill>
                          <a:effectLst/>
                          <a:latin typeface="Helvetica 55 Roman" panose="020B0604020202020204" pitchFamily="34" charset="0"/>
                        </a:rPr>
                        <a:t>.</a:t>
                      </a: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Multiple project quotes can be linked to the same opportunity.</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171450" indent="-171450" algn="l" fontAlgn="b">
                        <a:buFontTx/>
                        <a:buChar char="-"/>
                      </a:pPr>
                      <a:r>
                        <a:rPr lang="en-US" sz="1050" b="0" i="0" u="none" strike="noStrike">
                          <a:solidFill>
                            <a:schemeClr val="bg1"/>
                          </a:solidFill>
                          <a:effectLst/>
                          <a:latin typeface="Helvetica 55 Roman" panose="020B0604020202020204" pitchFamily="34" charset="0"/>
                        </a:rPr>
                        <a:t>Project </a:t>
                      </a:r>
                    </a:p>
                    <a:p>
                      <a:pPr marL="171450" indent="-171450" algn="l" fontAlgn="b">
                        <a:buFontTx/>
                        <a:buChar char="-"/>
                      </a:pPr>
                      <a:r>
                        <a:rPr lang="en-US" sz="1050" b="0" i="0" u="none" strike="noStrike">
                          <a:solidFill>
                            <a:schemeClr val="bg1"/>
                          </a:solidFill>
                          <a:effectLst/>
                          <a:latin typeface="Helvetica 55 Roman" panose="020B0604020202020204" pitchFamily="34" charset="0"/>
                        </a:rPr>
                        <a:t>MSA contract </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480166247"/>
                  </a:ext>
                </a:extLst>
              </a:tr>
              <a:tr h="486839">
                <a:tc>
                  <a:txBody>
                    <a:bodyPr/>
                    <a:lstStyle/>
                    <a:p>
                      <a:pPr algn="l" fontAlgn="b"/>
                      <a:r>
                        <a:rPr lang="en-US" sz="1100" b="1" i="0" u="none" strike="noStrike" dirty="0">
                          <a:solidFill>
                            <a:schemeClr val="bg1"/>
                          </a:solidFill>
                          <a:effectLst/>
                          <a:latin typeface="+mn-lt"/>
                        </a:rPr>
                        <a:t>Firm quote</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l" fontAlgn="b"/>
                      <a:r>
                        <a:rPr lang="en-US" sz="1050" b="0" i="0" u="none" strike="noStrike" noProof="0" dirty="0">
                          <a:solidFill>
                            <a:schemeClr val="bg1"/>
                          </a:solidFill>
                          <a:effectLst/>
                          <a:latin typeface="Helvetica 55 Roman" panose="020B0604020202020204" pitchFamily="34" charset="0"/>
                        </a:rPr>
                        <a:t>A firm quote is a quote used to capture customers request for nominal deals or for a batch of ready items from a project quote.</a:t>
                      </a:r>
                    </a:p>
                    <a:p>
                      <a:pPr algn="l" fontAlgn="b"/>
                      <a:r>
                        <a:rPr lang="en-US" sz="1050" b="0" i="0" u="none" strike="noStrike" noProof="0" dirty="0">
                          <a:solidFill>
                            <a:schemeClr val="bg1"/>
                          </a:solidFill>
                          <a:effectLst/>
                          <a:latin typeface="Helvetica 55 Roman" panose="020B0604020202020204" pitchFamily="34" charset="0"/>
                        </a:rPr>
                        <a:t>A firm quote can be decomposed into commercial orders for fulfillment upon service contract approval. </a:t>
                      </a:r>
                    </a:p>
                    <a:p>
                      <a:pPr algn="l" fontAlgn="b"/>
                      <a:r>
                        <a:rPr lang="en-US" sz="1050" b="0" i="0" u="none" strike="noStrike" noProof="0" dirty="0">
                          <a:solidFill>
                            <a:schemeClr val="bg1"/>
                          </a:solidFill>
                          <a:effectLst/>
                          <a:latin typeface="Helvetica 55 Roman" panose="020B0604020202020204" pitchFamily="34" charset="0"/>
                        </a:rPr>
                        <a:t>A firm quote can be associated to a project quote (not mandatory). </a:t>
                      </a:r>
                    </a:p>
                    <a:p>
                      <a:pPr marL="0" marR="0" lvl="0" indent="0" algn="l" defTabSz="1219261" rtl="0" eaLnBrk="1" fontAlgn="b" latinLnBrk="0" hangingPunct="1">
                        <a:lnSpc>
                          <a:spcPct val="100000"/>
                        </a:lnSpc>
                        <a:spcBef>
                          <a:spcPts val="0"/>
                        </a:spcBef>
                        <a:spcAft>
                          <a:spcPts val="0"/>
                        </a:spcAft>
                        <a:buClrTx/>
                        <a:buSzTx/>
                        <a:buFontTx/>
                        <a:buNone/>
                        <a:tabLst/>
                        <a:defRPr/>
                      </a:pPr>
                      <a:r>
                        <a:rPr lang="en-US" sz="1050" b="0" i="0" u="none" strike="noStrike" dirty="0">
                          <a:solidFill>
                            <a:schemeClr val="bg1"/>
                          </a:solidFill>
                          <a:effectLst/>
                          <a:latin typeface="Helvetica 55 Roman" panose="020B0604020202020204" pitchFamily="34" charset="0"/>
                        </a:rPr>
                        <a:t>Multiple firm quotes can be linked to the same opportunity.</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171450" indent="-171450" algn="l" fontAlgn="b">
                        <a:buFontTx/>
                        <a:buChar char="-"/>
                      </a:pPr>
                      <a:r>
                        <a:rPr lang="en-US" sz="1050" b="0" i="0" u="none" strike="noStrike" dirty="0">
                          <a:solidFill>
                            <a:schemeClr val="bg1"/>
                          </a:solidFill>
                          <a:effectLst/>
                          <a:latin typeface="Helvetica 55 Roman" panose="020B0604020202020204" pitchFamily="34" charset="0"/>
                        </a:rPr>
                        <a:t>Project quote</a:t>
                      </a:r>
                    </a:p>
                    <a:p>
                      <a:pPr marL="171450" marR="0" lvl="0" indent="-171450" algn="l" defTabSz="1219261" rtl="0" eaLnBrk="1" fontAlgn="b" latinLnBrk="0" hangingPunct="1">
                        <a:lnSpc>
                          <a:spcPct val="100000"/>
                        </a:lnSpc>
                        <a:spcBef>
                          <a:spcPts val="0"/>
                        </a:spcBef>
                        <a:spcAft>
                          <a:spcPts val="0"/>
                        </a:spcAft>
                        <a:buClrTx/>
                        <a:buSzTx/>
                        <a:buFontTx/>
                        <a:buChar char="-"/>
                        <a:tabLst/>
                        <a:defRPr/>
                      </a:pPr>
                      <a:r>
                        <a:rPr lang="en-US" sz="1050" b="0" i="0" u="none" strike="noStrike" dirty="0">
                          <a:solidFill>
                            <a:schemeClr val="bg1"/>
                          </a:solidFill>
                          <a:effectLst/>
                          <a:latin typeface="Helvetica 55 Roman" panose="020B0604020202020204" pitchFamily="34" charset="0"/>
                        </a:rPr>
                        <a:t>Service Contract [1] </a:t>
                      </a:r>
                    </a:p>
                    <a:p>
                      <a:pPr marL="171450" indent="-171450" algn="l" fontAlgn="b">
                        <a:buFontTx/>
                        <a:buChar char="-"/>
                      </a:pPr>
                      <a:endParaRPr lang="en-US" sz="1050" b="0" i="0" u="none" strike="noStrike" dirty="0">
                        <a:solidFill>
                          <a:schemeClr val="bg1"/>
                        </a:solidFill>
                        <a:effectLst/>
                        <a:latin typeface="Helvetica 55 Roman" panose="020B0604020202020204" pitchFamily="34" charset="0"/>
                      </a:endParaRP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143710471"/>
                  </a:ext>
                </a:extLst>
              </a:tr>
            </a:tbl>
          </a:graphicData>
        </a:graphic>
      </p:graphicFrame>
    </p:spTree>
    <p:extLst>
      <p:ext uri="{BB962C8B-B14F-4D97-AF65-F5344CB8AC3E}">
        <p14:creationId xmlns:p14="http://schemas.microsoft.com/office/powerpoint/2010/main" val="1539306176"/>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C4DE-64B1-6D2E-BFA3-21239D6BF9D3}"/>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82838448-5C2B-FE43-68FF-F42E2AA7FF5D}"/>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D2EDD866-EFFE-46E0-7890-FEEDB31F316E}"/>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4464B02A-FCE0-6EFF-6A76-FC72A4367741}"/>
              </a:ext>
            </a:extLst>
          </p:cNvPr>
          <p:cNvSpPr txBox="1"/>
          <p:nvPr/>
        </p:nvSpPr>
        <p:spPr>
          <a:xfrm>
            <a:off x="3866131" y="3811200"/>
            <a:ext cx="7502446" cy="11943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CPQ deep dives </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DD4E4FF4-FB11-1509-B10C-EB8879778FD5}"/>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DBFBCD66-CA72-7E6C-3B02-7681D5759952}"/>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2374949C-BD04-CC26-82DD-19E72BF3D5E0}"/>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122271F6-E72B-3705-9FC2-2565AA2C7535}"/>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3282644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87C5-A785-BFAD-301C-B05F9D9C727E}"/>
            </a:ext>
          </a:extLst>
        </p:cNvPr>
        <p:cNvGrpSpPr/>
        <p:nvPr/>
      </p:nvGrpSpPr>
      <p:grpSpPr>
        <a:xfrm>
          <a:off x="0" y="0"/>
          <a:ext cx="0" cy="0"/>
          <a:chOff x="0" y="0"/>
          <a:chExt cx="0" cy="0"/>
        </a:xfrm>
      </p:grpSpPr>
      <p:sp>
        <p:nvSpPr>
          <p:cNvPr id="24" name="Rectangle : coins arrondis 23">
            <a:extLst>
              <a:ext uri="{FF2B5EF4-FFF2-40B4-BE49-F238E27FC236}">
                <a16:creationId xmlns:a16="http://schemas.microsoft.com/office/drawing/2014/main" id="{DB77CAAC-A423-BAEC-AE00-E92A87118D6F}"/>
              </a:ext>
            </a:extLst>
          </p:cNvPr>
          <p:cNvSpPr/>
          <p:nvPr/>
        </p:nvSpPr>
        <p:spPr>
          <a:xfrm>
            <a:off x="8827066" y="1579052"/>
            <a:ext cx="3002151" cy="790009"/>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5" name="Rectangle : coins arrondis 4">
            <a:extLst>
              <a:ext uri="{FF2B5EF4-FFF2-40B4-BE49-F238E27FC236}">
                <a16:creationId xmlns:a16="http://schemas.microsoft.com/office/drawing/2014/main" id="{98B8C5F4-4787-F80D-19CF-56FD0EBC0AD8}"/>
              </a:ext>
            </a:extLst>
          </p:cNvPr>
          <p:cNvSpPr/>
          <p:nvPr/>
        </p:nvSpPr>
        <p:spPr>
          <a:xfrm>
            <a:off x="7298142" y="1579052"/>
            <a:ext cx="890009" cy="790009"/>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89" name="Ellipse 188">
            <a:extLst>
              <a:ext uri="{FF2B5EF4-FFF2-40B4-BE49-F238E27FC236}">
                <a16:creationId xmlns:a16="http://schemas.microsoft.com/office/drawing/2014/main" id="{4CD2FE23-15BA-87D5-C1AF-36707576AEFE}"/>
              </a:ext>
            </a:extLst>
          </p:cNvPr>
          <p:cNvSpPr/>
          <p:nvPr/>
        </p:nvSpPr>
        <p:spPr>
          <a:xfrm>
            <a:off x="2212057" y="3370337"/>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4" name="Rectangle 3">
            <a:extLst>
              <a:ext uri="{FF2B5EF4-FFF2-40B4-BE49-F238E27FC236}">
                <a16:creationId xmlns:a16="http://schemas.microsoft.com/office/drawing/2014/main" id="{FED90D30-5A39-1B6C-0322-B7CBB0993938}"/>
              </a:ext>
            </a:extLst>
          </p:cNvPr>
          <p:cNvSpPr/>
          <p:nvPr/>
        </p:nvSpPr>
        <p:spPr>
          <a:xfrm>
            <a:off x="0" y="3745807"/>
            <a:ext cx="12192000" cy="3127532"/>
          </a:xfrm>
          <a:prstGeom prst="rect">
            <a:avLst/>
          </a:prstGeom>
          <a:solidFill>
            <a:schemeClr val="tx1">
              <a:lumMod val="50000"/>
              <a:lumOff val="50000"/>
              <a:alpha val="25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D200"/>
              </a:solidFill>
              <a:effectLst/>
              <a:uLnTx/>
              <a:uFillTx/>
              <a:latin typeface="Helvetica 75 Bold"/>
              <a:ea typeface="+mn-ea"/>
              <a:cs typeface="+mn-cs"/>
            </a:endParaRPr>
          </a:p>
        </p:txBody>
      </p:sp>
      <p:sp>
        <p:nvSpPr>
          <p:cNvPr id="196" name="Ellipse 195">
            <a:extLst>
              <a:ext uri="{FF2B5EF4-FFF2-40B4-BE49-F238E27FC236}">
                <a16:creationId xmlns:a16="http://schemas.microsoft.com/office/drawing/2014/main" id="{5F754F21-8E80-7057-A6CF-A79CF1FF5680}"/>
              </a:ext>
            </a:extLst>
          </p:cNvPr>
          <p:cNvSpPr/>
          <p:nvPr/>
        </p:nvSpPr>
        <p:spPr>
          <a:xfrm rot="10244285">
            <a:off x="4846862" y="3362032"/>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38" name="Rectangle : coins arrondis 237">
            <a:extLst>
              <a:ext uri="{FF2B5EF4-FFF2-40B4-BE49-F238E27FC236}">
                <a16:creationId xmlns:a16="http://schemas.microsoft.com/office/drawing/2014/main" id="{647C9023-7E33-4548-1B5A-97AFF8B2F254}"/>
              </a:ext>
            </a:extLst>
          </p:cNvPr>
          <p:cNvSpPr/>
          <p:nvPr/>
        </p:nvSpPr>
        <p:spPr>
          <a:xfrm>
            <a:off x="4770202" y="1557685"/>
            <a:ext cx="1424493" cy="832742"/>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236" name="Rectangle : coins arrondis 235">
            <a:extLst>
              <a:ext uri="{FF2B5EF4-FFF2-40B4-BE49-F238E27FC236}">
                <a16:creationId xmlns:a16="http://schemas.microsoft.com/office/drawing/2014/main" id="{9B7747C5-7CE6-8430-BAB0-D50575AC0CA1}"/>
              </a:ext>
            </a:extLst>
          </p:cNvPr>
          <p:cNvSpPr/>
          <p:nvPr/>
        </p:nvSpPr>
        <p:spPr>
          <a:xfrm>
            <a:off x="1468209" y="1557685"/>
            <a:ext cx="1424493" cy="832742"/>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94" name="Ellipse 193">
            <a:extLst>
              <a:ext uri="{FF2B5EF4-FFF2-40B4-BE49-F238E27FC236}">
                <a16:creationId xmlns:a16="http://schemas.microsoft.com/office/drawing/2014/main" id="{2E674FC7-3E21-1794-2EC4-9D7A65B2DC3E}"/>
              </a:ext>
            </a:extLst>
          </p:cNvPr>
          <p:cNvSpPr/>
          <p:nvPr/>
        </p:nvSpPr>
        <p:spPr>
          <a:xfrm rot="8963515">
            <a:off x="9238530" y="4389179"/>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1" name="Ellipse 190">
            <a:extLst>
              <a:ext uri="{FF2B5EF4-FFF2-40B4-BE49-F238E27FC236}">
                <a16:creationId xmlns:a16="http://schemas.microsoft.com/office/drawing/2014/main" id="{94A0BD04-55B7-2F3E-3B66-5471E3988036}"/>
              </a:ext>
            </a:extLst>
          </p:cNvPr>
          <p:cNvSpPr/>
          <p:nvPr/>
        </p:nvSpPr>
        <p:spPr>
          <a:xfrm>
            <a:off x="2372269" y="4419130"/>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8" name="Rectangle : coins arrondis 177">
            <a:extLst>
              <a:ext uri="{FF2B5EF4-FFF2-40B4-BE49-F238E27FC236}">
                <a16:creationId xmlns:a16="http://schemas.microsoft.com/office/drawing/2014/main" id="{C7F7A90A-474B-095E-51F8-D8E75F15851A}"/>
              </a:ext>
            </a:extLst>
          </p:cNvPr>
          <p:cNvSpPr/>
          <p:nvPr/>
        </p:nvSpPr>
        <p:spPr>
          <a:xfrm>
            <a:off x="1526137" y="2511368"/>
            <a:ext cx="5689067" cy="998874"/>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r>
              <a:rPr kumimoji="0" lang="fr-FR" sz="1050" b="1" i="1" u="none" strike="noStrike" kern="1200" cap="none" spc="0" normalizeH="0" baseline="0" noProof="0">
                <a:ln>
                  <a:noFill/>
                </a:ln>
                <a:solidFill>
                  <a:srgbClr val="FF0000"/>
                </a:solidFill>
                <a:effectLst/>
                <a:uLnTx/>
                <a:uFillTx/>
                <a:latin typeface="Helvetica 75 Bold"/>
                <a:ea typeface="+mn-ea"/>
                <a:cs typeface="+mn-cs"/>
              </a:rPr>
              <a:t>User 1</a:t>
            </a:r>
            <a:endParaRPr kumimoji="0" lang="en-US" sz="1800" b="1" i="1" u="none" strike="noStrike" kern="1200" cap="none" spc="0" normalizeH="0" baseline="0" noProof="0">
              <a:ln>
                <a:noFill/>
              </a:ln>
              <a:solidFill>
                <a:srgbClr val="FF0000"/>
              </a:solidFill>
              <a:effectLst/>
              <a:uLnTx/>
              <a:uFillTx/>
              <a:latin typeface="Helvetica 75 Bold"/>
              <a:ea typeface="+mn-ea"/>
              <a:cs typeface="+mn-cs"/>
            </a:endParaRPr>
          </a:p>
        </p:txBody>
      </p:sp>
      <p:sp>
        <p:nvSpPr>
          <p:cNvPr id="2" name="Titre 1">
            <a:extLst>
              <a:ext uri="{FF2B5EF4-FFF2-40B4-BE49-F238E27FC236}">
                <a16:creationId xmlns:a16="http://schemas.microsoft.com/office/drawing/2014/main" id="{7E0701C0-1B35-5F31-5E32-78262171B0BA}"/>
              </a:ext>
            </a:extLst>
          </p:cNvPr>
          <p:cNvSpPr>
            <a:spLocks noGrp="1"/>
          </p:cNvSpPr>
          <p:nvPr>
            <p:ph type="title"/>
          </p:nvPr>
        </p:nvSpPr>
        <p:spPr/>
        <p:txBody>
          <a:bodyPr/>
          <a:lstStyle/>
          <a:p>
            <a:r>
              <a:rPr kumimoji="0" lang="en-US"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Targeted MVP digital journey – </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Save for </a:t>
            </a:r>
            <a:r>
              <a:rPr kumimoji="0" lang="fr-FR" sz="2000" b="0"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later</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 option</a:t>
            </a:r>
            <a:endParaRPr lang="en-US" sz="2400"/>
          </a:p>
        </p:txBody>
      </p:sp>
      <p:grpSp>
        <p:nvGrpSpPr>
          <p:cNvPr id="181" name="Groupe 180">
            <a:extLst>
              <a:ext uri="{FF2B5EF4-FFF2-40B4-BE49-F238E27FC236}">
                <a16:creationId xmlns:a16="http://schemas.microsoft.com/office/drawing/2014/main" id="{2EB5A1FB-350D-6F3F-0C6B-3A63EBCA43BD}"/>
              </a:ext>
            </a:extLst>
          </p:cNvPr>
          <p:cNvGrpSpPr/>
          <p:nvPr/>
        </p:nvGrpSpPr>
        <p:grpSpPr>
          <a:xfrm rot="16200000">
            <a:off x="-620677" y="2625588"/>
            <a:ext cx="920561" cy="224104"/>
            <a:chOff x="-3025422" y="4154698"/>
            <a:chExt cx="2852994" cy="599462"/>
          </a:xfrm>
        </p:grpSpPr>
        <p:sp>
          <p:nvSpPr>
            <p:cNvPr id="7" name="Freeform 5">
              <a:extLst>
                <a:ext uri="{FF2B5EF4-FFF2-40B4-BE49-F238E27FC236}">
                  <a16:creationId xmlns:a16="http://schemas.microsoft.com/office/drawing/2014/main" id="{AB89AD26-9AC3-DB83-5256-8E54E050CB01}"/>
                </a:ext>
              </a:extLst>
            </p:cNvPr>
            <p:cNvSpPr/>
            <p:nvPr/>
          </p:nvSpPr>
          <p:spPr bwMode="auto">
            <a:xfrm>
              <a:off x="-2240942" y="4274961"/>
              <a:ext cx="299732" cy="358937"/>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8" name="Freeform 6">
              <a:extLst>
                <a:ext uri="{FF2B5EF4-FFF2-40B4-BE49-F238E27FC236}">
                  <a16:creationId xmlns:a16="http://schemas.microsoft.com/office/drawing/2014/main" id="{54FD52DC-8D3E-BABC-9AFE-87CC7BD7BBB2}"/>
                </a:ext>
              </a:extLst>
            </p:cNvPr>
            <p:cNvSpPr/>
            <p:nvPr userDrawn="1"/>
          </p:nvSpPr>
          <p:spPr bwMode="auto">
            <a:xfrm>
              <a:off x="-1904207" y="4373021"/>
              <a:ext cx="244225" cy="26827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9" name="Freeform 7">
              <a:extLst>
                <a:ext uri="{FF2B5EF4-FFF2-40B4-BE49-F238E27FC236}">
                  <a16:creationId xmlns:a16="http://schemas.microsoft.com/office/drawing/2014/main" id="{6C7E7707-10BB-6B1E-9092-19B07E684B8A}"/>
                </a:ext>
              </a:extLst>
            </p:cNvPr>
            <p:cNvSpPr/>
            <p:nvPr userDrawn="1"/>
          </p:nvSpPr>
          <p:spPr bwMode="auto">
            <a:xfrm>
              <a:off x="-1626678" y="4365619"/>
              <a:ext cx="240525" cy="275679"/>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0" name="Freeform 8">
              <a:extLst>
                <a:ext uri="{FF2B5EF4-FFF2-40B4-BE49-F238E27FC236}">
                  <a16:creationId xmlns:a16="http://schemas.microsoft.com/office/drawing/2014/main" id="{63DC51FB-56DA-0CB1-EC15-EA07E620DDF0}"/>
                </a:ext>
              </a:extLst>
            </p:cNvPr>
            <p:cNvSpPr/>
            <p:nvPr userDrawn="1"/>
          </p:nvSpPr>
          <p:spPr bwMode="auto">
            <a:xfrm>
              <a:off x="-1349150" y="4274960"/>
              <a:ext cx="70307" cy="358937"/>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1" name="Freeform 9">
              <a:extLst>
                <a:ext uri="{FF2B5EF4-FFF2-40B4-BE49-F238E27FC236}">
                  <a16:creationId xmlns:a16="http://schemas.microsoft.com/office/drawing/2014/main" id="{0CFA80F3-417C-005B-3E31-512128568F96}"/>
                </a:ext>
              </a:extLst>
            </p:cNvPr>
            <p:cNvSpPr/>
            <p:nvPr userDrawn="1"/>
          </p:nvSpPr>
          <p:spPr bwMode="auto">
            <a:xfrm>
              <a:off x="-1230738" y="4365619"/>
              <a:ext cx="244225" cy="26827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2" name="Freeform 10">
              <a:extLst>
                <a:ext uri="{FF2B5EF4-FFF2-40B4-BE49-F238E27FC236}">
                  <a16:creationId xmlns:a16="http://schemas.microsoft.com/office/drawing/2014/main" id="{B0A596F1-690A-AEC6-7A1E-FC2CE73D6088}"/>
                </a:ext>
              </a:extLst>
            </p:cNvPr>
            <p:cNvSpPr/>
            <p:nvPr userDrawn="1"/>
          </p:nvSpPr>
          <p:spPr bwMode="auto">
            <a:xfrm>
              <a:off x="-953209" y="4365619"/>
              <a:ext cx="259027" cy="275679"/>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3" name="Freeform 11">
              <a:extLst>
                <a:ext uri="{FF2B5EF4-FFF2-40B4-BE49-F238E27FC236}">
                  <a16:creationId xmlns:a16="http://schemas.microsoft.com/office/drawing/2014/main" id="{C9584174-3739-389E-A845-31A96A3F18EE}"/>
                </a:ext>
              </a:extLst>
            </p:cNvPr>
            <p:cNvSpPr/>
            <p:nvPr userDrawn="1"/>
          </p:nvSpPr>
          <p:spPr bwMode="auto">
            <a:xfrm>
              <a:off x="-675680"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4" name="Freeform 12">
              <a:extLst>
                <a:ext uri="{FF2B5EF4-FFF2-40B4-BE49-F238E27FC236}">
                  <a16:creationId xmlns:a16="http://schemas.microsoft.com/office/drawing/2014/main" id="{27078F82-3E27-AE47-D15E-5AC6E2FB0A54}"/>
                </a:ext>
              </a:extLst>
            </p:cNvPr>
            <p:cNvSpPr/>
            <p:nvPr userDrawn="1"/>
          </p:nvSpPr>
          <p:spPr bwMode="auto">
            <a:xfrm>
              <a:off x="-412953"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5" name="Rectangle 13">
              <a:extLst>
                <a:ext uri="{FF2B5EF4-FFF2-40B4-BE49-F238E27FC236}">
                  <a16:creationId xmlns:a16="http://schemas.microsoft.com/office/drawing/2014/main" id="{4E67C6B1-79CE-2498-E7C2-688508D2E156}"/>
                </a:ext>
              </a:extLst>
            </p:cNvPr>
            <p:cNvSpPr/>
            <p:nvPr userDrawn="1"/>
          </p:nvSpPr>
          <p:spPr bwMode="auto">
            <a:xfrm>
              <a:off x="-3025422" y="4154698"/>
              <a:ext cx="599462" cy="599462"/>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Freeform 14">
              <a:extLst>
                <a:ext uri="{FF2B5EF4-FFF2-40B4-BE49-F238E27FC236}">
                  <a16:creationId xmlns:a16="http://schemas.microsoft.com/office/drawing/2014/main" id="{EB4830D5-7612-0448-29E4-9ED5A73522CB}"/>
                </a:ext>
              </a:extLst>
            </p:cNvPr>
            <p:cNvSpPr/>
            <p:nvPr userDrawn="1"/>
          </p:nvSpPr>
          <p:spPr bwMode="auto">
            <a:xfrm>
              <a:off x="-2842253" y="4617246"/>
              <a:ext cx="74008" cy="86960"/>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 name="Freeform 15">
              <a:extLst>
                <a:ext uri="{FF2B5EF4-FFF2-40B4-BE49-F238E27FC236}">
                  <a16:creationId xmlns:a16="http://schemas.microsoft.com/office/drawing/2014/main" id="{D61781AA-429B-9C57-4283-00390A80F625}"/>
                </a:ext>
              </a:extLst>
            </p:cNvPr>
            <p:cNvSpPr/>
            <p:nvPr userDrawn="1"/>
          </p:nvSpPr>
          <p:spPr bwMode="auto">
            <a:xfrm>
              <a:off x="-2749743" y="4617246"/>
              <a:ext cx="74008" cy="85109"/>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Freeform 16">
              <a:extLst>
                <a:ext uri="{FF2B5EF4-FFF2-40B4-BE49-F238E27FC236}">
                  <a16:creationId xmlns:a16="http://schemas.microsoft.com/office/drawing/2014/main" id="{33498043-360D-438B-14D2-6D4663AD221B}"/>
                </a:ext>
              </a:extLst>
            </p:cNvPr>
            <p:cNvSpPr/>
            <p:nvPr userDrawn="1"/>
          </p:nvSpPr>
          <p:spPr bwMode="auto">
            <a:xfrm>
              <a:off x="-2570275" y="4617246"/>
              <a:ext cx="77708" cy="86960"/>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Freeform 17">
              <a:extLst>
                <a:ext uri="{FF2B5EF4-FFF2-40B4-BE49-F238E27FC236}">
                  <a16:creationId xmlns:a16="http://schemas.microsoft.com/office/drawing/2014/main" id="{CCB4AD9A-183D-1735-E084-AC8E4F6BA94E}"/>
                </a:ext>
              </a:extLst>
            </p:cNvPr>
            <p:cNvSpPr/>
            <p:nvPr userDrawn="1"/>
          </p:nvSpPr>
          <p:spPr bwMode="auto">
            <a:xfrm>
              <a:off x="-2992119" y="4617245"/>
              <a:ext cx="81408" cy="88809"/>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Freeform 18">
              <a:extLst>
                <a:ext uri="{FF2B5EF4-FFF2-40B4-BE49-F238E27FC236}">
                  <a16:creationId xmlns:a16="http://schemas.microsoft.com/office/drawing/2014/main" id="{341D462E-20A4-AC6E-4A1D-444AF80ABCEB}"/>
                </a:ext>
              </a:extLst>
            </p:cNvPr>
            <p:cNvSpPr/>
            <p:nvPr userDrawn="1"/>
          </p:nvSpPr>
          <p:spPr bwMode="auto">
            <a:xfrm>
              <a:off x="-2895909" y="4617245"/>
              <a:ext cx="48105" cy="86960"/>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Freeform 19">
              <a:extLst>
                <a:ext uri="{FF2B5EF4-FFF2-40B4-BE49-F238E27FC236}">
                  <a16:creationId xmlns:a16="http://schemas.microsoft.com/office/drawing/2014/main" id="{282DC88E-1FBE-7597-FCB1-FD6F89769F81}"/>
                </a:ext>
              </a:extLst>
            </p:cNvPr>
            <p:cNvSpPr/>
            <p:nvPr userDrawn="1"/>
          </p:nvSpPr>
          <p:spPr bwMode="auto">
            <a:xfrm>
              <a:off x="-2660935" y="4617242"/>
              <a:ext cx="77708" cy="118412"/>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2" name="Freeform 20">
              <a:extLst>
                <a:ext uri="{FF2B5EF4-FFF2-40B4-BE49-F238E27FC236}">
                  <a16:creationId xmlns:a16="http://schemas.microsoft.com/office/drawing/2014/main" id="{727893DA-353B-FC48-6792-17BD616A959C}"/>
                </a:ext>
              </a:extLst>
            </p:cNvPr>
            <p:cNvSpPr/>
            <p:nvPr userDrawn="1"/>
          </p:nvSpPr>
          <p:spPr bwMode="auto">
            <a:xfrm>
              <a:off x="-2505529" y="4587642"/>
              <a:ext cx="57356" cy="2775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grpSp>
      <p:sp>
        <p:nvSpPr>
          <p:cNvPr id="23" name="Titre 1">
            <a:extLst>
              <a:ext uri="{FF2B5EF4-FFF2-40B4-BE49-F238E27FC236}">
                <a16:creationId xmlns:a16="http://schemas.microsoft.com/office/drawing/2014/main" id="{D82E5B7C-E25A-8DC5-9067-DE400007953F}"/>
              </a:ext>
            </a:extLst>
          </p:cNvPr>
          <p:cNvSpPr txBox="1">
            <a:spLocks/>
          </p:cNvSpPr>
          <p:nvPr/>
        </p:nvSpPr>
        <p:spPr>
          <a:xfrm>
            <a:off x="136026" y="4710962"/>
            <a:ext cx="1006711" cy="301968"/>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37" name="Rectangle : coins arrondis 36">
            <a:extLst>
              <a:ext uri="{FF2B5EF4-FFF2-40B4-BE49-F238E27FC236}">
                <a16:creationId xmlns:a16="http://schemas.microsoft.com/office/drawing/2014/main" id="{D454580B-9BAB-9EB9-AB70-520DFE966AEC}"/>
              </a:ext>
            </a:extLst>
          </p:cNvPr>
          <p:cNvSpPr/>
          <p:nvPr/>
        </p:nvSpPr>
        <p:spPr>
          <a:xfrm>
            <a:off x="1526476" y="1633218"/>
            <a:ext cx="1333067"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select an offer, and I </a:t>
            </a:r>
            <a:r>
              <a:rPr kumimoji="0" lang="en-US" sz="1000" b="1" i="0" u="none" strike="noStrike" kern="0" cap="none" spc="0" normalizeH="0" baseline="0" noProof="0">
                <a:ln>
                  <a:noFill/>
                </a:ln>
                <a:solidFill>
                  <a:srgbClr val="FFFFFF"/>
                </a:solidFill>
                <a:effectLst/>
                <a:uLnTx/>
                <a:uFillTx/>
                <a:latin typeface="Helvetica 75 Bold"/>
                <a:ea typeface="+mn-ea"/>
                <a:cs typeface="+mn-cs"/>
              </a:rPr>
              <a:t>add</a:t>
            </a:r>
            <a:r>
              <a:rPr kumimoji="0" lang="en-US" sz="1000" b="0" i="0" u="none" strike="noStrike" kern="0" cap="none" spc="0" normalizeH="0" baseline="0" noProof="0">
                <a:ln>
                  <a:noFill/>
                </a:ln>
                <a:solidFill>
                  <a:srgbClr val="FFFFFF"/>
                </a:solidFill>
                <a:effectLst/>
                <a:uLnTx/>
                <a:uFillTx/>
                <a:latin typeface="Helvetica 75 Bold"/>
                <a:ea typeface="+mn-ea"/>
                <a:cs typeface="+mn-cs"/>
              </a:rPr>
              <a:t> it </a:t>
            </a:r>
            <a:r>
              <a:rPr kumimoji="0" lang="en-US" sz="1000" b="1" i="0" u="none" strike="noStrike" kern="0" cap="none" spc="0" normalizeH="0" baseline="0" noProof="0">
                <a:ln>
                  <a:noFill/>
                </a:ln>
                <a:solidFill>
                  <a:srgbClr val="FFFFFF"/>
                </a:solidFill>
                <a:effectLst/>
                <a:uLnTx/>
                <a:uFillTx/>
                <a:latin typeface="Helvetica 75 Bold"/>
                <a:ea typeface="+mn-ea"/>
                <a:cs typeface="+mn-cs"/>
              </a:rPr>
              <a:t>to cart</a:t>
            </a:r>
          </a:p>
        </p:txBody>
      </p:sp>
      <p:cxnSp>
        <p:nvCxnSpPr>
          <p:cNvPr id="257" name="Connecteur droit avec flèche 256">
            <a:extLst>
              <a:ext uri="{FF2B5EF4-FFF2-40B4-BE49-F238E27FC236}">
                <a16:creationId xmlns:a16="http://schemas.microsoft.com/office/drawing/2014/main" id="{2E21DD70-A0B6-EA0A-F861-2909EB9A5B40}"/>
              </a:ext>
            </a:extLst>
          </p:cNvPr>
          <p:cNvCxnSpPr>
            <a:cxnSpLocks/>
            <a:stCxn id="37" idx="3"/>
          </p:cNvCxnSpPr>
          <p:nvPr/>
        </p:nvCxnSpPr>
        <p:spPr>
          <a:xfrm flipV="1">
            <a:off x="2859543" y="1772785"/>
            <a:ext cx="502631" cy="210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Connecteur droit avec flèche 258">
            <a:extLst>
              <a:ext uri="{FF2B5EF4-FFF2-40B4-BE49-F238E27FC236}">
                <a16:creationId xmlns:a16="http://schemas.microsoft.com/office/drawing/2014/main" id="{FAFB2213-6BC0-9A44-2D81-ACCAFB5FCC96}"/>
              </a:ext>
            </a:extLst>
          </p:cNvPr>
          <p:cNvCxnSpPr>
            <a:cxnSpLocks/>
          </p:cNvCxnSpPr>
          <p:nvPr/>
        </p:nvCxnSpPr>
        <p:spPr>
          <a:xfrm flipV="1">
            <a:off x="5051267" y="1781609"/>
            <a:ext cx="344659" cy="334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Connecteur droit 264">
            <a:extLst>
              <a:ext uri="{FF2B5EF4-FFF2-40B4-BE49-F238E27FC236}">
                <a16:creationId xmlns:a16="http://schemas.microsoft.com/office/drawing/2014/main" id="{01B92B48-2F5E-5B0B-A3BA-CA12C88505FB}"/>
              </a:ext>
            </a:extLst>
          </p:cNvPr>
          <p:cNvCxnSpPr/>
          <p:nvPr/>
        </p:nvCxnSpPr>
        <p:spPr>
          <a:xfrm>
            <a:off x="185521" y="3744554"/>
            <a:ext cx="11880000" cy="0"/>
          </a:xfrm>
          <a:prstGeom prst="line">
            <a:avLst/>
          </a:prstGeom>
          <a:ln w="12700">
            <a:solidFill>
              <a:schemeClr val="tx1">
                <a:lumMod val="65000"/>
                <a:lumOff val="35000"/>
              </a:schemeClr>
            </a:solidFill>
          </a:ln>
          <a:effectLst>
            <a:innerShdw blurRad="63500" dist="50800" dir="189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267" name="Graphique 266" descr="Utilisateur contour">
            <a:extLst>
              <a:ext uri="{FF2B5EF4-FFF2-40B4-BE49-F238E27FC236}">
                <a16:creationId xmlns:a16="http://schemas.microsoft.com/office/drawing/2014/main" id="{2BDA1B64-5E0B-8B67-169D-7714DEE467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72" y="1576856"/>
            <a:ext cx="554790" cy="554790"/>
          </a:xfrm>
          <a:prstGeom prst="rect">
            <a:avLst/>
          </a:prstGeom>
        </p:spPr>
      </p:pic>
      <p:pic>
        <p:nvPicPr>
          <p:cNvPr id="271" name="Graphique 270" descr="Cause à effet avec un remplissage uni">
            <a:extLst>
              <a:ext uri="{FF2B5EF4-FFF2-40B4-BE49-F238E27FC236}">
                <a16:creationId xmlns:a16="http://schemas.microsoft.com/office/drawing/2014/main" id="{4BE0576D-4CF4-97F7-1488-AC1745F659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1011" y="5009589"/>
            <a:ext cx="858481" cy="858481"/>
          </a:xfrm>
          <a:prstGeom prst="rect">
            <a:avLst/>
          </a:prstGeom>
        </p:spPr>
      </p:pic>
      <p:sp>
        <p:nvSpPr>
          <p:cNvPr id="276" name="Titre 1">
            <a:extLst>
              <a:ext uri="{FF2B5EF4-FFF2-40B4-BE49-F238E27FC236}">
                <a16:creationId xmlns:a16="http://schemas.microsoft.com/office/drawing/2014/main" id="{5AA50878-6ACF-2983-11E6-9E7E8BCB31AD}"/>
              </a:ext>
            </a:extLst>
          </p:cNvPr>
          <p:cNvSpPr txBox="1">
            <a:spLocks/>
          </p:cNvSpPr>
          <p:nvPr/>
        </p:nvSpPr>
        <p:spPr>
          <a:xfrm>
            <a:off x="489429" y="5901173"/>
            <a:ext cx="761643"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rPr>
              <a:t>CPQ</a:t>
            </a:r>
            <a:endParaRPr kumimoji="0" lang="en-US"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endParaRPr>
          </a:p>
        </p:txBody>
      </p:sp>
      <p:sp>
        <p:nvSpPr>
          <p:cNvPr id="309" name="Rectangle 308">
            <a:extLst>
              <a:ext uri="{FF2B5EF4-FFF2-40B4-BE49-F238E27FC236}">
                <a16:creationId xmlns:a16="http://schemas.microsoft.com/office/drawing/2014/main" id="{A0AA2637-9FD7-8AD9-7F8F-71792252A242}"/>
              </a:ext>
            </a:extLst>
          </p:cNvPr>
          <p:cNvSpPr/>
          <p:nvPr/>
        </p:nvSpPr>
        <p:spPr>
          <a:xfrm>
            <a:off x="3061721" y="1342969"/>
            <a:ext cx="638846"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FF7900"/>
                </a:solidFill>
                <a:effectLst/>
                <a:uLnTx/>
                <a:uFillTx/>
                <a:latin typeface="Helvetica 75 Bold"/>
                <a:ea typeface="+mn-ea"/>
                <a:cs typeface="+mn-cs"/>
              </a:rPr>
              <a:t>Cart</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r>
              <a:rPr kumimoji="0" lang="fr-FR" sz="800" b="1" i="1" u="none" strike="noStrike" kern="0" cap="none" spc="0" normalizeH="0" baseline="0" noProof="0" err="1">
                <a:ln>
                  <a:noFill/>
                </a:ln>
                <a:solidFill>
                  <a:srgbClr val="FF7900"/>
                </a:solidFill>
                <a:effectLst/>
                <a:uLnTx/>
                <a:uFillTx/>
                <a:latin typeface="Helvetica 75 Bold"/>
                <a:ea typeface="+mn-ea"/>
                <a:cs typeface="+mn-cs"/>
              </a:rPr>
              <a:t>created</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p>
        </p:txBody>
      </p:sp>
      <p:pic>
        <p:nvPicPr>
          <p:cNvPr id="310" name="Graphique 309" descr="Panier de course avec un remplissage uni">
            <a:extLst>
              <a:ext uri="{FF2B5EF4-FFF2-40B4-BE49-F238E27FC236}">
                <a16:creationId xmlns:a16="http://schemas.microsoft.com/office/drawing/2014/main" id="{6EAE32BF-DFC1-5160-9CBD-5CF7F4050E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63569" y="1210926"/>
            <a:ext cx="301338" cy="301338"/>
          </a:xfrm>
          <a:prstGeom prst="rect">
            <a:avLst/>
          </a:prstGeom>
        </p:spPr>
      </p:pic>
      <p:cxnSp>
        <p:nvCxnSpPr>
          <p:cNvPr id="98" name="Connecteur droit 97">
            <a:extLst>
              <a:ext uri="{FF2B5EF4-FFF2-40B4-BE49-F238E27FC236}">
                <a16:creationId xmlns:a16="http://schemas.microsoft.com/office/drawing/2014/main" id="{928A7CE0-CF3D-9E77-545F-18D76858631C}"/>
              </a:ext>
            </a:extLst>
          </p:cNvPr>
          <p:cNvCxnSpPr>
            <a:cxnSpLocks/>
          </p:cNvCxnSpPr>
          <p:nvPr/>
        </p:nvCxnSpPr>
        <p:spPr>
          <a:xfrm flipH="1">
            <a:off x="2525159" y="1409920"/>
            <a:ext cx="310224" cy="17679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2" name="Image 111">
            <a:extLst>
              <a:ext uri="{FF2B5EF4-FFF2-40B4-BE49-F238E27FC236}">
                <a16:creationId xmlns:a16="http://schemas.microsoft.com/office/drawing/2014/main" id="{38E52D77-B3A4-F8C3-102C-767C27F0AB91}"/>
              </a:ext>
            </a:extLst>
          </p:cNvPr>
          <p:cNvPicPr>
            <a:picLocks noChangeAspect="1"/>
          </p:cNvPicPr>
          <p:nvPr/>
        </p:nvPicPr>
        <p:blipFill>
          <a:blip r:embed="rId9">
            <a:duotone>
              <a:schemeClr val="accent3">
                <a:shade val="45000"/>
                <a:satMod val="135000"/>
              </a:schemeClr>
              <a:prstClr val="white"/>
            </a:duotone>
          </a:blip>
          <a:stretch>
            <a:fillRect/>
          </a:stretch>
        </p:blipFill>
        <p:spPr>
          <a:xfrm>
            <a:off x="325472" y="5328115"/>
            <a:ext cx="413958" cy="416441"/>
          </a:xfrm>
          <a:prstGeom prst="rect">
            <a:avLst/>
          </a:prstGeom>
          <a:noFill/>
        </p:spPr>
      </p:pic>
      <p:sp>
        <p:nvSpPr>
          <p:cNvPr id="3" name="Titre 1">
            <a:extLst>
              <a:ext uri="{FF2B5EF4-FFF2-40B4-BE49-F238E27FC236}">
                <a16:creationId xmlns:a16="http://schemas.microsoft.com/office/drawing/2014/main" id="{8B4C7D55-F0DC-BFEC-1EEF-6C5277F6EDCE}"/>
              </a:ext>
            </a:extLst>
          </p:cNvPr>
          <p:cNvSpPr txBox="1">
            <a:spLocks/>
          </p:cNvSpPr>
          <p:nvPr/>
        </p:nvSpPr>
        <p:spPr>
          <a:xfrm>
            <a:off x="135098" y="1798261"/>
            <a:ext cx="1101866" cy="284374"/>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Digital Journey </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cxnSp>
        <p:nvCxnSpPr>
          <p:cNvPr id="66" name="Connecteur droit avec flèche 65">
            <a:extLst>
              <a:ext uri="{FF2B5EF4-FFF2-40B4-BE49-F238E27FC236}">
                <a16:creationId xmlns:a16="http://schemas.microsoft.com/office/drawing/2014/main" id="{585535C2-211A-0CEF-5104-C6F9864E7D49}"/>
              </a:ext>
            </a:extLst>
          </p:cNvPr>
          <p:cNvCxnSpPr>
            <a:cxnSpLocks/>
            <a:stCxn id="37" idx="3"/>
            <a:endCxn id="238" idx="1"/>
          </p:cNvCxnSpPr>
          <p:nvPr/>
        </p:nvCxnSpPr>
        <p:spPr>
          <a:xfrm flipV="1">
            <a:off x="2859543" y="1974056"/>
            <a:ext cx="1910659" cy="956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89" name="Rectangle : coins arrondis 88">
            <a:extLst>
              <a:ext uri="{FF2B5EF4-FFF2-40B4-BE49-F238E27FC236}">
                <a16:creationId xmlns:a16="http://schemas.microsoft.com/office/drawing/2014/main" id="{1B82DD23-917C-3E33-34F6-274C2E66FCE4}"/>
              </a:ext>
            </a:extLst>
          </p:cNvPr>
          <p:cNvSpPr/>
          <p:nvPr/>
        </p:nvSpPr>
        <p:spPr>
          <a:xfrm>
            <a:off x="4837109" y="1633218"/>
            <a:ext cx="1333067"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can click on “Save for later”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grpSp>
        <p:nvGrpSpPr>
          <p:cNvPr id="166" name="Groupe 165">
            <a:extLst>
              <a:ext uri="{FF2B5EF4-FFF2-40B4-BE49-F238E27FC236}">
                <a16:creationId xmlns:a16="http://schemas.microsoft.com/office/drawing/2014/main" id="{89CBD205-077E-992E-FA82-A1E652AF23DC}"/>
              </a:ext>
            </a:extLst>
          </p:cNvPr>
          <p:cNvGrpSpPr/>
          <p:nvPr/>
        </p:nvGrpSpPr>
        <p:grpSpPr>
          <a:xfrm>
            <a:off x="1944525" y="2760125"/>
            <a:ext cx="717070" cy="608960"/>
            <a:chOff x="5106279" y="2205815"/>
            <a:chExt cx="717070" cy="608960"/>
          </a:xfrm>
        </p:grpSpPr>
        <p:pic>
          <p:nvPicPr>
            <p:cNvPr id="163" name="Graphique 162" descr="Panier de course avec un remplissage uni">
              <a:extLst>
                <a:ext uri="{FF2B5EF4-FFF2-40B4-BE49-F238E27FC236}">
                  <a16:creationId xmlns:a16="http://schemas.microsoft.com/office/drawing/2014/main" id="{BAF2D4FC-0D1B-E16C-BD36-22AD64A6AF0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165" name="Rectangle 164">
              <a:extLst>
                <a:ext uri="{FF2B5EF4-FFF2-40B4-BE49-F238E27FC236}">
                  <a16:creationId xmlns:a16="http://schemas.microsoft.com/office/drawing/2014/main" id="{37AB12F4-B1E1-594D-B62B-2501E597B92E}"/>
                </a:ext>
              </a:extLst>
            </p:cNvPr>
            <p:cNvSpPr/>
            <p:nvPr/>
          </p:nvSpPr>
          <p:spPr>
            <a:xfrm>
              <a:off x="5106279" y="2662684"/>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grpSp>
      <p:sp>
        <p:nvSpPr>
          <p:cNvPr id="169" name="Rectangle 168">
            <a:extLst>
              <a:ext uri="{FF2B5EF4-FFF2-40B4-BE49-F238E27FC236}">
                <a16:creationId xmlns:a16="http://schemas.microsoft.com/office/drawing/2014/main" id="{427B4C23-DA1B-2E56-86EE-557CC0F408CB}"/>
              </a:ext>
            </a:extLst>
          </p:cNvPr>
          <p:cNvSpPr/>
          <p:nvPr/>
        </p:nvSpPr>
        <p:spPr>
          <a:xfrm>
            <a:off x="5462259" y="3209323"/>
            <a:ext cx="924291" cy="144275"/>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Items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saved</a:t>
            </a:r>
            <a:r>
              <a:rPr kumimoji="0" lang="fr-FR" sz="1000" b="1" i="1" u="none" strike="noStrike" kern="0" cap="none" spc="0" normalizeH="0" baseline="0" noProof="0">
                <a:ln>
                  <a:noFill/>
                </a:ln>
                <a:solidFill>
                  <a:srgbClr val="FFD200"/>
                </a:solidFill>
                <a:effectLst/>
                <a:uLnTx/>
                <a:uFillTx/>
                <a:latin typeface="Helvetica 75 Bold"/>
                <a:ea typeface="+mn-ea"/>
                <a:cs typeface="+mn-cs"/>
              </a:rPr>
              <a:t>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a:t>
            </a:r>
          </a:p>
        </p:txBody>
      </p:sp>
      <p:pic>
        <p:nvPicPr>
          <p:cNvPr id="180" name="Graphique 179" descr="Utilisateur avec un remplissage uni">
            <a:extLst>
              <a:ext uri="{FF2B5EF4-FFF2-40B4-BE49-F238E27FC236}">
                <a16:creationId xmlns:a16="http://schemas.microsoft.com/office/drawing/2014/main" id="{942B296A-F00F-20E0-0B9C-9D6FEAC2B42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623748" y="2532887"/>
            <a:ext cx="249055" cy="249055"/>
          </a:xfrm>
          <a:prstGeom prst="rect">
            <a:avLst/>
          </a:prstGeom>
        </p:spPr>
      </p:pic>
      <p:sp>
        <p:nvSpPr>
          <p:cNvPr id="182" name="Rectangle : coins arrondis 181">
            <a:extLst>
              <a:ext uri="{FF2B5EF4-FFF2-40B4-BE49-F238E27FC236}">
                <a16:creationId xmlns:a16="http://schemas.microsoft.com/office/drawing/2014/main" id="{93D90453-7496-8226-5831-CE0E965DBCF0}"/>
              </a:ext>
            </a:extLst>
          </p:cNvPr>
          <p:cNvSpPr/>
          <p:nvPr/>
        </p:nvSpPr>
        <p:spPr>
          <a:xfrm>
            <a:off x="1720892" y="4391074"/>
            <a:ext cx="10108325" cy="1982013"/>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87" name="Rectangle 186">
            <a:extLst>
              <a:ext uri="{FF2B5EF4-FFF2-40B4-BE49-F238E27FC236}">
                <a16:creationId xmlns:a16="http://schemas.microsoft.com/office/drawing/2014/main" id="{3ADDBDA1-DABA-A742-5A9D-8DC1DF281EA2}"/>
              </a:ext>
            </a:extLst>
          </p:cNvPr>
          <p:cNvSpPr/>
          <p:nvPr/>
        </p:nvSpPr>
        <p:spPr>
          <a:xfrm>
            <a:off x="7887049" y="3864878"/>
            <a:ext cx="1156608" cy="203747"/>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err="1">
                <a:ln>
                  <a:noFill/>
                </a:ln>
                <a:solidFill>
                  <a:srgbClr val="50BE87"/>
                </a:solidFill>
                <a:effectLst/>
                <a:uLnTx/>
                <a:uFillTx/>
                <a:latin typeface="Helvetica 75 Bold"/>
                <a:ea typeface="+mn-ea"/>
                <a:cs typeface="+mn-cs"/>
              </a:rPr>
              <a:t>Get</a:t>
            </a:r>
            <a:r>
              <a:rPr kumimoji="0" lang="fr-FR" sz="1200" b="1" i="1" u="none" strike="noStrike" kern="0" cap="none" spc="0" normalizeH="0" baseline="0" noProof="0">
                <a:ln>
                  <a:noFill/>
                </a:ln>
                <a:solidFill>
                  <a:srgbClr val="50BE87"/>
                </a:solidFill>
                <a:effectLst/>
                <a:uLnTx/>
                <a:uFillTx/>
                <a:latin typeface="Helvetica 75 Bold"/>
                <a:ea typeface="+mn-ea"/>
                <a:cs typeface="+mn-cs"/>
              </a:rPr>
              <a:t> Quotes </a:t>
            </a:r>
          </a:p>
        </p:txBody>
      </p:sp>
      <p:cxnSp>
        <p:nvCxnSpPr>
          <p:cNvPr id="195" name="Connecteur droit avec flèche 194">
            <a:extLst>
              <a:ext uri="{FF2B5EF4-FFF2-40B4-BE49-F238E27FC236}">
                <a16:creationId xmlns:a16="http://schemas.microsoft.com/office/drawing/2014/main" id="{7A900EEB-97EF-BB1A-A474-C1A788E16643}"/>
              </a:ext>
            </a:extLst>
          </p:cNvPr>
          <p:cNvCxnSpPr>
            <a:cxnSpLocks/>
          </p:cNvCxnSpPr>
          <p:nvPr/>
        </p:nvCxnSpPr>
        <p:spPr>
          <a:xfrm flipH="1">
            <a:off x="8885067" y="3479951"/>
            <a:ext cx="12054" cy="939179"/>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7" name="Rectangle 206">
            <a:extLst>
              <a:ext uri="{FF2B5EF4-FFF2-40B4-BE49-F238E27FC236}">
                <a16:creationId xmlns:a16="http://schemas.microsoft.com/office/drawing/2014/main" id="{AC503110-4592-DC51-341E-C42F8C4D630A}"/>
              </a:ext>
            </a:extLst>
          </p:cNvPr>
          <p:cNvSpPr/>
          <p:nvPr/>
        </p:nvSpPr>
        <p:spPr>
          <a:xfrm>
            <a:off x="10256462" y="3563332"/>
            <a:ext cx="2529203" cy="77309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50BE87"/>
                </a:solidFill>
                <a:effectLst/>
                <a:uLnTx/>
                <a:uFillTx/>
                <a:latin typeface="Helvetica 75 Bold"/>
                <a:ea typeface="+mn-ea"/>
                <a:cs typeface="+mn-cs"/>
              </a:rPr>
              <a:t>CPQ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share</a:t>
            </a:r>
            <a:r>
              <a:rPr kumimoji="0" lang="fr-FR" sz="1200" b="1" i="1" u="none" strike="noStrike" kern="0" cap="none" spc="0" normalizeH="0" baseline="0" noProof="0">
                <a:ln>
                  <a:noFill/>
                </a:ln>
                <a:solidFill>
                  <a:srgbClr val="50BE87"/>
                </a:solidFill>
                <a:effectLst/>
                <a:uLnTx/>
                <a:uFillTx/>
                <a:latin typeface="Helvetica 75 Bold"/>
                <a:ea typeface="+mn-ea"/>
                <a:cs typeface="+mn-cs"/>
              </a:rPr>
              <a:t> all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quotes</a:t>
            </a:r>
            <a:r>
              <a:rPr kumimoji="0" lang="fr-FR" sz="1200" b="1" i="1" u="none" strike="noStrike" kern="0" cap="none" spc="0" normalizeH="0" baseline="0" noProof="0">
                <a:ln>
                  <a:noFill/>
                </a:ln>
                <a:solidFill>
                  <a:srgbClr val="50BE87"/>
                </a:solidFill>
                <a:effectLst/>
                <a:uLnTx/>
                <a:uFillTx/>
                <a:latin typeface="Helvetica 75 Bold"/>
                <a:ea typeface="+mn-ea"/>
                <a:cs typeface="+mn-cs"/>
              </a:rPr>
              <a:t>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associated</a:t>
            </a:r>
            <a:r>
              <a:rPr kumimoji="0" lang="fr-FR" sz="1200" b="1" i="1" u="none" strike="noStrike" kern="0" cap="none" spc="0" normalizeH="0" baseline="0" noProof="0">
                <a:ln>
                  <a:noFill/>
                </a:ln>
                <a:solidFill>
                  <a:srgbClr val="50BE87"/>
                </a:solidFill>
                <a:effectLst/>
                <a:uLnTx/>
                <a:uFillTx/>
                <a:latin typeface="Helvetica 75 Bold"/>
                <a:ea typeface="+mn-ea"/>
                <a:cs typeface="+mn-cs"/>
              </a:rPr>
              <a:t> to the user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err="1">
                <a:ln>
                  <a:noFill/>
                </a:ln>
                <a:solidFill>
                  <a:srgbClr val="FF0000"/>
                </a:solidFill>
                <a:effectLst/>
                <a:uLnTx/>
                <a:uFillTx/>
                <a:latin typeface="Helvetica 75 Bold"/>
                <a:ea typeface="+mn-ea"/>
                <a:cs typeface="+mn-cs"/>
              </a:rPr>
              <a:t>Which</a:t>
            </a:r>
            <a:r>
              <a:rPr kumimoji="0" lang="fr-FR" sz="1200" b="1" i="1" u="none" strike="noStrike" kern="0" cap="none" spc="0" normalizeH="0" baseline="0" noProof="0">
                <a:ln>
                  <a:noFill/>
                </a:ln>
                <a:solidFill>
                  <a:srgbClr val="FF0000"/>
                </a:solidFill>
                <a:effectLst/>
                <a:uLnTx/>
                <a:uFillTx/>
                <a:latin typeface="Helvetica 75 Bold"/>
                <a:ea typeface="+mn-ea"/>
                <a:cs typeface="+mn-cs"/>
              </a:rPr>
              <a:t> </a:t>
            </a:r>
            <a:r>
              <a:rPr kumimoji="0" lang="fr-FR" sz="1200" b="1" i="1" u="none" strike="noStrike" kern="0" cap="none" spc="0" normalizeH="0" baseline="0" noProof="0" err="1">
                <a:ln>
                  <a:noFill/>
                </a:ln>
                <a:solidFill>
                  <a:srgbClr val="FF0000"/>
                </a:solidFill>
                <a:effectLst/>
                <a:uLnTx/>
                <a:uFillTx/>
                <a:latin typeface="Helvetica 75 Bold"/>
                <a:ea typeface="+mn-ea"/>
                <a:cs typeface="+mn-cs"/>
              </a:rPr>
              <a:t>status</a:t>
            </a:r>
            <a:r>
              <a:rPr kumimoji="0" lang="fr-FR" sz="1200" b="1" i="1" u="none" strike="noStrike" kern="0" cap="none" spc="0" normalizeH="0" baseline="0" noProof="0">
                <a:ln>
                  <a:noFill/>
                </a:ln>
                <a:solidFill>
                  <a:srgbClr val="FF0000"/>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50BE87"/>
                </a:solidFill>
                <a:effectLst/>
                <a:uLnTx/>
                <a:uFillTx/>
                <a:latin typeface="Helvetica 75 Bold"/>
                <a:ea typeface="+mn-ea"/>
                <a:cs typeface="+mn-cs"/>
              </a:rPr>
              <a:t>(</a:t>
            </a: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r>
              <a:rPr kumimoji="0" lang="fr-FR" sz="1200" b="1" i="1" u="none" strike="noStrike" kern="0" cap="none" spc="0" normalizeH="0" baseline="0" noProof="0">
                <a:ln>
                  <a:noFill/>
                </a:ln>
                <a:solidFill>
                  <a:srgbClr val="50BE87"/>
                </a:solidFill>
                <a:effectLst/>
                <a:uLnTx/>
                <a:uFillTx/>
                <a:latin typeface="Helvetica 75 Bold"/>
                <a:ea typeface="+mn-ea"/>
                <a:cs typeface="+mn-cs"/>
              </a:rPr>
              <a:t> &amp; </a:t>
            </a: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r>
              <a:rPr kumimoji="0" lang="fr-FR" sz="1200" b="1" i="1" u="none" strike="noStrike" kern="0" cap="none" spc="0" normalizeH="0" baseline="0" noProof="0">
                <a:ln>
                  <a:noFill/>
                </a:ln>
                <a:solidFill>
                  <a:srgbClr val="50BE87"/>
                </a:solidFill>
                <a:effectLst/>
                <a:uLnTx/>
                <a:uFillTx/>
                <a:latin typeface="Helvetica 75 Bold"/>
                <a:ea typeface="+mn-ea"/>
                <a:cs typeface="+mn-cs"/>
              </a:rPr>
              <a:t>)</a:t>
            </a:r>
          </a:p>
        </p:txBody>
      </p:sp>
      <p:sp>
        <p:nvSpPr>
          <p:cNvPr id="213" name="Rectangle : coins arrondis 212">
            <a:extLst>
              <a:ext uri="{FF2B5EF4-FFF2-40B4-BE49-F238E27FC236}">
                <a16:creationId xmlns:a16="http://schemas.microsoft.com/office/drawing/2014/main" id="{7E9A90E5-796F-E1FC-0699-6AE9894CA502}"/>
              </a:ext>
            </a:extLst>
          </p:cNvPr>
          <p:cNvSpPr/>
          <p:nvPr/>
        </p:nvSpPr>
        <p:spPr>
          <a:xfrm>
            <a:off x="1981321" y="4946384"/>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11" name="ZoneTexte 210">
            <a:extLst>
              <a:ext uri="{FF2B5EF4-FFF2-40B4-BE49-F238E27FC236}">
                <a16:creationId xmlns:a16="http://schemas.microsoft.com/office/drawing/2014/main" id="{D75E4A55-08A2-A294-4D0C-68FA27645533}"/>
              </a:ext>
            </a:extLst>
          </p:cNvPr>
          <p:cNvSpPr txBox="1"/>
          <p:nvPr/>
        </p:nvSpPr>
        <p:spPr>
          <a:xfrm>
            <a:off x="1959751" y="4993493"/>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15" name="Connecteur droit 214">
            <a:extLst>
              <a:ext uri="{FF2B5EF4-FFF2-40B4-BE49-F238E27FC236}">
                <a16:creationId xmlns:a16="http://schemas.microsoft.com/office/drawing/2014/main" id="{7FCB7561-AC82-4F81-EE2B-09D19D1AFF51}"/>
              </a:ext>
            </a:extLst>
          </p:cNvPr>
          <p:cNvCxnSpPr/>
          <p:nvPr/>
        </p:nvCxnSpPr>
        <p:spPr>
          <a:xfrm>
            <a:off x="2101348" y="5270492"/>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11" name="Image 310">
            <a:extLst>
              <a:ext uri="{FF2B5EF4-FFF2-40B4-BE49-F238E27FC236}">
                <a16:creationId xmlns:a16="http://schemas.microsoft.com/office/drawing/2014/main" id="{3334AB7B-465A-0212-9225-2ECF589F5FB2}"/>
              </a:ext>
            </a:extLst>
          </p:cNvPr>
          <p:cNvPicPr>
            <a:picLocks noChangeAspect="1"/>
          </p:cNvPicPr>
          <p:nvPr/>
        </p:nvPicPr>
        <p:blipFill>
          <a:blip r:embed="rId14">
            <a:duotone>
              <a:schemeClr val="accent2">
                <a:shade val="45000"/>
                <a:satMod val="135000"/>
              </a:schemeClr>
              <a:prstClr val="white"/>
            </a:duotone>
          </a:blip>
          <a:stretch>
            <a:fillRect/>
          </a:stretch>
        </p:blipFill>
        <p:spPr>
          <a:xfrm>
            <a:off x="2201560" y="4618331"/>
            <a:ext cx="228710" cy="228710"/>
          </a:xfrm>
          <a:prstGeom prst="rect">
            <a:avLst/>
          </a:prstGeom>
          <a:ln>
            <a:solidFill>
              <a:schemeClr val="accent2"/>
            </a:solidFill>
          </a:ln>
        </p:spPr>
      </p:pic>
      <p:sp>
        <p:nvSpPr>
          <p:cNvPr id="216" name="Rectangle 215">
            <a:extLst>
              <a:ext uri="{FF2B5EF4-FFF2-40B4-BE49-F238E27FC236}">
                <a16:creationId xmlns:a16="http://schemas.microsoft.com/office/drawing/2014/main" id="{E9B26430-0257-C049-CB4D-0179424FD1F5}"/>
              </a:ext>
            </a:extLst>
          </p:cNvPr>
          <p:cNvSpPr/>
          <p:nvPr/>
        </p:nvSpPr>
        <p:spPr>
          <a:xfrm>
            <a:off x="2372269" y="4614852"/>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sp>
        <p:nvSpPr>
          <p:cNvPr id="223" name="Rectangle : coins arrondis 222">
            <a:extLst>
              <a:ext uri="{FF2B5EF4-FFF2-40B4-BE49-F238E27FC236}">
                <a16:creationId xmlns:a16="http://schemas.microsoft.com/office/drawing/2014/main" id="{E1ADCE7D-EE35-FF6B-2909-F915F07B75F3}"/>
              </a:ext>
            </a:extLst>
          </p:cNvPr>
          <p:cNvSpPr/>
          <p:nvPr/>
        </p:nvSpPr>
        <p:spPr>
          <a:xfrm>
            <a:off x="5646468" y="4878281"/>
            <a:ext cx="1002429" cy="1205664"/>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4" name="ZoneTexte 223">
            <a:extLst>
              <a:ext uri="{FF2B5EF4-FFF2-40B4-BE49-F238E27FC236}">
                <a16:creationId xmlns:a16="http://schemas.microsoft.com/office/drawing/2014/main" id="{ABF9D13B-C73C-23A0-B6F3-43367F00DD51}"/>
              </a:ext>
            </a:extLst>
          </p:cNvPr>
          <p:cNvSpPr txBox="1"/>
          <p:nvPr/>
        </p:nvSpPr>
        <p:spPr>
          <a:xfrm>
            <a:off x="5624898" y="4925390"/>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25" name="Connecteur droit 224">
            <a:extLst>
              <a:ext uri="{FF2B5EF4-FFF2-40B4-BE49-F238E27FC236}">
                <a16:creationId xmlns:a16="http://schemas.microsoft.com/office/drawing/2014/main" id="{03B8D2AD-C2E9-2D2F-9E1F-D86F4442E669}"/>
              </a:ext>
            </a:extLst>
          </p:cNvPr>
          <p:cNvCxnSpPr/>
          <p:nvPr/>
        </p:nvCxnSpPr>
        <p:spPr>
          <a:xfrm>
            <a:off x="5766495" y="5202389"/>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26" name="Image 225">
            <a:extLst>
              <a:ext uri="{FF2B5EF4-FFF2-40B4-BE49-F238E27FC236}">
                <a16:creationId xmlns:a16="http://schemas.microsoft.com/office/drawing/2014/main" id="{97CDE63E-B894-00A8-EF6C-423AE2BA73F7}"/>
              </a:ext>
            </a:extLst>
          </p:cNvPr>
          <p:cNvPicPr>
            <a:picLocks noChangeAspect="1"/>
          </p:cNvPicPr>
          <p:nvPr/>
        </p:nvPicPr>
        <p:blipFill>
          <a:blip r:embed="rId14">
            <a:duotone>
              <a:schemeClr val="accent6">
                <a:shade val="45000"/>
                <a:satMod val="135000"/>
              </a:schemeClr>
              <a:prstClr val="white"/>
            </a:duotone>
          </a:blip>
          <a:stretch>
            <a:fillRect/>
          </a:stretch>
        </p:blipFill>
        <p:spPr>
          <a:xfrm>
            <a:off x="5866707" y="4550228"/>
            <a:ext cx="228710" cy="228710"/>
          </a:xfrm>
          <a:prstGeom prst="rect">
            <a:avLst/>
          </a:prstGeom>
          <a:ln>
            <a:noFill/>
          </a:ln>
        </p:spPr>
      </p:pic>
      <p:sp>
        <p:nvSpPr>
          <p:cNvPr id="227" name="Rectangle 226">
            <a:extLst>
              <a:ext uri="{FF2B5EF4-FFF2-40B4-BE49-F238E27FC236}">
                <a16:creationId xmlns:a16="http://schemas.microsoft.com/office/drawing/2014/main" id="{7A544902-7ED7-88E3-25BF-AE103C627185}"/>
              </a:ext>
            </a:extLst>
          </p:cNvPr>
          <p:cNvSpPr/>
          <p:nvPr/>
        </p:nvSpPr>
        <p:spPr>
          <a:xfrm>
            <a:off x="6037416" y="4546749"/>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28" name="Rectangle 227">
            <a:extLst>
              <a:ext uri="{FF2B5EF4-FFF2-40B4-BE49-F238E27FC236}">
                <a16:creationId xmlns:a16="http://schemas.microsoft.com/office/drawing/2014/main" id="{75B00408-B273-871B-3167-40305C784CC0}"/>
              </a:ext>
            </a:extLst>
          </p:cNvPr>
          <p:cNvSpPr/>
          <p:nvPr/>
        </p:nvSpPr>
        <p:spPr>
          <a:xfrm>
            <a:off x="5653245" y="5968710"/>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pic>
        <p:nvPicPr>
          <p:cNvPr id="31" name="Graphique 30" descr="Panier de course avec un remplissage uni">
            <a:extLst>
              <a:ext uri="{FF2B5EF4-FFF2-40B4-BE49-F238E27FC236}">
                <a16:creationId xmlns:a16="http://schemas.microsoft.com/office/drawing/2014/main" id="{231B8F46-420B-4D48-FB27-5CE5B052798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00026" y="2727667"/>
            <a:ext cx="449322" cy="449322"/>
          </a:xfrm>
          <a:prstGeom prst="rect">
            <a:avLst/>
          </a:prstGeom>
        </p:spPr>
      </p:pic>
      <p:sp>
        <p:nvSpPr>
          <p:cNvPr id="229" name="Rectangle 228">
            <a:extLst>
              <a:ext uri="{FF2B5EF4-FFF2-40B4-BE49-F238E27FC236}">
                <a16:creationId xmlns:a16="http://schemas.microsoft.com/office/drawing/2014/main" id="{63202CAB-7BFE-029C-C5E4-4A5E3AA0EFD6}"/>
              </a:ext>
            </a:extLst>
          </p:cNvPr>
          <p:cNvSpPr/>
          <p:nvPr/>
        </p:nvSpPr>
        <p:spPr>
          <a:xfrm>
            <a:off x="4668399" y="3145851"/>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cxnSp>
        <p:nvCxnSpPr>
          <p:cNvPr id="232" name="Connecteur droit avec flèche 231">
            <a:extLst>
              <a:ext uri="{FF2B5EF4-FFF2-40B4-BE49-F238E27FC236}">
                <a16:creationId xmlns:a16="http://schemas.microsoft.com/office/drawing/2014/main" id="{483270E7-20B7-A644-6052-55145FBBEB9B}"/>
              </a:ext>
            </a:extLst>
          </p:cNvPr>
          <p:cNvCxnSpPr>
            <a:cxnSpLocks/>
          </p:cNvCxnSpPr>
          <p:nvPr/>
        </p:nvCxnSpPr>
        <p:spPr>
          <a:xfrm>
            <a:off x="5223596" y="2997646"/>
            <a:ext cx="500606" cy="0"/>
          </a:xfrm>
          <a:prstGeom prst="straightConnector1">
            <a:avLst/>
          </a:prstGeom>
          <a:ln>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33" name="Graphique 232" descr="Utilisateur avec un remplissage uni">
            <a:extLst>
              <a:ext uri="{FF2B5EF4-FFF2-40B4-BE49-F238E27FC236}">
                <a16:creationId xmlns:a16="http://schemas.microsoft.com/office/drawing/2014/main" id="{61421781-969E-B911-C137-C6FF654A6DC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23372" y="4981890"/>
            <a:ext cx="249055" cy="249055"/>
          </a:xfrm>
          <a:prstGeom prst="rect">
            <a:avLst/>
          </a:prstGeom>
        </p:spPr>
      </p:pic>
      <p:cxnSp>
        <p:nvCxnSpPr>
          <p:cNvPr id="234" name="Connecteur droit avec flèche 233">
            <a:extLst>
              <a:ext uri="{FF2B5EF4-FFF2-40B4-BE49-F238E27FC236}">
                <a16:creationId xmlns:a16="http://schemas.microsoft.com/office/drawing/2014/main" id="{2D38C37F-6709-1192-3EA3-E5EFBC60771F}"/>
              </a:ext>
            </a:extLst>
          </p:cNvPr>
          <p:cNvCxnSpPr>
            <a:cxnSpLocks/>
          </p:cNvCxnSpPr>
          <p:nvPr/>
        </p:nvCxnSpPr>
        <p:spPr>
          <a:xfrm>
            <a:off x="2295035" y="3570421"/>
            <a:ext cx="20880" cy="791600"/>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2" name="Rectangle 241">
            <a:extLst>
              <a:ext uri="{FF2B5EF4-FFF2-40B4-BE49-F238E27FC236}">
                <a16:creationId xmlns:a16="http://schemas.microsoft.com/office/drawing/2014/main" id="{E0EF567C-D0B8-98A0-3117-7748CF96B4BA}"/>
              </a:ext>
            </a:extLst>
          </p:cNvPr>
          <p:cNvSpPr/>
          <p:nvPr/>
        </p:nvSpPr>
        <p:spPr>
          <a:xfrm>
            <a:off x="2315915" y="3792335"/>
            <a:ext cx="1208263" cy="24872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C</a:t>
            </a:r>
            <a:r>
              <a:rPr kumimoji="0" lang="fr-FR" sz="1200" b="1" i="1" u="none" strike="noStrike" kern="0" cap="none" spc="0" normalizeH="0" baseline="0" noProof="0" err="1">
                <a:ln>
                  <a:noFill/>
                </a:ln>
                <a:solidFill>
                  <a:srgbClr val="4BB4E6"/>
                </a:solidFill>
                <a:effectLst/>
                <a:uLnTx/>
                <a:uFillTx/>
                <a:latin typeface="Helvetica 75 Bold"/>
                <a:ea typeface="+mn-ea"/>
                <a:cs typeface="+mn-cs"/>
              </a:rPr>
              <a:t>reate</a:t>
            </a:r>
            <a:r>
              <a:rPr kumimoji="0" lang="fr-FR" sz="1200" b="1" i="1" u="none" strike="noStrike" kern="0" cap="none" spc="0" normalizeH="0" baseline="0" noProof="0">
                <a:ln>
                  <a:noFill/>
                </a:ln>
                <a:solidFill>
                  <a:srgbClr val="4BB4E6"/>
                </a:solidFill>
                <a:effectLst/>
                <a:uLnTx/>
                <a:uFillTx/>
                <a:latin typeface="Helvetica 75 Bold"/>
                <a:ea typeface="+mn-ea"/>
                <a:cs typeface="+mn-cs"/>
              </a:rPr>
              <a:t> </a:t>
            </a:r>
            <a:r>
              <a:rPr kumimoji="0" lang="fr-FR" sz="1200" b="1" i="1" u="none" strike="noStrike" kern="0" cap="none" spc="0" normalizeH="0" baseline="0" noProof="0" err="1">
                <a:ln>
                  <a:noFill/>
                </a:ln>
                <a:solidFill>
                  <a:srgbClr val="4BB4E6"/>
                </a:solidFill>
                <a:effectLst/>
                <a:uLnTx/>
                <a:uFillTx/>
                <a:latin typeface="Helvetica 75 Bold"/>
                <a:ea typeface="+mn-ea"/>
                <a:cs typeface="+mn-cs"/>
              </a:rPr>
              <a:t>Quote</a:t>
            </a:r>
            <a:r>
              <a:rPr kumimoji="0" lang="fr-FR" sz="1200" b="1" i="1" u="none" strike="noStrike" kern="0" cap="none" spc="0" normalizeH="0" baseline="0" noProof="0">
                <a:ln>
                  <a:noFill/>
                </a:ln>
                <a:solidFill>
                  <a:srgbClr val="4BB4E6"/>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cxnSp>
        <p:nvCxnSpPr>
          <p:cNvPr id="243" name="Connecteur droit avec flèche 242">
            <a:extLst>
              <a:ext uri="{FF2B5EF4-FFF2-40B4-BE49-F238E27FC236}">
                <a16:creationId xmlns:a16="http://schemas.microsoft.com/office/drawing/2014/main" id="{F57C2126-BCC1-AA0D-3AB0-E8D202EA1B1A}"/>
              </a:ext>
            </a:extLst>
          </p:cNvPr>
          <p:cNvCxnSpPr>
            <a:cxnSpLocks/>
          </p:cNvCxnSpPr>
          <p:nvPr/>
        </p:nvCxnSpPr>
        <p:spPr>
          <a:xfrm>
            <a:off x="6037416" y="3558745"/>
            <a:ext cx="0" cy="832329"/>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4" name="Rectangle 243">
            <a:extLst>
              <a:ext uri="{FF2B5EF4-FFF2-40B4-BE49-F238E27FC236}">
                <a16:creationId xmlns:a16="http://schemas.microsoft.com/office/drawing/2014/main" id="{E4A7242F-4089-56CC-E46D-A68D33C31A98}"/>
              </a:ext>
            </a:extLst>
          </p:cNvPr>
          <p:cNvSpPr/>
          <p:nvPr/>
        </p:nvSpPr>
        <p:spPr>
          <a:xfrm>
            <a:off x="6073441" y="3736656"/>
            <a:ext cx="1323317" cy="404581"/>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C</a:t>
            </a:r>
            <a:r>
              <a:rPr kumimoji="0" lang="fr-FR" sz="1200" b="1" i="1" u="none" strike="noStrike" kern="0" cap="none" spc="0" normalizeH="0" baseline="0" noProof="0" err="1">
                <a:ln>
                  <a:noFill/>
                </a:ln>
                <a:solidFill>
                  <a:srgbClr val="FFD200"/>
                </a:solidFill>
                <a:effectLst/>
                <a:uLnTx/>
                <a:uFillTx/>
                <a:latin typeface="Helvetica 75 Bold"/>
                <a:ea typeface="+mn-ea"/>
                <a:cs typeface="+mn-cs"/>
              </a:rPr>
              <a:t>reate</a:t>
            </a:r>
            <a:r>
              <a:rPr kumimoji="0" lang="fr-FR" sz="1200" b="1" i="1" u="none" strike="noStrike" kern="0" cap="none" spc="0" normalizeH="0" baseline="0" noProof="0">
                <a:ln>
                  <a:noFill/>
                </a:ln>
                <a:solidFill>
                  <a:srgbClr val="FFD200"/>
                </a:solidFill>
                <a:effectLst/>
                <a:uLnTx/>
                <a:uFillTx/>
                <a:latin typeface="Helvetica 75 Bold"/>
                <a:ea typeface="+mn-ea"/>
                <a:cs typeface="+mn-cs"/>
              </a:rPr>
              <a:t> </a:t>
            </a:r>
            <a:r>
              <a:rPr kumimoji="0" lang="fr-FR" sz="1200" b="1" i="1" u="none" strike="noStrike" kern="0" cap="none" spc="0" normalizeH="0" baseline="0" noProof="0" err="1">
                <a:ln>
                  <a:noFill/>
                </a:ln>
                <a:solidFill>
                  <a:srgbClr val="FFD200"/>
                </a:solidFill>
                <a:effectLst/>
                <a:uLnTx/>
                <a:uFillTx/>
                <a:latin typeface="Helvetica 75 Bold"/>
                <a:ea typeface="+mn-ea"/>
                <a:cs typeface="+mn-cs"/>
              </a:rPr>
              <a:t>Quote</a:t>
            </a:r>
            <a:r>
              <a:rPr kumimoji="0" lang="fr-FR" sz="1200" b="1" i="1" u="none" strike="noStrike" kern="0" cap="none" spc="0" normalizeH="0" baseline="0" noProof="0">
                <a:ln>
                  <a:noFill/>
                </a:ln>
                <a:solidFill>
                  <a:srgbClr val="FFD200"/>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46" name="Rectangle : coins arrondis 245">
            <a:extLst>
              <a:ext uri="{FF2B5EF4-FFF2-40B4-BE49-F238E27FC236}">
                <a16:creationId xmlns:a16="http://schemas.microsoft.com/office/drawing/2014/main" id="{ABAE3C52-9036-20B0-7C83-97B643F580DF}"/>
              </a:ext>
            </a:extLst>
          </p:cNvPr>
          <p:cNvSpPr/>
          <p:nvPr/>
        </p:nvSpPr>
        <p:spPr>
          <a:xfrm>
            <a:off x="4561972" y="4869552"/>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47" name="ZoneTexte 246">
            <a:extLst>
              <a:ext uri="{FF2B5EF4-FFF2-40B4-BE49-F238E27FC236}">
                <a16:creationId xmlns:a16="http://schemas.microsoft.com/office/drawing/2014/main" id="{523A92B1-C438-7FB7-01E9-DCB26102626C}"/>
              </a:ext>
            </a:extLst>
          </p:cNvPr>
          <p:cNvSpPr txBox="1"/>
          <p:nvPr/>
        </p:nvSpPr>
        <p:spPr>
          <a:xfrm>
            <a:off x="4540402" y="4916661"/>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48" name="Connecteur droit 247">
            <a:extLst>
              <a:ext uri="{FF2B5EF4-FFF2-40B4-BE49-F238E27FC236}">
                <a16:creationId xmlns:a16="http://schemas.microsoft.com/office/drawing/2014/main" id="{A622F738-8CEF-FF11-1252-556BFCBCE1CE}"/>
              </a:ext>
            </a:extLst>
          </p:cNvPr>
          <p:cNvCxnSpPr/>
          <p:nvPr/>
        </p:nvCxnSpPr>
        <p:spPr>
          <a:xfrm>
            <a:off x="4681999" y="5193660"/>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49" name="Image 248">
            <a:extLst>
              <a:ext uri="{FF2B5EF4-FFF2-40B4-BE49-F238E27FC236}">
                <a16:creationId xmlns:a16="http://schemas.microsoft.com/office/drawing/2014/main" id="{E0EDA17A-1CDE-8566-92D6-FAF3AC97D07E}"/>
              </a:ext>
            </a:extLst>
          </p:cNvPr>
          <p:cNvPicPr>
            <a:picLocks noChangeAspect="1"/>
          </p:cNvPicPr>
          <p:nvPr/>
        </p:nvPicPr>
        <p:blipFill>
          <a:blip r:embed="rId14">
            <a:duotone>
              <a:schemeClr val="accent2">
                <a:shade val="45000"/>
                <a:satMod val="135000"/>
              </a:schemeClr>
              <a:prstClr val="white"/>
            </a:duotone>
          </a:blip>
          <a:stretch>
            <a:fillRect/>
          </a:stretch>
        </p:blipFill>
        <p:spPr>
          <a:xfrm>
            <a:off x="4782211" y="4541499"/>
            <a:ext cx="228710" cy="228710"/>
          </a:xfrm>
          <a:prstGeom prst="rect">
            <a:avLst/>
          </a:prstGeom>
          <a:ln>
            <a:noFill/>
          </a:ln>
        </p:spPr>
      </p:pic>
      <p:sp>
        <p:nvSpPr>
          <p:cNvPr id="250" name="Rectangle 249">
            <a:extLst>
              <a:ext uri="{FF2B5EF4-FFF2-40B4-BE49-F238E27FC236}">
                <a16:creationId xmlns:a16="http://schemas.microsoft.com/office/drawing/2014/main" id="{A719EF53-4BA6-4797-5F1A-A0DCAC7ACE86}"/>
              </a:ext>
            </a:extLst>
          </p:cNvPr>
          <p:cNvSpPr/>
          <p:nvPr/>
        </p:nvSpPr>
        <p:spPr>
          <a:xfrm>
            <a:off x="4952920" y="4538020"/>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pic>
        <p:nvPicPr>
          <p:cNvPr id="251" name="Graphique 250" descr="Utilisateur avec un remplissage uni">
            <a:extLst>
              <a:ext uri="{FF2B5EF4-FFF2-40B4-BE49-F238E27FC236}">
                <a16:creationId xmlns:a16="http://schemas.microsoft.com/office/drawing/2014/main" id="{F9B86808-7757-0543-D89C-98273BB39D4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04023" y="4905058"/>
            <a:ext cx="249055" cy="249055"/>
          </a:xfrm>
          <a:prstGeom prst="rect">
            <a:avLst/>
          </a:prstGeom>
        </p:spPr>
      </p:pic>
      <p:cxnSp>
        <p:nvCxnSpPr>
          <p:cNvPr id="253" name="Connecteur droit avec flèche 252">
            <a:extLst>
              <a:ext uri="{FF2B5EF4-FFF2-40B4-BE49-F238E27FC236}">
                <a16:creationId xmlns:a16="http://schemas.microsoft.com/office/drawing/2014/main" id="{7EA3E109-3A42-45CC-2904-803AE9B96A1B}"/>
              </a:ext>
            </a:extLst>
          </p:cNvPr>
          <p:cNvCxnSpPr>
            <a:cxnSpLocks/>
            <a:stCxn id="238" idx="3"/>
          </p:cNvCxnSpPr>
          <p:nvPr/>
        </p:nvCxnSpPr>
        <p:spPr>
          <a:xfrm flipV="1">
            <a:off x="6194695" y="1966407"/>
            <a:ext cx="1059904" cy="7649"/>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Rectangle : coins arrondis 31">
            <a:extLst>
              <a:ext uri="{FF2B5EF4-FFF2-40B4-BE49-F238E27FC236}">
                <a16:creationId xmlns:a16="http://schemas.microsoft.com/office/drawing/2014/main" id="{018DC245-2DA2-0F36-0574-AD86C8BFE993}"/>
              </a:ext>
            </a:extLst>
          </p:cNvPr>
          <p:cNvSpPr/>
          <p:nvPr/>
        </p:nvSpPr>
        <p:spPr>
          <a:xfrm>
            <a:off x="7360733" y="1633218"/>
            <a:ext cx="790906"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logout,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sp>
        <p:nvSpPr>
          <p:cNvPr id="33" name="Rectangle : coins arrondis 32">
            <a:extLst>
              <a:ext uri="{FF2B5EF4-FFF2-40B4-BE49-F238E27FC236}">
                <a16:creationId xmlns:a16="http://schemas.microsoft.com/office/drawing/2014/main" id="{2259757C-ACE3-D925-749A-11D676BF3924}"/>
              </a:ext>
            </a:extLst>
          </p:cNvPr>
          <p:cNvSpPr/>
          <p:nvPr/>
        </p:nvSpPr>
        <p:spPr>
          <a:xfrm>
            <a:off x="8925125" y="1633218"/>
            <a:ext cx="2882320"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login again and purse my buying journey</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cxnSp>
        <p:nvCxnSpPr>
          <p:cNvPr id="34" name="Connecteur droit avec flèche 33">
            <a:extLst>
              <a:ext uri="{FF2B5EF4-FFF2-40B4-BE49-F238E27FC236}">
                <a16:creationId xmlns:a16="http://schemas.microsoft.com/office/drawing/2014/main" id="{D34C516E-B16A-2AD9-A4A9-F8110F3A688E}"/>
              </a:ext>
            </a:extLst>
          </p:cNvPr>
          <p:cNvCxnSpPr>
            <a:cxnSpLocks/>
            <a:stCxn id="32" idx="3"/>
            <a:endCxn id="24" idx="1"/>
          </p:cNvCxnSpPr>
          <p:nvPr/>
        </p:nvCxnSpPr>
        <p:spPr>
          <a:xfrm flipV="1">
            <a:off x="8151639" y="1974057"/>
            <a:ext cx="675427" cy="9559"/>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0E592042-1B43-CEF2-F2B6-F13705772CFD}"/>
              </a:ext>
            </a:extLst>
          </p:cNvPr>
          <p:cNvCxnSpPr>
            <a:cxnSpLocks/>
          </p:cNvCxnSpPr>
          <p:nvPr/>
        </p:nvCxnSpPr>
        <p:spPr>
          <a:xfrm flipV="1">
            <a:off x="10106509" y="3558745"/>
            <a:ext cx="0" cy="838584"/>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5" name="Rectangle : coins arrondis 44">
            <a:extLst>
              <a:ext uri="{FF2B5EF4-FFF2-40B4-BE49-F238E27FC236}">
                <a16:creationId xmlns:a16="http://schemas.microsoft.com/office/drawing/2014/main" id="{7DD0EEA8-68ED-98ED-160A-155113016003}"/>
              </a:ext>
            </a:extLst>
          </p:cNvPr>
          <p:cNvSpPr/>
          <p:nvPr/>
        </p:nvSpPr>
        <p:spPr>
          <a:xfrm>
            <a:off x="8812225" y="2511368"/>
            <a:ext cx="3002151" cy="998874"/>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r>
              <a:rPr kumimoji="0" lang="fr-FR" sz="105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8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62" name="Rectangle : coins arrondis 61">
            <a:extLst>
              <a:ext uri="{FF2B5EF4-FFF2-40B4-BE49-F238E27FC236}">
                <a16:creationId xmlns:a16="http://schemas.microsoft.com/office/drawing/2014/main" id="{946CCE38-6B9D-46BC-8A77-C9E14F4D8547}"/>
              </a:ext>
            </a:extLst>
          </p:cNvPr>
          <p:cNvSpPr/>
          <p:nvPr/>
        </p:nvSpPr>
        <p:spPr>
          <a:xfrm>
            <a:off x="10375614" y="4879443"/>
            <a:ext cx="1002429" cy="1205664"/>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63" name="ZoneTexte 62">
            <a:extLst>
              <a:ext uri="{FF2B5EF4-FFF2-40B4-BE49-F238E27FC236}">
                <a16:creationId xmlns:a16="http://schemas.microsoft.com/office/drawing/2014/main" id="{8858B2FB-2842-92CD-E1EC-7681BA55AF9C}"/>
              </a:ext>
            </a:extLst>
          </p:cNvPr>
          <p:cNvSpPr txBox="1"/>
          <p:nvPr/>
        </p:nvSpPr>
        <p:spPr>
          <a:xfrm>
            <a:off x="10354044" y="4926552"/>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56" name="Connecteur droit 255">
            <a:extLst>
              <a:ext uri="{FF2B5EF4-FFF2-40B4-BE49-F238E27FC236}">
                <a16:creationId xmlns:a16="http://schemas.microsoft.com/office/drawing/2014/main" id="{0CAC216A-95EC-43B4-1E94-7301E2C9C0EC}"/>
              </a:ext>
            </a:extLst>
          </p:cNvPr>
          <p:cNvCxnSpPr/>
          <p:nvPr/>
        </p:nvCxnSpPr>
        <p:spPr>
          <a:xfrm>
            <a:off x="10495641" y="5203551"/>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58" name="Image 257">
            <a:extLst>
              <a:ext uri="{FF2B5EF4-FFF2-40B4-BE49-F238E27FC236}">
                <a16:creationId xmlns:a16="http://schemas.microsoft.com/office/drawing/2014/main" id="{1CB76C68-7351-4A12-CF75-81F782695F66}"/>
              </a:ext>
            </a:extLst>
          </p:cNvPr>
          <p:cNvPicPr>
            <a:picLocks noChangeAspect="1"/>
          </p:cNvPicPr>
          <p:nvPr/>
        </p:nvPicPr>
        <p:blipFill>
          <a:blip r:embed="rId14">
            <a:duotone>
              <a:schemeClr val="accent6">
                <a:shade val="45000"/>
                <a:satMod val="135000"/>
              </a:schemeClr>
              <a:prstClr val="white"/>
            </a:duotone>
          </a:blip>
          <a:stretch>
            <a:fillRect/>
          </a:stretch>
        </p:blipFill>
        <p:spPr>
          <a:xfrm>
            <a:off x="10595853" y="4551390"/>
            <a:ext cx="228710" cy="228710"/>
          </a:xfrm>
          <a:prstGeom prst="rect">
            <a:avLst/>
          </a:prstGeom>
          <a:ln>
            <a:noFill/>
          </a:ln>
        </p:spPr>
      </p:pic>
      <p:sp>
        <p:nvSpPr>
          <p:cNvPr id="260" name="Rectangle 259">
            <a:extLst>
              <a:ext uri="{FF2B5EF4-FFF2-40B4-BE49-F238E27FC236}">
                <a16:creationId xmlns:a16="http://schemas.microsoft.com/office/drawing/2014/main" id="{EF04C84E-B7A4-C690-A72A-3936350B0698}"/>
              </a:ext>
            </a:extLst>
          </p:cNvPr>
          <p:cNvSpPr/>
          <p:nvPr/>
        </p:nvSpPr>
        <p:spPr>
          <a:xfrm>
            <a:off x="10766562" y="4547911"/>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61" name="Rectangle 260">
            <a:extLst>
              <a:ext uri="{FF2B5EF4-FFF2-40B4-BE49-F238E27FC236}">
                <a16:creationId xmlns:a16="http://schemas.microsoft.com/office/drawing/2014/main" id="{286380BF-4A3A-3CC6-5B88-24887840564E}"/>
              </a:ext>
            </a:extLst>
          </p:cNvPr>
          <p:cNvSpPr/>
          <p:nvPr/>
        </p:nvSpPr>
        <p:spPr>
          <a:xfrm>
            <a:off x="10382391" y="5969872"/>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sp>
        <p:nvSpPr>
          <p:cNvPr id="262" name="Rectangle : coins arrondis 261">
            <a:extLst>
              <a:ext uri="{FF2B5EF4-FFF2-40B4-BE49-F238E27FC236}">
                <a16:creationId xmlns:a16="http://schemas.microsoft.com/office/drawing/2014/main" id="{2FFC4CCD-30E3-D22D-18BD-8BD6FD072772}"/>
              </a:ext>
            </a:extLst>
          </p:cNvPr>
          <p:cNvSpPr/>
          <p:nvPr/>
        </p:nvSpPr>
        <p:spPr>
          <a:xfrm>
            <a:off x="9291118" y="4870714"/>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63" name="ZoneTexte 262">
            <a:extLst>
              <a:ext uri="{FF2B5EF4-FFF2-40B4-BE49-F238E27FC236}">
                <a16:creationId xmlns:a16="http://schemas.microsoft.com/office/drawing/2014/main" id="{2DCB3E4B-94C8-C8B9-FAC5-B12B4D7C4086}"/>
              </a:ext>
            </a:extLst>
          </p:cNvPr>
          <p:cNvSpPr txBox="1"/>
          <p:nvPr/>
        </p:nvSpPr>
        <p:spPr>
          <a:xfrm>
            <a:off x="9269548" y="4917823"/>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64" name="Connecteur droit 263">
            <a:extLst>
              <a:ext uri="{FF2B5EF4-FFF2-40B4-BE49-F238E27FC236}">
                <a16:creationId xmlns:a16="http://schemas.microsoft.com/office/drawing/2014/main" id="{527A923D-0BFE-DCB2-A338-5B416244E6D0}"/>
              </a:ext>
            </a:extLst>
          </p:cNvPr>
          <p:cNvCxnSpPr/>
          <p:nvPr/>
        </p:nvCxnSpPr>
        <p:spPr>
          <a:xfrm>
            <a:off x="9411145" y="5194822"/>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66" name="Image 265">
            <a:extLst>
              <a:ext uri="{FF2B5EF4-FFF2-40B4-BE49-F238E27FC236}">
                <a16:creationId xmlns:a16="http://schemas.microsoft.com/office/drawing/2014/main" id="{7F423FB3-F1D7-08B2-DEB6-D01221D07893}"/>
              </a:ext>
            </a:extLst>
          </p:cNvPr>
          <p:cNvPicPr>
            <a:picLocks noChangeAspect="1"/>
          </p:cNvPicPr>
          <p:nvPr/>
        </p:nvPicPr>
        <p:blipFill>
          <a:blip r:embed="rId14">
            <a:duotone>
              <a:schemeClr val="accent2">
                <a:shade val="45000"/>
                <a:satMod val="135000"/>
              </a:schemeClr>
              <a:prstClr val="white"/>
            </a:duotone>
          </a:blip>
          <a:stretch>
            <a:fillRect/>
          </a:stretch>
        </p:blipFill>
        <p:spPr>
          <a:xfrm>
            <a:off x="9511357" y="4542661"/>
            <a:ext cx="228710" cy="228710"/>
          </a:xfrm>
          <a:prstGeom prst="rect">
            <a:avLst/>
          </a:prstGeom>
          <a:ln>
            <a:noFill/>
          </a:ln>
        </p:spPr>
      </p:pic>
      <p:sp>
        <p:nvSpPr>
          <p:cNvPr id="268" name="Rectangle 267">
            <a:extLst>
              <a:ext uri="{FF2B5EF4-FFF2-40B4-BE49-F238E27FC236}">
                <a16:creationId xmlns:a16="http://schemas.microsoft.com/office/drawing/2014/main" id="{E3FFFD8A-AD0F-3485-1782-47E987ADD1C5}"/>
              </a:ext>
            </a:extLst>
          </p:cNvPr>
          <p:cNvSpPr/>
          <p:nvPr/>
        </p:nvSpPr>
        <p:spPr>
          <a:xfrm>
            <a:off x="9682066" y="4539182"/>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pic>
        <p:nvPicPr>
          <p:cNvPr id="269" name="Graphique 268" descr="Utilisateur avec un remplissage uni">
            <a:extLst>
              <a:ext uri="{FF2B5EF4-FFF2-40B4-BE49-F238E27FC236}">
                <a16:creationId xmlns:a16="http://schemas.microsoft.com/office/drawing/2014/main" id="{6195F64C-0487-286D-3FAF-80D9FA6E5C2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33169" y="4906220"/>
            <a:ext cx="249055" cy="249055"/>
          </a:xfrm>
          <a:prstGeom prst="rect">
            <a:avLst/>
          </a:prstGeom>
        </p:spPr>
      </p:pic>
      <p:pic>
        <p:nvPicPr>
          <p:cNvPr id="27" name="Graphique 26" descr="Panier de course avec un remplissage uni">
            <a:extLst>
              <a:ext uri="{FF2B5EF4-FFF2-40B4-BE49-F238E27FC236}">
                <a16:creationId xmlns:a16="http://schemas.microsoft.com/office/drawing/2014/main" id="{48101E47-A735-011F-1082-39A6C1C9B71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4202" y="2727667"/>
            <a:ext cx="449322" cy="449322"/>
          </a:xfrm>
          <a:prstGeom prst="rect">
            <a:avLst/>
          </a:prstGeom>
        </p:spPr>
      </p:pic>
      <p:sp>
        <p:nvSpPr>
          <p:cNvPr id="39" name="Rectangle 38">
            <a:extLst>
              <a:ext uri="{FF2B5EF4-FFF2-40B4-BE49-F238E27FC236}">
                <a16:creationId xmlns:a16="http://schemas.microsoft.com/office/drawing/2014/main" id="{92154B5A-9B78-039F-94B0-C7A4F159F618}"/>
              </a:ext>
            </a:extLst>
          </p:cNvPr>
          <p:cNvSpPr/>
          <p:nvPr/>
        </p:nvSpPr>
        <p:spPr>
          <a:xfrm>
            <a:off x="10355338" y="3209323"/>
            <a:ext cx="924291" cy="144275"/>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Items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saved</a:t>
            </a:r>
            <a:r>
              <a:rPr kumimoji="0" lang="fr-FR" sz="1000" b="1" i="1" u="none" strike="noStrike" kern="0" cap="none" spc="0" normalizeH="0" baseline="0" noProof="0">
                <a:ln>
                  <a:noFill/>
                </a:ln>
                <a:solidFill>
                  <a:srgbClr val="FFD200"/>
                </a:solidFill>
                <a:effectLst/>
                <a:uLnTx/>
                <a:uFillTx/>
                <a:latin typeface="Helvetica 75 Bold"/>
                <a:ea typeface="+mn-ea"/>
                <a:cs typeface="+mn-cs"/>
              </a:rPr>
              <a:t>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a:t>
            </a:r>
          </a:p>
        </p:txBody>
      </p:sp>
      <p:pic>
        <p:nvPicPr>
          <p:cNvPr id="40" name="Graphique 39" descr="Panier de course avec un remplissage uni">
            <a:extLst>
              <a:ext uri="{FF2B5EF4-FFF2-40B4-BE49-F238E27FC236}">
                <a16:creationId xmlns:a16="http://schemas.microsoft.com/office/drawing/2014/main" id="{4CCD9A40-CE2E-A0DC-A67D-5CAE4453E62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93105" y="2727667"/>
            <a:ext cx="449322" cy="449322"/>
          </a:xfrm>
          <a:prstGeom prst="rect">
            <a:avLst/>
          </a:prstGeom>
        </p:spPr>
      </p:pic>
      <p:sp>
        <p:nvSpPr>
          <p:cNvPr id="41" name="Rectangle 40">
            <a:extLst>
              <a:ext uri="{FF2B5EF4-FFF2-40B4-BE49-F238E27FC236}">
                <a16:creationId xmlns:a16="http://schemas.microsoft.com/office/drawing/2014/main" id="{3EEF07A5-464D-3383-F5C6-5192DAB7931C}"/>
              </a:ext>
            </a:extLst>
          </p:cNvPr>
          <p:cNvSpPr/>
          <p:nvPr/>
        </p:nvSpPr>
        <p:spPr>
          <a:xfrm>
            <a:off x="9561478" y="3145851"/>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cxnSp>
        <p:nvCxnSpPr>
          <p:cNvPr id="43" name="Connecteur droit avec flèche 42">
            <a:extLst>
              <a:ext uri="{FF2B5EF4-FFF2-40B4-BE49-F238E27FC236}">
                <a16:creationId xmlns:a16="http://schemas.microsoft.com/office/drawing/2014/main" id="{28FBB27F-65DC-C230-73D7-2D104D7C85BD}"/>
              </a:ext>
            </a:extLst>
          </p:cNvPr>
          <p:cNvCxnSpPr>
            <a:cxnSpLocks/>
          </p:cNvCxnSpPr>
          <p:nvPr/>
        </p:nvCxnSpPr>
        <p:spPr>
          <a:xfrm>
            <a:off x="10116675" y="2997646"/>
            <a:ext cx="500606" cy="0"/>
          </a:xfrm>
          <a:prstGeom prst="straightConnector1">
            <a:avLst/>
          </a:prstGeom>
          <a:ln>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Panier de course avec un remplissage uni">
            <a:extLst>
              <a:ext uri="{FF2B5EF4-FFF2-40B4-BE49-F238E27FC236}">
                <a16:creationId xmlns:a16="http://schemas.microsoft.com/office/drawing/2014/main" id="{F77D3FDF-724F-B65F-FA59-DAD5872D9A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17281" y="2727667"/>
            <a:ext cx="449322" cy="449322"/>
          </a:xfrm>
          <a:prstGeom prst="rect">
            <a:avLst/>
          </a:prstGeom>
        </p:spPr>
      </p:pic>
    </p:spTree>
    <p:extLst>
      <p:ext uri="{BB962C8B-B14F-4D97-AF65-F5344CB8AC3E}">
        <p14:creationId xmlns:p14="http://schemas.microsoft.com/office/powerpoint/2010/main" val="99893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E359-622C-DBAB-0009-1874FF83F36F}"/>
            </a:ext>
          </a:extLst>
        </p:cNvPr>
        <p:cNvGrpSpPr/>
        <p:nvPr/>
      </p:nvGrpSpPr>
      <p:grpSpPr>
        <a:xfrm>
          <a:off x="0" y="0"/>
          <a:ext cx="0" cy="0"/>
          <a:chOff x="0" y="0"/>
          <a:chExt cx="0" cy="0"/>
        </a:xfrm>
      </p:grpSpPr>
      <p:sp>
        <p:nvSpPr>
          <p:cNvPr id="245" name="Rectangle 244">
            <a:extLst>
              <a:ext uri="{FF2B5EF4-FFF2-40B4-BE49-F238E27FC236}">
                <a16:creationId xmlns:a16="http://schemas.microsoft.com/office/drawing/2014/main" id="{232BD9D8-77F4-B029-98D1-258B9D13B8C0}"/>
              </a:ext>
            </a:extLst>
          </p:cNvPr>
          <p:cNvSpPr/>
          <p:nvPr/>
        </p:nvSpPr>
        <p:spPr>
          <a:xfrm>
            <a:off x="1310819" y="1131737"/>
            <a:ext cx="3442155" cy="573024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Scenario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Mono-</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Cart</a:t>
            </a:r>
            <a:r>
              <a:rPr kumimoji="0" lang="fr-FR" sz="1200" b="1" i="0" u="none" strike="noStrike" kern="1200" cap="none" spc="0" normalizeH="0" baseline="0" noProof="0">
                <a:ln>
                  <a:noFill/>
                </a:ln>
                <a:solidFill>
                  <a:srgbClr val="FFFFFF"/>
                </a:solidFill>
                <a:effectLst/>
                <a:uLnTx/>
                <a:uFillTx/>
                <a:latin typeface="Helvetica 75 Bold"/>
                <a:ea typeface="+mn-ea"/>
                <a:cs typeface="+mn-cs"/>
              </a:rPr>
              <a:t> (</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eg</a:t>
            </a:r>
            <a:r>
              <a:rPr kumimoji="0" lang="fr-FR" sz="1200" b="1" i="0" u="none" strike="noStrike" kern="1200" cap="none" spc="0" normalizeH="0" baseline="0" noProof="0">
                <a:ln>
                  <a:noFill/>
                </a:ln>
                <a:solidFill>
                  <a:srgbClr val="FFFFFF"/>
                </a:solidFill>
                <a:effectLst/>
                <a:uLnTx/>
                <a:uFillTx/>
                <a:latin typeface="Helvetica 75 Bold"/>
                <a:ea typeface="+mn-ea"/>
                <a:cs typeface="+mn-cs"/>
              </a:rPr>
              <a:t>: MVP)</a:t>
            </a:r>
            <a:endParaRPr kumimoji="0" lang="en-US" sz="12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247" name="Rectangle 246">
            <a:extLst>
              <a:ext uri="{FF2B5EF4-FFF2-40B4-BE49-F238E27FC236}">
                <a16:creationId xmlns:a16="http://schemas.microsoft.com/office/drawing/2014/main" id="{118286BF-5CBF-34C7-882C-6FE6A7D7867C}"/>
              </a:ext>
            </a:extLst>
          </p:cNvPr>
          <p:cNvSpPr/>
          <p:nvPr/>
        </p:nvSpPr>
        <p:spPr>
          <a:xfrm>
            <a:off x="4846655" y="1127760"/>
            <a:ext cx="3442155" cy="5730240"/>
          </a:xfrm>
          <a:prstGeom prst="rect">
            <a:avLst/>
          </a:prstGeom>
          <a:solidFill>
            <a:srgbClr val="FF7900">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Scenario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Multi-</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Carts</a:t>
            </a:r>
            <a:r>
              <a:rPr kumimoji="0" lang="fr-FR" sz="1200" b="1" i="0" u="none" strike="noStrike" kern="1200" cap="none" spc="0" normalizeH="0" baseline="0" noProof="0">
                <a:ln>
                  <a:noFill/>
                </a:ln>
                <a:solidFill>
                  <a:srgbClr val="FFFFFF"/>
                </a:solidFill>
                <a:effectLst/>
                <a:uLnTx/>
                <a:uFillTx/>
                <a:latin typeface="Helvetica 75 Bold"/>
                <a:ea typeface="+mn-ea"/>
                <a:cs typeface="+mn-cs"/>
              </a:rPr>
              <a:t>, mono-</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saved</a:t>
            </a:r>
            <a:r>
              <a:rPr kumimoji="0" lang="fr-FR" sz="1200" b="1" i="0" u="none" strike="noStrike" kern="1200" cap="none" spc="0" normalizeH="0" baseline="0" noProof="0">
                <a:ln>
                  <a:noFill/>
                </a:ln>
                <a:solidFill>
                  <a:srgbClr val="FFFFFF"/>
                </a:solidFill>
                <a:effectLst/>
                <a:uLnTx/>
                <a:uFillTx/>
                <a:latin typeface="Helvetica 75 Bold"/>
                <a:ea typeface="+mn-ea"/>
                <a:cs typeface="+mn-cs"/>
              </a:rPr>
              <a:t> for </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later</a:t>
            </a:r>
            <a:endParaRPr kumimoji="0" lang="en-US" sz="12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2" name="Titre 1">
            <a:extLst>
              <a:ext uri="{FF2B5EF4-FFF2-40B4-BE49-F238E27FC236}">
                <a16:creationId xmlns:a16="http://schemas.microsoft.com/office/drawing/2014/main" id="{F69E66AB-F5C6-6600-241C-C68191F5F29E}"/>
              </a:ext>
            </a:extLst>
          </p:cNvPr>
          <p:cNvSpPr>
            <a:spLocks noGrp="1"/>
          </p:cNvSpPr>
          <p:nvPr>
            <p:ph type="title"/>
          </p:nvPr>
        </p:nvSpPr>
        <p:spPr>
          <a:xfrm>
            <a:off x="417601" y="357717"/>
            <a:ext cx="11355300" cy="449791"/>
          </a:xfrm>
        </p:spPr>
        <p:txBody>
          <a:bodyPr/>
          <a:lstStyle/>
          <a:p>
            <a:r>
              <a:rPr kumimoji="0" lang="en-US"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MMP digital journey – </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Save for </a:t>
            </a:r>
            <a:r>
              <a:rPr kumimoji="0" lang="fr-FR" sz="2000" b="0"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later</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 option</a:t>
            </a:r>
            <a:endParaRPr lang="en-US" sz="2400"/>
          </a:p>
        </p:txBody>
      </p:sp>
      <p:grpSp>
        <p:nvGrpSpPr>
          <p:cNvPr id="181" name="Groupe 180">
            <a:extLst>
              <a:ext uri="{FF2B5EF4-FFF2-40B4-BE49-F238E27FC236}">
                <a16:creationId xmlns:a16="http://schemas.microsoft.com/office/drawing/2014/main" id="{BDF66495-633E-2FCE-A536-A7E9FFDABB70}"/>
              </a:ext>
            </a:extLst>
          </p:cNvPr>
          <p:cNvGrpSpPr/>
          <p:nvPr/>
        </p:nvGrpSpPr>
        <p:grpSpPr>
          <a:xfrm rot="16200000">
            <a:off x="-620677" y="2625588"/>
            <a:ext cx="920561" cy="224104"/>
            <a:chOff x="-3025422" y="4154698"/>
            <a:chExt cx="2852994" cy="599462"/>
          </a:xfrm>
        </p:grpSpPr>
        <p:sp>
          <p:nvSpPr>
            <p:cNvPr id="7" name="Freeform 5">
              <a:extLst>
                <a:ext uri="{FF2B5EF4-FFF2-40B4-BE49-F238E27FC236}">
                  <a16:creationId xmlns:a16="http://schemas.microsoft.com/office/drawing/2014/main" id="{33BE003E-5430-638E-0CFB-0239ABA2E0E5}"/>
                </a:ext>
              </a:extLst>
            </p:cNvPr>
            <p:cNvSpPr/>
            <p:nvPr/>
          </p:nvSpPr>
          <p:spPr bwMode="auto">
            <a:xfrm>
              <a:off x="-2240942" y="4274961"/>
              <a:ext cx="299732" cy="358937"/>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8" name="Freeform 6">
              <a:extLst>
                <a:ext uri="{FF2B5EF4-FFF2-40B4-BE49-F238E27FC236}">
                  <a16:creationId xmlns:a16="http://schemas.microsoft.com/office/drawing/2014/main" id="{C1D00576-FC5D-130A-7308-A317F9B881F0}"/>
                </a:ext>
              </a:extLst>
            </p:cNvPr>
            <p:cNvSpPr/>
            <p:nvPr userDrawn="1"/>
          </p:nvSpPr>
          <p:spPr bwMode="auto">
            <a:xfrm>
              <a:off x="-1904207" y="4373021"/>
              <a:ext cx="244225" cy="26827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9" name="Freeform 7">
              <a:extLst>
                <a:ext uri="{FF2B5EF4-FFF2-40B4-BE49-F238E27FC236}">
                  <a16:creationId xmlns:a16="http://schemas.microsoft.com/office/drawing/2014/main" id="{172C2720-B8A2-2FD9-53FE-31DA482E4B7C}"/>
                </a:ext>
              </a:extLst>
            </p:cNvPr>
            <p:cNvSpPr/>
            <p:nvPr userDrawn="1"/>
          </p:nvSpPr>
          <p:spPr bwMode="auto">
            <a:xfrm>
              <a:off x="-1626678" y="4365619"/>
              <a:ext cx="240525" cy="275679"/>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0" name="Freeform 8">
              <a:extLst>
                <a:ext uri="{FF2B5EF4-FFF2-40B4-BE49-F238E27FC236}">
                  <a16:creationId xmlns:a16="http://schemas.microsoft.com/office/drawing/2014/main" id="{6DB97AA8-EF18-2CE2-FE9E-91603314457B}"/>
                </a:ext>
              </a:extLst>
            </p:cNvPr>
            <p:cNvSpPr/>
            <p:nvPr userDrawn="1"/>
          </p:nvSpPr>
          <p:spPr bwMode="auto">
            <a:xfrm>
              <a:off x="-1349150" y="4274960"/>
              <a:ext cx="70307" cy="358937"/>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1" name="Freeform 9">
              <a:extLst>
                <a:ext uri="{FF2B5EF4-FFF2-40B4-BE49-F238E27FC236}">
                  <a16:creationId xmlns:a16="http://schemas.microsoft.com/office/drawing/2014/main" id="{25054DF0-2D2C-1D91-D3EC-CCB66F859B42}"/>
                </a:ext>
              </a:extLst>
            </p:cNvPr>
            <p:cNvSpPr/>
            <p:nvPr userDrawn="1"/>
          </p:nvSpPr>
          <p:spPr bwMode="auto">
            <a:xfrm>
              <a:off x="-1230738" y="4365619"/>
              <a:ext cx="244225" cy="26827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2" name="Freeform 10">
              <a:extLst>
                <a:ext uri="{FF2B5EF4-FFF2-40B4-BE49-F238E27FC236}">
                  <a16:creationId xmlns:a16="http://schemas.microsoft.com/office/drawing/2014/main" id="{561CEFCC-1D7A-8591-8B17-BCFF9FCB827B}"/>
                </a:ext>
              </a:extLst>
            </p:cNvPr>
            <p:cNvSpPr/>
            <p:nvPr userDrawn="1"/>
          </p:nvSpPr>
          <p:spPr bwMode="auto">
            <a:xfrm>
              <a:off x="-953209" y="4365619"/>
              <a:ext cx="259027" cy="275679"/>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3" name="Freeform 11">
              <a:extLst>
                <a:ext uri="{FF2B5EF4-FFF2-40B4-BE49-F238E27FC236}">
                  <a16:creationId xmlns:a16="http://schemas.microsoft.com/office/drawing/2014/main" id="{AABC5785-14A4-8F38-72D5-634D204C1008}"/>
                </a:ext>
              </a:extLst>
            </p:cNvPr>
            <p:cNvSpPr/>
            <p:nvPr userDrawn="1"/>
          </p:nvSpPr>
          <p:spPr bwMode="auto">
            <a:xfrm>
              <a:off x="-675680"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4" name="Freeform 12">
              <a:extLst>
                <a:ext uri="{FF2B5EF4-FFF2-40B4-BE49-F238E27FC236}">
                  <a16:creationId xmlns:a16="http://schemas.microsoft.com/office/drawing/2014/main" id="{00D8DBFE-5912-0962-0420-B09F8A345EE7}"/>
                </a:ext>
              </a:extLst>
            </p:cNvPr>
            <p:cNvSpPr/>
            <p:nvPr userDrawn="1"/>
          </p:nvSpPr>
          <p:spPr bwMode="auto">
            <a:xfrm>
              <a:off x="-412953"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5" name="Rectangle 13">
              <a:extLst>
                <a:ext uri="{FF2B5EF4-FFF2-40B4-BE49-F238E27FC236}">
                  <a16:creationId xmlns:a16="http://schemas.microsoft.com/office/drawing/2014/main" id="{6237AEDC-4386-6DF9-4DDD-69A436F487AD}"/>
                </a:ext>
              </a:extLst>
            </p:cNvPr>
            <p:cNvSpPr/>
            <p:nvPr userDrawn="1"/>
          </p:nvSpPr>
          <p:spPr bwMode="auto">
            <a:xfrm>
              <a:off x="-3025422" y="4154698"/>
              <a:ext cx="599462" cy="599462"/>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Freeform 14">
              <a:extLst>
                <a:ext uri="{FF2B5EF4-FFF2-40B4-BE49-F238E27FC236}">
                  <a16:creationId xmlns:a16="http://schemas.microsoft.com/office/drawing/2014/main" id="{8DCCD8F6-04A3-492F-5F55-33724AFCA63E}"/>
                </a:ext>
              </a:extLst>
            </p:cNvPr>
            <p:cNvSpPr/>
            <p:nvPr userDrawn="1"/>
          </p:nvSpPr>
          <p:spPr bwMode="auto">
            <a:xfrm>
              <a:off x="-2842253" y="4617246"/>
              <a:ext cx="74008" cy="86960"/>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 name="Freeform 15">
              <a:extLst>
                <a:ext uri="{FF2B5EF4-FFF2-40B4-BE49-F238E27FC236}">
                  <a16:creationId xmlns:a16="http://schemas.microsoft.com/office/drawing/2014/main" id="{2B399F15-4A01-11E8-41D7-D38B94675BB7}"/>
                </a:ext>
              </a:extLst>
            </p:cNvPr>
            <p:cNvSpPr/>
            <p:nvPr userDrawn="1"/>
          </p:nvSpPr>
          <p:spPr bwMode="auto">
            <a:xfrm>
              <a:off x="-2749743" y="4617246"/>
              <a:ext cx="74008" cy="85109"/>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Freeform 16">
              <a:extLst>
                <a:ext uri="{FF2B5EF4-FFF2-40B4-BE49-F238E27FC236}">
                  <a16:creationId xmlns:a16="http://schemas.microsoft.com/office/drawing/2014/main" id="{6B140124-6F03-E824-B77C-30891F6EDDA4}"/>
                </a:ext>
              </a:extLst>
            </p:cNvPr>
            <p:cNvSpPr/>
            <p:nvPr userDrawn="1"/>
          </p:nvSpPr>
          <p:spPr bwMode="auto">
            <a:xfrm>
              <a:off x="-2570275" y="4617246"/>
              <a:ext cx="77708" cy="86960"/>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Freeform 17">
              <a:extLst>
                <a:ext uri="{FF2B5EF4-FFF2-40B4-BE49-F238E27FC236}">
                  <a16:creationId xmlns:a16="http://schemas.microsoft.com/office/drawing/2014/main" id="{39D737AF-7539-87B4-5BD9-4DAB401DF5F1}"/>
                </a:ext>
              </a:extLst>
            </p:cNvPr>
            <p:cNvSpPr/>
            <p:nvPr userDrawn="1"/>
          </p:nvSpPr>
          <p:spPr bwMode="auto">
            <a:xfrm>
              <a:off x="-2992119" y="4617245"/>
              <a:ext cx="81408" cy="88809"/>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Freeform 18">
              <a:extLst>
                <a:ext uri="{FF2B5EF4-FFF2-40B4-BE49-F238E27FC236}">
                  <a16:creationId xmlns:a16="http://schemas.microsoft.com/office/drawing/2014/main" id="{1BEDCE9D-9AF3-E046-1836-B41B56F046E0}"/>
                </a:ext>
              </a:extLst>
            </p:cNvPr>
            <p:cNvSpPr/>
            <p:nvPr userDrawn="1"/>
          </p:nvSpPr>
          <p:spPr bwMode="auto">
            <a:xfrm>
              <a:off x="-2895909" y="4617245"/>
              <a:ext cx="48105" cy="86960"/>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Freeform 19">
              <a:extLst>
                <a:ext uri="{FF2B5EF4-FFF2-40B4-BE49-F238E27FC236}">
                  <a16:creationId xmlns:a16="http://schemas.microsoft.com/office/drawing/2014/main" id="{6F91E748-6F11-927D-F76C-E620DBB69FD5}"/>
                </a:ext>
              </a:extLst>
            </p:cNvPr>
            <p:cNvSpPr/>
            <p:nvPr userDrawn="1"/>
          </p:nvSpPr>
          <p:spPr bwMode="auto">
            <a:xfrm>
              <a:off x="-2660935" y="4617242"/>
              <a:ext cx="77708" cy="118412"/>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2" name="Freeform 20">
              <a:extLst>
                <a:ext uri="{FF2B5EF4-FFF2-40B4-BE49-F238E27FC236}">
                  <a16:creationId xmlns:a16="http://schemas.microsoft.com/office/drawing/2014/main" id="{1E5049FB-990C-5A51-FACE-72C349193C08}"/>
                </a:ext>
              </a:extLst>
            </p:cNvPr>
            <p:cNvSpPr/>
            <p:nvPr userDrawn="1"/>
          </p:nvSpPr>
          <p:spPr bwMode="auto">
            <a:xfrm>
              <a:off x="-2505529" y="4587642"/>
              <a:ext cx="57356" cy="2775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grpSp>
      <p:sp>
        <p:nvSpPr>
          <p:cNvPr id="23" name="Titre 1">
            <a:extLst>
              <a:ext uri="{FF2B5EF4-FFF2-40B4-BE49-F238E27FC236}">
                <a16:creationId xmlns:a16="http://schemas.microsoft.com/office/drawing/2014/main" id="{C2A7F979-60E0-1A7E-F6DD-C2637DF754B9}"/>
              </a:ext>
            </a:extLst>
          </p:cNvPr>
          <p:cNvSpPr txBox="1">
            <a:spLocks/>
          </p:cNvSpPr>
          <p:nvPr/>
        </p:nvSpPr>
        <p:spPr>
          <a:xfrm>
            <a:off x="178603" y="4722458"/>
            <a:ext cx="1006711" cy="301968"/>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pic>
        <p:nvPicPr>
          <p:cNvPr id="267" name="Graphique 266" descr="Utilisateur contour">
            <a:extLst>
              <a:ext uri="{FF2B5EF4-FFF2-40B4-BE49-F238E27FC236}">
                <a16:creationId xmlns:a16="http://schemas.microsoft.com/office/drawing/2014/main" id="{4B7E9B10-9FD0-D864-51FC-E13F082B47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72" y="1576856"/>
            <a:ext cx="554790" cy="554790"/>
          </a:xfrm>
          <a:prstGeom prst="rect">
            <a:avLst/>
          </a:prstGeom>
        </p:spPr>
      </p:pic>
      <p:pic>
        <p:nvPicPr>
          <p:cNvPr id="271" name="Graphique 270" descr="Cause à effet avec un remplissage uni">
            <a:extLst>
              <a:ext uri="{FF2B5EF4-FFF2-40B4-BE49-F238E27FC236}">
                <a16:creationId xmlns:a16="http://schemas.microsoft.com/office/drawing/2014/main" id="{ABD1B708-2BC7-8DD7-39A9-FAAD90DFBA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3588" y="5021085"/>
            <a:ext cx="858481" cy="858481"/>
          </a:xfrm>
          <a:prstGeom prst="rect">
            <a:avLst/>
          </a:prstGeom>
        </p:spPr>
      </p:pic>
      <p:sp>
        <p:nvSpPr>
          <p:cNvPr id="276" name="Titre 1">
            <a:extLst>
              <a:ext uri="{FF2B5EF4-FFF2-40B4-BE49-F238E27FC236}">
                <a16:creationId xmlns:a16="http://schemas.microsoft.com/office/drawing/2014/main" id="{A4F51A91-91E6-3D09-ACFF-6C6082632331}"/>
              </a:ext>
            </a:extLst>
          </p:cNvPr>
          <p:cNvSpPr txBox="1">
            <a:spLocks/>
          </p:cNvSpPr>
          <p:nvPr/>
        </p:nvSpPr>
        <p:spPr>
          <a:xfrm>
            <a:off x="532006" y="5912669"/>
            <a:ext cx="761643"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rPr>
              <a:t>CPQ</a:t>
            </a:r>
            <a:endParaRPr kumimoji="0" lang="en-US"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endParaRPr>
          </a:p>
        </p:txBody>
      </p:sp>
      <p:pic>
        <p:nvPicPr>
          <p:cNvPr id="112" name="Image 111">
            <a:extLst>
              <a:ext uri="{FF2B5EF4-FFF2-40B4-BE49-F238E27FC236}">
                <a16:creationId xmlns:a16="http://schemas.microsoft.com/office/drawing/2014/main" id="{3E6A877B-E266-61EB-B5C2-08CC6555B081}"/>
              </a:ext>
            </a:extLst>
          </p:cNvPr>
          <p:cNvPicPr>
            <a:picLocks noChangeAspect="1"/>
          </p:cNvPicPr>
          <p:nvPr/>
        </p:nvPicPr>
        <p:blipFill>
          <a:blip r:embed="rId7">
            <a:duotone>
              <a:schemeClr val="accent3">
                <a:shade val="45000"/>
                <a:satMod val="135000"/>
              </a:schemeClr>
              <a:prstClr val="white"/>
            </a:duotone>
          </a:blip>
          <a:stretch>
            <a:fillRect/>
          </a:stretch>
        </p:blipFill>
        <p:spPr>
          <a:xfrm>
            <a:off x="368049" y="5339611"/>
            <a:ext cx="413958" cy="416441"/>
          </a:xfrm>
          <a:prstGeom prst="rect">
            <a:avLst/>
          </a:prstGeom>
          <a:noFill/>
        </p:spPr>
      </p:pic>
      <p:sp>
        <p:nvSpPr>
          <p:cNvPr id="3" name="Titre 1">
            <a:extLst>
              <a:ext uri="{FF2B5EF4-FFF2-40B4-BE49-F238E27FC236}">
                <a16:creationId xmlns:a16="http://schemas.microsoft.com/office/drawing/2014/main" id="{F466F17F-B6D4-EAAF-4538-CF836B73653C}"/>
              </a:ext>
            </a:extLst>
          </p:cNvPr>
          <p:cNvSpPr txBox="1">
            <a:spLocks/>
          </p:cNvSpPr>
          <p:nvPr/>
        </p:nvSpPr>
        <p:spPr>
          <a:xfrm>
            <a:off x="214267" y="2455875"/>
            <a:ext cx="1101866" cy="284374"/>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dirty="0">
                <a:ln>
                  <a:noFill/>
                </a:ln>
                <a:solidFill>
                  <a:srgbClr val="FF7900"/>
                </a:solidFill>
                <a:effectLst/>
                <a:uLnTx/>
                <a:uFillTx/>
                <a:latin typeface="Helvetica 75 Bold" panose="020B0804020202020204" pitchFamily="34" charset="0"/>
                <a:ea typeface="+mj-ea"/>
                <a:cs typeface="+mj-cs"/>
              </a:rPr>
              <a:t>Digital Journey </a:t>
            </a:r>
            <a:endParaRPr kumimoji="0" lang="en-US" sz="1400" b="1" i="0" u="none" strike="noStrike" kern="1200" cap="none" spc="-27" normalizeH="0" baseline="0" noProof="0" dirty="0">
              <a:ln>
                <a:noFill/>
              </a:ln>
              <a:solidFill>
                <a:srgbClr val="FF7900"/>
              </a:solidFill>
              <a:effectLst/>
              <a:uLnTx/>
              <a:uFillTx/>
              <a:latin typeface="Helvetica 75 Bold" panose="020B0804020202020204" pitchFamily="34" charset="0"/>
              <a:ea typeface="+mj-ea"/>
              <a:cs typeface="+mj-cs"/>
            </a:endParaRPr>
          </a:p>
        </p:txBody>
      </p:sp>
      <p:grpSp>
        <p:nvGrpSpPr>
          <p:cNvPr id="251" name="Groupe 250">
            <a:extLst>
              <a:ext uri="{FF2B5EF4-FFF2-40B4-BE49-F238E27FC236}">
                <a16:creationId xmlns:a16="http://schemas.microsoft.com/office/drawing/2014/main" id="{F4BC2FCA-02FD-871E-EE29-3ACDBCC6B353}"/>
              </a:ext>
            </a:extLst>
          </p:cNvPr>
          <p:cNvGrpSpPr/>
          <p:nvPr/>
        </p:nvGrpSpPr>
        <p:grpSpPr>
          <a:xfrm>
            <a:off x="1292486" y="1131737"/>
            <a:ext cx="591329" cy="478487"/>
            <a:chOff x="1491470" y="1127760"/>
            <a:chExt cx="591329" cy="478487"/>
          </a:xfrm>
        </p:grpSpPr>
        <p:sp>
          <p:nvSpPr>
            <p:cNvPr id="248" name="Bande diagonale 247">
              <a:extLst>
                <a:ext uri="{FF2B5EF4-FFF2-40B4-BE49-F238E27FC236}">
                  <a16:creationId xmlns:a16="http://schemas.microsoft.com/office/drawing/2014/main" id="{A990996B-20A3-58D2-B677-68798A572F6B}"/>
                </a:ext>
              </a:extLst>
            </p:cNvPr>
            <p:cNvSpPr/>
            <p:nvPr/>
          </p:nvSpPr>
          <p:spPr>
            <a:xfrm>
              <a:off x="1507338" y="1127760"/>
              <a:ext cx="575461" cy="478487"/>
            </a:xfrm>
            <a:prstGeom prst="diagStripe">
              <a:avLst/>
            </a:prstGeom>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a:ln>
                  <a:noFill/>
                </a:ln>
                <a:solidFill>
                  <a:srgbClr val="000000"/>
                </a:solidFill>
                <a:effectLst/>
                <a:uLnTx/>
                <a:uFillTx/>
                <a:latin typeface="Helvetica 75 Bold"/>
                <a:ea typeface="+mn-ea"/>
                <a:cs typeface="+mn-cs"/>
              </a:endParaRPr>
            </a:p>
          </p:txBody>
        </p:sp>
        <p:sp>
          <p:nvSpPr>
            <p:cNvPr id="250" name="ZoneTexte 249">
              <a:extLst>
                <a:ext uri="{FF2B5EF4-FFF2-40B4-BE49-F238E27FC236}">
                  <a16:creationId xmlns:a16="http://schemas.microsoft.com/office/drawing/2014/main" id="{FB99FB2A-100B-E1DC-CA2F-5224C12748BD}"/>
                </a:ext>
              </a:extLst>
            </p:cNvPr>
            <p:cNvSpPr txBox="1"/>
            <p:nvPr/>
          </p:nvSpPr>
          <p:spPr>
            <a:xfrm rot="19235202">
              <a:off x="1491470" y="1161309"/>
              <a:ext cx="55314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srgbClr val="000000"/>
                  </a:solidFill>
                  <a:effectLst>
                    <a:outerShdw blurRad="50800" dist="38100" dir="2700000" algn="tl" rotWithShape="0">
                      <a:prstClr val="black">
                        <a:alpha val="40000"/>
                      </a:prstClr>
                    </a:outerShdw>
                  </a:effectLst>
                  <a:uLnTx/>
                  <a:uFillTx/>
                  <a:latin typeface="Helvetica 75 Bold"/>
                  <a:ea typeface="+mn-ea"/>
                  <a:cs typeface="+mn-cs"/>
                </a:rPr>
                <a:t>MVP</a:t>
              </a:r>
              <a:endParaRPr kumimoji="0" lang="en-US" sz="2000" b="0" i="0" u="none" strike="noStrike" kern="1200" cap="none" spc="0" normalizeH="0" baseline="0" noProof="0">
                <a:ln>
                  <a:noFill/>
                </a:ln>
                <a:solidFill>
                  <a:srgbClr val="000000"/>
                </a:solidFill>
                <a:effectLst>
                  <a:outerShdw blurRad="50800" dist="38100" dir="2700000" algn="tl" rotWithShape="0">
                    <a:prstClr val="black">
                      <a:alpha val="40000"/>
                    </a:prstClr>
                  </a:outerShdw>
                </a:effectLst>
                <a:uLnTx/>
                <a:uFillTx/>
                <a:latin typeface="Helvetica 75 Bold"/>
                <a:ea typeface="+mn-ea"/>
                <a:cs typeface="+mn-cs"/>
              </a:endParaRPr>
            </a:p>
          </p:txBody>
        </p:sp>
      </p:grpSp>
      <p:sp>
        <p:nvSpPr>
          <p:cNvPr id="266" name="ZoneTexte 265">
            <a:extLst>
              <a:ext uri="{FF2B5EF4-FFF2-40B4-BE49-F238E27FC236}">
                <a16:creationId xmlns:a16="http://schemas.microsoft.com/office/drawing/2014/main" id="{FC400F13-CBC7-70FD-794C-E8F814B0084C}"/>
              </a:ext>
            </a:extLst>
          </p:cNvPr>
          <p:cNvSpPr txBox="1"/>
          <p:nvPr/>
        </p:nvSpPr>
        <p:spPr>
          <a:xfrm>
            <a:off x="4588377" y="868545"/>
            <a:ext cx="41938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8F8F8F">
                    <a:lumMod val="60000"/>
                    <a:lumOff val="40000"/>
                  </a:srgbClr>
                </a:solidFill>
                <a:effectLst>
                  <a:outerShdw blurRad="50800" dist="38100" dir="18900000" algn="bl" rotWithShape="0">
                    <a:prstClr val="black">
                      <a:alpha val="40000"/>
                    </a:prstClr>
                  </a:outerShdw>
                </a:effectLst>
                <a:uLnTx/>
                <a:uFillTx/>
                <a:latin typeface="Helvetica 75 Bold"/>
                <a:ea typeface="+mn-ea"/>
                <a:cs typeface="+mn-cs"/>
              </a:rPr>
              <a:t>OR</a:t>
            </a:r>
            <a:endParaRPr kumimoji="0" lang="en-US" sz="3200" b="0" i="0" u="none" strike="noStrike" kern="1200" cap="none" spc="0" normalizeH="0" baseline="0" noProof="0">
              <a:ln>
                <a:noFill/>
              </a:ln>
              <a:solidFill>
                <a:srgbClr val="8F8F8F">
                  <a:lumMod val="60000"/>
                  <a:lumOff val="40000"/>
                </a:srgbClr>
              </a:solidFill>
              <a:effectLst>
                <a:outerShdw blurRad="50800" dist="38100" dir="18900000" algn="bl" rotWithShape="0">
                  <a:prstClr val="black">
                    <a:alpha val="40000"/>
                  </a:prstClr>
                </a:outerShdw>
              </a:effectLst>
              <a:uLnTx/>
              <a:uFillTx/>
              <a:latin typeface="Helvetica 75 Bold"/>
              <a:ea typeface="+mn-ea"/>
              <a:cs typeface="+mn-cs"/>
            </a:endParaRPr>
          </a:p>
        </p:txBody>
      </p:sp>
      <p:sp>
        <p:nvSpPr>
          <p:cNvPr id="270" name="ZoneTexte 269">
            <a:extLst>
              <a:ext uri="{FF2B5EF4-FFF2-40B4-BE49-F238E27FC236}">
                <a16:creationId xmlns:a16="http://schemas.microsoft.com/office/drawing/2014/main" id="{1BA5FE0E-AE13-903E-D80A-1899F16A5F99}"/>
              </a:ext>
            </a:extLst>
          </p:cNvPr>
          <p:cNvSpPr txBox="1"/>
          <p:nvPr/>
        </p:nvSpPr>
        <p:spPr>
          <a:xfrm>
            <a:off x="8133492" y="868545"/>
            <a:ext cx="41938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8F8F8F">
                    <a:lumMod val="60000"/>
                    <a:lumOff val="40000"/>
                  </a:srgbClr>
                </a:solidFill>
                <a:effectLst>
                  <a:outerShdw blurRad="50800" dist="38100" dir="18900000" algn="bl" rotWithShape="0">
                    <a:prstClr val="black">
                      <a:alpha val="40000"/>
                    </a:prstClr>
                  </a:outerShdw>
                </a:effectLst>
                <a:uLnTx/>
                <a:uFillTx/>
                <a:latin typeface="Helvetica 75 Bold"/>
                <a:ea typeface="+mn-ea"/>
                <a:cs typeface="+mn-cs"/>
              </a:rPr>
              <a:t>OR</a:t>
            </a:r>
            <a:endParaRPr kumimoji="0" lang="en-US" sz="3200" b="0" i="0" u="none" strike="noStrike" kern="1200" cap="none" spc="0" normalizeH="0" baseline="0" noProof="0">
              <a:ln>
                <a:noFill/>
              </a:ln>
              <a:solidFill>
                <a:srgbClr val="8F8F8F">
                  <a:lumMod val="60000"/>
                  <a:lumOff val="40000"/>
                </a:srgbClr>
              </a:solidFill>
              <a:effectLst>
                <a:outerShdw blurRad="50800" dist="38100" dir="18900000" algn="bl" rotWithShape="0">
                  <a:prstClr val="black">
                    <a:alpha val="40000"/>
                  </a:prstClr>
                </a:outerShdw>
              </a:effectLst>
              <a:uLnTx/>
              <a:uFillTx/>
              <a:latin typeface="Helvetica 75 Bold"/>
              <a:ea typeface="+mn-ea"/>
              <a:cs typeface="+mn-cs"/>
            </a:endParaRPr>
          </a:p>
        </p:txBody>
      </p:sp>
      <p:sp>
        <p:nvSpPr>
          <p:cNvPr id="279" name="Rectangle : coins arrondis 278">
            <a:extLst>
              <a:ext uri="{FF2B5EF4-FFF2-40B4-BE49-F238E27FC236}">
                <a16:creationId xmlns:a16="http://schemas.microsoft.com/office/drawing/2014/main" id="{66E48F79-E796-4C1B-2FFA-DA4BC29F528B}"/>
              </a:ext>
            </a:extLst>
          </p:cNvPr>
          <p:cNvSpPr/>
          <p:nvPr/>
        </p:nvSpPr>
        <p:spPr>
          <a:xfrm>
            <a:off x="1485310" y="1562965"/>
            <a:ext cx="3093172" cy="2288187"/>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FFFFFF"/>
                </a:solidFill>
                <a:effectLst/>
                <a:uLnTx/>
                <a:uFillTx/>
                <a:latin typeface="Helvetica 75 Bold"/>
                <a:ea typeface="+mn-ea"/>
                <a:cs typeface="+mn-cs"/>
              </a:rPr>
              <a:t>      </a:t>
            </a:r>
            <a:r>
              <a:rPr kumimoji="0" lang="fr-FR" sz="1050" b="1" i="0" u="none" strike="noStrike" kern="1200" cap="none" spc="0" normalizeH="0" baseline="0" noProof="0">
                <a:ln>
                  <a:noFill/>
                </a:ln>
                <a:solidFill>
                  <a:srgbClr val="FFFFFF"/>
                </a:solidFill>
                <a:effectLst/>
                <a:uLnTx/>
                <a:uFillTx/>
                <a:latin typeface="Helvetica 75 Bold"/>
                <a:ea typeface="+mn-ea"/>
                <a:cs typeface="+mn-cs"/>
              </a:rPr>
              <a:t>User 1</a:t>
            </a:r>
            <a:endParaRPr kumimoji="0" lang="en-US" sz="18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287" name="Rectangle : coins arrondis 286">
            <a:extLst>
              <a:ext uri="{FF2B5EF4-FFF2-40B4-BE49-F238E27FC236}">
                <a16:creationId xmlns:a16="http://schemas.microsoft.com/office/drawing/2014/main" id="{C4C7A538-B314-5A38-F5B2-28BCC0B988A5}"/>
              </a:ext>
            </a:extLst>
          </p:cNvPr>
          <p:cNvSpPr/>
          <p:nvPr/>
        </p:nvSpPr>
        <p:spPr>
          <a:xfrm>
            <a:off x="1485310" y="4206510"/>
            <a:ext cx="3093172" cy="2525262"/>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pic>
        <p:nvPicPr>
          <p:cNvPr id="290" name="Graphique 289" descr="Utilisateur avec un remplissage uni">
            <a:extLst>
              <a:ext uri="{FF2B5EF4-FFF2-40B4-BE49-F238E27FC236}">
                <a16:creationId xmlns:a16="http://schemas.microsoft.com/office/drawing/2014/main" id="{6A1A8BE8-66BF-F960-1EA4-6E8254BE442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71225" y="1650386"/>
            <a:ext cx="226414" cy="226414"/>
          </a:xfrm>
          <a:prstGeom prst="rect">
            <a:avLst/>
          </a:prstGeom>
        </p:spPr>
      </p:pic>
      <p:sp>
        <p:nvSpPr>
          <p:cNvPr id="292" name="Rectangle : coins arrondis 291">
            <a:extLst>
              <a:ext uri="{FF2B5EF4-FFF2-40B4-BE49-F238E27FC236}">
                <a16:creationId xmlns:a16="http://schemas.microsoft.com/office/drawing/2014/main" id="{AD734929-F209-F68D-F2CB-1E354DBA5B53}"/>
              </a:ext>
            </a:extLst>
          </p:cNvPr>
          <p:cNvSpPr/>
          <p:nvPr/>
        </p:nvSpPr>
        <p:spPr>
          <a:xfrm>
            <a:off x="5021146" y="1558988"/>
            <a:ext cx="3093172" cy="2288187"/>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FFFFFF"/>
                </a:solidFill>
                <a:effectLst/>
                <a:uLnTx/>
                <a:uFillTx/>
                <a:latin typeface="Helvetica 75 Bold"/>
                <a:ea typeface="+mn-ea"/>
                <a:cs typeface="+mn-cs"/>
              </a:rPr>
              <a:t>      </a:t>
            </a:r>
            <a:r>
              <a:rPr kumimoji="0" lang="fr-FR" sz="1050" b="1" i="0" u="none" strike="noStrike" kern="1200" cap="none" spc="0" normalizeH="0" baseline="0" noProof="0">
                <a:ln>
                  <a:noFill/>
                </a:ln>
                <a:solidFill>
                  <a:srgbClr val="FFFFFF"/>
                </a:solidFill>
                <a:effectLst/>
                <a:uLnTx/>
                <a:uFillTx/>
                <a:latin typeface="Helvetica 75 Bold"/>
                <a:ea typeface="+mn-ea"/>
                <a:cs typeface="+mn-cs"/>
              </a:rPr>
              <a:t>User 1</a:t>
            </a:r>
            <a:endParaRPr kumimoji="0" lang="en-US" sz="18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294" name="Rectangle : coins arrondis 293">
            <a:extLst>
              <a:ext uri="{FF2B5EF4-FFF2-40B4-BE49-F238E27FC236}">
                <a16:creationId xmlns:a16="http://schemas.microsoft.com/office/drawing/2014/main" id="{426F1C00-62FB-6CCF-6D5D-B5FDBA6486A0}"/>
              </a:ext>
            </a:extLst>
          </p:cNvPr>
          <p:cNvSpPr/>
          <p:nvPr/>
        </p:nvSpPr>
        <p:spPr>
          <a:xfrm>
            <a:off x="5021146" y="4225393"/>
            <a:ext cx="3093172" cy="2525262"/>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pic>
        <p:nvPicPr>
          <p:cNvPr id="297" name="Graphique 296" descr="Utilisateur avec un remplissage uni">
            <a:extLst>
              <a:ext uri="{FF2B5EF4-FFF2-40B4-BE49-F238E27FC236}">
                <a16:creationId xmlns:a16="http://schemas.microsoft.com/office/drawing/2014/main" id="{CF178E39-97A1-31EA-E71F-0EB301C712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05861" y="1642382"/>
            <a:ext cx="226414" cy="226414"/>
          </a:xfrm>
          <a:prstGeom prst="rect">
            <a:avLst/>
          </a:prstGeom>
        </p:spPr>
      </p:pic>
      <p:grpSp>
        <p:nvGrpSpPr>
          <p:cNvPr id="299" name="Groupe 298">
            <a:extLst>
              <a:ext uri="{FF2B5EF4-FFF2-40B4-BE49-F238E27FC236}">
                <a16:creationId xmlns:a16="http://schemas.microsoft.com/office/drawing/2014/main" id="{633AAFDA-9A70-38BF-9D40-D0BBD4A9A0F2}"/>
              </a:ext>
            </a:extLst>
          </p:cNvPr>
          <p:cNvGrpSpPr/>
          <p:nvPr/>
        </p:nvGrpSpPr>
        <p:grpSpPr>
          <a:xfrm>
            <a:off x="1561453" y="2402624"/>
            <a:ext cx="545390" cy="608868"/>
            <a:chOff x="5211382" y="2205815"/>
            <a:chExt cx="545390" cy="608868"/>
          </a:xfrm>
        </p:grpSpPr>
        <p:pic>
          <p:nvPicPr>
            <p:cNvPr id="300" name="Graphique 299" descr="Panier de course avec un remplissage uni">
              <a:extLst>
                <a:ext uri="{FF2B5EF4-FFF2-40B4-BE49-F238E27FC236}">
                  <a16:creationId xmlns:a16="http://schemas.microsoft.com/office/drawing/2014/main" id="{91105EFF-B27E-0521-4B2A-D73654DB0BC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301" name="Rectangle 300">
              <a:extLst>
                <a:ext uri="{FF2B5EF4-FFF2-40B4-BE49-F238E27FC236}">
                  <a16:creationId xmlns:a16="http://schemas.microsoft.com/office/drawing/2014/main" id="{B5F8B3E5-36AC-9E70-7BFB-68B9F57FA13C}"/>
                </a:ext>
              </a:extLst>
            </p:cNvPr>
            <p:cNvSpPr/>
            <p:nvPr/>
          </p:nvSpPr>
          <p:spPr>
            <a:xfrm>
              <a:off x="5211382" y="2652003"/>
              <a:ext cx="545390" cy="16268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grpSp>
      <p:grpSp>
        <p:nvGrpSpPr>
          <p:cNvPr id="302" name="Groupe 301">
            <a:extLst>
              <a:ext uri="{FF2B5EF4-FFF2-40B4-BE49-F238E27FC236}">
                <a16:creationId xmlns:a16="http://schemas.microsoft.com/office/drawing/2014/main" id="{C6C6EEEC-5D4B-26FB-F5E0-81A4B8D21940}"/>
              </a:ext>
            </a:extLst>
          </p:cNvPr>
          <p:cNvGrpSpPr/>
          <p:nvPr/>
        </p:nvGrpSpPr>
        <p:grpSpPr>
          <a:xfrm>
            <a:off x="3704662" y="2368341"/>
            <a:ext cx="924830" cy="677434"/>
            <a:chOff x="4999967" y="2205815"/>
            <a:chExt cx="924830" cy="677434"/>
          </a:xfrm>
        </p:grpSpPr>
        <p:pic>
          <p:nvPicPr>
            <p:cNvPr id="303" name="Graphique 302" descr="Panier de course avec un remplissage uni">
              <a:extLst>
                <a:ext uri="{FF2B5EF4-FFF2-40B4-BE49-F238E27FC236}">
                  <a16:creationId xmlns:a16="http://schemas.microsoft.com/office/drawing/2014/main" id="{9BCD7108-7623-E7FD-A4FA-811E59E015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304" name="Rectangle 303">
              <a:extLst>
                <a:ext uri="{FF2B5EF4-FFF2-40B4-BE49-F238E27FC236}">
                  <a16:creationId xmlns:a16="http://schemas.microsoft.com/office/drawing/2014/main" id="{E24886BD-B149-C902-B34D-B47AAEB8ABEB}"/>
                </a:ext>
              </a:extLst>
            </p:cNvPr>
            <p:cNvSpPr/>
            <p:nvPr/>
          </p:nvSpPr>
          <p:spPr>
            <a:xfrm>
              <a:off x="4999967" y="2667459"/>
              <a:ext cx="924830" cy="21579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a:t>
              </a:r>
            </a:p>
          </p:txBody>
        </p:sp>
      </p:grpSp>
      <p:cxnSp>
        <p:nvCxnSpPr>
          <p:cNvPr id="305" name="Connecteur droit avec flèche 304">
            <a:extLst>
              <a:ext uri="{FF2B5EF4-FFF2-40B4-BE49-F238E27FC236}">
                <a16:creationId xmlns:a16="http://schemas.microsoft.com/office/drawing/2014/main" id="{91D51FDB-38AC-D0FD-6A4A-9A7B82CA141E}"/>
              </a:ext>
            </a:extLst>
          </p:cNvPr>
          <p:cNvCxnSpPr>
            <a:cxnSpLocks/>
          </p:cNvCxnSpPr>
          <p:nvPr/>
        </p:nvCxnSpPr>
        <p:spPr>
          <a:xfrm>
            <a:off x="2106843" y="2706092"/>
            <a:ext cx="1760169" cy="193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358" name="Groupe 357">
            <a:extLst>
              <a:ext uri="{FF2B5EF4-FFF2-40B4-BE49-F238E27FC236}">
                <a16:creationId xmlns:a16="http://schemas.microsoft.com/office/drawing/2014/main" id="{DCDE6580-5EDA-9E77-1925-22EC6D2EEAA7}"/>
              </a:ext>
            </a:extLst>
          </p:cNvPr>
          <p:cNvGrpSpPr/>
          <p:nvPr/>
        </p:nvGrpSpPr>
        <p:grpSpPr>
          <a:xfrm>
            <a:off x="5158002" y="1807636"/>
            <a:ext cx="542667" cy="503196"/>
            <a:chOff x="5113637" y="2205815"/>
            <a:chExt cx="656628" cy="608868"/>
          </a:xfrm>
        </p:grpSpPr>
        <p:pic>
          <p:nvPicPr>
            <p:cNvPr id="359" name="Graphique 358" descr="Panier de course avec un remplissage uni">
              <a:extLst>
                <a:ext uri="{FF2B5EF4-FFF2-40B4-BE49-F238E27FC236}">
                  <a16:creationId xmlns:a16="http://schemas.microsoft.com/office/drawing/2014/main" id="{A4533312-5A56-7B01-8E67-ED0C1F1FCED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17289" y="2205815"/>
              <a:ext cx="449322" cy="449322"/>
            </a:xfrm>
            <a:prstGeom prst="rect">
              <a:avLst/>
            </a:prstGeom>
          </p:spPr>
        </p:pic>
        <p:sp>
          <p:nvSpPr>
            <p:cNvPr id="360" name="Rectangle 359">
              <a:extLst>
                <a:ext uri="{FF2B5EF4-FFF2-40B4-BE49-F238E27FC236}">
                  <a16:creationId xmlns:a16="http://schemas.microsoft.com/office/drawing/2014/main" id="{5E083B1C-B1F2-0269-44DF-6A451E7FB764}"/>
                </a:ext>
              </a:extLst>
            </p:cNvPr>
            <p:cNvSpPr/>
            <p:nvPr/>
          </p:nvSpPr>
          <p:spPr>
            <a:xfrm>
              <a:off x="5113637" y="2652003"/>
              <a:ext cx="656628" cy="16268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a:t>
              </a:r>
            </a:p>
          </p:txBody>
        </p:sp>
      </p:grpSp>
      <p:grpSp>
        <p:nvGrpSpPr>
          <p:cNvPr id="361" name="Groupe 360">
            <a:extLst>
              <a:ext uri="{FF2B5EF4-FFF2-40B4-BE49-F238E27FC236}">
                <a16:creationId xmlns:a16="http://schemas.microsoft.com/office/drawing/2014/main" id="{D9475D4C-1345-94EA-B20D-D6D349E70689}"/>
              </a:ext>
            </a:extLst>
          </p:cNvPr>
          <p:cNvGrpSpPr/>
          <p:nvPr/>
        </p:nvGrpSpPr>
        <p:grpSpPr>
          <a:xfrm>
            <a:off x="5158002" y="2428859"/>
            <a:ext cx="542666" cy="489367"/>
            <a:chOff x="5100147" y="2205815"/>
            <a:chExt cx="656627" cy="592135"/>
          </a:xfrm>
        </p:grpSpPr>
        <p:pic>
          <p:nvPicPr>
            <p:cNvPr id="362" name="Graphique 361" descr="Panier de course avec un remplissage uni">
              <a:extLst>
                <a:ext uri="{FF2B5EF4-FFF2-40B4-BE49-F238E27FC236}">
                  <a16:creationId xmlns:a16="http://schemas.microsoft.com/office/drawing/2014/main" id="{D681EEF8-CE9D-73CD-04F5-704C7D9007D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03799" y="2205815"/>
              <a:ext cx="449322" cy="449322"/>
            </a:xfrm>
            <a:prstGeom prst="rect">
              <a:avLst/>
            </a:prstGeom>
          </p:spPr>
        </p:pic>
        <p:sp>
          <p:nvSpPr>
            <p:cNvPr id="363" name="Rectangle 362">
              <a:extLst>
                <a:ext uri="{FF2B5EF4-FFF2-40B4-BE49-F238E27FC236}">
                  <a16:creationId xmlns:a16="http://schemas.microsoft.com/office/drawing/2014/main" id="{2F8248B1-A6DA-CC01-EDD1-E2DC6DF74D13}"/>
                </a:ext>
              </a:extLst>
            </p:cNvPr>
            <p:cNvSpPr/>
            <p:nvPr/>
          </p:nvSpPr>
          <p:spPr>
            <a:xfrm>
              <a:off x="5100147" y="2652003"/>
              <a:ext cx="656627" cy="1459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A885D8"/>
                  </a:solidFill>
                  <a:effectLst/>
                  <a:uLnTx/>
                  <a:uFillTx/>
                  <a:latin typeface="Helvetica 75 Bold"/>
                  <a:ea typeface="+mn-ea"/>
                  <a:cs typeface="+mn-cs"/>
                </a:rPr>
                <a:t>Cart</a:t>
              </a:r>
              <a:r>
                <a:rPr kumimoji="0" lang="fr-FR" sz="1000" b="1" i="1" u="none" strike="noStrike" kern="0" cap="none" spc="0" normalizeH="0" baseline="0" noProof="0">
                  <a:ln>
                    <a:noFill/>
                  </a:ln>
                  <a:solidFill>
                    <a:srgbClr val="A885D8"/>
                  </a:solidFill>
                  <a:effectLst/>
                  <a:uLnTx/>
                  <a:uFillTx/>
                  <a:latin typeface="Helvetica 75 Bold"/>
                  <a:ea typeface="+mn-ea"/>
                  <a:cs typeface="+mn-cs"/>
                </a:rPr>
                <a:t> 2 </a:t>
              </a:r>
            </a:p>
          </p:txBody>
        </p:sp>
      </p:grpSp>
      <p:grpSp>
        <p:nvGrpSpPr>
          <p:cNvPr id="364" name="Groupe 363">
            <a:extLst>
              <a:ext uri="{FF2B5EF4-FFF2-40B4-BE49-F238E27FC236}">
                <a16:creationId xmlns:a16="http://schemas.microsoft.com/office/drawing/2014/main" id="{6DCEDAEB-D9A8-FAE4-7CDA-6ED197374924}"/>
              </a:ext>
            </a:extLst>
          </p:cNvPr>
          <p:cNvGrpSpPr/>
          <p:nvPr/>
        </p:nvGrpSpPr>
        <p:grpSpPr>
          <a:xfrm>
            <a:off x="5158002" y="3070293"/>
            <a:ext cx="542667" cy="489367"/>
            <a:chOff x="5100144" y="2205815"/>
            <a:chExt cx="656628" cy="592135"/>
          </a:xfrm>
        </p:grpSpPr>
        <p:pic>
          <p:nvPicPr>
            <p:cNvPr id="365" name="Graphique 364" descr="Panier de course avec un remplissage uni">
              <a:extLst>
                <a:ext uri="{FF2B5EF4-FFF2-40B4-BE49-F238E27FC236}">
                  <a16:creationId xmlns:a16="http://schemas.microsoft.com/office/drawing/2014/main" id="{F00ED8E9-2DA2-D1F3-DCDB-D267166D8E7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03796" y="2205815"/>
              <a:ext cx="449322" cy="449322"/>
            </a:xfrm>
            <a:prstGeom prst="rect">
              <a:avLst/>
            </a:prstGeom>
          </p:spPr>
        </p:pic>
        <p:sp>
          <p:nvSpPr>
            <p:cNvPr id="366" name="Rectangle 365">
              <a:extLst>
                <a:ext uri="{FF2B5EF4-FFF2-40B4-BE49-F238E27FC236}">
                  <a16:creationId xmlns:a16="http://schemas.microsoft.com/office/drawing/2014/main" id="{50C6204B-AF2A-EACF-D2D9-47DBA92408E3}"/>
                </a:ext>
              </a:extLst>
            </p:cNvPr>
            <p:cNvSpPr/>
            <p:nvPr/>
          </p:nvSpPr>
          <p:spPr>
            <a:xfrm>
              <a:off x="5100144" y="2652003"/>
              <a:ext cx="656628" cy="1459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Cart</a:t>
              </a:r>
              <a:r>
                <a:rPr kumimoji="0" lang="fr-FR" sz="1000" b="1" i="1" u="none" strike="noStrike" kern="0" cap="none" spc="0" normalizeH="0" baseline="0" noProof="0">
                  <a:ln>
                    <a:noFill/>
                  </a:ln>
                  <a:solidFill>
                    <a:srgbClr val="50BE87"/>
                  </a:solidFill>
                  <a:effectLst/>
                  <a:uLnTx/>
                  <a:uFillTx/>
                  <a:latin typeface="Helvetica 75 Bold"/>
                  <a:ea typeface="+mn-ea"/>
                  <a:cs typeface="+mn-cs"/>
                </a:rPr>
                <a:t> 3 </a:t>
              </a:r>
            </a:p>
          </p:txBody>
        </p:sp>
      </p:grpSp>
      <p:grpSp>
        <p:nvGrpSpPr>
          <p:cNvPr id="368" name="Groupe 367">
            <a:extLst>
              <a:ext uri="{FF2B5EF4-FFF2-40B4-BE49-F238E27FC236}">
                <a16:creationId xmlns:a16="http://schemas.microsoft.com/office/drawing/2014/main" id="{A49DF082-2B6A-2E33-5E33-D6420B5A8E1D}"/>
              </a:ext>
            </a:extLst>
          </p:cNvPr>
          <p:cNvGrpSpPr/>
          <p:nvPr/>
        </p:nvGrpSpPr>
        <p:grpSpPr>
          <a:xfrm>
            <a:off x="7389938" y="2387783"/>
            <a:ext cx="764323" cy="559864"/>
            <a:chOff x="4999967" y="2205815"/>
            <a:chExt cx="924830" cy="677434"/>
          </a:xfrm>
        </p:grpSpPr>
        <p:pic>
          <p:nvPicPr>
            <p:cNvPr id="369" name="Graphique 368" descr="Panier de course avec un remplissage uni">
              <a:extLst>
                <a:ext uri="{FF2B5EF4-FFF2-40B4-BE49-F238E27FC236}">
                  <a16:creationId xmlns:a16="http://schemas.microsoft.com/office/drawing/2014/main" id="{1515D0CD-B55A-371B-8BC9-8DDC0F54EAC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370" name="Rectangle 369">
              <a:extLst>
                <a:ext uri="{FF2B5EF4-FFF2-40B4-BE49-F238E27FC236}">
                  <a16:creationId xmlns:a16="http://schemas.microsoft.com/office/drawing/2014/main" id="{31CCAE81-2999-5B3A-C920-9C571F08491C}"/>
                </a:ext>
              </a:extLst>
            </p:cNvPr>
            <p:cNvSpPr/>
            <p:nvPr/>
          </p:nvSpPr>
          <p:spPr>
            <a:xfrm>
              <a:off x="4999967" y="2667459"/>
              <a:ext cx="924830" cy="21579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grpSp>
      <p:cxnSp>
        <p:nvCxnSpPr>
          <p:cNvPr id="371" name="Connecteur droit avec flèche 370">
            <a:extLst>
              <a:ext uri="{FF2B5EF4-FFF2-40B4-BE49-F238E27FC236}">
                <a16:creationId xmlns:a16="http://schemas.microsoft.com/office/drawing/2014/main" id="{1152F25D-BB3F-0B2F-83FA-03E7C5F1AF9E}"/>
              </a:ext>
            </a:extLst>
          </p:cNvPr>
          <p:cNvCxnSpPr>
            <a:cxnSpLocks/>
          </p:cNvCxnSpPr>
          <p:nvPr/>
        </p:nvCxnSpPr>
        <p:spPr>
          <a:xfrm>
            <a:off x="5711865" y="2668985"/>
            <a:ext cx="1760169" cy="193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3" name="Connecteur : en angle 372">
            <a:extLst>
              <a:ext uri="{FF2B5EF4-FFF2-40B4-BE49-F238E27FC236}">
                <a16:creationId xmlns:a16="http://schemas.microsoft.com/office/drawing/2014/main" id="{55A4B7FC-82BB-6CFA-CD32-DBB442AB777A}"/>
              </a:ext>
            </a:extLst>
          </p:cNvPr>
          <p:cNvCxnSpPr>
            <a:cxnSpLocks/>
          </p:cNvCxnSpPr>
          <p:nvPr/>
        </p:nvCxnSpPr>
        <p:spPr>
          <a:xfrm>
            <a:off x="5711865" y="2067255"/>
            <a:ext cx="1760169" cy="608220"/>
          </a:xfrm>
          <a:prstGeom prst="bentConnector3">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5" name="Connecteur : en angle 374">
            <a:extLst>
              <a:ext uri="{FF2B5EF4-FFF2-40B4-BE49-F238E27FC236}">
                <a16:creationId xmlns:a16="http://schemas.microsoft.com/office/drawing/2014/main" id="{EC4615DA-4A0E-EE6A-00D2-B126A4760194}"/>
              </a:ext>
            </a:extLst>
          </p:cNvPr>
          <p:cNvCxnSpPr>
            <a:cxnSpLocks/>
          </p:cNvCxnSpPr>
          <p:nvPr/>
        </p:nvCxnSpPr>
        <p:spPr>
          <a:xfrm flipV="1">
            <a:off x="5711865" y="2675475"/>
            <a:ext cx="1760169" cy="676078"/>
          </a:xfrm>
          <a:prstGeom prst="bentConnector3">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79" name="Rectangle : coins arrondis 378">
            <a:extLst>
              <a:ext uri="{FF2B5EF4-FFF2-40B4-BE49-F238E27FC236}">
                <a16:creationId xmlns:a16="http://schemas.microsoft.com/office/drawing/2014/main" id="{52F17E3F-F8D1-7321-4696-7541CE45C374}"/>
              </a:ext>
            </a:extLst>
          </p:cNvPr>
          <p:cNvSpPr/>
          <p:nvPr/>
        </p:nvSpPr>
        <p:spPr>
          <a:xfrm>
            <a:off x="1740995" y="5092619"/>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pic>
        <p:nvPicPr>
          <p:cNvPr id="380" name="Image 379">
            <a:extLst>
              <a:ext uri="{FF2B5EF4-FFF2-40B4-BE49-F238E27FC236}">
                <a16:creationId xmlns:a16="http://schemas.microsoft.com/office/drawing/2014/main" id="{E075DECA-943C-A758-13C1-1D12B5D5156A}"/>
              </a:ext>
            </a:extLst>
          </p:cNvPr>
          <p:cNvPicPr>
            <a:picLocks noChangeAspect="1"/>
          </p:cNvPicPr>
          <p:nvPr/>
        </p:nvPicPr>
        <p:blipFill>
          <a:blip r:embed="rId12">
            <a:duotone>
              <a:schemeClr val="accent2">
                <a:shade val="45000"/>
                <a:satMod val="135000"/>
              </a:schemeClr>
              <a:prstClr val="white"/>
            </a:duotone>
          </a:blip>
          <a:stretch>
            <a:fillRect/>
          </a:stretch>
        </p:blipFill>
        <p:spPr>
          <a:xfrm>
            <a:off x="1880767" y="4688700"/>
            <a:ext cx="308153" cy="308153"/>
          </a:xfrm>
          <a:prstGeom prst="rect">
            <a:avLst/>
          </a:prstGeom>
          <a:ln>
            <a:noFill/>
          </a:ln>
        </p:spPr>
      </p:pic>
      <p:sp>
        <p:nvSpPr>
          <p:cNvPr id="381" name="Rectangle 380">
            <a:extLst>
              <a:ext uri="{FF2B5EF4-FFF2-40B4-BE49-F238E27FC236}">
                <a16:creationId xmlns:a16="http://schemas.microsoft.com/office/drawing/2014/main" id="{02DF1C04-C3C3-805D-ADD3-271657946325}"/>
              </a:ext>
            </a:extLst>
          </p:cNvPr>
          <p:cNvSpPr/>
          <p:nvPr/>
        </p:nvSpPr>
        <p:spPr>
          <a:xfrm>
            <a:off x="2131943" y="4698424"/>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1" u="none" strike="noStrike" kern="0" cap="none" spc="0" normalizeH="0" baseline="0" noProof="0">
                <a:ln>
                  <a:noFill/>
                </a:ln>
                <a:solidFill>
                  <a:srgbClr val="4BB4E6"/>
                </a:solidFill>
                <a:effectLst/>
                <a:uLnTx/>
                <a:uFillTx/>
                <a:latin typeface="Helvetica 75 Bold"/>
                <a:ea typeface="+mn-ea"/>
                <a:cs typeface="+mn-cs"/>
              </a:rPr>
              <a:t>Q1</a:t>
            </a:r>
          </a:p>
        </p:txBody>
      </p:sp>
      <p:sp>
        <p:nvSpPr>
          <p:cNvPr id="382" name="Rectangle : coins arrondis 381">
            <a:extLst>
              <a:ext uri="{FF2B5EF4-FFF2-40B4-BE49-F238E27FC236}">
                <a16:creationId xmlns:a16="http://schemas.microsoft.com/office/drawing/2014/main" id="{88C0BB1A-918C-187D-CEDF-084661630EED}"/>
              </a:ext>
            </a:extLst>
          </p:cNvPr>
          <p:cNvSpPr/>
          <p:nvPr/>
        </p:nvSpPr>
        <p:spPr>
          <a:xfrm>
            <a:off x="3360758" y="5092619"/>
            <a:ext cx="1002429" cy="1205664"/>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pic>
        <p:nvPicPr>
          <p:cNvPr id="383" name="Image 382">
            <a:extLst>
              <a:ext uri="{FF2B5EF4-FFF2-40B4-BE49-F238E27FC236}">
                <a16:creationId xmlns:a16="http://schemas.microsoft.com/office/drawing/2014/main" id="{8B190C29-8594-3D43-3DF0-60D179EAD8D7}"/>
              </a:ext>
            </a:extLst>
          </p:cNvPr>
          <p:cNvPicPr>
            <a:picLocks noChangeAspect="1"/>
          </p:cNvPicPr>
          <p:nvPr/>
        </p:nvPicPr>
        <p:blipFill>
          <a:blip r:embed="rId12">
            <a:duotone>
              <a:schemeClr val="accent6">
                <a:shade val="45000"/>
                <a:satMod val="135000"/>
              </a:schemeClr>
              <a:prstClr val="white"/>
            </a:duotone>
          </a:blip>
          <a:stretch>
            <a:fillRect/>
          </a:stretch>
        </p:blipFill>
        <p:spPr>
          <a:xfrm>
            <a:off x="3522696" y="4688700"/>
            <a:ext cx="308153" cy="308153"/>
          </a:xfrm>
          <a:prstGeom prst="rect">
            <a:avLst/>
          </a:prstGeom>
          <a:ln>
            <a:noFill/>
          </a:ln>
        </p:spPr>
      </p:pic>
      <p:sp>
        <p:nvSpPr>
          <p:cNvPr id="384" name="Rectangle 383">
            <a:extLst>
              <a:ext uri="{FF2B5EF4-FFF2-40B4-BE49-F238E27FC236}">
                <a16:creationId xmlns:a16="http://schemas.microsoft.com/office/drawing/2014/main" id="{5EF19243-57BB-C38D-44B0-1ACCEC9CC912}"/>
              </a:ext>
            </a:extLst>
          </p:cNvPr>
          <p:cNvSpPr/>
          <p:nvPr/>
        </p:nvSpPr>
        <p:spPr>
          <a:xfrm>
            <a:off x="3751706" y="4698424"/>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385" name="Rectangle 384">
            <a:extLst>
              <a:ext uri="{FF2B5EF4-FFF2-40B4-BE49-F238E27FC236}">
                <a16:creationId xmlns:a16="http://schemas.microsoft.com/office/drawing/2014/main" id="{0F453570-7E7E-3D8B-6608-5EE81A20692A}"/>
              </a:ext>
            </a:extLst>
          </p:cNvPr>
          <p:cNvSpPr/>
          <p:nvPr/>
        </p:nvSpPr>
        <p:spPr>
          <a:xfrm>
            <a:off x="3367535" y="6185927"/>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sp>
        <p:nvSpPr>
          <p:cNvPr id="386" name="ZoneTexte 385">
            <a:extLst>
              <a:ext uri="{FF2B5EF4-FFF2-40B4-BE49-F238E27FC236}">
                <a16:creationId xmlns:a16="http://schemas.microsoft.com/office/drawing/2014/main" id="{DCB12B2B-5DC5-5B0B-DC27-D97DD0AD1F33}"/>
              </a:ext>
            </a:extLst>
          </p:cNvPr>
          <p:cNvSpPr txBox="1"/>
          <p:nvPr/>
        </p:nvSpPr>
        <p:spPr>
          <a:xfrm>
            <a:off x="1697856" y="5152289"/>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387" name="Connecteur droit 386">
            <a:extLst>
              <a:ext uri="{FF2B5EF4-FFF2-40B4-BE49-F238E27FC236}">
                <a16:creationId xmlns:a16="http://schemas.microsoft.com/office/drawing/2014/main" id="{1B0052EA-AAF7-2609-C783-6E8FA6080CE0}"/>
              </a:ext>
            </a:extLst>
          </p:cNvPr>
          <p:cNvCxnSpPr/>
          <p:nvPr/>
        </p:nvCxnSpPr>
        <p:spPr>
          <a:xfrm>
            <a:off x="1839453" y="5429288"/>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8" name="ZoneTexte 387">
            <a:extLst>
              <a:ext uri="{FF2B5EF4-FFF2-40B4-BE49-F238E27FC236}">
                <a16:creationId xmlns:a16="http://schemas.microsoft.com/office/drawing/2014/main" id="{F1307051-1D7C-992D-6D1B-DEC9D2CA9E97}"/>
              </a:ext>
            </a:extLst>
          </p:cNvPr>
          <p:cNvSpPr txBox="1"/>
          <p:nvPr/>
        </p:nvSpPr>
        <p:spPr>
          <a:xfrm>
            <a:off x="3312842" y="5164489"/>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389" name="Connecteur droit 388">
            <a:extLst>
              <a:ext uri="{FF2B5EF4-FFF2-40B4-BE49-F238E27FC236}">
                <a16:creationId xmlns:a16="http://schemas.microsoft.com/office/drawing/2014/main" id="{9E3B6DEC-1491-E205-EDF5-A02160240B62}"/>
              </a:ext>
            </a:extLst>
          </p:cNvPr>
          <p:cNvCxnSpPr/>
          <p:nvPr/>
        </p:nvCxnSpPr>
        <p:spPr>
          <a:xfrm>
            <a:off x="3454439" y="5441488"/>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34" name="Rectangle : coins arrondis 433">
            <a:extLst>
              <a:ext uri="{FF2B5EF4-FFF2-40B4-BE49-F238E27FC236}">
                <a16:creationId xmlns:a16="http://schemas.microsoft.com/office/drawing/2014/main" id="{A950C8BB-3559-7604-571C-E5DC73132732}"/>
              </a:ext>
            </a:extLst>
          </p:cNvPr>
          <p:cNvSpPr/>
          <p:nvPr/>
        </p:nvSpPr>
        <p:spPr>
          <a:xfrm>
            <a:off x="5282503" y="4390297"/>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435" name="Rectangle : coins arrondis 434">
            <a:extLst>
              <a:ext uri="{FF2B5EF4-FFF2-40B4-BE49-F238E27FC236}">
                <a16:creationId xmlns:a16="http://schemas.microsoft.com/office/drawing/2014/main" id="{8AFE4355-FDC0-EA45-C3BE-B7DF1998C575}"/>
              </a:ext>
            </a:extLst>
          </p:cNvPr>
          <p:cNvSpPr/>
          <p:nvPr/>
        </p:nvSpPr>
        <p:spPr>
          <a:xfrm>
            <a:off x="5273454" y="5195416"/>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436" name="Rectangle : coins arrondis 435">
            <a:extLst>
              <a:ext uri="{FF2B5EF4-FFF2-40B4-BE49-F238E27FC236}">
                <a16:creationId xmlns:a16="http://schemas.microsoft.com/office/drawing/2014/main" id="{4CC8C0B9-7C21-C53F-0954-280924B98E06}"/>
              </a:ext>
            </a:extLst>
          </p:cNvPr>
          <p:cNvSpPr/>
          <p:nvPr/>
        </p:nvSpPr>
        <p:spPr>
          <a:xfrm>
            <a:off x="5282503" y="5977309"/>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437" name="ZoneTexte 436">
            <a:extLst>
              <a:ext uri="{FF2B5EF4-FFF2-40B4-BE49-F238E27FC236}">
                <a16:creationId xmlns:a16="http://schemas.microsoft.com/office/drawing/2014/main" id="{EA229F88-06CD-C4BD-0224-772851A4B0AB}"/>
              </a:ext>
            </a:extLst>
          </p:cNvPr>
          <p:cNvSpPr txBox="1"/>
          <p:nvPr/>
        </p:nvSpPr>
        <p:spPr>
          <a:xfrm>
            <a:off x="5184740" y="4400088"/>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438" name="Connecteur droit 437">
            <a:extLst>
              <a:ext uri="{FF2B5EF4-FFF2-40B4-BE49-F238E27FC236}">
                <a16:creationId xmlns:a16="http://schemas.microsoft.com/office/drawing/2014/main" id="{3B6BFC3C-F236-D4DC-01C1-E932E616BF0E}"/>
              </a:ext>
            </a:extLst>
          </p:cNvPr>
          <p:cNvCxnSpPr/>
          <p:nvPr/>
        </p:nvCxnSpPr>
        <p:spPr>
          <a:xfrm>
            <a:off x="5350114" y="4608012"/>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39" name="ZoneTexte 438">
            <a:extLst>
              <a:ext uri="{FF2B5EF4-FFF2-40B4-BE49-F238E27FC236}">
                <a16:creationId xmlns:a16="http://schemas.microsoft.com/office/drawing/2014/main" id="{01348217-2375-EA13-5A4C-55DCFE223199}"/>
              </a:ext>
            </a:extLst>
          </p:cNvPr>
          <p:cNvSpPr txBox="1"/>
          <p:nvPr/>
        </p:nvSpPr>
        <p:spPr>
          <a:xfrm>
            <a:off x="5169375" y="5201330"/>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440" name="Connecteur droit 439">
            <a:extLst>
              <a:ext uri="{FF2B5EF4-FFF2-40B4-BE49-F238E27FC236}">
                <a16:creationId xmlns:a16="http://schemas.microsoft.com/office/drawing/2014/main" id="{DEF15811-164D-367B-7FD7-B74F272DB1E6}"/>
              </a:ext>
            </a:extLst>
          </p:cNvPr>
          <p:cNvCxnSpPr/>
          <p:nvPr/>
        </p:nvCxnSpPr>
        <p:spPr>
          <a:xfrm>
            <a:off x="5334749" y="5409254"/>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1" name="ZoneTexte 440">
            <a:extLst>
              <a:ext uri="{FF2B5EF4-FFF2-40B4-BE49-F238E27FC236}">
                <a16:creationId xmlns:a16="http://schemas.microsoft.com/office/drawing/2014/main" id="{4DDB56AC-5C1F-0427-EA49-C8B5A1DEFD21}"/>
              </a:ext>
            </a:extLst>
          </p:cNvPr>
          <p:cNvSpPr txBox="1"/>
          <p:nvPr/>
        </p:nvSpPr>
        <p:spPr>
          <a:xfrm>
            <a:off x="5169375" y="5962738"/>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442" name="Connecteur droit 441">
            <a:extLst>
              <a:ext uri="{FF2B5EF4-FFF2-40B4-BE49-F238E27FC236}">
                <a16:creationId xmlns:a16="http://schemas.microsoft.com/office/drawing/2014/main" id="{684D2A14-9905-2B3B-FFF5-04A3A2E90859}"/>
              </a:ext>
            </a:extLst>
          </p:cNvPr>
          <p:cNvCxnSpPr/>
          <p:nvPr/>
        </p:nvCxnSpPr>
        <p:spPr>
          <a:xfrm>
            <a:off x="5334749" y="6170662"/>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7" name="Rectangle : coins arrondis 446">
            <a:extLst>
              <a:ext uri="{FF2B5EF4-FFF2-40B4-BE49-F238E27FC236}">
                <a16:creationId xmlns:a16="http://schemas.microsoft.com/office/drawing/2014/main" id="{28DCB538-0672-0BB9-978C-C4952249BC67}"/>
              </a:ext>
            </a:extLst>
          </p:cNvPr>
          <p:cNvSpPr/>
          <p:nvPr/>
        </p:nvSpPr>
        <p:spPr>
          <a:xfrm>
            <a:off x="6892983" y="4988270"/>
            <a:ext cx="1002429" cy="1096058"/>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pic>
        <p:nvPicPr>
          <p:cNvPr id="448" name="Image 447">
            <a:extLst>
              <a:ext uri="{FF2B5EF4-FFF2-40B4-BE49-F238E27FC236}">
                <a16:creationId xmlns:a16="http://schemas.microsoft.com/office/drawing/2014/main" id="{A7362225-FBFB-7FE7-CB0A-12F4D8F088B6}"/>
              </a:ext>
            </a:extLst>
          </p:cNvPr>
          <p:cNvPicPr>
            <a:picLocks noChangeAspect="1"/>
          </p:cNvPicPr>
          <p:nvPr/>
        </p:nvPicPr>
        <p:blipFill>
          <a:blip r:embed="rId12">
            <a:duotone>
              <a:schemeClr val="accent6">
                <a:shade val="45000"/>
                <a:satMod val="135000"/>
              </a:schemeClr>
              <a:prstClr val="white"/>
            </a:duotone>
          </a:blip>
          <a:stretch>
            <a:fillRect/>
          </a:stretch>
        </p:blipFill>
        <p:spPr>
          <a:xfrm>
            <a:off x="7110172" y="4662862"/>
            <a:ext cx="254672" cy="254672"/>
          </a:xfrm>
          <a:prstGeom prst="rect">
            <a:avLst/>
          </a:prstGeom>
          <a:ln>
            <a:noFill/>
          </a:ln>
        </p:spPr>
      </p:pic>
      <p:sp>
        <p:nvSpPr>
          <p:cNvPr id="449" name="Rectangle 448">
            <a:extLst>
              <a:ext uri="{FF2B5EF4-FFF2-40B4-BE49-F238E27FC236}">
                <a16:creationId xmlns:a16="http://schemas.microsoft.com/office/drawing/2014/main" id="{6D0F1721-A613-6510-6814-BB98B9A8DDBC}"/>
              </a:ext>
            </a:extLst>
          </p:cNvPr>
          <p:cNvSpPr/>
          <p:nvPr/>
        </p:nvSpPr>
        <p:spPr>
          <a:xfrm>
            <a:off x="7291508" y="4655213"/>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1" u="none" strike="noStrike" kern="0" cap="none" spc="0" normalizeH="0" baseline="0" noProof="0">
                <a:ln>
                  <a:noFill/>
                </a:ln>
                <a:solidFill>
                  <a:srgbClr val="FFD200"/>
                </a:solidFill>
                <a:effectLst/>
                <a:uLnTx/>
                <a:uFillTx/>
                <a:latin typeface="Helvetica 75 Bold"/>
                <a:ea typeface="+mn-ea"/>
                <a:cs typeface="+mn-cs"/>
              </a:rPr>
              <a:t>Q4</a:t>
            </a:r>
          </a:p>
        </p:txBody>
      </p:sp>
      <p:sp>
        <p:nvSpPr>
          <p:cNvPr id="450" name="Rectangle 449">
            <a:extLst>
              <a:ext uri="{FF2B5EF4-FFF2-40B4-BE49-F238E27FC236}">
                <a16:creationId xmlns:a16="http://schemas.microsoft.com/office/drawing/2014/main" id="{C900E015-39E8-C180-A56E-139F24E11EA2}"/>
              </a:ext>
            </a:extLst>
          </p:cNvPr>
          <p:cNvSpPr/>
          <p:nvPr/>
        </p:nvSpPr>
        <p:spPr>
          <a:xfrm>
            <a:off x="6920347" y="5932570"/>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sp>
        <p:nvSpPr>
          <p:cNvPr id="451" name="ZoneTexte 450">
            <a:extLst>
              <a:ext uri="{FF2B5EF4-FFF2-40B4-BE49-F238E27FC236}">
                <a16:creationId xmlns:a16="http://schemas.microsoft.com/office/drawing/2014/main" id="{8061A24E-D2D7-C2D4-D6CC-2DC79E81830C}"/>
              </a:ext>
            </a:extLst>
          </p:cNvPr>
          <p:cNvSpPr txBox="1"/>
          <p:nvPr/>
        </p:nvSpPr>
        <p:spPr>
          <a:xfrm>
            <a:off x="6845067" y="4994704"/>
            <a:ext cx="1045568"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1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452" name="Connecteur droit 451">
            <a:extLst>
              <a:ext uri="{FF2B5EF4-FFF2-40B4-BE49-F238E27FC236}">
                <a16:creationId xmlns:a16="http://schemas.microsoft.com/office/drawing/2014/main" id="{C61BD142-3AD5-4708-CF15-8E47B42A35BC}"/>
              </a:ext>
            </a:extLst>
          </p:cNvPr>
          <p:cNvCxnSpPr/>
          <p:nvPr/>
        </p:nvCxnSpPr>
        <p:spPr>
          <a:xfrm>
            <a:off x="6986664" y="5271703"/>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6" name="Connecteur : en angle 455">
            <a:extLst>
              <a:ext uri="{FF2B5EF4-FFF2-40B4-BE49-F238E27FC236}">
                <a16:creationId xmlns:a16="http://schemas.microsoft.com/office/drawing/2014/main" id="{A6625DF7-E4DA-C772-98EE-DA1B40491413}"/>
              </a:ext>
            </a:extLst>
          </p:cNvPr>
          <p:cNvCxnSpPr>
            <a:cxnSpLocks/>
            <a:stCxn id="447" idx="1"/>
            <a:endCxn id="434" idx="3"/>
          </p:cNvCxnSpPr>
          <p:nvPr/>
        </p:nvCxnSpPr>
        <p:spPr>
          <a:xfrm rot="10800000">
            <a:off x="6110957" y="4730581"/>
            <a:ext cx="782026" cy="805719"/>
          </a:xfrm>
          <a:prstGeom prst="bentConnector3">
            <a:avLst>
              <a:gd name="adj1" fmla="val 50000"/>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9" name="Connecteur : en angle 458">
            <a:extLst>
              <a:ext uri="{FF2B5EF4-FFF2-40B4-BE49-F238E27FC236}">
                <a16:creationId xmlns:a16="http://schemas.microsoft.com/office/drawing/2014/main" id="{C8E4720B-E9BB-37EE-85BE-7D08E9D29150}"/>
              </a:ext>
            </a:extLst>
          </p:cNvPr>
          <p:cNvCxnSpPr>
            <a:cxnSpLocks/>
            <a:stCxn id="447" idx="1"/>
            <a:endCxn id="436" idx="3"/>
          </p:cNvCxnSpPr>
          <p:nvPr/>
        </p:nvCxnSpPr>
        <p:spPr>
          <a:xfrm rot="10800000" flipV="1">
            <a:off x="6110957" y="5536298"/>
            <a:ext cx="782026" cy="781293"/>
          </a:xfrm>
          <a:prstGeom prst="bentConnector3">
            <a:avLst>
              <a:gd name="adj1" fmla="val 50000"/>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3" name="Connecteur droit avec flèche 452">
            <a:extLst>
              <a:ext uri="{FF2B5EF4-FFF2-40B4-BE49-F238E27FC236}">
                <a16:creationId xmlns:a16="http://schemas.microsoft.com/office/drawing/2014/main" id="{4115CF90-3703-475F-4A22-0B7EF03A4128}"/>
              </a:ext>
            </a:extLst>
          </p:cNvPr>
          <p:cNvCxnSpPr>
            <a:cxnSpLocks/>
            <a:stCxn id="447" idx="1"/>
          </p:cNvCxnSpPr>
          <p:nvPr/>
        </p:nvCxnSpPr>
        <p:spPr>
          <a:xfrm flipH="1" flipV="1">
            <a:off x="6110957" y="5530083"/>
            <a:ext cx="782026" cy="6216"/>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465" name="Image 464">
            <a:extLst>
              <a:ext uri="{FF2B5EF4-FFF2-40B4-BE49-F238E27FC236}">
                <a16:creationId xmlns:a16="http://schemas.microsoft.com/office/drawing/2014/main" id="{828D290C-A2E1-D02F-EBBA-C1CD6AE5BDFB}"/>
              </a:ext>
            </a:extLst>
          </p:cNvPr>
          <p:cNvPicPr>
            <a:picLocks noChangeAspect="1"/>
          </p:cNvPicPr>
          <p:nvPr/>
        </p:nvPicPr>
        <p:blipFill>
          <a:blip r:embed="rId12">
            <a:duotone>
              <a:schemeClr val="accent2">
                <a:shade val="45000"/>
                <a:satMod val="135000"/>
              </a:schemeClr>
              <a:prstClr val="white"/>
            </a:duotone>
          </a:blip>
          <a:stretch>
            <a:fillRect/>
          </a:stretch>
        </p:blipFill>
        <p:spPr>
          <a:xfrm>
            <a:off x="5056972" y="4806370"/>
            <a:ext cx="194712" cy="194712"/>
          </a:xfrm>
          <a:prstGeom prst="rect">
            <a:avLst/>
          </a:prstGeom>
          <a:ln>
            <a:noFill/>
          </a:ln>
        </p:spPr>
      </p:pic>
      <p:sp>
        <p:nvSpPr>
          <p:cNvPr id="466" name="Rectangle 465">
            <a:extLst>
              <a:ext uri="{FF2B5EF4-FFF2-40B4-BE49-F238E27FC236}">
                <a16:creationId xmlns:a16="http://schemas.microsoft.com/office/drawing/2014/main" id="{36434290-08EF-3780-DA30-78E41602BC7F}"/>
              </a:ext>
            </a:extLst>
          </p:cNvPr>
          <p:cNvSpPr/>
          <p:nvPr/>
        </p:nvSpPr>
        <p:spPr>
          <a:xfrm>
            <a:off x="4979151" y="4554656"/>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1" u="none" strike="noStrike" kern="0" cap="none" spc="0" normalizeH="0" baseline="0" noProof="0">
                <a:ln>
                  <a:noFill/>
                </a:ln>
                <a:solidFill>
                  <a:srgbClr val="4BB4E6"/>
                </a:solidFill>
                <a:effectLst/>
                <a:uLnTx/>
                <a:uFillTx/>
                <a:latin typeface="Helvetica 75 Bold"/>
                <a:ea typeface="+mn-ea"/>
                <a:cs typeface="+mn-cs"/>
              </a:rPr>
              <a:t>Q1</a:t>
            </a:r>
          </a:p>
        </p:txBody>
      </p:sp>
      <p:pic>
        <p:nvPicPr>
          <p:cNvPr id="467" name="Image 466">
            <a:extLst>
              <a:ext uri="{FF2B5EF4-FFF2-40B4-BE49-F238E27FC236}">
                <a16:creationId xmlns:a16="http://schemas.microsoft.com/office/drawing/2014/main" id="{798790E8-9006-4CE3-5987-C459722E7509}"/>
              </a:ext>
            </a:extLst>
          </p:cNvPr>
          <p:cNvPicPr>
            <a:picLocks noChangeAspect="1"/>
          </p:cNvPicPr>
          <p:nvPr/>
        </p:nvPicPr>
        <p:blipFill>
          <a:blip r:embed="rId12">
            <a:duotone>
              <a:schemeClr val="accent5">
                <a:shade val="45000"/>
                <a:satMod val="135000"/>
              </a:schemeClr>
              <a:prstClr val="white"/>
            </a:duotone>
          </a:blip>
          <a:stretch>
            <a:fillRect/>
          </a:stretch>
        </p:blipFill>
        <p:spPr>
          <a:xfrm>
            <a:off x="5049937" y="5576367"/>
            <a:ext cx="194712" cy="194712"/>
          </a:xfrm>
          <a:prstGeom prst="rect">
            <a:avLst/>
          </a:prstGeom>
          <a:ln>
            <a:noFill/>
          </a:ln>
        </p:spPr>
      </p:pic>
      <p:sp>
        <p:nvSpPr>
          <p:cNvPr id="468" name="Rectangle 467">
            <a:extLst>
              <a:ext uri="{FF2B5EF4-FFF2-40B4-BE49-F238E27FC236}">
                <a16:creationId xmlns:a16="http://schemas.microsoft.com/office/drawing/2014/main" id="{535FCD48-7BBB-CCB6-8154-3B94021A2AB1}"/>
              </a:ext>
            </a:extLst>
          </p:cNvPr>
          <p:cNvSpPr/>
          <p:nvPr/>
        </p:nvSpPr>
        <p:spPr>
          <a:xfrm>
            <a:off x="4963017" y="5336746"/>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1" u="none" strike="noStrike" kern="0" cap="none" spc="0" normalizeH="0" baseline="0" noProof="0">
                <a:ln>
                  <a:noFill/>
                </a:ln>
                <a:solidFill>
                  <a:srgbClr val="A885D8"/>
                </a:solidFill>
                <a:effectLst/>
                <a:uLnTx/>
                <a:uFillTx/>
                <a:latin typeface="Helvetica 75 Bold"/>
                <a:ea typeface="+mn-ea"/>
                <a:cs typeface="+mn-cs"/>
              </a:rPr>
              <a:t>Q2</a:t>
            </a:r>
          </a:p>
        </p:txBody>
      </p:sp>
      <p:pic>
        <p:nvPicPr>
          <p:cNvPr id="469" name="Image 468">
            <a:extLst>
              <a:ext uri="{FF2B5EF4-FFF2-40B4-BE49-F238E27FC236}">
                <a16:creationId xmlns:a16="http://schemas.microsoft.com/office/drawing/2014/main" id="{CF2F294E-12C7-C71A-C8A6-70BB2BFA498F}"/>
              </a:ext>
            </a:extLst>
          </p:cNvPr>
          <p:cNvPicPr>
            <a:picLocks noChangeAspect="1"/>
          </p:cNvPicPr>
          <p:nvPr/>
        </p:nvPicPr>
        <p:blipFill>
          <a:blip r:embed="rId12">
            <a:duotone>
              <a:schemeClr val="accent3">
                <a:shade val="45000"/>
                <a:satMod val="135000"/>
              </a:schemeClr>
              <a:prstClr val="white"/>
            </a:duotone>
          </a:blip>
          <a:stretch>
            <a:fillRect/>
          </a:stretch>
        </p:blipFill>
        <p:spPr>
          <a:xfrm>
            <a:off x="5066071" y="6300465"/>
            <a:ext cx="194712" cy="194712"/>
          </a:xfrm>
          <a:prstGeom prst="rect">
            <a:avLst/>
          </a:prstGeom>
          <a:ln>
            <a:noFill/>
          </a:ln>
        </p:spPr>
      </p:pic>
      <p:sp>
        <p:nvSpPr>
          <p:cNvPr id="470" name="Rectangle 469">
            <a:extLst>
              <a:ext uri="{FF2B5EF4-FFF2-40B4-BE49-F238E27FC236}">
                <a16:creationId xmlns:a16="http://schemas.microsoft.com/office/drawing/2014/main" id="{F5105BDC-78B3-CC49-4812-2D04F652B521}"/>
              </a:ext>
            </a:extLst>
          </p:cNvPr>
          <p:cNvSpPr/>
          <p:nvPr/>
        </p:nvSpPr>
        <p:spPr>
          <a:xfrm>
            <a:off x="4979151" y="6060844"/>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1" u="none" strike="noStrike" kern="0" cap="none" spc="0" normalizeH="0" baseline="0" noProof="0">
                <a:ln>
                  <a:noFill/>
                </a:ln>
                <a:solidFill>
                  <a:srgbClr val="50BE87"/>
                </a:solidFill>
                <a:effectLst/>
                <a:uLnTx/>
                <a:uFillTx/>
                <a:latin typeface="Helvetica 75 Bold"/>
                <a:ea typeface="+mn-ea"/>
                <a:cs typeface="+mn-cs"/>
              </a:rPr>
              <a:t>Q3</a:t>
            </a:r>
          </a:p>
        </p:txBody>
      </p:sp>
      <p:cxnSp>
        <p:nvCxnSpPr>
          <p:cNvPr id="471" name="Connecteur droit avec flèche 470">
            <a:extLst>
              <a:ext uri="{FF2B5EF4-FFF2-40B4-BE49-F238E27FC236}">
                <a16:creationId xmlns:a16="http://schemas.microsoft.com/office/drawing/2014/main" id="{062A5F42-A966-F55A-8FD5-AF88748245D1}"/>
              </a:ext>
            </a:extLst>
          </p:cNvPr>
          <p:cNvCxnSpPr>
            <a:cxnSpLocks/>
          </p:cNvCxnSpPr>
          <p:nvPr/>
        </p:nvCxnSpPr>
        <p:spPr>
          <a:xfrm>
            <a:off x="1953631" y="3838708"/>
            <a:ext cx="0" cy="36780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72" name="Connecteur droit avec flèche 471">
            <a:extLst>
              <a:ext uri="{FF2B5EF4-FFF2-40B4-BE49-F238E27FC236}">
                <a16:creationId xmlns:a16="http://schemas.microsoft.com/office/drawing/2014/main" id="{25ECE9C3-FA9F-1731-E8AB-DB2A5F3FED1D}"/>
              </a:ext>
            </a:extLst>
          </p:cNvPr>
          <p:cNvCxnSpPr>
            <a:cxnSpLocks/>
          </p:cNvCxnSpPr>
          <p:nvPr/>
        </p:nvCxnSpPr>
        <p:spPr>
          <a:xfrm flipV="1">
            <a:off x="4092206" y="3851311"/>
            <a:ext cx="0" cy="363247"/>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1" name="Connecteur droit avec flèche 480">
            <a:extLst>
              <a:ext uri="{FF2B5EF4-FFF2-40B4-BE49-F238E27FC236}">
                <a16:creationId xmlns:a16="http://schemas.microsoft.com/office/drawing/2014/main" id="{294966C6-A503-8AAA-234E-276855F2E86C}"/>
              </a:ext>
            </a:extLst>
          </p:cNvPr>
          <p:cNvCxnSpPr>
            <a:cxnSpLocks/>
          </p:cNvCxnSpPr>
          <p:nvPr/>
        </p:nvCxnSpPr>
        <p:spPr>
          <a:xfrm>
            <a:off x="5534479" y="3852083"/>
            <a:ext cx="0" cy="36780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2" name="Connecteur droit avec flèche 481">
            <a:extLst>
              <a:ext uri="{FF2B5EF4-FFF2-40B4-BE49-F238E27FC236}">
                <a16:creationId xmlns:a16="http://schemas.microsoft.com/office/drawing/2014/main" id="{B9B9EB1C-D512-A10A-9E2E-5927D92717EC}"/>
              </a:ext>
            </a:extLst>
          </p:cNvPr>
          <p:cNvCxnSpPr>
            <a:cxnSpLocks/>
          </p:cNvCxnSpPr>
          <p:nvPr/>
        </p:nvCxnSpPr>
        <p:spPr>
          <a:xfrm flipV="1">
            <a:off x="7673054" y="3864686"/>
            <a:ext cx="0" cy="363247"/>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DD43E11-475C-EB40-F4E6-EAA719FED887}"/>
              </a:ext>
            </a:extLst>
          </p:cNvPr>
          <p:cNvSpPr/>
          <p:nvPr/>
        </p:nvSpPr>
        <p:spPr>
          <a:xfrm>
            <a:off x="8413615" y="1127760"/>
            <a:ext cx="3442155" cy="573024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Scenario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Helvetica 75 Bold"/>
                <a:ea typeface="+mn-ea"/>
                <a:cs typeface="+mn-cs"/>
              </a:rPr>
              <a:t>Multi-</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Carts</a:t>
            </a:r>
            <a:r>
              <a:rPr kumimoji="0" lang="fr-FR" sz="1200" b="1" i="0" u="none" strike="noStrike" kern="1200" cap="none" spc="0" normalizeH="0" baseline="0" noProof="0">
                <a:ln>
                  <a:noFill/>
                </a:ln>
                <a:solidFill>
                  <a:srgbClr val="FFFFFF"/>
                </a:solidFill>
                <a:effectLst/>
                <a:uLnTx/>
                <a:uFillTx/>
                <a:latin typeface="Helvetica 75 Bold"/>
                <a:ea typeface="+mn-ea"/>
                <a:cs typeface="+mn-cs"/>
              </a:rPr>
              <a:t>, Multi-</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saved</a:t>
            </a:r>
            <a:r>
              <a:rPr kumimoji="0" lang="fr-FR" sz="1200" b="1" i="0" u="none" strike="noStrike" kern="1200" cap="none" spc="0" normalizeH="0" baseline="0" noProof="0">
                <a:ln>
                  <a:noFill/>
                </a:ln>
                <a:solidFill>
                  <a:srgbClr val="FFFFFF"/>
                </a:solidFill>
                <a:effectLst/>
                <a:uLnTx/>
                <a:uFillTx/>
                <a:latin typeface="Helvetica 75 Bold"/>
                <a:ea typeface="+mn-ea"/>
                <a:cs typeface="+mn-cs"/>
              </a:rPr>
              <a:t> for </a:t>
            </a:r>
            <a:r>
              <a:rPr kumimoji="0" lang="fr-FR" sz="1200" b="1" i="0" u="none" strike="noStrike" kern="1200" cap="none" spc="0" normalizeH="0" baseline="0" noProof="0" err="1">
                <a:ln>
                  <a:noFill/>
                </a:ln>
                <a:solidFill>
                  <a:srgbClr val="FFFFFF"/>
                </a:solidFill>
                <a:effectLst/>
                <a:uLnTx/>
                <a:uFillTx/>
                <a:latin typeface="Helvetica 75 Bold"/>
                <a:ea typeface="+mn-ea"/>
                <a:cs typeface="+mn-cs"/>
              </a:rPr>
              <a:t>later</a:t>
            </a:r>
            <a:r>
              <a:rPr kumimoji="0" lang="fr-FR" sz="1200" b="1" i="0" u="none" strike="noStrike" kern="1200" cap="none" spc="0" normalizeH="0" baseline="0" noProof="0">
                <a:ln>
                  <a:noFill/>
                </a:ln>
                <a:solidFill>
                  <a:srgbClr val="FFFFFF"/>
                </a:solidFill>
                <a:effectLst/>
                <a:uLnTx/>
                <a:uFillTx/>
                <a:latin typeface="Helvetica 75 Bold"/>
                <a:ea typeface="+mn-ea"/>
                <a:cs typeface="+mn-cs"/>
              </a:rPr>
              <a:t> </a:t>
            </a:r>
            <a:endParaRPr kumimoji="0" lang="en-US" sz="12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5" name="Rectangle : coins arrondis 4">
            <a:extLst>
              <a:ext uri="{FF2B5EF4-FFF2-40B4-BE49-F238E27FC236}">
                <a16:creationId xmlns:a16="http://schemas.microsoft.com/office/drawing/2014/main" id="{34C2B209-75D8-7CD6-58B6-609BB5445534}"/>
              </a:ext>
            </a:extLst>
          </p:cNvPr>
          <p:cNvSpPr/>
          <p:nvPr/>
        </p:nvSpPr>
        <p:spPr>
          <a:xfrm>
            <a:off x="8575926" y="1558988"/>
            <a:ext cx="3093172" cy="2288187"/>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FFFFFF"/>
                </a:solidFill>
                <a:effectLst/>
                <a:uLnTx/>
                <a:uFillTx/>
                <a:latin typeface="Helvetica 75 Bold"/>
                <a:ea typeface="+mn-ea"/>
                <a:cs typeface="+mn-cs"/>
              </a:rPr>
              <a:t>      </a:t>
            </a:r>
            <a:r>
              <a:rPr kumimoji="0" lang="fr-FR" sz="1050" b="1" i="0" u="none" strike="noStrike" kern="1200" cap="none" spc="0" normalizeH="0" baseline="0" noProof="0">
                <a:ln>
                  <a:noFill/>
                </a:ln>
                <a:solidFill>
                  <a:srgbClr val="FFFFFF"/>
                </a:solidFill>
                <a:effectLst/>
                <a:uLnTx/>
                <a:uFillTx/>
                <a:latin typeface="Helvetica 75 Bold"/>
                <a:ea typeface="+mn-ea"/>
                <a:cs typeface="+mn-cs"/>
              </a:rPr>
              <a:t>User 1</a:t>
            </a:r>
            <a:endParaRPr kumimoji="0" lang="en-US" sz="1800" b="1" i="0" u="none" strike="noStrike" kern="1200" cap="none" spc="0" normalizeH="0" baseline="0" noProof="0">
              <a:ln>
                <a:noFill/>
              </a:ln>
              <a:solidFill>
                <a:srgbClr val="FFFFFF"/>
              </a:solidFill>
              <a:effectLst/>
              <a:uLnTx/>
              <a:uFillTx/>
              <a:latin typeface="Helvetica 75 Bold"/>
              <a:ea typeface="+mn-ea"/>
              <a:cs typeface="+mn-cs"/>
            </a:endParaRPr>
          </a:p>
        </p:txBody>
      </p:sp>
      <p:sp>
        <p:nvSpPr>
          <p:cNvPr id="6" name="Rectangle : coins arrondis 5">
            <a:extLst>
              <a:ext uri="{FF2B5EF4-FFF2-40B4-BE49-F238E27FC236}">
                <a16:creationId xmlns:a16="http://schemas.microsoft.com/office/drawing/2014/main" id="{0B313E7E-60FF-F960-01BE-026852A591C0}"/>
              </a:ext>
            </a:extLst>
          </p:cNvPr>
          <p:cNvSpPr/>
          <p:nvPr/>
        </p:nvSpPr>
        <p:spPr>
          <a:xfrm>
            <a:off x="8621880" y="4202533"/>
            <a:ext cx="3093172" cy="2525262"/>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pic>
        <p:nvPicPr>
          <p:cNvPr id="24" name="Graphique 23" descr="Utilisateur avec un remplissage uni">
            <a:extLst>
              <a:ext uri="{FF2B5EF4-FFF2-40B4-BE49-F238E27FC236}">
                <a16:creationId xmlns:a16="http://schemas.microsoft.com/office/drawing/2014/main" id="{2E2DD971-541B-3DA3-7BF5-B086D598F0B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70195" y="1642382"/>
            <a:ext cx="226414" cy="226414"/>
          </a:xfrm>
          <a:prstGeom prst="rect">
            <a:avLst/>
          </a:prstGeom>
        </p:spPr>
      </p:pic>
      <p:grpSp>
        <p:nvGrpSpPr>
          <p:cNvPr id="25" name="Groupe 24">
            <a:extLst>
              <a:ext uri="{FF2B5EF4-FFF2-40B4-BE49-F238E27FC236}">
                <a16:creationId xmlns:a16="http://schemas.microsoft.com/office/drawing/2014/main" id="{194D7E8B-D0A8-9729-84A7-990F1EC98284}"/>
              </a:ext>
            </a:extLst>
          </p:cNvPr>
          <p:cNvGrpSpPr/>
          <p:nvPr/>
        </p:nvGrpSpPr>
        <p:grpSpPr>
          <a:xfrm>
            <a:off x="8633413" y="1800722"/>
            <a:ext cx="542667" cy="503196"/>
            <a:chOff x="5113637" y="2205815"/>
            <a:chExt cx="656628" cy="608868"/>
          </a:xfrm>
        </p:grpSpPr>
        <p:pic>
          <p:nvPicPr>
            <p:cNvPr id="26" name="Graphique 25" descr="Panier de course avec un remplissage uni">
              <a:extLst>
                <a:ext uri="{FF2B5EF4-FFF2-40B4-BE49-F238E27FC236}">
                  <a16:creationId xmlns:a16="http://schemas.microsoft.com/office/drawing/2014/main" id="{E780BDC6-4117-E1A0-3C84-A77F09F5DC4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17289" y="2205815"/>
              <a:ext cx="449322" cy="449322"/>
            </a:xfrm>
            <a:prstGeom prst="rect">
              <a:avLst/>
            </a:prstGeom>
          </p:spPr>
        </p:pic>
        <p:sp>
          <p:nvSpPr>
            <p:cNvPr id="27" name="Rectangle 26">
              <a:extLst>
                <a:ext uri="{FF2B5EF4-FFF2-40B4-BE49-F238E27FC236}">
                  <a16:creationId xmlns:a16="http://schemas.microsoft.com/office/drawing/2014/main" id="{8429C921-9027-24A0-9BCD-75F49E0ECC2D}"/>
                </a:ext>
              </a:extLst>
            </p:cNvPr>
            <p:cNvSpPr/>
            <p:nvPr/>
          </p:nvSpPr>
          <p:spPr>
            <a:xfrm>
              <a:off x="5113637" y="2652003"/>
              <a:ext cx="656628" cy="16268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a:t>
              </a:r>
            </a:p>
          </p:txBody>
        </p:sp>
      </p:grpSp>
      <p:grpSp>
        <p:nvGrpSpPr>
          <p:cNvPr id="28" name="Groupe 27">
            <a:extLst>
              <a:ext uri="{FF2B5EF4-FFF2-40B4-BE49-F238E27FC236}">
                <a16:creationId xmlns:a16="http://schemas.microsoft.com/office/drawing/2014/main" id="{4B2D6967-6CC7-494C-F40F-6DEB560F3BBD}"/>
              </a:ext>
            </a:extLst>
          </p:cNvPr>
          <p:cNvGrpSpPr/>
          <p:nvPr/>
        </p:nvGrpSpPr>
        <p:grpSpPr>
          <a:xfrm>
            <a:off x="10897921" y="1771118"/>
            <a:ext cx="764323" cy="559864"/>
            <a:chOff x="4999967" y="2205815"/>
            <a:chExt cx="924830" cy="677434"/>
          </a:xfrm>
        </p:grpSpPr>
        <p:pic>
          <p:nvPicPr>
            <p:cNvPr id="29" name="Graphique 28" descr="Panier de course avec un remplissage uni">
              <a:extLst>
                <a:ext uri="{FF2B5EF4-FFF2-40B4-BE49-F238E27FC236}">
                  <a16:creationId xmlns:a16="http://schemas.microsoft.com/office/drawing/2014/main" id="{D2422DE6-5B2E-B2B3-94B2-8655A47F348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30" name="Rectangle 29">
              <a:extLst>
                <a:ext uri="{FF2B5EF4-FFF2-40B4-BE49-F238E27FC236}">
                  <a16:creationId xmlns:a16="http://schemas.microsoft.com/office/drawing/2014/main" id="{E8B49B14-2391-1683-80C7-EF51A736202C}"/>
                </a:ext>
              </a:extLst>
            </p:cNvPr>
            <p:cNvSpPr/>
            <p:nvPr/>
          </p:nvSpPr>
          <p:spPr>
            <a:xfrm>
              <a:off x="4999967" y="2667459"/>
              <a:ext cx="924830" cy="21579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1 </a:t>
              </a:r>
            </a:p>
          </p:txBody>
        </p:sp>
      </p:grpSp>
      <p:cxnSp>
        <p:nvCxnSpPr>
          <p:cNvPr id="31" name="Connecteur droit avec flèche 30">
            <a:extLst>
              <a:ext uri="{FF2B5EF4-FFF2-40B4-BE49-F238E27FC236}">
                <a16:creationId xmlns:a16="http://schemas.microsoft.com/office/drawing/2014/main" id="{717919E1-89BF-6B39-45D2-EC760923BA8B}"/>
              </a:ext>
            </a:extLst>
          </p:cNvPr>
          <p:cNvCxnSpPr>
            <a:cxnSpLocks/>
          </p:cNvCxnSpPr>
          <p:nvPr/>
        </p:nvCxnSpPr>
        <p:spPr>
          <a:xfrm>
            <a:off x="9219848" y="2052320"/>
            <a:ext cx="1760169" cy="193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454" name="Groupe 453">
            <a:extLst>
              <a:ext uri="{FF2B5EF4-FFF2-40B4-BE49-F238E27FC236}">
                <a16:creationId xmlns:a16="http://schemas.microsoft.com/office/drawing/2014/main" id="{6ED246BE-271A-79FA-A168-EA256C262FC6}"/>
              </a:ext>
            </a:extLst>
          </p:cNvPr>
          <p:cNvGrpSpPr/>
          <p:nvPr/>
        </p:nvGrpSpPr>
        <p:grpSpPr>
          <a:xfrm>
            <a:off x="8633413" y="2421945"/>
            <a:ext cx="542666" cy="489367"/>
            <a:chOff x="5100147" y="2205815"/>
            <a:chExt cx="656627" cy="592135"/>
          </a:xfrm>
        </p:grpSpPr>
        <p:pic>
          <p:nvPicPr>
            <p:cNvPr id="455" name="Graphique 454" descr="Panier de course avec un remplissage uni">
              <a:extLst>
                <a:ext uri="{FF2B5EF4-FFF2-40B4-BE49-F238E27FC236}">
                  <a16:creationId xmlns:a16="http://schemas.microsoft.com/office/drawing/2014/main" id="{280B4F5F-F389-B5A3-1CA8-88E057F642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03799" y="2205815"/>
              <a:ext cx="449322" cy="449322"/>
            </a:xfrm>
            <a:prstGeom prst="rect">
              <a:avLst/>
            </a:prstGeom>
          </p:spPr>
        </p:pic>
        <p:sp>
          <p:nvSpPr>
            <p:cNvPr id="457" name="Rectangle 456">
              <a:extLst>
                <a:ext uri="{FF2B5EF4-FFF2-40B4-BE49-F238E27FC236}">
                  <a16:creationId xmlns:a16="http://schemas.microsoft.com/office/drawing/2014/main" id="{86C79C77-7D16-F684-382F-8BF2F9F7138E}"/>
                </a:ext>
              </a:extLst>
            </p:cNvPr>
            <p:cNvSpPr/>
            <p:nvPr/>
          </p:nvSpPr>
          <p:spPr>
            <a:xfrm>
              <a:off x="5100147" y="2652003"/>
              <a:ext cx="656627" cy="1459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A885D8"/>
                  </a:solidFill>
                  <a:effectLst/>
                  <a:uLnTx/>
                  <a:uFillTx/>
                  <a:latin typeface="Helvetica 75 Bold"/>
                  <a:ea typeface="+mn-ea"/>
                  <a:cs typeface="+mn-cs"/>
                </a:rPr>
                <a:t>Cart</a:t>
              </a:r>
              <a:r>
                <a:rPr kumimoji="0" lang="fr-FR" sz="1000" b="1" i="1" u="none" strike="noStrike" kern="0" cap="none" spc="0" normalizeH="0" baseline="0" noProof="0">
                  <a:ln>
                    <a:noFill/>
                  </a:ln>
                  <a:solidFill>
                    <a:srgbClr val="A885D8"/>
                  </a:solidFill>
                  <a:effectLst/>
                  <a:uLnTx/>
                  <a:uFillTx/>
                  <a:latin typeface="Helvetica 75 Bold"/>
                  <a:ea typeface="+mn-ea"/>
                  <a:cs typeface="+mn-cs"/>
                </a:rPr>
                <a:t> 2 </a:t>
              </a:r>
            </a:p>
          </p:txBody>
        </p:sp>
      </p:grpSp>
      <p:grpSp>
        <p:nvGrpSpPr>
          <p:cNvPr id="458" name="Groupe 457">
            <a:extLst>
              <a:ext uri="{FF2B5EF4-FFF2-40B4-BE49-F238E27FC236}">
                <a16:creationId xmlns:a16="http://schemas.microsoft.com/office/drawing/2014/main" id="{68675968-85F4-E7FB-E473-C24B46181759}"/>
              </a:ext>
            </a:extLst>
          </p:cNvPr>
          <p:cNvGrpSpPr/>
          <p:nvPr/>
        </p:nvGrpSpPr>
        <p:grpSpPr>
          <a:xfrm>
            <a:off x="10893890" y="2392341"/>
            <a:ext cx="764323" cy="559864"/>
            <a:chOff x="4999967" y="2205815"/>
            <a:chExt cx="924830" cy="677434"/>
          </a:xfrm>
        </p:grpSpPr>
        <p:pic>
          <p:nvPicPr>
            <p:cNvPr id="460" name="Graphique 459" descr="Panier de course avec un remplissage uni">
              <a:extLst>
                <a:ext uri="{FF2B5EF4-FFF2-40B4-BE49-F238E27FC236}">
                  <a16:creationId xmlns:a16="http://schemas.microsoft.com/office/drawing/2014/main" id="{F1D8B0A0-E603-70F1-0354-9A61953F086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461" name="Rectangle 460">
              <a:extLst>
                <a:ext uri="{FF2B5EF4-FFF2-40B4-BE49-F238E27FC236}">
                  <a16:creationId xmlns:a16="http://schemas.microsoft.com/office/drawing/2014/main" id="{2E3213A9-CA6A-8F4E-8DC3-24C583BEE76C}"/>
                </a:ext>
              </a:extLst>
            </p:cNvPr>
            <p:cNvSpPr/>
            <p:nvPr/>
          </p:nvSpPr>
          <p:spPr>
            <a:xfrm>
              <a:off x="4999967" y="2667459"/>
              <a:ext cx="924830" cy="21579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2</a:t>
              </a:r>
            </a:p>
          </p:txBody>
        </p:sp>
      </p:grpSp>
      <p:cxnSp>
        <p:nvCxnSpPr>
          <p:cNvPr id="462" name="Connecteur droit avec flèche 461">
            <a:extLst>
              <a:ext uri="{FF2B5EF4-FFF2-40B4-BE49-F238E27FC236}">
                <a16:creationId xmlns:a16="http://schemas.microsoft.com/office/drawing/2014/main" id="{5FA976FC-85BC-7C0D-41BA-0271EEFF4522}"/>
              </a:ext>
            </a:extLst>
          </p:cNvPr>
          <p:cNvCxnSpPr>
            <a:cxnSpLocks/>
          </p:cNvCxnSpPr>
          <p:nvPr/>
        </p:nvCxnSpPr>
        <p:spPr>
          <a:xfrm>
            <a:off x="9215817" y="2673543"/>
            <a:ext cx="1760169" cy="193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463" name="Groupe 462">
            <a:extLst>
              <a:ext uri="{FF2B5EF4-FFF2-40B4-BE49-F238E27FC236}">
                <a16:creationId xmlns:a16="http://schemas.microsoft.com/office/drawing/2014/main" id="{FCABCCC2-3037-A268-146E-F5651CE64B64}"/>
              </a:ext>
            </a:extLst>
          </p:cNvPr>
          <p:cNvGrpSpPr/>
          <p:nvPr/>
        </p:nvGrpSpPr>
        <p:grpSpPr>
          <a:xfrm>
            <a:off x="8633413" y="3063379"/>
            <a:ext cx="542667" cy="489367"/>
            <a:chOff x="5100144" y="2205815"/>
            <a:chExt cx="656628" cy="592135"/>
          </a:xfrm>
        </p:grpSpPr>
        <p:pic>
          <p:nvPicPr>
            <p:cNvPr id="464" name="Graphique 463" descr="Panier de course avec un remplissage uni">
              <a:extLst>
                <a:ext uri="{FF2B5EF4-FFF2-40B4-BE49-F238E27FC236}">
                  <a16:creationId xmlns:a16="http://schemas.microsoft.com/office/drawing/2014/main" id="{2E1E242A-4056-63D1-24A5-492039FFBD6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03796" y="2205815"/>
              <a:ext cx="449322" cy="449322"/>
            </a:xfrm>
            <a:prstGeom prst="rect">
              <a:avLst/>
            </a:prstGeom>
          </p:spPr>
        </p:pic>
        <p:sp>
          <p:nvSpPr>
            <p:cNvPr id="473" name="Rectangle 472">
              <a:extLst>
                <a:ext uri="{FF2B5EF4-FFF2-40B4-BE49-F238E27FC236}">
                  <a16:creationId xmlns:a16="http://schemas.microsoft.com/office/drawing/2014/main" id="{ABE25829-94F4-8816-F31E-CA2A7AFAE347}"/>
                </a:ext>
              </a:extLst>
            </p:cNvPr>
            <p:cNvSpPr/>
            <p:nvPr/>
          </p:nvSpPr>
          <p:spPr>
            <a:xfrm>
              <a:off x="5100144" y="2652003"/>
              <a:ext cx="656628" cy="1459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50BE87"/>
                  </a:solidFill>
                  <a:effectLst/>
                  <a:uLnTx/>
                  <a:uFillTx/>
                  <a:latin typeface="Helvetica 75 Bold"/>
                  <a:ea typeface="+mn-ea"/>
                  <a:cs typeface="+mn-cs"/>
                </a:rPr>
                <a:t>Cart</a:t>
              </a:r>
              <a:r>
                <a:rPr kumimoji="0" lang="fr-FR" sz="1000" b="1" i="1" u="none" strike="noStrike" kern="0" cap="none" spc="0" normalizeH="0" baseline="0" noProof="0">
                  <a:ln>
                    <a:noFill/>
                  </a:ln>
                  <a:solidFill>
                    <a:srgbClr val="50BE87"/>
                  </a:solidFill>
                  <a:effectLst/>
                  <a:uLnTx/>
                  <a:uFillTx/>
                  <a:latin typeface="Helvetica 75 Bold"/>
                  <a:ea typeface="+mn-ea"/>
                  <a:cs typeface="+mn-cs"/>
                </a:rPr>
                <a:t> 3 </a:t>
              </a:r>
            </a:p>
          </p:txBody>
        </p:sp>
      </p:grpSp>
      <p:grpSp>
        <p:nvGrpSpPr>
          <p:cNvPr id="474" name="Groupe 473">
            <a:extLst>
              <a:ext uri="{FF2B5EF4-FFF2-40B4-BE49-F238E27FC236}">
                <a16:creationId xmlns:a16="http://schemas.microsoft.com/office/drawing/2014/main" id="{DB071E9E-4043-BEAD-1BFC-91C6C24D70A6}"/>
              </a:ext>
            </a:extLst>
          </p:cNvPr>
          <p:cNvGrpSpPr/>
          <p:nvPr/>
        </p:nvGrpSpPr>
        <p:grpSpPr>
          <a:xfrm>
            <a:off x="10893890" y="3033775"/>
            <a:ext cx="764323" cy="559864"/>
            <a:chOff x="4999967" y="2205815"/>
            <a:chExt cx="924830" cy="677434"/>
          </a:xfrm>
        </p:grpSpPr>
        <p:pic>
          <p:nvPicPr>
            <p:cNvPr id="475" name="Graphique 474" descr="Panier de course avec un remplissage uni">
              <a:extLst>
                <a:ext uri="{FF2B5EF4-FFF2-40B4-BE49-F238E27FC236}">
                  <a16:creationId xmlns:a16="http://schemas.microsoft.com/office/drawing/2014/main" id="{214C3DFD-4A5F-45D2-F34F-0747D91A78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476" name="Rectangle 475">
              <a:extLst>
                <a:ext uri="{FF2B5EF4-FFF2-40B4-BE49-F238E27FC236}">
                  <a16:creationId xmlns:a16="http://schemas.microsoft.com/office/drawing/2014/main" id="{B0FC2E1A-5C44-8079-D433-12EBC1366565}"/>
                </a:ext>
              </a:extLst>
            </p:cNvPr>
            <p:cNvSpPr/>
            <p:nvPr/>
          </p:nvSpPr>
          <p:spPr>
            <a:xfrm>
              <a:off x="4999967" y="2667459"/>
              <a:ext cx="924830" cy="21579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3</a:t>
              </a:r>
            </a:p>
          </p:txBody>
        </p:sp>
      </p:grpSp>
      <p:cxnSp>
        <p:nvCxnSpPr>
          <p:cNvPr id="477" name="Connecteur droit avec flèche 476">
            <a:extLst>
              <a:ext uri="{FF2B5EF4-FFF2-40B4-BE49-F238E27FC236}">
                <a16:creationId xmlns:a16="http://schemas.microsoft.com/office/drawing/2014/main" id="{23EBA727-398C-4770-CB32-6C0648FCE0DB}"/>
              </a:ext>
            </a:extLst>
          </p:cNvPr>
          <p:cNvCxnSpPr>
            <a:cxnSpLocks/>
          </p:cNvCxnSpPr>
          <p:nvPr/>
        </p:nvCxnSpPr>
        <p:spPr>
          <a:xfrm>
            <a:off x="9215817" y="3314977"/>
            <a:ext cx="1760169" cy="193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78" name="Rectangle : coins arrondis 477">
            <a:extLst>
              <a:ext uri="{FF2B5EF4-FFF2-40B4-BE49-F238E27FC236}">
                <a16:creationId xmlns:a16="http://schemas.microsoft.com/office/drawing/2014/main" id="{F4967A50-0F38-2330-6E7D-CC034DF086F0}"/>
              </a:ext>
            </a:extLst>
          </p:cNvPr>
          <p:cNvSpPr/>
          <p:nvPr/>
        </p:nvSpPr>
        <p:spPr>
          <a:xfrm>
            <a:off x="8806161" y="4364813"/>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4" name="Rectangle : coins arrondis 223">
            <a:extLst>
              <a:ext uri="{FF2B5EF4-FFF2-40B4-BE49-F238E27FC236}">
                <a16:creationId xmlns:a16="http://schemas.microsoft.com/office/drawing/2014/main" id="{B4199376-A330-26B3-DBD5-FDBDDFADE256}"/>
              </a:ext>
            </a:extLst>
          </p:cNvPr>
          <p:cNvSpPr/>
          <p:nvPr/>
        </p:nvSpPr>
        <p:spPr>
          <a:xfrm>
            <a:off x="10619014" y="4364813"/>
            <a:ext cx="828454" cy="680566"/>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5" name="Rectangle : coins arrondis 224">
            <a:extLst>
              <a:ext uri="{FF2B5EF4-FFF2-40B4-BE49-F238E27FC236}">
                <a16:creationId xmlns:a16="http://schemas.microsoft.com/office/drawing/2014/main" id="{46D6944D-78ED-DDF5-4567-0D1527B23DFD}"/>
              </a:ext>
            </a:extLst>
          </p:cNvPr>
          <p:cNvSpPr/>
          <p:nvPr/>
        </p:nvSpPr>
        <p:spPr>
          <a:xfrm>
            <a:off x="8797112" y="5169932"/>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6" name="Rectangle : coins arrondis 225">
            <a:extLst>
              <a:ext uri="{FF2B5EF4-FFF2-40B4-BE49-F238E27FC236}">
                <a16:creationId xmlns:a16="http://schemas.microsoft.com/office/drawing/2014/main" id="{4B1E1A60-AF38-C879-42A8-FEB751743709}"/>
              </a:ext>
            </a:extLst>
          </p:cNvPr>
          <p:cNvSpPr/>
          <p:nvPr/>
        </p:nvSpPr>
        <p:spPr>
          <a:xfrm>
            <a:off x="10609965" y="5169932"/>
            <a:ext cx="828454" cy="680566"/>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7" name="Rectangle : coins arrondis 226">
            <a:extLst>
              <a:ext uri="{FF2B5EF4-FFF2-40B4-BE49-F238E27FC236}">
                <a16:creationId xmlns:a16="http://schemas.microsoft.com/office/drawing/2014/main" id="{04EADF3F-C25B-70FC-4E77-410DDF84C294}"/>
              </a:ext>
            </a:extLst>
          </p:cNvPr>
          <p:cNvSpPr/>
          <p:nvPr/>
        </p:nvSpPr>
        <p:spPr>
          <a:xfrm>
            <a:off x="8806161" y="5951825"/>
            <a:ext cx="828454" cy="680566"/>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8" name="Rectangle : coins arrondis 227">
            <a:extLst>
              <a:ext uri="{FF2B5EF4-FFF2-40B4-BE49-F238E27FC236}">
                <a16:creationId xmlns:a16="http://schemas.microsoft.com/office/drawing/2014/main" id="{F7304576-DD99-0037-232C-52C595A6489D}"/>
              </a:ext>
            </a:extLst>
          </p:cNvPr>
          <p:cNvSpPr/>
          <p:nvPr/>
        </p:nvSpPr>
        <p:spPr>
          <a:xfrm>
            <a:off x="10619014" y="5951825"/>
            <a:ext cx="828454" cy="680566"/>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9" name="ZoneTexte 228">
            <a:extLst>
              <a:ext uri="{FF2B5EF4-FFF2-40B4-BE49-F238E27FC236}">
                <a16:creationId xmlns:a16="http://schemas.microsoft.com/office/drawing/2014/main" id="{23E7DB4F-52D7-CCCA-6770-D8BDAC572B21}"/>
              </a:ext>
            </a:extLst>
          </p:cNvPr>
          <p:cNvSpPr txBox="1"/>
          <p:nvPr/>
        </p:nvSpPr>
        <p:spPr>
          <a:xfrm>
            <a:off x="8708398" y="4374604"/>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30" name="Connecteur droit 229">
            <a:extLst>
              <a:ext uri="{FF2B5EF4-FFF2-40B4-BE49-F238E27FC236}">
                <a16:creationId xmlns:a16="http://schemas.microsoft.com/office/drawing/2014/main" id="{6272DDC6-0860-68DB-3894-34C83F4383AE}"/>
              </a:ext>
            </a:extLst>
          </p:cNvPr>
          <p:cNvCxnSpPr/>
          <p:nvPr/>
        </p:nvCxnSpPr>
        <p:spPr>
          <a:xfrm>
            <a:off x="8873772" y="4582528"/>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1" name="ZoneTexte 230">
            <a:extLst>
              <a:ext uri="{FF2B5EF4-FFF2-40B4-BE49-F238E27FC236}">
                <a16:creationId xmlns:a16="http://schemas.microsoft.com/office/drawing/2014/main" id="{1EC8F9DB-BB52-CDA9-35E7-375784D99692}"/>
              </a:ext>
            </a:extLst>
          </p:cNvPr>
          <p:cNvSpPr txBox="1"/>
          <p:nvPr/>
        </p:nvSpPr>
        <p:spPr>
          <a:xfrm>
            <a:off x="8693033" y="5175846"/>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32" name="Connecteur droit 231">
            <a:extLst>
              <a:ext uri="{FF2B5EF4-FFF2-40B4-BE49-F238E27FC236}">
                <a16:creationId xmlns:a16="http://schemas.microsoft.com/office/drawing/2014/main" id="{FC84819D-C810-D81D-5598-57242594BA48}"/>
              </a:ext>
            </a:extLst>
          </p:cNvPr>
          <p:cNvCxnSpPr/>
          <p:nvPr/>
        </p:nvCxnSpPr>
        <p:spPr>
          <a:xfrm>
            <a:off x="8858407" y="5383770"/>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3" name="ZoneTexte 232">
            <a:extLst>
              <a:ext uri="{FF2B5EF4-FFF2-40B4-BE49-F238E27FC236}">
                <a16:creationId xmlns:a16="http://schemas.microsoft.com/office/drawing/2014/main" id="{6B474EF8-72A6-5EF5-3627-1FFAF4C92A22}"/>
              </a:ext>
            </a:extLst>
          </p:cNvPr>
          <p:cNvSpPr txBox="1"/>
          <p:nvPr/>
        </p:nvSpPr>
        <p:spPr>
          <a:xfrm>
            <a:off x="8693033" y="5937254"/>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34" name="Connecteur droit 233">
            <a:extLst>
              <a:ext uri="{FF2B5EF4-FFF2-40B4-BE49-F238E27FC236}">
                <a16:creationId xmlns:a16="http://schemas.microsoft.com/office/drawing/2014/main" id="{A102A3C3-92F6-DF65-A4F3-8552E18EE69E}"/>
              </a:ext>
            </a:extLst>
          </p:cNvPr>
          <p:cNvCxnSpPr/>
          <p:nvPr/>
        </p:nvCxnSpPr>
        <p:spPr>
          <a:xfrm>
            <a:off x="8858407" y="6145178"/>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5" name="ZoneTexte 234">
            <a:extLst>
              <a:ext uri="{FF2B5EF4-FFF2-40B4-BE49-F238E27FC236}">
                <a16:creationId xmlns:a16="http://schemas.microsoft.com/office/drawing/2014/main" id="{1D156168-8547-F78C-8F5D-C3981D7CBCC6}"/>
              </a:ext>
            </a:extLst>
          </p:cNvPr>
          <p:cNvSpPr txBox="1"/>
          <p:nvPr/>
        </p:nvSpPr>
        <p:spPr>
          <a:xfrm>
            <a:off x="10531501" y="4402516"/>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36" name="Connecteur droit 235">
            <a:extLst>
              <a:ext uri="{FF2B5EF4-FFF2-40B4-BE49-F238E27FC236}">
                <a16:creationId xmlns:a16="http://schemas.microsoft.com/office/drawing/2014/main" id="{88A43E86-A513-7858-7C2B-9BE9367777EF}"/>
              </a:ext>
            </a:extLst>
          </p:cNvPr>
          <p:cNvCxnSpPr/>
          <p:nvPr/>
        </p:nvCxnSpPr>
        <p:spPr>
          <a:xfrm>
            <a:off x="10696875" y="4595926"/>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7" name="ZoneTexte 236">
            <a:extLst>
              <a:ext uri="{FF2B5EF4-FFF2-40B4-BE49-F238E27FC236}">
                <a16:creationId xmlns:a16="http://schemas.microsoft.com/office/drawing/2014/main" id="{DA11B87B-6414-D34F-DACE-68353A79B972}"/>
              </a:ext>
            </a:extLst>
          </p:cNvPr>
          <p:cNvSpPr txBox="1"/>
          <p:nvPr/>
        </p:nvSpPr>
        <p:spPr>
          <a:xfrm>
            <a:off x="10510540" y="5190360"/>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38" name="Connecteur droit 237">
            <a:extLst>
              <a:ext uri="{FF2B5EF4-FFF2-40B4-BE49-F238E27FC236}">
                <a16:creationId xmlns:a16="http://schemas.microsoft.com/office/drawing/2014/main" id="{F30C552A-359B-53CD-A47D-D98C85D193F9}"/>
              </a:ext>
            </a:extLst>
          </p:cNvPr>
          <p:cNvCxnSpPr/>
          <p:nvPr/>
        </p:nvCxnSpPr>
        <p:spPr>
          <a:xfrm>
            <a:off x="10675914" y="5383770"/>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9" name="ZoneTexte 238">
            <a:extLst>
              <a:ext uri="{FF2B5EF4-FFF2-40B4-BE49-F238E27FC236}">
                <a16:creationId xmlns:a16="http://schemas.microsoft.com/office/drawing/2014/main" id="{7284D45B-343B-1C95-4236-7694907FDC3F}"/>
              </a:ext>
            </a:extLst>
          </p:cNvPr>
          <p:cNvSpPr txBox="1"/>
          <p:nvPr/>
        </p:nvSpPr>
        <p:spPr>
          <a:xfrm>
            <a:off x="10531501" y="5978204"/>
            <a:ext cx="10455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8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40" name="Connecteur droit 239">
            <a:extLst>
              <a:ext uri="{FF2B5EF4-FFF2-40B4-BE49-F238E27FC236}">
                <a16:creationId xmlns:a16="http://schemas.microsoft.com/office/drawing/2014/main" id="{1A74A20D-4AF8-E2FA-833A-20C0D756D41B}"/>
              </a:ext>
            </a:extLst>
          </p:cNvPr>
          <p:cNvCxnSpPr/>
          <p:nvPr/>
        </p:nvCxnSpPr>
        <p:spPr>
          <a:xfrm>
            <a:off x="10696875" y="6171614"/>
            <a:ext cx="6921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1" name="Connecteur droit avec flèche 240">
            <a:extLst>
              <a:ext uri="{FF2B5EF4-FFF2-40B4-BE49-F238E27FC236}">
                <a16:creationId xmlns:a16="http://schemas.microsoft.com/office/drawing/2014/main" id="{FE880AA8-3165-7E2B-7FB1-FC681E130013}"/>
              </a:ext>
            </a:extLst>
          </p:cNvPr>
          <p:cNvCxnSpPr>
            <a:cxnSpLocks/>
          </p:cNvCxnSpPr>
          <p:nvPr/>
        </p:nvCxnSpPr>
        <p:spPr>
          <a:xfrm flipH="1">
            <a:off x="9671068" y="4705096"/>
            <a:ext cx="898533" cy="0"/>
          </a:xfrm>
          <a:prstGeom prst="straightConnector1">
            <a:avLst/>
          </a:prstGeom>
          <a:ln w="3810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2" name="Connecteur droit avec flèche 241">
            <a:extLst>
              <a:ext uri="{FF2B5EF4-FFF2-40B4-BE49-F238E27FC236}">
                <a16:creationId xmlns:a16="http://schemas.microsoft.com/office/drawing/2014/main" id="{45FB020C-A032-0A02-440B-CDD54B336E8E}"/>
              </a:ext>
            </a:extLst>
          </p:cNvPr>
          <p:cNvCxnSpPr>
            <a:cxnSpLocks/>
          </p:cNvCxnSpPr>
          <p:nvPr/>
        </p:nvCxnSpPr>
        <p:spPr>
          <a:xfrm flipH="1">
            <a:off x="9671068" y="5510215"/>
            <a:ext cx="898533" cy="0"/>
          </a:xfrm>
          <a:prstGeom prst="straightConnector1">
            <a:avLst/>
          </a:prstGeom>
          <a:ln w="3810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3" name="Connecteur droit avec flèche 242">
            <a:extLst>
              <a:ext uri="{FF2B5EF4-FFF2-40B4-BE49-F238E27FC236}">
                <a16:creationId xmlns:a16="http://schemas.microsoft.com/office/drawing/2014/main" id="{C1437217-B545-6B55-AD5D-E7F6C426AA16}"/>
              </a:ext>
            </a:extLst>
          </p:cNvPr>
          <p:cNvCxnSpPr>
            <a:cxnSpLocks/>
          </p:cNvCxnSpPr>
          <p:nvPr/>
        </p:nvCxnSpPr>
        <p:spPr>
          <a:xfrm flipH="1">
            <a:off x="9671068" y="6292108"/>
            <a:ext cx="898533" cy="0"/>
          </a:xfrm>
          <a:prstGeom prst="straightConnector1">
            <a:avLst/>
          </a:prstGeom>
          <a:ln w="3810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4" name="Rectangle 243">
            <a:extLst>
              <a:ext uri="{FF2B5EF4-FFF2-40B4-BE49-F238E27FC236}">
                <a16:creationId xmlns:a16="http://schemas.microsoft.com/office/drawing/2014/main" id="{FFAB1C02-4BCF-3A74-DCD7-F9477B6155E3}"/>
              </a:ext>
            </a:extLst>
          </p:cNvPr>
          <p:cNvSpPr/>
          <p:nvPr/>
        </p:nvSpPr>
        <p:spPr>
          <a:xfrm>
            <a:off x="8528858" y="4591318"/>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4BB4E6"/>
                </a:solidFill>
                <a:effectLst/>
                <a:uLnTx/>
                <a:uFillTx/>
                <a:latin typeface="Helvetica 75 Bold"/>
                <a:ea typeface="+mn-ea"/>
                <a:cs typeface="+mn-cs"/>
              </a:rPr>
              <a:t>Q1</a:t>
            </a:r>
          </a:p>
        </p:txBody>
      </p:sp>
      <p:sp>
        <p:nvSpPr>
          <p:cNvPr id="249" name="Rectangle 248">
            <a:extLst>
              <a:ext uri="{FF2B5EF4-FFF2-40B4-BE49-F238E27FC236}">
                <a16:creationId xmlns:a16="http://schemas.microsoft.com/office/drawing/2014/main" id="{1254CADA-6D16-52E7-DA11-CACDA50A1E49}"/>
              </a:ext>
            </a:extLst>
          </p:cNvPr>
          <p:cNvSpPr/>
          <p:nvPr/>
        </p:nvSpPr>
        <p:spPr>
          <a:xfrm>
            <a:off x="8536604" y="5377824"/>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A885D8"/>
                </a:solidFill>
                <a:effectLst/>
                <a:uLnTx/>
                <a:uFillTx/>
                <a:latin typeface="Helvetica 75 Bold"/>
                <a:ea typeface="+mn-ea"/>
                <a:cs typeface="+mn-cs"/>
              </a:rPr>
              <a:t>Q2</a:t>
            </a:r>
          </a:p>
        </p:txBody>
      </p:sp>
      <p:sp>
        <p:nvSpPr>
          <p:cNvPr id="252" name="Rectangle 251">
            <a:extLst>
              <a:ext uri="{FF2B5EF4-FFF2-40B4-BE49-F238E27FC236}">
                <a16:creationId xmlns:a16="http://schemas.microsoft.com/office/drawing/2014/main" id="{5ADD9F72-20F0-9B0D-8168-12C0849543AE}"/>
              </a:ext>
            </a:extLst>
          </p:cNvPr>
          <p:cNvSpPr/>
          <p:nvPr/>
        </p:nvSpPr>
        <p:spPr>
          <a:xfrm>
            <a:off x="8536716" y="6073204"/>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50BE87"/>
                </a:solidFill>
                <a:effectLst/>
                <a:uLnTx/>
                <a:uFillTx/>
                <a:latin typeface="Helvetica 75 Bold"/>
                <a:ea typeface="+mn-ea"/>
                <a:cs typeface="+mn-cs"/>
              </a:rPr>
              <a:t>Q3</a:t>
            </a:r>
          </a:p>
        </p:txBody>
      </p:sp>
      <p:pic>
        <p:nvPicPr>
          <p:cNvPr id="253" name="Image 252">
            <a:extLst>
              <a:ext uri="{FF2B5EF4-FFF2-40B4-BE49-F238E27FC236}">
                <a16:creationId xmlns:a16="http://schemas.microsoft.com/office/drawing/2014/main" id="{371174AE-8BFE-F9D2-9B1F-4CF084E284DE}"/>
              </a:ext>
            </a:extLst>
          </p:cNvPr>
          <p:cNvPicPr>
            <a:picLocks noChangeAspect="1"/>
          </p:cNvPicPr>
          <p:nvPr/>
        </p:nvPicPr>
        <p:blipFill>
          <a:blip r:embed="rId12">
            <a:duotone>
              <a:schemeClr val="accent2">
                <a:shade val="45000"/>
                <a:satMod val="135000"/>
              </a:schemeClr>
              <a:prstClr val="white"/>
            </a:duotone>
          </a:blip>
          <a:stretch>
            <a:fillRect/>
          </a:stretch>
        </p:blipFill>
        <p:spPr>
          <a:xfrm>
            <a:off x="8614218" y="4818431"/>
            <a:ext cx="176698" cy="176698"/>
          </a:xfrm>
          <a:prstGeom prst="rect">
            <a:avLst/>
          </a:prstGeom>
          <a:ln>
            <a:noFill/>
          </a:ln>
        </p:spPr>
      </p:pic>
      <p:pic>
        <p:nvPicPr>
          <p:cNvPr id="254" name="Image 253">
            <a:extLst>
              <a:ext uri="{FF2B5EF4-FFF2-40B4-BE49-F238E27FC236}">
                <a16:creationId xmlns:a16="http://schemas.microsoft.com/office/drawing/2014/main" id="{003BB257-CEF4-9C95-FC83-97FCAB70C2DE}"/>
              </a:ext>
            </a:extLst>
          </p:cNvPr>
          <p:cNvPicPr>
            <a:picLocks noChangeAspect="1"/>
          </p:cNvPicPr>
          <p:nvPr/>
        </p:nvPicPr>
        <p:blipFill>
          <a:blip r:embed="rId12">
            <a:duotone>
              <a:schemeClr val="accent5">
                <a:shade val="45000"/>
                <a:satMod val="135000"/>
              </a:schemeClr>
              <a:prstClr val="white"/>
            </a:duotone>
          </a:blip>
          <a:stretch>
            <a:fillRect/>
          </a:stretch>
        </p:blipFill>
        <p:spPr>
          <a:xfrm>
            <a:off x="8611665" y="5606422"/>
            <a:ext cx="176698" cy="176698"/>
          </a:xfrm>
          <a:prstGeom prst="rect">
            <a:avLst/>
          </a:prstGeom>
          <a:ln>
            <a:noFill/>
          </a:ln>
        </p:spPr>
      </p:pic>
      <p:pic>
        <p:nvPicPr>
          <p:cNvPr id="255" name="Image 254">
            <a:extLst>
              <a:ext uri="{FF2B5EF4-FFF2-40B4-BE49-F238E27FC236}">
                <a16:creationId xmlns:a16="http://schemas.microsoft.com/office/drawing/2014/main" id="{B6F9D0F6-95A6-3F28-7A5B-27064BFCEA79}"/>
              </a:ext>
            </a:extLst>
          </p:cNvPr>
          <p:cNvPicPr>
            <a:picLocks noChangeAspect="1"/>
          </p:cNvPicPr>
          <p:nvPr/>
        </p:nvPicPr>
        <p:blipFill>
          <a:blip r:embed="rId12">
            <a:duotone>
              <a:schemeClr val="accent3">
                <a:shade val="45000"/>
                <a:satMod val="135000"/>
              </a:schemeClr>
              <a:prstClr val="white"/>
            </a:duotone>
          </a:blip>
          <a:stretch>
            <a:fillRect/>
          </a:stretch>
        </p:blipFill>
        <p:spPr>
          <a:xfrm>
            <a:off x="8626886" y="6282730"/>
            <a:ext cx="176698" cy="176698"/>
          </a:xfrm>
          <a:prstGeom prst="rect">
            <a:avLst/>
          </a:prstGeom>
          <a:ln>
            <a:noFill/>
          </a:ln>
        </p:spPr>
      </p:pic>
      <p:sp>
        <p:nvSpPr>
          <p:cNvPr id="256" name="Rectangle 255">
            <a:extLst>
              <a:ext uri="{FF2B5EF4-FFF2-40B4-BE49-F238E27FC236}">
                <a16:creationId xmlns:a16="http://schemas.microsoft.com/office/drawing/2014/main" id="{3A72A59F-912A-00CD-CE6D-6B112DFBADE7}"/>
              </a:ext>
            </a:extLst>
          </p:cNvPr>
          <p:cNvSpPr/>
          <p:nvPr/>
        </p:nvSpPr>
        <p:spPr>
          <a:xfrm>
            <a:off x="11381205" y="4587203"/>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Q6</a:t>
            </a:r>
          </a:p>
        </p:txBody>
      </p:sp>
      <p:pic>
        <p:nvPicPr>
          <p:cNvPr id="257" name="Image 256">
            <a:extLst>
              <a:ext uri="{FF2B5EF4-FFF2-40B4-BE49-F238E27FC236}">
                <a16:creationId xmlns:a16="http://schemas.microsoft.com/office/drawing/2014/main" id="{77E9E98B-F42D-3049-1643-B1E57C2217C2}"/>
              </a:ext>
            </a:extLst>
          </p:cNvPr>
          <p:cNvPicPr>
            <a:picLocks noChangeAspect="1"/>
          </p:cNvPicPr>
          <p:nvPr/>
        </p:nvPicPr>
        <p:blipFill>
          <a:blip r:embed="rId12">
            <a:duotone>
              <a:schemeClr val="accent6">
                <a:shade val="45000"/>
                <a:satMod val="135000"/>
              </a:schemeClr>
              <a:prstClr val="white"/>
            </a:duotone>
          </a:blip>
          <a:stretch>
            <a:fillRect/>
          </a:stretch>
        </p:blipFill>
        <p:spPr>
          <a:xfrm>
            <a:off x="11464325" y="4800459"/>
            <a:ext cx="176698" cy="176698"/>
          </a:xfrm>
          <a:prstGeom prst="rect">
            <a:avLst/>
          </a:prstGeom>
          <a:ln>
            <a:noFill/>
          </a:ln>
        </p:spPr>
      </p:pic>
      <p:sp>
        <p:nvSpPr>
          <p:cNvPr id="258" name="Rectangle 257">
            <a:extLst>
              <a:ext uri="{FF2B5EF4-FFF2-40B4-BE49-F238E27FC236}">
                <a16:creationId xmlns:a16="http://schemas.microsoft.com/office/drawing/2014/main" id="{E9D3EF0E-58E5-3B47-FC46-79FC2C4B97FE}"/>
              </a:ext>
            </a:extLst>
          </p:cNvPr>
          <p:cNvSpPr/>
          <p:nvPr/>
        </p:nvSpPr>
        <p:spPr>
          <a:xfrm>
            <a:off x="11387469" y="5396305"/>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Q5</a:t>
            </a:r>
          </a:p>
        </p:txBody>
      </p:sp>
      <p:pic>
        <p:nvPicPr>
          <p:cNvPr id="259" name="Image 258">
            <a:extLst>
              <a:ext uri="{FF2B5EF4-FFF2-40B4-BE49-F238E27FC236}">
                <a16:creationId xmlns:a16="http://schemas.microsoft.com/office/drawing/2014/main" id="{26067DA2-4B17-729F-0EEC-F99FB82F80A3}"/>
              </a:ext>
            </a:extLst>
          </p:cNvPr>
          <p:cNvPicPr>
            <a:picLocks noChangeAspect="1"/>
          </p:cNvPicPr>
          <p:nvPr/>
        </p:nvPicPr>
        <p:blipFill>
          <a:blip r:embed="rId12">
            <a:duotone>
              <a:schemeClr val="accent6">
                <a:shade val="45000"/>
                <a:satMod val="135000"/>
              </a:schemeClr>
              <a:prstClr val="white"/>
            </a:duotone>
          </a:blip>
          <a:stretch>
            <a:fillRect/>
          </a:stretch>
        </p:blipFill>
        <p:spPr>
          <a:xfrm>
            <a:off x="11470589" y="5609561"/>
            <a:ext cx="176698" cy="176698"/>
          </a:xfrm>
          <a:prstGeom prst="rect">
            <a:avLst/>
          </a:prstGeom>
          <a:ln>
            <a:noFill/>
          </a:ln>
        </p:spPr>
      </p:pic>
      <p:sp>
        <p:nvSpPr>
          <p:cNvPr id="260" name="Rectangle 259">
            <a:extLst>
              <a:ext uri="{FF2B5EF4-FFF2-40B4-BE49-F238E27FC236}">
                <a16:creationId xmlns:a16="http://schemas.microsoft.com/office/drawing/2014/main" id="{8748D551-E132-817C-4961-C32A4604FBC8}"/>
              </a:ext>
            </a:extLst>
          </p:cNvPr>
          <p:cNvSpPr/>
          <p:nvPr/>
        </p:nvSpPr>
        <p:spPr>
          <a:xfrm>
            <a:off x="11374154" y="6116422"/>
            <a:ext cx="606704" cy="28870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Q4</a:t>
            </a:r>
          </a:p>
        </p:txBody>
      </p:sp>
      <p:pic>
        <p:nvPicPr>
          <p:cNvPr id="261" name="Image 260">
            <a:extLst>
              <a:ext uri="{FF2B5EF4-FFF2-40B4-BE49-F238E27FC236}">
                <a16:creationId xmlns:a16="http://schemas.microsoft.com/office/drawing/2014/main" id="{4A2F401A-CB7C-5801-F7ED-9D3D05B3859E}"/>
              </a:ext>
            </a:extLst>
          </p:cNvPr>
          <p:cNvPicPr>
            <a:picLocks noChangeAspect="1"/>
          </p:cNvPicPr>
          <p:nvPr/>
        </p:nvPicPr>
        <p:blipFill>
          <a:blip r:embed="rId12">
            <a:duotone>
              <a:schemeClr val="accent6">
                <a:shade val="45000"/>
                <a:satMod val="135000"/>
              </a:schemeClr>
              <a:prstClr val="white"/>
            </a:duotone>
          </a:blip>
          <a:stretch>
            <a:fillRect/>
          </a:stretch>
        </p:blipFill>
        <p:spPr>
          <a:xfrm>
            <a:off x="11457274" y="6329678"/>
            <a:ext cx="176698" cy="176698"/>
          </a:xfrm>
          <a:prstGeom prst="rect">
            <a:avLst/>
          </a:prstGeom>
          <a:ln>
            <a:noFill/>
          </a:ln>
        </p:spPr>
      </p:pic>
      <p:sp>
        <p:nvSpPr>
          <p:cNvPr id="262" name="Rectangle 261">
            <a:extLst>
              <a:ext uri="{FF2B5EF4-FFF2-40B4-BE49-F238E27FC236}">
                <a16:creationId xmlns:a16="http://schemas.microsoft.com/office/drawing/2014/main" id="{A1C8FA61-7F1B-C630-B086-B83910F1B38D}"/>
              </a:ext>
            </a:extLst>
          </p:cNvPr>
          <p:cNvSpPr/>
          <p:nvPr/>
        </p:nvSpPr>
        <p:spPr>
          <a:xfrm>
            <a:off x="10999497" y="6314166"/>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SFL</a:t>
            </a:r>
          </a:p>
        </p:txBody>
      </p:sp>
      <p:sp>
        <p:nvSpPr>
          <p:cNvPr id="263" name="Rectangle 262">
            <a:extLst>
              <a:ext uri="{FF2B5EF4-FFF2-40B4-BE49-F238E27FC236}">
                <a16:creationId xmlns:a16="http://schemas.microsoft.com/office/drawing/2014/main" id="{0E9D8007-E90B-B6AF-9650-973A367F8092}"/>
              </a:ext>
            </a:extLst>
          </p:cNvPr>
          <p:cNvSpPr/>
          <p:nvPr/>
        </p:nvSpPr>
        <p:spPr>
          <a:xfrm>
            <a:off x="10979351" y="5524148"/>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SFL</a:t>
            </a:r>
          </a:p>
        </p:txBody>
      </p:sp>
      <p:sp>
        <p:nvSpPr>
          <p:cNvPr id="264" name="Rectangle 263">
            <a:extLst>
              <a:ext uri="{FF2B5EF4-FFF2-40B4-BE49-F238E27FC236}">
                <a16:creationId xmlns:a16="http://schemas.microsoft.com/office/drawing/2014/main" id="{5F111166-F1A9-31E5-2139-989946AA01D4}"/>
              </a:ext>
            </a:extLst>
          </p:cNvPr>
          <p:cNvSpPr/>
          <p:nvPr/>
        </p:nvSpPr>
        <p:spPr>
          <a:xfrm>
            <a:off x="11022892" y="4723941"/>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0" cap="none" spc="0" normalizeH="0" baseline="0" noProof="0">
                <a:ln>
                  <a:noFill/>
                </a:ln>
                <a:solidFill>
                  <a:srgbClr val="FFD200"/>
                </a:solidFill>
                <a:effectLst/>
                <a:uLnTx/>
                <a:uFillTx/>
                <a:latin typeface="Helvetica 75 Bold"/>
                <a:ea typeface="+mn-ea"/>
                <a:cs typeface="+mn-cs"/>
              </a:rPr>
              <a:t>SFL</a:t>
            </a:r>
          </a:p>
        </p:txBody>
      </p:sp>
      <p:cxnSp>
        <p:nvCxnSpPr>
          <p:cNvPr id="265" name="Connecteur droit avec flèche 264">
            <a:extLst>
              <a:ext uri="{FF2B5EF4-FFF2-40B4-BE49-F238E27FC236}">
                <a16:creationId xmlns:a16="http://schemas.microsoft.com/office/drawing/2014/main" id="{EE6F9184-2A0E-1202-564D-68C2020E9AB9}"/>
              </a:ext>
            </a:extLst>
          </p:cNvPr>
          <p:cNvCxnSpPr>
            <a:cxnSpLocks/>
          </p:cNvCxnSpPr>
          <p:nvPr/>
        </p:nvCxnSpPr>
        <p:spPr>
          <a:xfrm>
            <a:off x="9071992" y="3841152"/>
            <a:ext cx="0" cy="367802"/>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8" name="Connecteur droit avec flèche 267">
            <a:extLst>
              <a:ext uri="{FF2B5EF4-FFF2-40B4-BE49-F238E27FC236}">
                <a16:creationId xmlns:a16="http://schemas.microsoft.com/office/drawing/2014/main" id="{996C2EDD-33F8-FE41-8B35-D6CE974FE43A}"/>
              </a:ext>
            </a:extLst>
          </p:cNvPr>
          <p:cNvCxnSpPr>
            <a:cxnSpLocks/>
          </p:cNvCxnSpPr>
          <p:nvPr/>
        </p:nvCxnSpPr>
        <p:spPr>
          <a:xfrm flipV="1">
            <a:off x="11210567" y="3853755"/>
            <a:ext cx="0" cy="363247"/>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33" name="Graphique 32" descr="Flèche : pivoter à droite avec un remplissage uni">
            <a:extLst>
              <a:ext uri="{FF2B5EF4-FFF2-40B4-BE49-F238E27FC236}">
                <a16:creationId xmlns:a16="http://schemas.microsoft.com/office/drawing/2014/main" id="{1EE4296E-77EE-CDEA-120D-BE4223C846C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91437" y="527026"/>
            <a:ext cx="567771" cy="567771"/>
          </a:xfrm>
          <a:prstGeom prst="rect">
            <a:avLst/>
          </a:prstGeom>
        </p:spPr>
      </p:pic>
      <p:sp>
        <p:nvSpPr>
          <p:cNvPr id="34" name="Titre 1">
            <a:extLst>
              <a:ext uri="{FF2B5EF4-FFF2-40B4-BE49-F238E27FC236}">
                <a16:creationId xmlns:a16="http://schemas.microsoft.com/office/drawing/2014/main" id="{876C6EE1-ECAB-1C9E-654F-D0DC44E9FC7F}"/>
              </a:ext>
            </a:extLst>
          </p:cNvPr>
          <p:cNvSpPr txBox="1">
            <a:spLocks/>
          </p:cNvSpPr>
          <p:nvPr/>
        </p:nvSpPr>
        <p:spPr>
          <a:xfrm>
            <a:off x="6740575" y="598402"/>
            <a:ext cx="1101866" cy="284374"/>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Preferred</a:t>
            </a:r>
            <a:r>
              <a:rPr kumimoji="0" lang="fr-FR"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option </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Tree>
    <p:extLst>
      <p:ext uri="{BB962C8B-B14F-4D97-AF65-F5344CB8AC3E}">
        <p14:creationId xmlns:p14="http://schemas.microsoft.com/office/powerpoint/2010/main" val="254964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AA1B-AFEF-7306-8246-1DCB6D9A0624}"/>
            </a:ext>
          </a:extLst>
        </p:cNvPr>
        <p:cNvGrpSpPr/>
        <p:nvPr/>
      </p:nvGrpSpPr>
      <p:grpSpPr>
        <a:xfrm>
          <a:off x="0" y="0"/>
          <a:ext cx="0" cy="0"/>
          <a:chOff x="0" y="0"/>
          <a:chExt cx="0" cy="0"/>
        </a:xfrm>
      </p:grpSpPr>
      <p:sp>
        <p:nvSpPr>
          <p:cNvPr id="24" name="Rectangle : coins arrondis 23">
            <a:extLst>
              <a:ext uri="{FF2B5EF4-FFF2-40B4-BE49-F238E27FC236}">
                <a16:creationId xmlns:a16="http://schemas.microsoft.com/office/drawing/2014/main" id="{A7D12D3D-3939-6127-AE7A-AC695A78E6CC}"/>
              </a:ext>
            </a:extLst>
          </p:cNvPr>
          <p:cNvSpPr/>
          <p:nvPr/>
        </p:nvSpPr>
        <p:spPr>
          <a:xfrm>
            <a:off x="8827066" y="1579052"/>
            <a:ext cx="3002151" cy="790009"/>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5" name="Rectangle : coins arrondis 4">
            <a:extLst>
              <a:ext uri="{FF2B5EF4-FFF2-40B4-BE49-F238E27FC236}">
                <a16:creationId xmlns:a16="http://schemas.microsoft.com/office/drawing/2014/main" id="{8D0699C9-64EE-0167-88D2-18C312A5ACAD}"/>
              </a:ext>
            </a:extLst>
          </p:cNvPr>
          <p:cNvSpPr/>
          <p:nvPr/>
        </p:nvSpPr>
        <p:spPr>
          <a:xfrm>
            <a:off x="7298142" y="1579052"/>
            <a:ext cx="890009" cy="790009"/>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89" name="Ellipse 188">
            <a:extLst>
              <a:ext uri="{FF2B5EF4-FFF2-40B4-BE49-F238E27FC236}">
                <a16:creationId xmlns:a16="http://schemas.microsoft.com/office/drawing/2014/main" id="{35618599-9AB8-6FB2-A4EB-437CF2892873}"/>
              </a:ext>
            </a:extLst>
          </p:cNvPr>
          <p:cNvSpPr/>
          <p:nvPr/>
        </p:nvSpPr>
        <p:spPr>
          <a:xfrm>
            <a:off x="2212057" y="3370337"/>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4" name="Rectangle 3">
            <a:extLst>
              <a:ext uri="{FF2B5EF4-FFF2-40B4-BE49-F238E27FC236}">
                <a16:creationId xmlns:a16="http://schemas.microsoft.com/office/drawing/2014/main" id="{AD4DBA5A-75E3-2742-8655-2BA270A5889A}"/>
              </a:ext>
            </a:extLst>
          </p:cNvPr>
          <p:cNvSpPr/>
          <p:nvPr/>
        </p:nvSpPr>
        <p:spPr>
          <a:xfrm>
            <a:off x="0" y="3745807"/>
            <a:ext cx="12192000" cy="3127532"/>
          </a:xfrm>
          <a:prstGeom prst="rect">
            <a:avLst/>
          </a:prstGeom>
          <a:solidFill>
            <a:schemeClr val="tx1">
              <a:lumMod val="50000"/>
              <a:lumOff val="50000"/>
              <a:alpha val="25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D200"/>
              </a:solidFill>
              <a:effectLst/>
              <a:uLnTx/>
              <a:uFillTx/>
              <a:latin typeface="Helvetica 75 Bold"/>
              <a:ea typeface="+mn-ea"/>
              <a:cs typeface="+mn-cs"/>
            </a:endParaRPr>
          </a:p>
        </p:txBody>
      </p:sp>
      <p:sp>
        <p:nvSpPr>
          <p:cNvPr id="196" name="Ellipse 195">
            <a:extLst>
              <a:ext uri="{FF2B5EF4-FFF2-40B4-BE49-F238E27FC236}">
                <a16:creationId xmlns:a16="http://schemas.microsoft.com/office/drawing/2014/main" id="{A793550D-B89C-8AE5-C795-3587D7DF859C}"/>
              </a:ext>
            </a:extLst>
          </p:cNvPr>
          <p:cNvSpPr/>
          <p:nvPr/>
        </p:nvSpPr>
        <p:spPr>
          <a:xfrm rot="10244285">
            <a:off x="4846862" y="3362032"/>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38" name="Rectangle : coins arrondis 237">
            <a:extLst>
              <a:ext uri="{FF2B5EF4-FFF2-40B4-BE49-F238E27FC236}">
                <a16:creationId xmlns:a16="http://schemas.microsoft.com/office/drawing/2014/main" id="{70AB1EE9-6B86-C111-4245-A18F802C6BD3}"/>
              </a:ext>
            </a:extLst>
          </p:cNvPr>
          <p:cNvSpPr/>
          <p:nvPr/>
        </p:nvSpPr>
        <p:spPr>
          <a:xfrm>
            <a:off x="4770202" y="1557685"/>
            <a:ext cx="1424493" cy="832742"/>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236" name="Rectangle : coins arrondis 235">
            <a:extLst>
              <a:ext uri="{FF2B5EF4-FFF2-40B4-BE49-F238E27FC236}">
                <a16:creationId xmlns:a16="http://schemas.microsoft.com/office/drawing/2014/main" id="{EADE6986-BCC0-FA7A-E37F-5266E1941909}"/>
              </a:ext>
            </a:extLst>
          </p:cNvPr>
          <p:cNvSpPr/>
          <p:nvPr/>
        </p:nvSpPr>
        <p:spPr>
          <a:xfrm>
            <a:off x="1468209" y="1557685"/>
            <a:ext cx="1424493" cy="832742"/>
          </a:xfrm>
          <a:prstGeom prst="roundRect">
            <a:avLst/>
          </a:prstGeom>
          <a:solidFill>
            <a:schemeClr val="tx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94" name="Ellipse 193">
            <a:extLst>
              <a:ext uri="{FF2B5EF4-FFF2-40B4-BE49-F238E27FC236}">
                <a16:creationId xmlns:a16="http://schemas.microsoft.com/office/drawing/2014/main" id="{2E8151DA-94DB-0B23-1FC1-3B07C79FD755}"/>
              </a:ext>
            </a:extLst>
          </p:cNvPr>
          <p:cNvSpPr/>
          <p:nvPr/>
        </p:nvSpPr>
        <p:spPr>
          <a:xfrm rot="8963515">
            <a:off x="9238530" y="4389179"/>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1" name="Ellipse 190">
            <a:extLst>
              <a:ext uri="{FF2B5EF4-FFF2-40B4-BE49-F238E27FC236}">
                <a16:creationId xmlns:a16="http://schemas.microsoft.com/office/drawing/2014/main" id="{1AAEB5E2-E4D5-F1C6-1C07-7803E678E5F0}"/>
              </a:ext>
            </a:extLst>
          </p:cNvPr>
          <p:cNvSpPr/>
          <p:nvPr/>
        </p:nvSpPr>
        <p:spPr>
          <a:xfrm>
            <a:off x="2372269" y="4419130"/>
            <a:ext cx="142426" cy="1486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8" name="Rectangle : coins arrondis 177">
            <a:extLst>
              <a:ext uri="{FF2B5EF4-FFF2-40B4-BE49-F238E27FC236}">
                <a16:creationId xmlns:a16="http://schemas.microsoft.com/office/drawing/2014/main" id="{34F33677-44D7-9330-04DA-74BDF668E7DF}"/>
              </a:ext>
            </a:extLst>
          </p:cNvPr>
          <p:cNvSpPr/>
          <p:nvPr/>
        </p:nvSpPr>
        <p:spPr>
          <a:xfrm>
            <a:off x="1526137" y="2511368"/>
            <a:ext cx="5689067" cy="998874"/>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r>
              <a:rPr kumimoji="0" lang="fr-FR" sz="1050" b="1" i="1" u="none" strike="noStrike" kern="1200" cap="none" spc="0" normalizeH="0" baseline="0" noProof="0">
                <a:ln>
                  <a:noFill/>
                </a:ln>
                <a:solidFill>
                  <a:srgbClr val="FF0000"/>
                </a:solidFill>
                <a:effectLst/>
                <a:uLnTx/>
                <a:uFillTx/>
                <a:latin typeface="Helvetica 75 Bold"/>
                <a:ea typeface="+mn-ea"/>
                <a:cs typeface="+mn-cs"/>
              </a:rPr>
              <a:t>User 1</a:t>
            </a:r>
            <a:endParaRPr kumimoji="0" lang="en-US" sz="1800" b="1" i="1" u="none" strike="noStrike" kern="1200" cap="none" spc="0" normalizeH="0" baseline="0" noProof="0">
              <a:ln>
                <a:noFill/>
              </a:ln>
              <a:solidFill>
                <a:srgbClr val="FF0000"/>
              </a:solidFill>
              <a:effectLst/>
              <a:uLnTx/>
              <a:uFillTx/>
              <a:latin typeface="Helvetica 75 Bold"/>
              <a:ea typeface="+mn-ea"/>
              <a:cs typeface="+mn-cs"/>
            </a:endParaRPr>
          </a:p>
        </p:txBody>
      </p:sp>
      <p:sp>
        <p:nvSpPr>
          <p:cNvPr id="2" name="Titre 1">
            <a:extLst>
              <a:ext uri="{FF2B5EF4-FFF2-40B4-BE49-F238E27FC236}">
                <a16:creationId xmlns:a16="http://schemas.microsoft.com/office/drawing/2014/main" id="{C61686CC-4C72-CBFE-A71F-B5BC4F578116}"/>
              </a:ext>
            </a:extLst>
          </p:cNvPr>
          <p:cNvSpPr>
            <a:spLocks noGrp="1"/>
          </p:cNvSpPr>
          <p:nvPr>
            <p:ph type="title"/>
          </p:nvPr>
        </p:nvSpPr>
        <p:spPr/>
        <p:txBody>
          <a:bodyPr/>
          <a:lstStyle/>
          <a:p>
            <a:r>
              <a:rPr kumimoji="0" lang="en-US"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Targeted MVP digital journey – </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Save for </a:t>
            </a:r>
            <a:r>
              <a:rPr kumimoji="0" lang="fr-FR" sz="2000" b="0"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later</a:t>
            </a:r>
            <a:r>
              <a:rPr kumimoji="0" lang="fr-FR" sz="2000" b="0"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 » option</a:t>
            </a:r>
            <a:endParaRPr lang="en-US" sz="2400"/>
          </a:p>
        </p:txBody>
      </p:sp>
      <p:grpSp>
        <p:nvGrpSpPr>
          <p:cNvPr id="181" name="Groupe 180">
            <a:extLst>
              <a:ext uri="{FF2B5EF4-FFF2-40B4-BE49-F238E27FC236}">
                <a16:creationId xmlns:a16="http://schemas.microsoft.com/office/drawing/2014/main" id="{676A8DBB-81B9-8116-F33B-F6D0C1ABE1DD}"/>
              </a:ext>
            </a:extLst>
          </p:cNvPr>
          <p:cNvGrpSpPr/>
          <p:nvPr/>
        </p:nvGrpSpPr>
        <p:grpSpPr>
          <a:xfrm rot="16200000">
            <a:off x="-620677" y="2625588"/>
            <a:ext cx="920561" cy="224104"/>
            <a:chOff x="-3025422" y="4154698"/>
            <a:chExt cx="2852994" cy="599462"/>
          </a:xfrm>
        </p:grpSpPr>
        <p:sp>
          <p:nvSpPr>
            <p:cNvPr id="7" name="Freeform 5">
              <a:extLst>
                <a:ext uri="{FF2B5EF4-FFF2-40B4-BE49-F238E27FC236}">
                  <a16:creationId xmlns:a16="http://schemas.microsoft.com/office/drawing/2014/main" id="{58A4B0DB-5069-D20F-39DE-1666787EB9FE}"/>
                </a:ext>
              </a:extLst>
            </p:cNvPr>
            <p:cNvSpPr/>
            <p:nvPr/>
          </p:nvSpPr>
          <p:spPr bwMode="auto">
            <a:xfrm>
              <a:off x="-2240942" y="4274961"/>
              <a:ext cx="299732" cy="358937"/>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8" name="Freeform 6">
              <a:extLst>
                <a:ext uri="{FF2B5EF4-FFF2-40B4-BE49-F238E27FC236}">
                  <a16:creationId xmlns:a16="http://schemas.microsoft.com/office/drawing/2014/main" id="{F9FE418F-A52B-3A6D-0636-16C97D38AFC0}"/>
                </a:ext>
              </a:extLst>
            </p:cNvPr>
            <p:cNvSpPr/>
            <p:nvPr userDrawn="1"/>
          </p:nvSpPr>
          <p:spPr bwMode="auto">
            <a:xfrm>
              <a:off x="-1904207" y="4373021"/>
              <a:ext cx="244225" cy="26827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9" name="Freeform 7">
              <a:extLst>
                <a:ext uri="{FF2B5EF4-FFF2-40B4-BE49-F238E27FC236}">
                  <a16:creationId xmlns:a16="http://schemas.microsoft.com/office/drawing/2014/main" id="{9348F85E-AE8D-9ADE-94D1-5E5DE52AA375}"/>
                </a:ext>
              </a:extLst>
            </p:cNvPr>
            <p:cNvSpPr/>
            <p:nvPr userDrawn="1"/>
          </p:nvSpPr>
          <p:spPr bwMode="auto">
            <a:xfrm>
              <a:off x="-1626678" y="4365619"/>
              <a:ext cx="240525" cy="275679"/>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0" name="Freeform 8">
              <a:extLst>
                <a:ext uri="{FF2B5EF4-FFF2-40B4-BE49-F238E27FC236}">
                  <a16:creationId xmlns:a16="http://schemas.microsoft.com/office/drawing/2014/main" id="{31148ADA-06DC-3C4F-A63A-02A1664A214F}"/>
                </a:ext>
              </a:extLst>
            </p:cNvPr>
            <p:cNvSpPr/>
            <p:nvPr userDrawn="1"/>
          </p:nvSpPr>
          <p:spPr bwMode="auto">
            <a:xfrm>
              <a:off x="-1349150" y="4274960"/>
              <a:ext cx="70307" cy="358937"/>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1" name="Freeform 9">
              <a:extLst>
                <a:ext uri="{FF2B5EF4-FFF2-40B4-BE49-F238E27FC236}">
                  <a16:creationId xmlns:a16="http://schemas.microsoft.com/office/drawing/2014/main" id="{24B9714E-28F9-C7BE-BEF2-729AF867598B}"/>
                </a:ext>
              </a:extLst>
            </p:cNvPr>
            <p:cNvSpPr/>
            <p:nvPr userDrawn="1"/>
          </p:nvSpPr>
          <p:spPr bwMode="auto">
            <a:xfrm>
              <a:off x="-1230738" y="4365619"/>
              <a:ext cx="244225" cy="26827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2" name="Freeform 10">
              <a:extLst>
                <a:ext uri="{FF2B5EF4-FFF2-40B4-BE49-F238E27FC236}">
                  <a16:creationId xmlns:a16="http://schemas.microsoft.com/office/drawing/2014/main" id="{DBE283AE-CBD9-3D56-3A19-FEEF1B360084}"/>
                </a:ext>
              </a:extLst>
            </p:cNvPr>
            <p:cNvSpPr/>
            <p:nvPr userDrawn="1"/>
          </p:nvSpPr>
          <p:spPr bwMode="auto">
            <a:xfrm>
              <a:off x="-953209" y="4365619"/>
              <a:ext cx="259027" cy="275679"/>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3" name="Freeform 11">
              <a:extLst>
                <a:ext uri="{FF2B5EF4-FFF2-40B4-BE49-F238E27FC236}">
                  <a16:creationId xmlns:a16="http://schemas.microsoft.com/office/drawing/2014/main" id="{696E6013-2B79-AEF4-1CC8-5A6812F7AA1F}"/>
                </a:ext>
              </a:extLst>
            </p:cNvPr>
            <p:cNvSpPr/>
            <p:nvPr userDrawn="1"/>
          </p:nvSpPr>
          <p:spPr bwMode="auto">
            <a:xfrm>
              <a:off x="-675680"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4" name="Freeform 12">
              <a:extLst>
                <a:ext uri="{FF2B5EF4-FFF2-40B4-BE49-F238E27FC236}">
                  <a16:creationId xmlns:a16="http://schemas.microsoft.com/office/drawing/2014/main" id="{BB6FF707-98BB-0562-418F-64766B189DF5}"/>
                </a:ext>
              </a:extLst>
            </p:cNvPr>
            <p:cNvSpPr/>
            <p:nvPr userDrawn="1"/>
          </p:nvSpPr>
          <p:spPr bwMode="auto">
            <a:xfrm>
              <a:off x="-412953" y="4365619"/>
              <a:ext cx="240525" cy="275679"/>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5" name="Rectangle 13">
              <a:extLst>
                <a:ext uri="{FF2B5EF4-FFF2-40B4-BE49-F238E27FC236}">
                  <a16:creationId xmlns:a16="http://schemas.microsoft.com/office/drawing/2014/main" id="{1AB62C48-3F28-DFB0-8ADC-1AED89EF5132}"/>
                </a:ext>
              </a:extLst>
            </p:cNvPr>
            <p:cNvSpPr/>
            <p:nvPr userDrawn="1"/>
          </p:nvSpPr>
          <p:spPr bwMode="auto">
            <a:xfrm>
              <a:off x="-3025422" y="4154698"/>
              <a:ext cx="599462" cy="599462"/>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6" name="Freeform 14">
              <a:extLst>
                <a:ext uri="{FF2B5EF4-FFF2-40B4-BE49-F238E27FC236}">
                  <a16:creationId xmlns:a16="http://schemas.microsoft.com/office/drawing/2014/main" id="{C64CA662-F468-52EE-7A3B-4709AE1E48E4}"/>
                </a:ext>
              </a:extLst>
            </p:cNvPr>
            <p:cNvSpPr/>
            <p:nvPr userDrawn="1"/>
          </p:nvSpPr>
          <p:spPr bwMode="auto">
            <a:xfrm>
              <a:off x="-2842253" y="4617246"/>
              <a:ext cx="74008" cy="86960"/>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7" name="Freeform 15">
              <a:extLst>
                <a:ext uri="{FF2B5EF4-FFF2-40B4-BE49-F238E27FC236}">
                  <a16:creationId xmlns:a16="http://schemas.microsoft.com/office/drawing/2014/main" id="{F2FBCE71-74BC-0AC8-CC42-17B40671861C}"/>
                </a:ext>
              </a:extLst>
            </p:cNvPr>
            <p:cNvSpPr/>
            <p:nvPr userDrawn="1"/>
          </p:nvSpPr>
          <p:spPr bwMode="auto">
            <a:xfrm>
              <a:off x="-2749743" y="4617246"/>
              <a:ext cx="74008" cy="85109"/>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Freeform 16">
              <a:extLst>
                <a:ext uri="{FF2B5EF4-FFF2-40B4-BE49-F238E27FC236}">
                  <a16:creationId xmlns:a16="http://schemas.microsoft.com/office/drawing/2014/main" id="{083176FB-46F9-142F-865F-274C3A69EDB9}"/>
                </a:ext>
              </a:extLst>
            </p:cNvPr>
            <p:cNvSpPr/>
            <p:nvPr userDrawn="1"/>
          </p:nvSpPr>
          <p:spPr bwMode="auto">
            <a:xfrm>
              <a:off x="-2570275" y="4617246"/>
              <a:ext cx="77708" cy="86960"/>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Freeform 17">
              <a:extLst>
                <a:ext uri="{FF2B5EF4-FFF2-40B4-BE49-F238E27FC236}">
                  <a16:creationId xmlns:a16="http://schemas.microsoft.com/office/drawing/2014/main" id="{51F65048-61BB-BFFE-C0CB-E207B29ED467}"/>
                </a:ext>
              </a:extLst>
            </p:cNvPr>
            <p:cNvSpPr/>
            <p:nvPr userDrawn="1"/>
          </p:nvSpPr>
          <p:spPr bwMode="auto">
            <a:xfrm>
              <a:off x="-2992119" y="4617245"/>
              <a:ext cx="81408" cy="88809"/>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0" name="Freeform 18">
              <a:extLst>
                <a:ext uri="{FF2B5EF4-FFF2-40B4-BE49-F238E27FC236}">
                  <a16:creationId xmlns:a16="http://schemas.microsoft.com/office/drawing/2014/main" id="{8583A658-AF44-FC46-04FF-BDA79F1590CE}"/>
                </a:ext>
              </a:extLst>
            </p:cNvPr>
            <p:cNvSpPr/>
            <p:nvPr userDrawn="1"/>
          </p:nvSpPr>
          <p:spPr bwMode="auto">
            <a:xfrm>
              <a:off x="-2895909" y="4617245"/>
              <a:ext cx="48105" cy="86960"/>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Freeform 19">
              <a:extLst>
                <a:ext uri="{FF2B5EF4-FFF2-40B4-BE49-F238E27FC236}">
                  <a16:creationId xmlns:a16="http://schemas.microsoft.com/office/drawing/2014/main" id="{69481DCC-BA4B-46B9-A036-F6E76F3737F7}"/>
                </a:ext>
              </a:extLst>
            </p:cNvPr>
            <p:cNvSpPr/>
            <p:nvPr userDrawn="1"/>
          </p:nvSpPr>
          <p:spPr bwMode="auto">
            <a:xfrm>
              <a:off x="-2660935" y="4617242"/>
              <a:ext cx="77708" cy="118412"/>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2" name="Freeform 20">
              <a:extLst>
                <a:ext uri="{FF2B5EF4-FFF2-40B4-BE49-F238E27FC236}">
                  <a16:creationId xmlns:a16="http://schemas.microsoft.com/office/drawing/2014/main" id="{088BBB08-F0ED-76F7-1DB1-133F6BA474D2}"/>
                </a:ext>
              </a:extLst>
            </p:cNvPr>
            <p:cNvSpPr/>
            <p:nvPr userDrawn="1"/>
          </p:nvSpPr>
          <p:spPr bwMode="auto">
            <a:xfrm>
              <a:off x="-2505529" y="4587642"/>
              <a:ext cx="57356" cy="2775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Helvetica 75 Bold"/>
                <a:ea typeface="+mn-ea"/>
                <a:cs typeface="+mn-cs"/>
              </a:endParaRPr>
            </a:p>
          </p:txBody>
        </p:sp>
      </p:grpSp>
      <p:sp>
        <p:nvSpPr>
          <p:cNvPr id="23" name="Titre 1">
            <a:extLst>
              <a:ext uri="{FF2B5EF4-FFF2-40B4-BE49-F238E27FC236}">
                <a16:creationId xmlns:a16="http://schemas.microsoft.com/office/drawing/2014/main" id="{38655121-FF30-D340-5E34-0A600BA609A2}"/>
              </a:ext>
            </a:extLst>
          </p:cNvPr>
          <p:cNvSpPr txBox="1">
            <a:spLocks/>
          </p:cNvSpPr>
          <p:nvPr/>
        </p:nvSpPr>
        <p:spPr>
          <a:xfrm>
            <a:off x="136026" y="4710962"/>
            <a:ext cx="1006711" cy="301968"/>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err="1">
                <a:ln>
                  <a:noFill/>
                </a:ln>
                <a:solidFill>
                  <a:srgbClr val="FF7900"/>
                </a:solidFill>
                <a:effectLst/>
                <a:uLnTx/>
                <a:uFillTx/>
                <a:latin typeface="Helvetica 75 Bold" panose="020B0804020202020204" pitchFamily="34" charset="0"/>
                <a:ea typeface="+mj-ea"/>
                <a:cs typeface="+mj-cs"/>
              </a:rPr>
              <a:t>Processes</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sp>
        <p:nvSpPr>
          <p:cNvPr id="37" name="Rectangle : coins arrondis 36">
            <a:extLst>
              <a:ext uri="{FF2B5EF4-FFF2-40B4-BE49-F238E27FC236}">
                <a16:creationId xmlns:a16="http://schemas.microsoft.com/office/drawing/2014/main" id="{D92B8CB0-CADE-AE6F-BCB6-E6D1E4DCA28F}"/>
              </a:ext>
            </a:extLst>
          </p:cNvPr>
          <p:cNvSpPr/>
          <p:nvPr/>
        </p:nvSpPr>
        <p:spPr>
          <a:xfrm>
            <a:off x="1526476" y="1633218"/>
            <a:ext cx="1333067"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select an offer, and I </a:t>
            </a:r>
            <a:r>
              <a:rPr kumimoji="0" lang="en-US" sz="1000" b="1" i="0" u="none" strike="noStrike" kern="0" cap="none" spc="0" normalizeH="0" baseline="0" noProof="0">
                <a:ln>
                  <a:noFill/>
                </a:ln>
                <a:solidFill>
                  <a:srgbClr val="FFFFFF"/>
                </a:solidFill>
                <a:effectLst/>
                <a:uLnTx/>
                <a:uFillTx/>
                <a:latin typeface="Helvetica 75 Bold"/>
                <a:ea typeface="+mn-ea"/>
                <a:cs typeface="+mn-cs"/>
              </a:rPr>
              <a:t>add</a:t>
            </a:r>
            <a:r>
              <a:rPr kumimoji="0" lang="en-US" sz="1000" b="0" i="0" u="none" strike="noStrike" kern="0" cap="none" spc="0" normalizeH="0" baseline="0" noProof="0">
                <a:ln>
                  <a:noFill/>
                </a:ln>
                <a:solidFill>
                  <a:srgbClr val="FFFFFF"/>
                </a:solidFill>
                <a:effectLst/>
                <a:uLnTx/>
                <a:uFillTx/>
                <a:latin typeface="Helvetica 75 Bold"/>
                <a:ea typeface="+mn-ea"/>
                <a:cs typeface="+mn-cs"/>
              </a:rPr>
              <a:t> it </a:t>
            </a:r>
            <a:r>
              <a:rPr kumimoji="0" lang="en-US" sz="1000" b="1" i="0" u="none" strike="noStrike" kern="0" cap="none" spc="0" normalizeH="0" baseline="0" noProof="0">
                <a:ln>
                  <a:noFill/>
                </a:ln>
                <a:solidFill>
                  <a:srgbClr val="FFFFFF"/>
                </a:solidFill>
                <a:effectLst/>
                <a:uLnTx/>
                <a:uFillTx/>
                <a:latin typeface="Helvetica 75 Bold"/>
                <a:ea typeface="+mn-ea"/>
                <a:cs typeface="+mn-cs"/>
              </a:rPr>
              <a:t>to cart</a:t>
            </a:r>
          </a:p>
        </p:txBody>
      </p:sp>
      <p:cxnSp>
        <p:nvCxnSpPr>
          <p:cNvPr id="257" name="Connecteur droit avec flèche 256">
            <a:extLst>
              <a:ext uri="{FF2B5EF4-FFF2-40B4-BE49-F238E27FC236}">
                <a16:creationId xmlns:a16="http://schemas.microsoft.com/office/drawing/2014/main" id="{BA4D7B46-5488-4724-6C5B-AF923DD9BD3F}"/>
              </a:ext>
            </a:extLst>
          </p:cNvPr>
          <p:cNvCxnSpPr>
            <a:cxnSpLocks/>
            <a:stCxn id="37" idx="3"/>
          </p:cNvCxnSpPr>
          <p:nvPr/>
        </p:nvCxnSpPr>
        <p:spPr>
          <a:xfrm flipV="1">
            <a:off x="2859543" y="1772785"/>
            <a:ext cx="502631" cy="210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Connecteur droit avec flèche 258">
            <a:extLst>
              <a:ext uri="{FF2B5EF4-FFF2-40B4-BE49-F238E27FC236}">
                <a16:creationId xmlns:a16="http://schemas.microsoft.com/office/drawing/2014/main" id="{1D64A5F7-CDB5-CAB1-106F-8CE68CA83E37}"/>
              </a:ext>
            </a:extLst>
          </p:cNvPr>
          <p:cNvCxnSpPr>
            <a:cxnSpLocks/>
          </p:cNvCxnSpPr>
          <p:nvPr/>
        </p:nvCxnSpPr>
        <p:spPr>
          <a:xfrm flipV="1">
            <a:off x="5051267" y="1781609"/>
            <a:ext cx="344659" cy="334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Connecteur droit 264">
            <a:extLst>
              <a:ext uri="{FF2B5EF4-FFF2-40B4-BE49-F238E27FC236}">
                <a16:creationId xmlns:a16="http://schemas.microsoft.com/office/drawing/2014/main" id="{5FCB7014-E6D9-ED58-47CB-C44102E4822A}"/>
              </a:ext>
            </a:extLst>
          </p:cNvPr>
          <p:cNvCxnSpPr/>
          <p:nvPr/>
        </p:nvCxnSpPr>
        <p:spPr>
          <a:xfrm>
            <a:off x="185521" y="3744554"/>
            <a:ext cx="11880000" cy="0"/>
          </a:xfrm>
          <a:prstGeom prst="line">
            <a:avLst/>
          </a:prstGeom>
          <a:ln w="12700">
            <a:solidFill>
              <a:schemeClr val="tx1">
                <a:lumMod val="65000"/>
                <a:lumOff val="35000"/>
              </a:schemeClr>
            </a:solidFill>
          </a:ln>
          <a:effectLst>
            <a:innerShdw blurRad="63500" dist="50800" dir="189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267" name="Graphique 266" descr="Utilisateur contour">
            <a:extLst>
              <a:ext uri="{FF2B5EF4-FFF2-40B4-BE49-F238E27FC236}">
                <a16:creationId xmlns:a16="http://schemas.microsoft.com/office/drawing/2014/main" id="{EC88A1BB-CA24-1B7F-DEA7-9DDC1DA4FD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72" y="1576856"/>
            <a:ext cx="554790" cy="554790"/>
          </a:xfrm>
          <a:prstGeom prst="rect">
            <a:avLst/>
          </a:prstGeom>
        </p:spPr>
      </p:pic>
      <p:pic>
        <p:nvPicPr>
          <p:cNvPr id="271" name="Graphique 270" descr="Cause à effet avec un remplissage uni">
            <a:extLst>
              <a:ext uri="{FF2B5EF4-FFF2-40B4-BE49-F238E27FC236}">
                <a16:creationId xmlns:a16="http://schemas.microsoft.com/office/drawing/2014/main" id="{84F5D43B-164D-7772-3CB4-78956B6CE8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1011" y="5009589"/>
            <a:ext cx="858481" cy="858481"/>
          </a:xfrm>
          <a:prstGeom prst="rect">
            <a:avLst/>
          </a:prstGeom>
        </p:spPr>
      </p:pic>
      <p:sp>
        <p:nvSpPr>
          <p:cNvPr id="276" name="Titre 1">
            <a:extLst>
              <a:ext uri="{FF2B5EF4-FFF2-40B4-BE49-F238E27FC236}">
                <a16:creationId xmlns:a16="http://schemas.microsoft.com/office/drawing/2014/main" id="{86044C8B-262D-1A27-897A-FA0F20F2A337}"/>
              </a:ext>
            </a:extLst>
          </p:cNvPr>
          <p:cNvSpPr txBox="1">
            <a:spLocks/>
          </p:cNvSpPr>
          <p:nvPr/>
        </p:nvSpPr>
        <p:spPr>
          <a:xfrm>
            <a:off x="489429" y="5901173"/>
            <a:ext cx="761643" cy="251100"/>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rPr>
              <a:t>CPQ</a:t>
            </a:r>
            <a:endParaRPr kumimoji="0" lang="en-US" sz="1400" b="1" i="0" u="none" strike="noStrike" kern="1200" cap="none" spc="-27" normalizeH="0" baseline="0" noProof="0">
              <a:ln>
                <a:noFill/>
              </a:ln>
              <a:solidFill>
                <a:srgbClr val="50BE87"/>
              </a:solidFill>
              <a:effectLst/>
              <a:uLnTx/>
              <a:uFillTx/>
              <a:latin typeface="Helvetica 55 Roman" panose="020B0604020202020204" pitchFamily="34" charset="0"/>
              <a:ea typeface="+mj-ea"/>
              <a:cs typeface="+mj-cs"/>
            </a:endParaRPr>
          </a:p>
        </p:txBody>
      </p:sp>
      <p:sp>
        <p:nvSpPr>
          <p:cNvPr id="309" name="Rectangle 308">
            <a:extLst>
              <a:ext uri="{FF2B5EF4-FFF2-40B4-BE49-F238E27FC236}">
                <a16:creationId xmlns:a16="http://schemas.microsoft.com/office/drawing/2014/main" id="{D32EC174-C3A4-845E-E841-78877925E02B}"/>
              </a:ext>
            </a:extLst>
          </p:cNvPr>
          <p:cNvSpPr/>
          <p:nvPr/>
        </p:nvSpPr>
        <p:spPr>
          <a:xfrm>
            <a:off x="3061721" y="1342969"/>
            <a:ext cx="638846"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00" b="1" i="1" u="none" strike="noStrike" kern="0" cap="none" spc="0" normalizeH="0" baseline="0" noProof="0" err="1">
                <a:ln>
                  <a:noFill/>
                </a:ln>
                <a:solidFill>
                  <a:srgbClr val="FF7900"/>
                </a:solidFill>
                <a:effectLst/>
                <a:uLnTx/>
                <a:uFillTx/>
                <a:latin typeface="Helvetica 75 Bold"/>
                <a:ea typeface="+mn-ea"/>
                <a:cs typeface="+mn-cs"/>
              </a:rPr>
              <a:t>Cart</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r>
              <a:rPr kumimoji="0" lang="fr-FR" sz="800" b="1" i="1" u="none" strike="noStrike" kern="0" cap="none" spc="0" normalizeH="0" baseline="0" noProof="0" err="1">
                <a:ln>
                  <a:noFill/>
                </a:ln>
                <a:solidFill>
                  <a:srgbClr val="FF7900"/>
                </a:solidFill>
                <a:effectLst/>
                <a:uLnTx/>
                <a:uFillTx/>
                <a:latin typeface="Helvetica 75 Bold"/>
                <a:ea typeface="+mn-ea"/>
                <a:cs typeface="+mn-cs"/>
              </a:rPr>
              <a:t>created</a:t>
            </a:r>
            <a:r>
              <a:rPr kumimoji="0" lang="fr-FR" sz="800" b="1" i="1" u="none" strike="noStrike" kern="0" cap="none" spc="0" normalizeH="0" baseline="0" noProof="0">
                <a:ln>
                  <a:noFill/>
                </a:ln>
                <a:solidFill>
                  <a:srgbClr val="FF7900"/>
                </a:solidFill>
                <a:effectLst/>
                <a:uLnTx/>
                <a:uFillTx/>
                <a:latin typeface="Helvetica 75 Bold"/>
                <a:ea typeface="+mn-ea"/>
                <a:cs typeface="+mn-cs"/>
              </a:rPr>
              <a:t> </a:t>
            </a:r>
          </a:p>
        </p:txBody>
      </p:sp>
      <p:pic>
        <p:nvPicPr>
          <p:cNvPr id="310" name="Graphique 309" descr="Panier de course avec un remplissage uni">
            <a:extLst>
              <a:ext uri="{FF2B5EF4-FFF2-40B4-BE49-F238E27FC236}">
                <a16:creationId xmlns:a16="http://schemas.microsoft.com/office/drawing/2014/main" id="{EFD84F1A-3884-A091-C457-BB892B84A0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63569" y="1210926"/>
            <a:ext cx="301338" cy="301338"/>
          </a:xfrm>
          <a:prstGeom prst="rect">
            <a:avLst/>
          </a:prstGeom>
        </p:spPr>
      </p:pic>
      <p:cxnSp>
        <p:nvCxnSpPr>
          <p:cNvPr id="98" name="Connecteur droit 97">
            <a:extLst>
              <a:ext uri="{FF2B5EF4-FFF2-40B4-BE49-F238E27FC236}">
                <a16:creationId xmlns:a16="http://schemas.microsoft.com/office/drawing/2014/main" id="{190C7D11-C707-B76E-1065-26C1DFA0B2E8}"/>
              </a:ext>
            </a:extLst>
          </p:cNvPr>
          <p:cNvCxnSpPr>
            <a:cxnSpLocks/>
          </p:cNvCxnSpPr>
          <p:nvPr/>
        </p:nvCxnSpPr>
        <p:spPr>
          <a:xfrm flipH="1">
            <a:off x="2525159" y="1409920"/>
            <a:ext cx="310224" cy="17679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2" name="Image 111">
            <a:extLst>
              <a:ext uri="{FF2B5EF4-FFF2-40B4-BE49-F238E27FC236}">
                <a16:creationId xmlns:a16="http://schemas.microsoft.com/office/drawing/2014/main" id="{D26E9578-D142-9065-C172-3AE8B91AB99D}"/>
              </a:ext>
            </a:extLst>
          </p:cNvPr>
          <p:cNvPicPr>
            <a:picLocks noChangeAspect="1"/>
          </p:cNvPicPr>
          <p:nvPr/>
        </p:nvPicPr>
        <p:blipFill>
          <a:blip r:embed="rId9">
            <a:duotone>
              <a:schemeClr val="accent3">
                <a:shade val="45000"/>
                <a:satMod val="135000"/>
              </a:schemeClr>
              <a:prstClr val="white"/>
            </a:duotone>
          </a:blip>
          <a:stretch>
            <a:fillRect/>
          </a:stretch>
        </p:blipFill>
        <p:spPr>
          <a:xfrm>
            <a:off x="325472" y="5328115"/>
            <a:ext cx="413958" cy="416441"/>
          </a:xfrm>
          <a:prstGeom prst="rect">
            <a:avLst/>
          </a:prstGeom>
          <a:noFill/>
        </p:spPr>
      </p:pic>
      <p:sp>
        <p:nvSpPr>
          <p:cNvPr id="3" name="Titre 1">
            <a:extLst>
              <a:ext uri="{FF2B5EF4-FFF2-40B4-BE49-F238E27FC236}">
                <a16:creationId xmlns:a16="http://schemas.microsoft.com/office/drawing/2014/main" id="{77946D88-5B5B-2C29-55E5-FAB344BDA1A7}"/>
              </a:ext>
            </a:extLst>
          </p:cNvPr>
          <p:cNvSpPr txBox="1">
            <a:spLocks/>
          </p:cNvSpPr>
          <p:nvPr/>
        </p:nvSpPr>
        <p:spPr>
          <a:xfrm>
            <a:off x="135098" y="1798261"/>
            <a:ext cx="1101866" cy="284374"/>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261"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rPr>
              <a:t>Digital Journey </a:t>
            </a:r>
            <a:endParaRPr kumimoji="0" lang="en-US" sz="1400" b="1" i="0" u="none" strike="noStrike" kern="1200" cap="none" spc="-27" normalizeH="0" baseline="0" noProof="0">
              <a:ln>
                <a:noFill/>
              </a:ln>
              <a:solidFill>
                <a:srgbClr val="FF7900"/>
              </a:solidFill>
              <a:effectLst/>
              <a:uLnTx/>
              <a:uFillTx/>
              <a:latin typeface="Helvetica 75 Bold" panose="020B0804020202020204" pitchFamily="34" charset="0"/>
              <a:ea typeface="+mj-ea"/>
              <a:cs typeface="+mj-cs"/>
            </a:endParaRPr>
          </a:p>
        </p:txBody>
      </p:sp>
      <p:cxnSp>
        <p:nvCxnSpPr>
          <p:cNvPr id="66" name="Connecteur droit avec flèche 65">
            <a:extLst>
              <a:ext uri="{FF2B5EF4-FFF2-40B4-BE49-F238E27FC236}">
                <a16:creationId xmlns:a16="http://schemas.microsoft.com/office/drawing/2014/main" id="{499519F1-320F-B99D-AD99-C918EEF8867E}"/>
              </a:ext>
            </a:extLst>
          </p:cNvPr>
          <p:cNvCxnSpPr>
            <a:cxnSpLocks/>
            <a:stCxn id="37" idx="3"/>
            <a:endCxn id="238" idx="1"/>
          </p:cNvCxnSpPr>
          <p:nvPr/>
        </p:nvCxnSpPr>
        <p:spPr>
          <a:xfrm flipV="1">
            <a:off x="2859543" y="1974056"/>
            <a:ext cx="1910659" cy="956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89" name="Rectangle : coins arrondis 88">
            <a:extLst>
              <a:ext uri="{FF2B5EF4-FFF2-40B4-BE49-F238E27FC236}">
                <a16:creationId xmlns:a16="http://schemas.microsoft.com/office/drawing/2014/main" id="{45C84352-835B-9029-9C71-CD960783254A}"/>
              </a:ext>
            </a:extLst>
          </p:cNvPr>
          <p:cNvSpPr/>
          <p:nvPr/>
        </p:nvSpPr>
        <p:spPr>
          <a:xfrm>
            <a:off x="4837109" y="1633218"/>
            <a:ext cx="1333067"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can click on “Save for later”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grpSp>
        <p:nvGrpSpPr>
          <p:cNvPr id="166" name="Groupe 165">
            <a:extLst>
              <a:ext uri="{FF2B5EF4-FFF2-40B4-BE49-F238E27FC236}">
                <a16:creationId xmlns:a16="http://schemas.microsoft.com/office/drawing/2014/main" id="{1CC3A7A1-FFC2-62BC-A05B-51CC749972CF}"/>
              </a:ext>
            </a:extLst>
          </p:cNvPr>
          <p:cNvGrpSpPr/>
          <p:nvPr/>
        </p:nvGrpSpPr>
        <p:grpSpPr>
          <a:xfrm>
            <a:off x="1944525" y="2760125"/>
            <a:ext cx="717070" cy="608960"/>
            <a:chOff x="5106279" y="2205815"/>
            <a:chExt cx="717070" cy="608960"/>
          </a:xfrm>
        </p:grpSpPr>
        <p:pic>
          <p:nvPicPr>
            <p:cNvPr id="163" name="Graphique 162" descr="Panier de course avec un remplissage uni">
              <a:extLst>
                <a:ext uri="{FF2B5EF4-FFF2-40B4-BE49-F238E27FC236}">
                  <a16:creationId xmlns:a16="http://schemas.microsoft.com/office/drawing/2014/main" id="{7E0DBE44-8EC8-7AF4-77F1-2A70C36624C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59416" y="2205815"/>
              <a:ext cx="449322" cy="449322"/>
            </a:xfrm>
            <a:prstGeom prst="rect">
              <a:avLst/>
            </a:prstGeom>
          </p:spPr>
        </p:pic>
        <p:sp>
          <p:nvSpPr>
            <p:cNvPr id="165" name="Rectangle 164">
              <a:extLst>
                <a:ext uri="{FF2B5EF4-FFF2-40B4-BE49-F238E27FC236}">
                  <a16:creationId xmlns:a16="http://schemas.microsoft.com/office/drawing/2014/main" id="{36D3A979-0C33-31DA-6AAA-1D63EBCE1E05}"/>
                </a:ext>
              </a:extLst>
            </p:cNvPr>
            <p:cNvSpPr/>
            <p:nvPr/>
          </p:nvSpPr>
          <p:spPr>
            <a:xfrm>
              <a:off x="5106279" y="2662684"/>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grpSp>
      <p:sp>
        <p:nvSpPr>
          <p:cNvPr id="169" name="Rectangle 168">
            <a:extLst>
              <a:ext uri="{FF2B5EF4-FFF2-40B4-BE49-F238E27FC236}">
                <a16:creationId xmlns:a16="http://schemas.microsoft.com/office/drawing/2014/main" id="{4527AD85-C1E3-D4F3-AC27-7E1789C8238D}"/>
              </a:ext>
            </a:extLst>
          </p:cNvPr>
          <p:cNvSpPr/>
          <p:nvPr/>
        </p:nvSpPr>
        <p:spPr>
          <a:xfrm>
            <a:off x="5462259" y="3209323"/>
            <a:ext cx="924291" cy="144275"/>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Items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saved</a:t>
            </a:r>
            <a:r>
              <a:rPr kumimoji="0" lang="fr-FR" sz="1000" b="1" i="1" u="none" strike="noStrike" kern="0" cap="none" spc="0" normalizeH="0" baseline="0" noProof="0">
                <a:ln>
                  <a:noFill/>
                </a:ln>
                <a:solidFill>
                  <a:srgbClr val="FFD200"/>
                </a:solidFill>
                <a:effectLst/>
                <a:uLnTx/>
                <a:uFillTx/>
                <a:latin typeface="Helvetica 75 Bold"/>
                <a:ea typeface="+mn-ea"/>
                <a:cs typeface="+mn-cs"/>
              </a:rPr>
              <a:t>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a:t>
            </a:r>
          </a:p>
        </p:txBody>
      </p:sp>
      <p:pic>
        <p:nvPicPr>
          <p:cNvPr id="180" name="Graphique 179" descr="Utilisateur avec un remplissage uni">
            <a:extLst>
              <a:ext uri="{FF2B5EF4-FFF2-40B4-BE49-F238E27FC236}">
                <a16:creationId xmlns:a16="http://schemas.microsoft.com/office/drawing/2014/main" id="{6A2939D0-D709-55A9-8BD8-6CC67580359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623748" y="2532887"/>
            <a:ext cx="249055" cy="249055"/>
          </a:xfrm>
          <a:prstGeom prst="rect">
            <a:avLst/>
          </a:prstGeom>
        </p:spPr>
      </p:pic>
      <p:sp>
        <p:nvSpPr>
          <p:cNvPr id="182" name="Rectangle : coins arrondis 181">
            <a:extLst>
              <a:ext uri="{FF2B5EF4-FFF2-40B4-BE49-F238E27FC236}">
                <a16:creationId xmlns:a16="http://schemas.microsoft.com/office/drawing/2014/main" id="{1088257F-A933-9D45-9273-F883C47C036D}"/>
              </a:ext>
            </a:extLst>
          </p:cNvPr>
          <p:cNvSpPr/>
          <p:nvPr/>
        </p:nvSpPr>
        <p:spPr>
          <a:xfrm>
            <a:off x="1720892" y="4391074"/>
            <a:ext cx="10108325" cy="1982013"/>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187" name="Rectangle 186">
            <a:extLst>
              <a:ext uri="{FF2B5EF4-FFF2-40B4-BE49-F238E27FC236}">
                <a16:creationId xmlns:a16="http://schemas.microsoft.com/office/drawing/2014/main" id="{78F659F2-23BF-A810-1FA2-0D0748E881C7}"/>
              </a:ext>
            </a:extLst>
          </p:cNvPr>
          <p:cNvSpPr/>
          <p:nvPr/>
        </p:nvSpPr>
        <p:spPr>
          <a:xfrm>
            <a:off x="7887049" y="3864878"/>
            <a:ext cx="1156608" cy="203747"/>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err="1">
                <a:ln>
                  <a:noFill/>
                </a:ln>
                <a:solidFill>
                  <a:srgbClr val="50BE87"/>
                </a:solidFill>
                <a:effectLst/>
                <a:uLnTx/>
                <a:uFillTx/>
                <a:latin typeface="Helvetica 75 Bold"/>
                <a:ea typeface="+mn-ea"/>
                <a:cs typeface="+mn-cs"/>
              </a:rPr>
              <a:t>Get</a:t>
            </a:r>
            <a:r>
              <a:rPr kumimoji="0" lang="fr-FR" sz="1200" b="1" i="1" u="none" strike="noStrike" kern="0" cap="none" spc="0" normalizeH="0" baseline="0" noProof="0">
                <a:ln>
                  <a:noFill/>
                </a:ln>
                <a:solidFill>
                  <a:srgbClr val="50BE87"/>
                </a:solidFill>
                <a:effectLst/>
                <a:uLnTx/>
                <a:uFillTx/>
                <a:latin typeface="Helvetica 75 Bold"/>
                <a:ea typeface="+mn-ea"/>
                <a:cs typeface="+mn-cs"/>
              </a:rPr>
              <a:t> Quotes </a:t>
            </a:r>
          </a:p>
        </p:txBody>
      </p:sp>
      <p:cxnSp>
        <p:nvCxnSpPr>
          <p:cNvPr id="195" name="Connecteur droit avec flèche 194">
            <a:extLst>
              <a:ext uri="{FF2B5EF4-FFF2-40B4-BE49-F238E27FC236}">
                <a16:creationId xmlns:a16="http://schemas.microsoft.com/office/drawing/2014/main" id="{6C48577C-4D66-3A06-3F15-B6F9A8A7305E}"/>
              </a:ext>
            </a:extLst>
          </p:cNvPr>
          <p:cNvCxnSpPr>
            <a:cxnSpLocks/>
          </p:cNvCxnSpPr>
          <p:nvPr/>
        </p:nvCxnSpPr>
        <p:spPr>
          <a:xfrm flipH="1">
            <a:off x="8885067" y="3479951"/>
            <a:ext cx="12054" cy="939179"/>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7" name="Rectangle 206">
            <a:extLst>
              <a:ext uri="{FF2B5EF4-FFF2-40B4-BE49-F238E27FC236}">
                <a16:creationId xmlns:a16="http://schemas.microsoft.com/office/drawing/2014/main" id="{043B4E7B-BC1B-11F2-0B91-AA08EEA30088}"/>
              </a:ext>
            </a:extLst>
          </p:cNvPr>
          <p:cNvSpPr/>
          <p:nvPr/>
        </p:nvSpPr>
        <p:spPr>
          <a:xfrm>
            <a:off x="10256462" y="3563332"/>
            <a:ext cx="2529203" cy="77309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50BE87"/>
                </a:solidFill>
                <a:effectLst/>
                <a:uLnTx/>
                <a:uFillTx/>
                <a:latin typeface="Helvetica 75 Bold"/>
                <a:ea typeface="+mn-ea"/>
                <a:cs typeface="+mn-cs"/>
              </a:rPr>
              <a:t>CPQ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share</a:t>
            </a:r>
            <a:r>
              <a:rPr kumimoji="0" lang="fr-FR" sz="1200" b="1" i="1" u="none" strike="noStrike" kern="0" cap="none" spc="0" normalizeH="0" baseline="0" noProof="0">
                <a:ln>
                  <a:noFill/>
                </a:ln>
                <a:solidFill>
                  <a:srgbClr val="50BE87"/>
                </a:solidFill>
                <a:effectLst/>
                <a:uLnTx/>
                <a:uFillTx/>
                <a:latin typeface="Helvetica 75 Bold"/>
                <a:ea typeface="+mn-ea"/>
                <a:cs typeface="+mn-cs"/>
              </a:rPr>
              <a:t> all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quotes</a:t>
            </a:r>
            <a:r>
              <a:rPr kumimoji="0" lang="fr-FR" sz="1200" b="1" i="1" u="none" strike="noStrike" kern="0" cap="none" spc="0" normalizeH="0" baseline="0" noProof="0">
                <a:ln>
                  <a:noFill/>
                </a:ln>
                <a:solidFill>
                  <a:srgbClr val="50BE87"/>
                </a:solidFill>
                <a:effectLst/>
                <a:uLnTx/>
                <a:uFillTx/>
                <a:latin typeface="Helvetica 75 Bold"/>
                <a:ea typeface="+mn-ea"/>
                <a:cs typeface="+mn-cs"/>
              </a:rPr>
              <a:t> </a:t>
            </a:r>
            <a:r>
              <a:rPr kumimoji="0" lang="fr-FR" sz="1200" b="1" i="1" u="none" strike="noStrike" kern="0" cap="none" spc="0" normalizeH="0" baseline="0" noProof="0" err="1">
                <a:ln>
                  <a:noFill/>
                </a:ln>
                <a:solidFill>
                  <a:srgbClr val="50BE87"/>
                </a:solidFill>
                <a:effectLst/>
                <a:uLnTx/>
                <a:uFillTx/>
                <a:latin typeface="Helvetica 75 Bold"/>
                <a:ea typeface="+mn-ea"/>
                <a:cs typeface="+mn-cs"/>
              </a:rPr>
              <a:t>associated</a:t>
            </a:r>
            <a:r>
              <a:rPr kumimoji="0" lang="fr-FR" sz="1200" b="1" i="1" u="none" strike="noStrike" kern="0" cap="none" spc="0" normalizeH="0" baseline="0" noProof="0">
                <a:ln>
                  <a:noFill/>
                </a:ln>
                <a:solidFill>
                  <a:srgbClr val="50BE87"/>
                </a:solidFill>
                <a:effectLst/>
                <a:uLnTx/>
                <a:uFillTx/>
                <a:latin typeface="Helvetica 75 Bold"/>
                <a:ea typeface="+mn-ea"/>
                <a:cs typeface="+mn-cs"/>
              </a:rPr>
              <a:t> to the user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err="1">
                <a:ln>
                  <a:noFill/>
                </a:ln>
                <a:solidFill>
                  <a:srgbClr val="FF0000"/>
                </a:solidFill>
                <a:effectLst/>
                <a:uLnTx/>
                <a:uFillTx/>
                <a:latin typeface="Helvetica 75 Bold"/>
                <a:ea typeface="+mn-ea"/>
                <a:cs typeface="+mn-cs"/>
              </a:rPr>
              <a:t>Which</a:t>
            </a:r>
            <a:r>
              <a:rPr kumimoji="0" lang="fr-FR" sz="1200" b="1" i="1" u="none" strike="noStrike" kern="0" cap="none" spc="0" normalizeH="0" baseline="0" noProof="0">
                <a:ln>
                  <a:noFill/>
                </a:ln>
                <a:solidFill>
                  <a:srgbClr val="FF0000"/>
                </a:solidFill>
                <a:effectLst/>
                <a:uLnTx/>
                <a:uFillTx/>
                <a:latin typeface="Helvetica 75 Bold"/>
                <a:ea typeface="+mn-ea"/>
                <a:cs typeface="+mn-cs"/>
              </a:rPr>
              <a:t> </a:t>
            </a:r>
            <a:r>
              <a:rPr kumimoji="0" lang="fr-FR" sz="1200" b="1" i="1" u="none" strike="noStrike" kern="0" cap="none" spc="0" normalizeH="0" baseline="0" noProof="0" err="1">
                <a:ln>
                  <a:noFill/>
                </a:ln>
                <a:solidFill>
                  <a:srgbClr val="FF0000"/>
                </a:solidFill>
                <a:effectLst/>
                <a:uLnTx/>
                <a:uFillTx/>
                <a:latin typeface="Helvetica 75 Bold"/>
                <a:ea typeface="+mn-ea"/>
                <a:cs typeface="+mn-cs"/>
              </a:rPr>
              <a:t>status</a:t>
            </a:r>
            <a:r>
              <a:rPr kumimoji="0" lang="fr-FR" sz="1200" b="1" i="1" u="none" strike="noStrike" kern="0" cap="none" spc="0" normalizeH="0" baseline="0" noProof="0">
                <a:ln>
                  <a:noFill/>
                </a:ln>
                <a:solidFill>
                  <a:srgbClr val="FF0000"/>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50BE87"/>
                </a:solidFill>
                <a:effectLst/>
                <a:uLnTx/>
                <a:uFillTx/>
                <a:latin typeface="Helvetica 75 Bold"/>
                <a:ea typeface="+mn-ea"/>
                <a:cs typeface="+mn-cs"/>
              </a:rPr>
              <a:t>(</a:t>
            </a: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r>
              <a:rPr kumimoji="0" lang="fr-FR" sz="1200" b="1" i="1" u="none" strike="noStrike" kern="0" cap="none" spc="0" normalizeH="0" baseline="0" noProof="0">
                <a:ln>
                  <a:noFill/>
                </a:ln>
                <a:solidFill>
                  <a:srgbClr val="50BE87"/>
                </a:solidFill>
                <a:effectLst/>
                <a:uLnTx/>
                <a:uFillTx/>
                <a:latin typeface="Helvetica 75 Bold"/>
                <a:ea typeface="+mn-ea"/>
                <a:cs typeface="+mn-cs"/>
              </a:rPr>
              <a:t> &amp; </a:t>
            </a: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r>
              <a:rPr kumimoji="0" lang="fr-FR" sz="1200" b="1" i="1" u="none" strike="noStrike" kern="0" cap="none" spc="0" normalizeH="0" baseline="0" noProof="0">
                <a:ln>
                  <a:noFill/>
                </a:ln>
                <a:solidFill>
                  <a:srgbClr val="50BE87"/>
                </a:solidFill>
                <a:effectLst/>
                <a:uLnTx/>
                <a:uFillTx/>
                <a:latin typeface="Helvetica 75 Bold"/>
                <a:ea typeface="+mn-ea"/>
                <a:cs typeface="+mn-cs"/>
              </a:rPr>
              <a:t>)</a:t>
            </a:r>
          </a:p>
        </p:txBody>
      </p:sp>
      <p:sp>
        <p:nvSpPr>
          <p:cNvPr id="213" name="Rectangle : coins arrondis 212">
            <a:extLst>
              <a:ext uri="{FF2B5EF4-FFF2-40B4-BE49-F238E27FC236}">
                <a16:creationId xmlns:a16="http://schemas.microsoft.com/office/drawing/2014/main" id="{17133708-ADE3-EAF1-285E-9DF3625C1833}"/>
              </a:ext>
            </a:extLst>
          </p:cNvPr>
          <p:cNvSpPr/>
          <p:nvPr/>
        </p:nvSpPr>
        <p:spPr>
          <a:xfrm>
            <a:off x="1981321" y="4946384"/>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11" name="ZoneTexte 210">
            <a:extLst>
              <a:ext uri="{FF2B5EF4-FFF2-40B4-BE49-F238E27FC236}">
                <a16:creationId xmlns:a16="http://schemas.microsoft.com/office/drawing/2014/main" id="{E6C5A0FB-9B70-B030-382E-BA76577DF322}"/>
              </a:ext>
            </a:extLst>
          </p:cNvPr>
          <p:cNvSpPr txBox="1"/>
          <p:nvPr/>
        </p:nvSpPr>
        <p:spPr>
          <a:xfrm>
            <a:off x="1959751" y="4993493"/>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15" name="Connecteur droit 214">
            <a:extLst>
              <a:ext uri="{FF2B5EF4-FFF2-40B4-BE49-F238E27FC236}">
                <a16:creationId xmlns:a16="http://schemas.microsoft.com/office/drawing/2014/main" id="{B3D4CB8F-4A3D-0539-64B4-50B1D791AD4A}"/>
              </a:ext>
            </a:extLst>
          </p:cNvPr>
          <p:cNvCxnSpPr/>
          <p:nvPr/>
        </p:nvCxnSpPr>
        <p:spPr>
          <a:xfrm>
            <a:off x="2101348" y="5270492"/>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11" name="Image 310">
            <a:extLst>
              <a:ext uri="{FF2B5EF4-FFF2-40B4-BE49-F238E27FC236}">
                <a16:creationId xmlns:a16="http://schemas.microsoft.com/office/drawing/2014/main" id="{32AF6288-0F0E-4BF5-B355-A5CC0363FB5E}"/>
              </a:ext>
            </a:extLst>
          </p:cNvPr>
          <p:cNvPicPr>
            <a:picLocks noChangeAspect="1"/>
          </p:cNvPicPr>
          <p:nvPr/>
        </p:nvPicPr>
        <p:blipFill>
          <a:blip r:embed="rId14">
            <a:duotone>
              <a:schemeClr val="accent2">
                <a:shade val="45000"/>
                <a:satMod val="135000"/>
              </a:schemeClr>
              <a:prstClr val="white"/>
            </a:duotone>
          </a:blip>
          <a:stretch>
            <a:fillRect/>
          </a:stretch>
        </p:blipFill>
        <p:spPr>
          <a:xfrm>
            <a:off x="2201560" y="4618331"/>
            <a:ext cx="228710" cy="228710"/>
          </a:xfrm>
          <a:prstGeom prst="rect">
            <a:avLst/>
          </a:prstGeom>
          <a:ln>
            <a:solidFill>
              <a:schemeClr val="accent2"/>
            </a:solidFill>
          </a:ln>
        </p:spPr>
      </p:pic>
      <p:sp>
        <p:nvSpPr>
          <p:cNvPr id="216" name="Rectangle 215">
            <a:extLst>
              <a:ext uri="{FF2B5EF4-FFF2-40B4-BE49-F238E27FC236}">
                <a16:creationId xmlns:a16="http://schemas.microsoft.com/office/drawing/2014/main" id="{46D690D3-587F-CF77-CE05-701F6CFA3B17}"/>
              </a:ext>
            </a:extLst>
          </p:cNvPr>
          <p:cNvSpPr/>
          <p:nvPr/>
        </p:nvSpPr>
        <p:spPr>
          <a:xfrm>
            <a:off x="2372269" y="4614852"/>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sp>
        <p:nvSpPr>
          <p:cNvPr id="223" name="Rectangle : coins arrondis 222">
            <a:extLst>
              <a:ext uri="{FF2B5EF4-FFF2-40B4-BE49-F238E27FC236}">
                <a16:creationId xmlns:a16="http://schemas.microsoft.com/office/drawing/2014/main" id="{51B297D2-3E50-C992-3917-87D0BB41D634}"/>
              </a:ext>
            </a:extLst>
          </p:cNvPr>
          <p:cNvSpPr/>
          <p:nvPr/>
        </p:nvSpPr>
        <p:spPr>
          <a:xfrm>
            <a:off x="5646468" y="4878281"/>
            <a:ext cx="1002429" cy="1205664"/>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24" name="ZoneTexte 223">
            <a:extLst>
              <a:ext uri="{FF2B5EF4-FFF2-40B4-BE49-F238E27FC236}">
                <a16:creationId xmlns:a16="http://schemas.microsoft.com/office/drawing/2014/main" id="{7478E72D-9C5E-71B3-10B7-C2ECE03A9D03}"/>
              </a:ext>
            </a:extLst>
          </p:cNvPr>
          <p:cNvSpPr txBox="1"/>
          <p:nvPr/>
        </p:nvSpPr>
        <p:spPr>
          <a:xfrm>
            <a:off x="5624898" y="4925390"/>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25" name="Connecteur droit 224">
            <a:extLst>
              <a:ext uri="{FF2B5EF4-FFF2-40B4-BE49-F238E27FC236}">
                <a16:creationId xmlns:a16="http://schemas.microsoft.com/office/drawing/2014/main" id="{7BBCADCC-8984-A805-F7DA-C33BEB6C2D6D}"/>
              </a:ext>
            </a:extLst>
          </p:cNvPr>
          <p:cNvCxnSpPr/>
          <p:nvPr/>
        </p:nvCxnSpPr>
        <p:spPr>
          <a:xfrm>
            <a:off x="5766495" y="5202389"/>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26" name="Image 225">
            <a:extLst>
              <a:ext uri="{FF2B5EF4-FFF2-40B4-BE49-F238E27FC236}">
                <a16:creationId xmlns:a16="http://schemas.microsoft.com/office/drawing/2014/main" id="{37127AE0-977C-78EA-E3E8-26CFF600E35B}"/>
              </a:ext>
            </a:extLst>
          </p:cNvPr>
          <p:cNvPicPr>
            <a:picLocks noChangeAspect="1"/>
          </p:cNvPicPr>
          <p:nvPr/>
        </p:nvPicPr>
        <p:blipFill>
          <a:blip r:embed="rId14">
            <a:duotone>
              <a:schemeClr val="accent6">
                <a:shade val="45000"/>
                <a:satMod val="135000"/>
              </a:schemeClr>
              <a:prstClr val="white"/>
            </a:duotone>
          </a:blip>
          <a:stretch>
            <a:fillRect/>
          </a:stretch>
        </p:blipFill>
        <p:spPr>
          <a:xfrm>
            <a:off x="5866707" y="4550228"/>
            <a:ext cx="228710" cy="228710"/>
          </a:xfrm>
          <a:prstGeom prst="rect">
            <a:avLst/>
          </a:prstGeom>
          <a:ln>
            <a:noFill/>
          </a:ln>
        </p:spPr>
      </p:pic>
      <p:sp>
        <p:nvSpPr>
          <p:cNvPr id="227" name="Rectangle 226">
            <a:extLst>
              <a:ext uri="{FF2B5EF4-FFF2-40B4-BE49-F238E27FC236}">
                <a16:creationId xmlns:a16="http://schemas.microsoft.com/office/drawing/2014/main" id="{E3DE2FC7-0E27-AEE4-4EDA-33D82A29D2C9}"/>
              </a:ext>
            </a:extLst>
          </p:cNvPr>
          <p:cNvSpPr/>
          <p:nvPr/>
        </p:nvSpPr>
        <p:spPr>
          <a:xfrm>
            <a:off x="6037416" y="4546749"/>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28" name="Rectangle 227">
            <a:extLst>
              <a:ext uri="{FF2B5EF4-FFF2-40B4-BE49-F238E27FC236}">
                <a16:creationId xmlns:a16="http://schemas.microsoft.com/office/drawing/2014/main" id="{B4710BC4-6D92-0BBA-0123-87245AC168B1}"/>
              </a:ext>
            </a:extLst>
          </p:cNvPr>
          <p:cNvSpPr/>
          <p:nvPr/>
        </p:nvSpPr>
        <p:spPr>
          <a:xfrm>
            <a:off x="5653245" y="5968710"/>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pic>
        <p:nvPicPr>
          <p:cNvPr id="31" name="Graphique 30" descr="Panier de course avec un remplissage uni">
            <a:extLst>
              <a:ext uri="{FF2B5EF4-FFF2-40B4-BE49-F238E27FC236}">
                <a16:creationId xmlns:a16="http://schemas.microsoft.com/office/drawing/2014/main" id="{231B5664-F1AE-5567-8C20-3FC1E0EB74B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00026" y="2727667"/>
            <a:ext cx="449322" cy="449322"/>
          </a:xfrm>
          <a:prstGeom prst="rect">
            <a:avLst/>
          </a:prstGeom>
        </p:spPr>
      </p:pic>
      <p:sp>
        <p:nvSpPr>
          <p:cNvPr id="229" name="Rectangle 228">
            <a:extLst>
              <a:ext uri="{FF2B5EF4-FFF2-40B4-BE49-F238E27FC236}">
                <a16:creationId xmlns:a16="http://schemas.microsoft.com/office/drawing/2014/main" id="{7D202682-E261-EC6F-59B2-9877DC0350B2}"/>
              </a:ext>
            </a:extLst>
          </p:cNvPr>
          <p:cNvSpPr/>
          <p:nvPr/>
        </p:nvSpPr>
        <p:spPr>
          <a:xfrm>
            <a:off x="4668399" y="3145851"/>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cxnSp>
        <p:nvCxnSpPr>
          <p:cNvPr id="232" name="Connecteur droit avec flèche 231">
            <a:extLst>
              <a:ext uri="{FF2B5EF4-FFF2-40B4-BE49-F238E27FC236}">
                <a16:creationId xmlns:a16="http://schemas.microsoft.com/office/drawing/2014/main" id="{ECB9B0E5-DED8-4D7C-2B1A-5771F49EC7D8}"/>
              </a:ext>
            </a:extLst>
          </p:cNvPr>
          <p:cNvCxnSpPr>
            <a:cxnSpLocks/>
          </p:cNvCxnSpPr>
          <p:nvPr/>
        </p:nvCxnSpPr>
        <p:spPr>
          <a:xfrm>
            <a:off x="5223596" y="2997646"/>
            <a:ext cx="500606" cy="0"/>
          </a:xfrm>
          <a:prstGeom prst="straightConnector1">
            <a:avLst/>
          </a:prstGeom>
          <a:ln>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33" name="Graphique 232" descr="Utilisateur avec un remplissage uni">
            <a:extLst>
              <a:ext uri="{FF2B5EF4-FFF2-40B4-BE49-F238E27FC236}">
                <a16:creationId xmlns:a16="http://schemas.microsoft.com/office/drawing/2014/main" id="{5AE5DF43-5672-9120-C9A5-00A3A917DF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23372" y="4981890"/>
            <a:ext cx="249055" cy="249055"/>
          </a:xfrm>
          <a:prstGeom prst="rect">
            <a:avLst/>
          </a:prstGeom>
        </p:spPr>
      </p:pic>
      <p:cxnSp>
        <p:nvCxnSpPr>
          <p:cNvPr id="234" name="Connecteur droit avec flèche 233">
            <a:extLst>
              <a:ext uri="{FF2B5EF4-FFF2-40B4-BE49-F238E27FC236}">
                <a16:creationId xmlns:a16="http://schemas.microsoft.com/office/drawing/2014/main" id="{92181001-A80B-2223-D246-9AB8D36E7075}"/>
              </a:ext>
            </a:extLst>
          </p:cNvPr>
          <p:cNvCxnSpPr>
            <a:cxnSpLocks/>
          </p:cNvCxnSpPr>
          <p:nvPr/>
        </p:nvCxnSpPr>
        <p:spPr>
          <a:xfrm>
            <a:off x="2295035" y="3570421"/>
            <a:ext cx="20880" cy="791600"/>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2" name="Rectangle 241">
            <a:extLst>
              <a:ext uri="{FF2B5EF4-FFF2-40B4-BE49-F238E27FC236}">
                <a16:creationId xmlns:a16="http://schemas.microsoft.com/office/drawing/2014/main" id="{E09F7609-B3D1-A6CD-617E-F89F801499DF}"/>
              </a:ext>
            </a:extLst>
          </p:cNvPr>
          <p:cNvSpPr/>
          <p:nvPr/>
        </p:nvSpPr>
        <p:spPr>
          <a:xfrm>
            <a:off x="2315915" y="3792335"/>
            <a:ext cx="1208263" cy="248725"/>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C</a:t>
            </a:r>
            <a:r>
              <a:rPr kumimoji="0" lang="fr-FR" sz="1200" b="1" i="1" u="none" strike="noStrike" kern="0" cap="none" spc="0" normalizeH="0" baseline="0" noProof="0" err="1">
                <a:ln>
                  <a:noFill/>
                </a:ln>
                <a:solidFill>
                  <a:srgbClr val="4BB4E6"/>
                </a:solidFill>
                <a:effectLst/>
                <a:uLnTx/>
                <a:uFillTx/>
                <a:latin typeface="Helvetica 75 Bold"/>
                <a:ea typeface="+mn-ea"/>
                <a:cs typeface="+mn-cs"/>
              </a:rPr>
              <a:t>reate</a:t>
            </a:r>
            <a:r>
              <a:rPr kumimoji="0" lang="fr-FR" sz="1200" b="1" i="1" u="none" strike="noStrike" kern="0" cap="none" spc="0" normalizeH="0" baseline="0" noProof="0">
                <a:ln>
                  <a:noFill/>
                </a:ln>
                <a:solidFill>
                  <a:srgbClr val="4BB4E6"/>
                </a:solidFill>
                <a:effectLst/>
                <a:uLnTx/>
                <a:uFillTx/>
                <a:latin typeface="Helvetica 75 Bold"/>
                <a:ea typeface="+mn-ea"/>
                <a:cs typeface="+mn-cs"/>
              </a:rPr>
              <a:t> </a:t>
            </a:r>
            <a:r>
              <a:rPr kumimoji="0" lang="fr-FR" sz="1200" b="1" i="1" u="none" strike="noStrike" kern="0" cap="none" spc="0" normalizeH="0" baseline="0" noProof="0" err="1">
                <a:ln>
                  <a:noFill/>
                </a:ln>
                <a:solidFill>
                  <a:srgbClr val="4BB4E6"/>
                </a:solidFill>
                <a:effectLst/>
                <a:uLnTx/>
                <a:uFillTx/>
                <a:latin typeface="Helvetica 75 Bold"/>
                <a:ea typeface="+mn-ea"/>
                <a:cs typeface="+mn-cs"/>
              </a:rPr>
              <a:t>Quote</a:t>
            </a:r>
            <a:r>
              <a:rPr kumimoji="0" lang="fr-FR" sz="1200" b="1" i="1" u="none" strike="noStrike" kern="0" cap="none" spc="0" normalizeH="0" baseline="0" noProof="0">
                <a:ln>
                  <a:noFill/>
                </a:ln>
                <a:solidFill>
                  <a:srgbClr val="4BB4E6"/>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cxnSp>
        <p:nvCxnSpPr>
          <p:cNvPr id="243" name="Connecteur droit avec flèche 242">
            <a:extLst>
              <a:ext uri="{FF2B5EF4-FFF2-40B4-BE49-F238E27FC236}">
                <a16:creationId xmlns:a16="http://schemas.microsoft.com/office/drawing/2014/main" id="{6262342A-6241-029D-11D7-C2B85FE68ECD}"/>
              </a:ext>
            </a:extLst>
          </p:cNvPr>
          <p:cNvCxnSpPr>
            <a:cxnSpLocks/>
          </p:cNvCxnSpPr>
          <p:nvPr/>
        </p:nvCxnSpPr>
        <p:spPr>
          <a:xfrm>
            <a:off x="6037416" y="3558745"/>
            <a:ext cx="0" cy="832329"/>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4" name="Rectangle 243">
            <a:extLst>
              <a:ext uri="{FF2B5EF4-FFF2-40B4-BE49-F238E27FC236}">
                <a16:creationId xmlns:a16="http://schemas.microsoft.com/office/drawing/2014/main" id="{1F76E1BD-F328-B737-E727-ABDFBF9C5A80}"/>
              </a:ext>
            </a:extLst>
          </p:cNvPr>
          <p:cNvSpPr/>
          <p:nvPr/>
        </p:nvSpPr>
        <p:spPr>
          <a:xfrm>
            <a:off x="6073441" y="3736656"/>
            <a:ext cx="1323317" cy="404581"/>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C</a:t>
            </a:r>
            <a:r>
              <a:rPr kumimoji="0" lang="fr-FR" sz="1200" b="1" i="1" u="none" strike="noStrike" kern="0" cap="none" spc="0" normalizeH="0" baseline="0" noProof="0" err="1">
                <a:ln>
                  <a:noFill/>
                </a:ln>
                <a:solidFill>
                  <a:srgbClr val="FFD200"/>
                </a:solidFill>
                <a:effectLst/>
                <a:uLnTx/>
                <a:uFillTx/>
                <a:latin typeface="Helvetica 75 Bold"/>
                <a:ea typeface="+mn-ea"/>
                <a:cs typeface="+mn-cs"/>
              </a:rPr>
              <a:t>reate</a:t>
            </a:r>
            <a:r>
              <a:rPr kumimoji="0" lang="fr-FR" sz="1200" b="1" i="1" u="none" strike="noStrike" kern="0" cap="none" spc="0" normalizeH="0" baseline="0" noProof="0">
                <a:ln>
                  <a:noFill/>
                </a:ln>
                <a:solidFill>
                  <a:srgbClr val="FFD200"/>
                </a:solidFill>
                <a:effectLst/>
                <a:uLnTx/>
                <a:uFillTx/>
                <a:latin typeface="Helvetica 75 Bold"/>
                <a:ea typeface="+mn-ea"/>
                <a:cs typeface="+mn-cs"/>
              </a:rPr>
              <a:t> </a:t>
            </a:r>
            <a:r>
              <a:rPr kumimoji="0" lang="fr-FR" sz="1200" b="1" i="1" u="none" strike="noStrike" kern="0" cap="none" spc="0" normalizeH="0" baseline="0" noProof="0" err="1">
                <a:ln>
                  <a:noFill/>
                </a:ln>
                <a:solidFill>
                  <a:srgbClr val="FFD200"/>
                </a:solidFill>
                <a:effectLst/>
                <a:uLnTx/>
                <a:uFillTx/>
                <a:latin typeface="Helvetica 75 Bold"/>
                <a:ea typeface="+mn-ea"/>
                <a:cs typeface="+mn-cs"/>
              </a:rPr>
              <a:t>Quote</a:t>
            </a:r>
            <a:r>
              <a:rPr kumimoji="0" lang="fr-FR" sz="1200" b="1" i="1" u="none" strike="noStrike" kern="0" cap="none" spc="0" normalizeH="0" baseline="0" noProof="0">
                <a:ln>
                  <a:noFill/>
                </a:ln>
                <a:solidFill>
                  <a:srgbClr val="FFD200"/>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46" name="Rectangle : coins arrondis 245">
            <a:extLst>
              <a:ext uri="{FF2B5EF4-FFF2-40B4-BE49-F238E27FC236}">
                <a16:creationId xmlns:a16="http://schemas.microsoft.com/office/drawing/2014/main" id="{AC424511-00B3-F601-B3BE-80CECA4058A5}"/>
              </a:ext>
            </a:extLst>
          </p:cNvPr>
          <p:cNvSpPr/>
          <p:nvPr/>
        </p:nvSpPr>
        <p:spPr>
          <a:xfrm>
            <a:off x="4561972" y="4869552"/>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47" name="ZoneTexte 246">
            <a:extLst>
              <a:ext uri="{FF2B5EF4-FFF2-40B4-BE49-F238E27FC236}">
                <a16:creationId xmlns:a16="http://schemas.microsoft.com/office/drawing/2014/main" id="{F2B8376B-9C2D-E25D-6489-613772F975CC}"/>
              </a:ext>
            </a:extLst>
          </p:cNvPr>
          <p:cNvSpPr txBox="1"/>
          <p:nvPr/>
        </p:nvSpPr>
        <p:spPr>
          <a:xfrm>
            <a:off x="4540402" y="4916661"/>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48" name="Connecteur droit 247">
            <a:extLst>
              <a:ext uri="{FF2B5EF4-FFF2-40B4-BE49-F238E27FC236}">
                <a16:creationId xmlns:a16="http://schemas.microsoft.com/office/drawing/2014/main" id="{FC2D3039-D4C1-FD80-0248-CEA5A97C1813}"/>
              </a:ext>
            </a:extLst>
          </p:cNvPr>
          <p:cNvCxnSpPr/>
          <p:nvPr/>
        </p:nvCxnSpPr>
        <p:spPr>
          <a:xfrm>
            <a:off x="4681999" y="5193660"/>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49" name="Image 248">
            <a:extLst>
              <a:ext uri="{FF2B5EF4-FFF2-40B4-BE49-F238E27FC236}">
                <a16:creationId xmlns:a16="http://schemas.microsoft.com/office/drawing/2014/main" id="{1E2C2636-F07D-E908-0690-5567FB4417F4}"/>
              </a:ext>
            </a:extLst>
          </p:cNvPr>
          <p:cNvPicPr>
            <a:picLocks noChangeAspect="1"/>
          </p:cNvPicPr>
          <p:nvPr/>
        </p:nvPicPr>
        <p:blipFill>
          <a:blip r:embed="rId14">
            <a:duotone>
              <a:schemeClr val="accent2">
                <a:shade val="45000"/>
                <a:satMod val="135000"/>
              </a:schemeClr>
              <a:prstClr val="white"/>
            </a:duotone>
          </a:blip>
          <a:stretch>
            <a:fillRect/>
          </a:stretch>
        </p:blipFill>
        <p:spPr>
          <a:xfrm>
            <a:off x="4782211" y="4541499"/>
            <a:ext cx="228710" cy="228710"/>
          </a:xfrm>
          <a:prstGeom prst="rect">
            <a:avLst/>
          </a:prstGeom>
          <a:ln>
            <a:noFill/>
          </a:ln>
        </p:spPr>
      </p:pic>
      <p:sp>
        <p:nvSpPr>
          <p:cNvPr id="250" name="Rectangle 249">
            <a:extLst>
              <a:ext uri="{FF2B5EF4-FFF2-40B4-BE49-F238E27FC236}">
                <a16:creationId xmlns:a16="http://schemas.microsoft.com/office/drawing/2014/main" id="{08EC65D0-9164-E827-F581-27A54256BD36}"/>
              </a:ext>
            </a:extLst>
          </p:cNvPr>
          <p:cNvSpPr/>
          <p:nvPr/>
        </p:nvSpPr>
        <p:spPr>
          <a:xfrm>
            <a:off x="4952920" y="4538020"/>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pic>
        <p:nvPicPr>
          <p:cNvPr id="251" name="Graphique 250" descr="Utilisateur avec un remplissage uni">
            <a:extLst>
              <a:ext uri="{FF2B5EF4-FFF2-40B4-BE49-F238E27FC236}">
                <a16:creationId xmlns:a16="http://schemas.microsoft.com/office/drawing/2014/main" id="{0632BB5A-A9E2-1F66-76B3-D49F29906FA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04023" y="4905058"/>
            <a:ext cx="249055" cy="249055"/>
          </a:xfrm>
          <a:prstGeom prst="rect">
            <a:avLst/>
          </a:prstGeom>
        </p:spPr>
      </p:pic>
      <p:cxnSp>
        <p:nvCxnSpPr>
          <p:cNvPr id="253" name="Connecteur droit avec flèche 252">
            <a:extLst>
              <a:ext uri="{FF2B5EF4-FFF2-40B4-BE49-F238E27FC236}">
                <a16:creationId xmlns:a16="http://schemas.microsoft.com/office/drawing/2014/main" id="{8571A8C5-80AD-6D1A-7B0C-C5820551FE80}"/>
              </a:ext>
            </a:extLst>
          </p:cNvPr>
          <p:cNvCxnSpPr>
            <a:cxnSpLocks/>
            <a:stCxn id="238" idx="3"/>
          </p:cNvCxnSpPr>
          <p:nvPr/>
        </p:nvCxnSpPr>
        <p:spPr>
          <a:xfrm flipV="1">
            <a:off x="6194695" y="1966407"/>
            <a:ext cx="1059904" cy="7649"/>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Rectangle : coins arrondis 31">
            <a:extLst>
              <a:ext uri="{FF2B5EF4-FFF2-40B4-BE49-F238E27FC236}">
                <a16:creationId xmlns:a16="http://schemas.microsoft.com/office/drawing/2014/main" id="{F05941B0-149C-7AE6-423A-0E557956AAF0}"/>
              </a:ext>
            </a:extLst>
          </p:cNvPr>
          <p:cNvSpPr/>
          <p:nvPr/>
        </p:nvSpPr>
        <p:spPr>
          <a:xfrm>
            <a:off x="7360733" y="1633218"/>
            <a:ext cx="790906"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logout, </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sp>
        <p:nvSpPr>
          <p:cNvPr id="33" name="Rectangle : coins arrondis 32">
            <a:extLst>
              <a:ext uri="{FF2B5EF4-FFF2-40B4-BE49-F238E27FC236}">
                <a16:creationId xmlns:a16="http://schemas.microsoft.com/office/drawing/2014/main" id="{0946FC89-6B6B-2EFE-7B62-B7CA6360CED9}"/>
              </a:ext>
            </a:extLst>
          </p:cNvPr>
          <p:cNvSpPr/>
          <p:nvPr/>
        </p:nvSpPr>
        <p:spPr>
          <a:xfrm>
            <a:off x="8925125" y="1633218"/>
            <a:ext cx="2882320" cy="700795"/>
          </a:xfrm>
          <a:prstGeom prst="roundRect">
            <a:avLst>
              <a:gd name="adj" fmla="val 7931"/>
            </a:avLst>
          </a:prstGeom>
          <a:gradFill flip="none" rotWithShape="1">
            <a:gsLst>
              <a:gs pos="0">
                <a:srgbClr val="FF7900"/>
              </a:gs>
              <a:gs pos="100000">
                <a:srgbClr val="FF7900">
                  <a:lumMod val="75000"/>
                </a:srgbClr>
              </a:gs>
            </a:gsLst>
            <a:lin ang="27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Helvetica 75 Bold"/>
                <a:ea typeface="+mn-ea"/>
                <a:cs typeface="+mn-cs"/>
              </a:rPr>
              <a:t>I login again and purse my buying journey</a:t>
            </a:r>
            <a:endParaRPr kumimoji="0" lang="en-US" sz="1000" b="1" i="0" u="none" strike="noStrike" kern="0" cap="none" spc="0" normalizeH="0" baseline="0" noProof="0">
              <a:ln>
                <a:noFill/>
              </a:ln>
              <a:solidFill>
                <a:srgbClr val="FFFFFF"/>
              </a:solidFill>
              <a:effectLst/>
              <a:uLnTx/>
              <a:uFillTx/>
              <a:latin typeface="Helvetica 75 Bold"/>
              <a:ea typeface="+mn-ea"/>
              <a:cs typeface="+mn-cs"/>
            </a:endParaRPr>
          </a:p>
        </p:txBody>
      </p:sp>
      <p:cxnSp>
        <p:nvCxnSpPr>
          <p:cNvPr id="34" name="Connecteur droit avec flèche 33">
            <a:extLst>
              <a:ext uri="{FF2B5EF4-FFF2-40B4-BE49-F238E27FC236}">
                <a16:creationId xmlns:a16="http://schemas.microsoft.com/office/drawing/2014/main" id="{A92F0286-1794-1E5D-54C1-8D2245DDE410}"/>
              </a:ext>
            </a:extLst>
          </p:cNvPr>
          <p:cNvCxnSpPr>
            <a:cxnSpLocks/>
            <a:stCxn id="32" idx="3"/>
            <a:endCxn id="24" idx="1"/>
          </p:cNvCxnSpPr>
          <p:nvPr/>
        </p:nvCxnSpPr>
        <p:spPr>
          <a:xfrm flipV="1">
            <a:off x="8151639" y="1974057"/>
            <a:ext cx="675427" cy="9559"/>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031C6F89-41B8-91A9-758A-922FA7014041}"/>
              </a:ext>
            </a:extLst>
          </p:cNvPr>
          <p:cNvCxnSpPr>
            <a:cxnSpLocks/>
          </p:cNvCxnSpPr>
          <p:nvPr/>
        </p:nvCxnSpPr>
        <p:spPr>
          <a:xfrm flipV="1">
            <a:off x="10106509" y="3558745"/>
            <a:ext cx="0" cy="838584"/>
          </a:xfrm>
          <a:prstGeom prst="straightConnector1">
            <a:avLst/>
          </a:prstGeom>
          <a:ln w="57150">
            <a:solidFill>
              <a:schemeClr val="tx1">
                <a:lumMod val="50000"/>
                <a:lumOff val="50000"/>
              </a:schemeClr>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5" name="Rectangle : coins arrondis 44">
            <a:extLst>
              <a:ext uri="{FF2B5EF4-FFF2-40B4-BE49-F238E27FC236}">
                <a16:creationId xmlns:a16="http://schemas.microsoft.com/office/drawing/2014/main" id="{EE07D806-F521-A922-ADB2-9D5614CF5433}"/>
              </a:ext>
            </a:extLst>
          </p:cNvPr>
          <p:cNvSpPr/>
          <p:nvPr/>
        </p:nvSpPr>
        <p:spPr>
          <a:xfrm>
            <a:off x="8812225" y="2511368"/>
            <a:ext cx="3002151" cy="998874"/>
          </a:xfrm>
          <a:prstGeom prst="roundRect">
            <a:avLst/>
          </a:prstGeom>
          <a:solidFill>
            <a:schemeClr val="tx1">
              <a:lumMod val="65000"/>
              <a:lumOff val="3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1200" cap="none" spc="0" normalizeH="0" baseline="0" noProof="0">
                <a:ln>
                  <a:noFill/>
                </a:ln>
                <a:solidFill>
                  <a:srgbClr val="FFFFFF"/>
                </a:solidFill>
                <a:effectLst/>
                <a:uLnTx/>
                <a:uFillTx/>
                <a:latin typeface="Helvetica 75 Bold"/>
                <a:ea typeface="+mn-ea"/>
                <a:cs typeface="+mn-cs"/>
              </a:rPr>
              <a:t>      </a:t>
            </a:r>
            <a:r>
              <a:rPr kumimoji="0" lang="fr-FR" sz="105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800" b="1" i="1" u="none" strike="noStrike" kern="1200" cap="none" spc="0" normalizeH="0" baseline="0" noProof="0">
              <a:ln>
                <a:noFill/>
              </a:ln>
              <a:solidFill>
                <a:srgbClr val="FFFFFF"/>
              </a:solidFill>
              <a:effectLst/>
              <a:uLnTx/>
              <a:uFillTx/>
              <a:latin typeface="Helvetica 75 Bold"/>
              <a:ea typeface="+mn-ea"/>
              <a:cs typeface="+mn-cs"/>
            </a:endParaRPr>
          </a:p>
        </p:txBody>
      </p:sp>
      <p:sp>
        <p:nvSpPr>
          <p:cNvPr id="62" name="Rectangle : coins arrondis 61">
            <a:extLst>
              <a:ext uri="{FF2B5EF4-FFF2-40B4-BE49-F238E27FC236}">
                <a16:creationId xmlns:a16="http://schemas.microsoft.com/office/drawing/2014/main" id="{3350D97B-06AD-709B-6405-7EF8DA738BAC}"/>
              </a:ext>
            </a:extLst>
          </p:cNvPr>
          <p:cNvSpPr/>
          <p:nvPr/>
        </p:nvSpPr>
        <p:spPr>
          <a:xfrm>
            <a:off x="10375614" y="4879443"/>
            <a:ext cx="1002429" cy="1205664"/>
          </a:xfrm>
          <a:prstGeom prst="roundRect">
            <a:avLst/>
          </a:prstGeom>
          <a:solidFill>
            <a:schemeClr val="tx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63" name="ZoneTexte 62">
            <a:extLst>
              <a:ext uri="{FF2B5EF4-FFF2-40B4-BE49-F238E27FC236}">
                <a16:creationId xmlns:a16="http://schemas.microsoft.com/office/drawing/2014/main" id="{E6284FE3-CACB-D794-74C3-41FF8137833D}"/>
              </a:ext>
            </a:extLst>
          </p:cNvPr>
          <p:cNvSpPr txBox="1"/>
          <p:nvPr/>
        </p:nvSpPr>
        <p:spPr>
          <a:xfrm>
            <a:off x="10354044" y="4926552"/>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56" name="Connecteur droit 255">
            <a:extLst>
              <a:ext uri="{FF2B5EF4-FFF2-40B4-BE49-F238E27FC236}">
                <a16:creationId xmlns:a16="http://schemas.microsoft.com/office/drawing/2014/main" id="{2758A874-B10D-94C4-CC2B-4068AEBE74A3}"/>
              </a:ext>
            </a:extLst>
          </p:cNvPr>
          <p:cNvCxnSpPr/>
          <p:nvPr/>
        </p:nvCxnSpPr>
        <p:spPr>
          <a:xfrm>
            <a:off x="10495641" y="5203551"/>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58" name="Image 257">
            <a:extLst>
              <a:ext uri="{FF2B5EF4-FFF2-40B4-BE49-F238E27FC236}">
                <a16:creationId xmlns:a16="http://schemas.microsoft.com/office/drawing/2014/main" id="{99452F45-71DD-EE91-8523-59C7B32B6AEB}"/>
              </a:ext>
            </a:extLst>
          </p:cNvPr>
          <p:cNvPicPr>
            <a:picLocks noChangeAspect="1"/>
          </p:cNvPicPr>
          <p:nvPr/>
        </p:nvPicPr>
        <p:blipFill>
          <a:blip r:embed="rId14">
            <a:duotone>
              <a:schemeClr val="accent6">
                <a:shade val="45000"/>
                <a:satMod val="135000"/>
              </a:schemeClr>
              <a:prstClr val="white"/>
            </a:duotone>
          </a:blip>
          <a:stretch>
            <a:fillRect/>
          </a:stretch>
        </p:blipFill>
        <p:spPr>
          <a:xfrm>
            <a:off x="10595853" y="4551390"/>
            <a:ext cx="228710" cy="228710"/>
          </a:xfrm>
          <a:prstGeom prst="rect">
            <a:avLst/>
          </a:prstGeom>
          <a:ln>
            <a:noFill/>
          </a:ln>
        </p:spPr>
      </p:pic>
      <p:sp>
        <p:nvSpPr>
          <p:cNvPr id="260" name="Rectangle 259">
            <a:extLst>
              <a:ext uri="{FF2B5EF4-FFF2-40B4-BE49-F238E27FC236}">
                <a16:creationId xmlns:a16="http://schemas.microsoft.com/office/drawing/2014/main" id="{45C325CD-40F5-5BBA-6054-3FECA95CB449}"/>
              </a:ext>
            </a:extLst>
          </p:cNvPr>
          <p:cNvSpPr/>
          <p:nvPr/>
        </p:nvSpPr>
        <p:spPr>
          <a:xfrm>
            <a:off x="10766562" y="4547911"/>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FFD200"/>
                </a:solidFill>
                <a:effectLst/>
                <a:uLnTx/>
                <a:uFillTx/>
                <a:latin typeface="Helvetica 75 Bold"/>
                <a:ea typeface="+mn-ea"/>
                <a:cs typeface="+mn-cs"/>
              </a:rPr>
              <a:t>Q2</a:t>
            </a:r>
          </a:p>
        </p:txBody>
      </p:sp>
      <p:sp>
        <p:nvSpPr>
          <p:cNvPr id="261" name="Rectangle 260">
            <a:extLst>
              <a:ext uri="{FF2B5EF4-FFF2-40B4-BE49-F238E27FC236}">
                <a16:creationId xmlns:a16="http://schemas.microsoft.com/office/drawing/2014/main" id="{6D45AF03-B9AD-491F-2BF7-790115D2ED2A}"/>
              </a:ext>
            </a:extLst>
          </p:cNvPr>
          <p:cNvSpPr/>
          <p:nvPr/>
        </p:nvSpPr>
        <p:spPr>
          <a:xfrm>
            <a:off x="10382391" y="5969872"/>
            <a:ext cx="1017221" cy="49613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Save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endParaRPr kumimoji="0" lang="fr-FR" sz="1000" b="1" i="1" u="none" strike="noStrike" kern="0" cap="none" spc="0" normalizeH="0" baseline="0" noProof="0">
              <a:ln>
                <a:noFill/>
              </a:ln>
              <a:solidFill>
                <a:srgbClr val="FFD200"/>
              </a:solidFill>
              <a:effectLst/>
              <a:uLnTx/>
              <a:uFillTx/>
              <a:latin typeface="Helvetica 75 Bold"/>
              <a:ea typeface="+mn-ea"/>
              <a:cs typeface="+mn-cs"/>
            </a:endParaRPr>
          </a:p>
        </p:txBody>
      </p:sp>
      <p:sp>
        <p:nvSpPr>
          <p:cNvPr id="262" name="Rectangle : coins arrondis 261">
            <a:extLst>
              <a:ext uri="{FF2B5EF4-FFF2-40B4-BE49-F238E27FC236}">
                <a16:creationId xmlns:a16="http://schemas.microsoft.com/office/drawing/2014/main" id="{0821EB94-FB27-D3C8-38CD-54E89869B113}"/>
              </a:ext>
            </a:extLst>
          </p:cNvPr>
          <p:cNvSpPr/>
          <p:nvPr/>
        </p:nvSpPr>
        <p:spPr>
          <a:xfrm>
            <a:off x="9291118" y="4870714"/>
            <a:ext cx="1002429" cy="1205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Helvetica 75 Bold"/>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t>
            </a:r>
          </a:p>
        </p:txBody>
      </p:sp>
      <p:sp>
        <p:nvSpPr>
          <p:cNvPr id="263" name="ZoneTexte 262">
            <a:extLst>
              <a:ext uri="{FF2B5EF4-FFF2-40B4-BE49-F238E27FC236}">
                <a16:creationId xmlns:a16="http://schemas.microsoft.com/office/drawing/2014/main" id="{B035E6A3-E073-E709-9B8D-3C059C2033B1}"/>
              </a:ext>
            </a:extLst>
          </p:cNvPr>
          <p:cNvSpPr txBox="1"/>
          <p:nvPr/>
        </p:nvSpPr>
        <p:spPr>
          <a:xfrm>
            <a:off x="9269548" y="4917823"/>
            <a:ext cx="104556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FFFFF"/>
                </a:solidFill>
                <a:effectLst/>
                <a:uLnTx/>
                <a:uFillTx/>
                <a:latin typeface="Helvetica 75 Bold"/>
                <a:ea typeface="+mn-ea"/>
                <a:cs typeface="+mn-cs"/>
              </a:rPr>
              <a:t>User 1</a:t>
            </a: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264" name="Connecteur droit 263">
            <a:extLst>
              <a:ext uri="{FF2B5EF4-FFF2-40B4-BE49-F238E27FC236}">
                <a16:creationId xmlns:a16="http://schemas.microsoft.com/office/drawing/2014/main" id="{351579FD-C3E9-9D7B-8384-C72DBC78B14E}"/>
              </a:ext>
            </a:extLst>
          </p:cNvPr>
          <p:cNvCxnSpPr/>
          <p:nvPr/>
        </p:nvCxnSpPr>
        <p:spPr>
          <a:xfrm>
            <a:off x="9411145" y="5194822"/>
            <a:ext cx="7766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66" name="Image 265">
            <a:extLst>
              <a:ext uri="{FF2B5EF4-FFF2-40B4-BE49-F238E27FC236}">
                <a16:creationId xmlns:a16="http://schemas.microsoft.com/office/drawing/2014/main" id="{781F79D8-F526-D838-0F16-E51C35DCBD8D}"/>
              </a:ext>
            </a:extLst>
          </p:cNvPr>
          <p:cNvPicPr>
            <a:picLocks noChangeAspect="1"/>
          </p:cNvPicPr>
          <p:nvPr/>
        </p:nvPicPr>
        <p:blipFill>
          <a:blip r:embed="rId14">
            <a:duotone>
              <a:schemeClr val="accent2">
                <a:shade val="45000"/>
                <a:satMod val="135000"/>
              </a:schemeClr>
              <a:prstClr val="white"/>
            </a:duotone>
          </a:blip>
          <a:stretch>
            <a:fillRect/>
          </a:stretch>
        </p:blipFill>
        <p:spPr>
          <a:xfrm>
            <a:off x="9511357" y="4542661"/>
            <a:ext cx="228710" cy="228710"/>
          </a:xfrm>
          <a:prstGeom prst="rect">
            <a:avLst/>
          </a:prstGeom>
          <a:ln>
            <a:noFill/>
          </a:ln>
        </p:spPr>
      </p:pic>
      <p:sp>
        <p:nvSpPr>
          <p:cNvPr id="268" name="Rectangle 267">
            <a:extLst>
              <a:ext uri="{FF2B5EF4-FFF2-40B4-BE49-F238E27FC236}">
                <a16:creationId xmlns:a16="http://schemas.microsoft.com/office/drawing/2014/main" id="{3ABFEA3B-FF0A-80D2-8178-C845AB69E3BC}"/>
              </a:ext>
            </a:extLst>
          </p:cNvPr>
          <p:cNvSpPr/>
          <p:nvPr/>
        </p:nvSpPr>
        <p:spPr>
          <a:xfrm>
            <a:off x="9682066" y="4539182"/>
            <a:ext cx="450294" cy="239342"/>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0" cap="none" spc="0" normalizeH="0" baseline="0" noProof="0">
                <a:ln>
                  <a:noFill/>
                </a:ln>
                <a:solidFill>
                  <a:srgbClr val="4BB4E6"/>
                </a:solidFill>
                <a:effectLst/>
                <a:uLnTx/>
                <a:uFillTx/>
                <a:latin typeface="Helvetica 75 Bold"/>
                <a:ea typeface="+mn-ea"/>
                <a:cs typeface="+mn-cs"/>
              </a:rPr>
              <a:t>Q1</a:t>
            </a:r>
          </a:p>
        </p:txBody>
      </p:sp>
      <p:pic>
        <p:nvPicPr>
          <p:cNvPr id="269" name="Graphique 268" descr="Utilisateur avec un remplissage uni">
            <a:extLst>
              <a:ext uri="{FF2B5EF4-FFF2-40B4-BE49-F238E27FC236}">
                <a16:creationId xmlns:a16="http://schemas.microsoft.com/office/drawing/2014/main" id="{351E651F-AC0E-BD05-3B37-C633B3FEC4A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33169" y="4906220"/>
            <a:ext cx="249055" cy="249055"/>
          </a:xfrm>
          <a:prstGeom prst="rect">
            <a:avLst/>
          </a:prstGeom>
        </p:spPr>
      </p:pic>
      <p:pic>
        <p:nvPicPr>
          <p:cNvPr id="27" name="Graphique 26" descr="Panier de course avec un remplissage uni">
            <a:extLst>
              <a:ext uri="{FF2B5EF4-FFF2-40B4-BE49-F238E27FC236}">
                <a16:creationId xmlns:a16="http://schemas.microsoft.com/office/drawing/2014/main" id="{5A76D267-F8E7-7C27-61F6-2268E109E30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4202" y="2727667"/>
            <a:ext cx="449322" cy="449322"/>
          </a:xfrm>
          <a:prstGeom prst="rect">
            <a:avLst/>
          </a:prstGeom>
        </p:spPr>
      </p:pic>
      <p:sp>
        <p:nvSpPr>
          <p:cNvPr id="39" name="Rectangle 38">
            <a:extLst>
              <a:ext uri="{FF2B5EF4-FFF2-40B4-BE49-F238E27FC236}">
                <a16:creationId xmlns:a16="http://schemas.microsoft.com/office/drawing/2014/main" id="{134DB313-27A7-AD31-084A-0C29F4021FCD}"/>
              </a:ext>
            </a:extLst>
          </p:cNvPr>
          <p:cNvSpPr/>
          <p:nvPr/>
        </p:nvSpPr>
        <p:spPr>
          <a:xfrm>
            <a:off x="10355338" y="3209323"/>
            <a:ext cx="924291" cy="144275"/>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a:ln>
                  <a:noFill/>
                </a:ln>
                <a:solidFill>
                  <a:srgbClr val="FFD200"/>
                </a:solidFill>
                <a:effectLst/>
                <a:uLnTx/>
                <a:uFillTx/>
                <a:latin typeface="Helvetica 75 Bold"/>
                <a:ea typeface="+mn-ea"/>
                <a:cs typeface="+mn-cs"/>
              </a:rPr>
              <a:t>Items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saved</a:t>
            </a:r>
            <a:r>
              <a:rPr kumimoji="0" lang="fr-FR" sz="1000" b="1" i="1" u="none" strike="noStrike" kern="0" cap="none" spc="0" normalizeH="0" baseline="0" noProof="0">
                <a:ln>
                  <a:noFill/>
                </a:ln>
                <a:solidFill>
                  <a:srgbClr val="FFD200"/>
                </a:solidFill>
                <a:effectLst/>
                <a:uLnTx/>
                <a:uFillTx/>
                <a:latin typeface="Helvetica 75 Bold"/>
                <a:ea typeface="+mn-ea"/>
                <a:cs typeface="+mn-cs"/>
              </a:rPr>
              <a:t> for </a:t>
            </a:r>
            <a:r>
              <a:rPr kumimoji="0" lang="fr-FR" sz="1000" b="1" i="1" u="none" strike="noStrike" kern="0" cap="none" spc="0" normalizeH="0" baseline="0" noProof="0" err="1">
                <a:ln>
                  <a:noFill/>
                </a:ln>
                <a:solidFill>
                  <a:srgbClr val="FFD200"/>
                </a:solidFill>
                <a:effectLst/>
                <a:uLnTx/>
                <a:uFillTx/>
                <a:latin typeface="Helvetica 75 Bold"/>
                <a:ea typeface="+mn-ea"/>
                <a:cs typeface="+mn-cs"/>
              </a:rPr>
              <a:t>later</a:t>
            </a:r>
            <a:r>
              <a:rPr kumimoji="0" lang="fr-FR" sz="1000" b="1" i="1" u="none" strike="noStrike" kern="0" cap="none" spc="0" normalizeH="0" baseline="0" noProof="0">
                <a:ln>
                  <a:noFill/>
                </a:ln>
                <a:solidFill>
                  <a:srgbClr val="FFD200"/>
                </a:solidFill>
                <a:effectLst/>
                <a:uLnTx/>
                <a:uFillTx/>
                <a:latin typeface="Helvetica 75 Bold"/>
                <a:ea typeface="+mn-ea"/>
                <a:cs typeface="+mn-cs"/>
              </a:rPr>
              <a:t> </a:t>
            </a:r>
          </a:p>
        </p:txBody>
      </p:sp>
      <p:pic>
        <p:nvPicPr>
          <p:cNvPr id="40" name="Graphique 39" descr="Panier de course avec un remplissage uni">
            <a:extLst>
              <a:ext uri="{FF2B5EF4-FFF2-40B4-BE49-F238E27FC236}">
                <a16:creationId xmlns:a16="http://schemas.microsoft.com/office/drawing/2014/main" id="{9E4D245A-4EA0-8322-76FF-72AE3BCBDDD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93105" y="2727667"/>
            <a:ext cx="449322" cy="449322"/>
          </a:xfrm>
          <a:prstGeom prst="rect">
            <a:avLst/>
          </a:prstGeom>
        </p:spPr>
      </p:pic>
      <p:sp>
        <p:nvSpPr>
          <p:cNvPr id="41" name="Rectangle 40">
            <a:extLst>
              <a:ext uri="{FF2B5EF4-FFF2-40B4-BE49-F238E27FC236}">
                <a16:creationId xmlns:a16="http://schemas.microsoft.com/office/drawing/2014/main" id="{D4245EBE-A1D1-C371-ECAB-AA8EE72CD934}"/>
              </a:ext>
            </a:extLst>
          </p:cNvPr>
          <p:cNvSpPr/>
          <p:nvPr/>
        </p:nvSpPr>
        <p:spPr>
          <a:xfrm>
            <a:off x="9561478" y="3145851"/>
            <a:ext cx="717070" cy="152091"/>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err="1">
                <a:ln>
                  <a:noFill/>
                </a:ln>
                <a:solidFill>
                  <a:srgbClr val="4BB4E6"/>
                </a:solidFill>
                <a:effectLst/>
                <a:uLnTx/>
                <a:uFillTx/>
                <a:latin typeface="Helvetica 75 Bold"/>
                <a:ea typeface="+mn-ea"/>
                <a:cs typeface="+mn-cs"/>
              </a:rPr>
              <a:t>Cart</a:t>
            </a:r>
            <a:r>
              <a:rPr kumimoji="0" lang="fr-FR" sz="1000" b="1" i="1" u="none" strike="noStrike" kern="0" cap="none" spc="0" normalizeH="0" baseline="0" noProof="0">
                <a:ln>
                  <a:noFill/>
                </a:ln>
                <a:solidFill>
                  <a:srgbClr val="4BB4E6"/>
                </a:solidFill>
                <a:effectLst/>
                <a:uLnTx/>
                <a:uFillTx/>
                <a:latin typeface="Helvetica 75 Bold"/>
                <a:ea typeface="+mn-ea"/>
                <a:cs typeface="+mn-cs"/>
              </a:rPr>
              <a:t> 1 </a:t>
            </a:r>
          </a:p>
        </p:txBody>
      </p:sp>
      <p:cxnSp>
        <p:nvCxnSpPr>
          <p:cNvPr id="43" name="Connecteur droit avec flèche 42">
            <a:extLst>
              <a:ext uri="{FF2B5EF4-FFF2-40B4-BE49-F238E27FC236}">
                <a16:creationId xmlns:a16="http://schemas.microsoft.com/office/drawing/2014/main" id="{9BFC8E58-042E-509D-70F9-F42E57EC8779}"/>
              </a:ext>
            </a:extLst>
          </p:cNvPr>
          <p:cNvCxnSpPr>
            <a:cxnSpLocks/>
          </p:cNvCxnSpPr>
          <p:nvPr/>
        </p:nvCxnSpPr>
        <p:spPr>
          <a:xfrm>
            <a:off x="10116675" y="2997646"/>
            <a:ext cx="500606" cy="0"/>
          </a:xfrm>
          <a:prstGeom prst="straightConnector1">
            <a:avLst/>
          </a:prstGeom>
          <a:ln>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Panier de course avec un remplissage uni">
            <a:extLst>
              <a:ext uri="{FF2B5EF4-FFF2-40B4-BE49-F238E27FC236}">
                <a16:creationId xmlns:a16="http://schemas.microsoft.com/office/drawing/2014/main" id="{9CDAC520-F22B-3559-3843-4CD6931A6F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17281" y="2727667"/>
            <a:ext cx="449322" cy="449322"/>
          </a:xfrm>
          <a:prstGeom prst="rect">
            <a:avLst/>
          </a:prstGeom>
        </p:spPr>
      </p:pic>
    </p:spTree>
    <p:extLst>
      <p:ext uri="{BB962C8B-B14F-4D97-AF65-F5344CB8AC3E}">
        <p14:creationId xmlns:p14="http://schemas.microsoft.com/office/powerpoint/2010/main" val="348787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1062A2-85D8-CE71-FC2A-86B7C65E94C9}"/>
              </a:ext>
            </a:extLst>
          </p:cNvPr>
          <p:cNvSpPr>
            <a:spLocks noGrp="1"/>
          </p:cNvSpPr>
          <p:nvPr>
            <p:ph type="title"/>
          </p:nvPr>
        </p:nvSpPr>
        <p:spPr/>
        <p:txBody>
          <a:bodyPr/>
          <a:lstStyle/>
          <a:p>
            <a:r>
              <a:rPr lang="fr-FR"/>
              <a:t>MMP </a:t>
            </a:r>
            <a:r>
              <a:rPr lang="fr-FR" err="1"/>
              <a:t>requirements</a:t>
            </a:r>
            <a:r>
              <a:rPr lang="fr-FR"/>
              <a:t> </a:t>
            </a:r>
            <a:endParaRPr lang="en-US"/>
          </a:p>
        </p:txBody>
      </p:sp>
      <p:sp>
        <p:nvSpPr>
          <p:cNvPr id="4" name="Rectangle 3">
            <a:extLst>
              <a:ext uri="{FF2B5EF4-FFF2-40B4-BE49-F238E27FC236}">
                <a16:creationId xmlns:a16="http://schemas.microsoft.com/office/drawing/2014/main" id="{F6526993-C3E0-F760-E6AE-D3BDCC22DA5A}"/>
              </a:ext>
            </a:extLst>
          </p:cNvPr>
          <p:cNvSpPr/>
          <p:nvPr/>
        </p:nvSpPr>
        <p:spPr>
          <a:xfrm>
            <a:off x="666700" y="834390"/>
            <a:ext cx="10591849" cy="5665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75 Bold"/>
                <a:ea typeface="+mn-ea"/>
                <a:cs typeface="+mn-cs"/>
              </a:rPr>
              <a:t>Tomorrow MMP </a:t>
            </a:r>
            <a:r>
              <a:rPr kumimoji="0" lang="en-US" sz="1600" b="0" i="0" u="none" strike="noStrike" kern="1200" cap="none" spc="0" normalizeH="0" baseline="0" noProof="0">
                <a:ln>
                  <a:noFill/>
                </a:ln>
                <a:solidFill>
                  <a:srgbClr val="FFFFFF"/>
                </a:solidFill>
                <a:effectLst/>
                <a:uLnTx/>
                <a:uFillTx/>
                <a:latin typeface="Helvetica 75 Bol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 an “order tracker” dashboard will allow the user to monitor the quotes requested/delivered</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1" u="none" strike="noStrike" kern="1200" cap="none" spc="0" normalizeH="0" baseline="0" noProof="0">
                <a:ln>
                  <a:noFill/>
                </a:ln>
                <a:solidFill>
                  <a:srgbClr val="FFFFFF"/>
                </a:solidFill>
                <a:effectLst/>
                <a:uLnTx/>
                <a:uFillTx/>
                <a:latin typeface="Helvetica 75 Bold"/>
                <a:ea typeface="+mn-ea"/>
                <a:cs typeface="+mn-cs"/>
              </a:rPr>
              <a:t>Will require to collect all quotes/order/request (Snow) in all status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1" u="none" strike="noStrike" kern="1200" cap="none" spc="0" normalizeH="0" baseline="0" noProof="0">
                <a:ln>
                  <a:noFill/>
                </a:ln>
                <a:solidFill>
                  <a:srgbClr val="FFFFFF"/>
                </a:solidFill>
                <a:effectLst/>
                <a:uLnTx/>
                <a:uFillTx/>
                <a:latin typeface="Helvetica 75 Bold"/>
                <a:ea typeface="+mn-ea"/>
                <a:cs typeface="+mn-cs"/>
              </a:rPr>
              <a:t>Open points on expired quotes : do we show them ? need for user to access them ?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 The CPQ API to provide a filter mechanism allowing to get only the “necessary” quotes for a specific screen</a:t>
            </a:r>
          </a:p>
          <a:p>
            <a:pPr marL="285750" marR="0" lvl="0" indent="-285750" algn="l" defTabSz="914400" rtl="0" eaLnBrk="1" fontAlgn="auto" latinLnBrk="0" hangingPunct="1">
              <a:lnSpc>
                <a:spcPct val="100000"/>
              </a:lnSpc>
              <a:spcBef>
                <a:spcPts val="0"/>
              </a:spcBef>
              <a:spcAft>
                <a:spcPts val="0"/>
              </a:spcAft>
              <a:buClrTx/>
              <a:buSzTx/>
              <a:buFont typeface="Symbol" panose="05050102010706020507" pitchFamily="18" charset="2"/>
              <a:buChar char="Þ"/>
              <a:tabLst/>
              <a:defRPr/>
            </a:pPr>
            <a:r>
              <a:rPr kumimoji="0" lang="en-US" sz="1600" b="0" i="1" u="none" strike="noStrike" kern="1200" cap="none" spc="0" normalizeH="0" baseline="0" noProof="0">
                <a:ln>
                  <a:noFill/>
                </a:ln>
                <a:solidFill>
                  <a:srgbClr val="FFFFFF"/>
                </a:solidFill>
                <a:effectLst/>
                <a:uLnTx/>
                <a:uFillTx/>
                <a:latin typeface="Helvetica 75 Bold"/>
                <a:ea typeface="+mn-ea"/>
                <a:cs typeface="+mn-cs"/>
              </a:rPr>
              <a:t>Tbc if feasible for MVP </a:t>
            </a:r>
            <a:r>
              <a:rPr kumimoji="0" lang="en-US" sz="1600" b="0" i="0" u="none" strike="noStrike" kern="1200" cap="none" spc="0" normalizeH="0" baseline="0" noProof="0">
                <a:ln>
                  <a:noFill/>
                </a:ln>
                <a:solidFill>
                  <a:srgbClr val="FFFFFF"/>
                </a:solidFill>
                <a:effectLst/>
                <a:uLnTx/>
                <a:uFillTx/>
                <a:latin typeface="Helvetica 75 Bold"/>
                <a:ea typeface="+mn-ea"/>
                <a:cs typeface="+mn-cs"/>
              </a:rPr>
              <a:t>– otherwise CPQ to send all quotes, and digital portal to filter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A user will have several carts/quotes and one save for later cart that is attached to the user (cart creator).</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Get quotes retrieve created or received quote by the user logged on the digital portal</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SFL quote should not expire</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SFL is a new quote with product being duplicated from one to another (remove product from Q1 and add to Q2)</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SFL rules : what de we do with all data ? Site, contact, etc..</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600" b="0" i="0" u="none" strike="noStrike" kern="1200" cap="none" spc="0" normalizeH="0" baseline="0" noProof="0">
                <a:ln>
                  <a:noFill/>
                </a:ln>
                <a:solidFill>
                  <a:srgbClr val="FFFFFF"/>
                </a:solidFill>
                <a:effectLst/>
                <a:uLnTx/>
                <a:uFillTx/>
                <a:latin typeface="Helvetica 75 Bold"/>
                <a:ea typeface="+mn-ea"/>
                <a:cs typeface="+mn-cs"/>
              </a:rPr>
              <a:t>Flag for SFL to be defined – pushed by portal (when creating the quote), and flagged by CPQ</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Helvetica 75 Bold"/>
              <a:ea typeface="+mn-ea"/>
              <a:cs typeface="+mn-cs"/>
            </a:endParaRPr>
          </a:p>
        </p:txBody>
      </p:sp>
    </p:spTree>
    <p:extLst>
      <p:ext uri="{BB962C8B-B14F-4D97-AF65-F5344CB8AC3E}">
        <p14:creationId xmlns:p14="http://schemas.microsoft.com/office/powerpoint/2010/main" val="181726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339ACF85-3B07-5C86-E9C1-22A1DB2AF43C}"/>
              </a:ext>
            </a:extLst>
          </p:cNvPr>
          <p:cNvSpPr txBox="1"/>
          <p:nvPr/>
        </p:nvSpPr>
        <p:spPr>
          <a:xfrm>
            <a:off x="265615" y="925687"/>
            <a:ext cx="11404738" cy="3919022"/>
          </a:xfrm>
          <a:prstGeom prst="rect">
            <a:avLst/>
          </a:prstGeom>
          <a:noFill/>
        </p:spPr>
        <p:txBody>
          <a:bodyPr rot="0" spcFirstLastPara="0" vert="horz" wrap="square" lIns="60960" tIns="30480" rIns="60960" bIns="3048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chemeClr val="bg1"/>
                </a:solidFill>
                <a:effectLst/>
                <a:uLnTx/>
                <a:uFillTx/>
                <a:latin typeface="Helvetica 75 Bold"/>
                <a:ea typeface="+mn-ea"/>
                <a:cs typeface="+mn-cs"/>
              </a:rPr>
              <a:t>Site addresses can be specified at three levels of granularity:</a:t>
            </a:r>
          </a:p>
          <a:p>
            <a:pPr marL="0" marR="0" lvl="0"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chemeClr val="bg1"/>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chemeClr val="bg1"/>
              </a:solidFill>
              <a:effectLst/>
              <a:uLnTx/>
              <a:uFillTx/>
              <a:latin typeface="Helvetica 75 Bold"/>
              <a:ea typeface="+mn-ea"/>
              <a:cs typeface="+mn-cs"/>
            </a:endParaRPr>
          </a:p>
          <a:p>
            <a:pPr marL="171450" marR="0" lvl="0"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At </a:t>
            </a:r>
            <a:r>
              <a:rPr kumimoji="0" lang="en-GB" sz="1200" b="1"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each step of the journey </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(project quote, firm quote, commercial order), we </a:t>
            </a:r>
            <a:r>
              <a:rPr kumimoji="0" lang="en-GB" sz="1200" b="1"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shall capture the minimum required level of site details from the customer</a:t>
            </a:r>
          </a:p>
          <a:p>
            <a:pPr marL="171450" marR="0" lvl="0"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The </a:t>
            </a:r>
            <a:r>
              <a:rPr kumimoji="0" lang="en-GB" sz="1200" b="1"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exact requirements related to address granularity</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 at each step of the journey </a:t>
            </a:r>
            <a:r>
              <a:rPr kumimoji="0" lang="en-GB" sz="1200" b="1"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are product-driven</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 (governed by the specification of the product in EPC by MKT) as the business will assume a risk on pricing &amp; eligibility</a:t>
            </a:r>
          </a:p>
          <a:p>
            <a:pPr marL="628650" marR="0" lvl="1"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0" i="0" u="none" strike="noStrike" kern="1200" cap="none" spc="0" normalizeH="0" baseline="0" noProof="0" dirty="0" err="1">
                <a:ln>
                  <a:noFill/>
                </a:ln>
                <a:solidFill>
                  <a:schemeClr val="bg1"/>
                </a:solidFill>
                <a:effectLst/>
                <a:uLnTx/>
                <a:uFillTx/>
                <a:latin typeface="Helvetica 55 Roman" panose="020B0604020202020204" pitchFamily="34" charset="0"/>
                <a:ea typeface="+mn-ea"/>
                <a:cs typeface="+mn-cs"/>
              </a:rPr>
              <a:t>Eg</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 High-level address could be entered at project quote step</a:t>
            </a:r>
            <a:r>
              <a:rPr lang="en-GB" sz="1200" dirty="0">
                <a:solidFill>
                  <a:schemeClr val="bg1"/>
                </a:solidFill>
                <a:latin typeface="Helvetica 55 Roman" panose="020B0604020202020204" pitchFamily="34" charset="0"/>
              </a:rPr>
              <a:t> </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and then refined into a full address at firm quote, and then enriched with the Below </a:t>
            </a:r>
            <a:r>
              <a:rPr kumimoji="0" lang="en-GB" sz="1200" b="0" i="0" u="none" strike="noStrike" kern="1200" cap="none" spc="0" normalizeH="0" baseline="0" noProof="0" dirty="0" err="1">
                <a:ln>
                  <a:noFill/>
                </a:ln>
                <a:solidFill>
                  <a:schemeClr val="bg1"/>
                </a:solidFill>
                <a:effectLst/>
                <a:uLnTx/>
                <a:uFillTx/>
                <a:latin typeface="Helvetica 55 Roman" panose="020B0604020202020204" pitchFamily="34" charset="0"/>
                <a:ea typeface="+mn-ea"/>
                <a:cs typeface="+mn-cs"/>
              </a:rPr>
              <a:t>Adrdress</a:t>
            </a: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 detail at order management step.</a:t>
            </a:r>
          </a:p>
          <a:p>
            <a:pPr marL="171450" marR="0" lvl="0"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Some specificities can be implemented at country level to match local requirement/regulation. </a:t>
            </a:r>
          </a:p>
          <a:p>
            <a:pPr marL="628650" marR="0" lvl="1" indent="-171450" algn="l" defTabSz="30481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chemeClr val="bg1"/>
                </a:solidFill>
                <a:effectLst/>
                <a:uLnTx/>
                <a:uFillTx/>
                <a:latin typeface="Helvetica 55 Roman" panose="020B0604020202020204" pitchFamily="34" charset="0"/>
                <a:ea typeface="+mn-ea"/>
                <a:cs typeface="+mn-cs"/>
              </a:rPr>
              <a:t>For example, in France, Below address is required during quotation. Code IMB has to be included as part of the full address level.</a:t>
            </a:r>
          </a:p>
          <a:p>
            <a:pPr marL="457200" marR="0" lvl="1" indent="0" algn="l" defTabSz="304815" rtl="0" eaLnBrk="1" fontAlgn="auto" latinLnBrk="0" hangingPunct="1">
              <a:lnSpc>
                <a:spcPct val="100000"/>
              </a:lnSpc>
              <a:spcBef>
                <a:spcPts val="0"/>
              </a:spcBef>
              <a:spcAft>
                <a:spcPts val="40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Helvetica 75 Bold"/>
              <a:ea typeface="+mn-ea"/>
              <a:cs typeface="+mn-cs"/>
            </a:endParaRPr>
          </a:p>
        </p:txBody>
      </p:sp>
      <p:sp>
        <p:nvSpPr>
          <p:cNvPr id="5" name="Title 1">
            <a:extLst>
              <a:ext uri="{FF2B5EF4-FFF2-40B4-BE49-F238E27FC236}">
                <a16:creationId xmlns:a16="http://schemas.microsoft.com/office/drawing/2014/main" id="{510C1B1F-4BD7-41F7-B1F9-BC45FFB8ECE2}"/>
              </a:ext>
            </a:extLst>
          </p:cNvPr>
          <p:cNvSpPr txBox="1">
            <a:spLocks/>
          </p:cNvSpPr>
          <p:nvPr/>
        </p:nvSpPr>
        <p:spPr>
          <a:xfrm>
            <a:off x="265615" y="202817"/>
            <a:ext cx="10515600" cy="362462"/>
          </a:xfrm>
          <a:prstGeom prst="rect">
            <a:avLst/>
          </a:prstGeom>
        </p:spPr>
        <p:txBody>
          <a:bodyPr vert="horz" lIns="91440" tIns="45720" rIns="91440" bIns="45720" rtlCol="0" anchor="b">
            <a:normAutofit fontScale="90000" lnSpcReduction="20000"/>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a:ln>
                  <a:noFill/>
                </a:ln>
                <a:solidFill>
                  <a:schemeClr val="accent2"/>
                </a:solidFill>
                <a:effectLst/>
                <a:uLnTx/>
                <a:uFillTx/>
                <a:latin typeface="Aptos Display" panose="02110004020202020204"/>
                <a:ea typeface="+mj-ea"/>
                <a:cs typeface="+mj-cs"/>
              </a:rPr>
              <a:t>Key Requirements for Site Data</a:t>
            </a:r>
          </a:p>
        </p:txBody>
      </p:sp>
      <p:graphicFrame>
        <p:nvGraphicFramePr>
          <p:cNvPr id="2" name="Tableau 1">
            <a:extLst>
              <a:ext uri="{FF2B5EF4-FFF2-40B4-BE49-F238E27FC236}">
                <a16:creationId xmlns:a16="http://schemas.microsoft.com/office/drawing/2014/main" id="{49260F73-A13A-723C-ABC4-F81D3BAD31D7}"/>
              </a:ext>
            </a:extLst>
          </p:cNvPr>
          <p:cNvGraphicFramePr>
            <a:graphicFrameLocks noGrp="1"/>
          </p:cNvGraphicFramePr>
          <p:nvPr/>
        </p:nvGraphicFramePr>
        <p:xfrm>
          <a:off x="354541" y="1268557"/>
          <a:ext cx="11315812" cy="1607386"/>
        </p:xfrm>
        <a:graphic>
          <a:graphicData uri="http://schemas.openxmlformats.org/drawingml/2006/table">
            <a:tbl>
              <a:tblPr firstRow="1" bandRow="1">
                <a:tableStyleId>{5C22544A-7EE6-4342-B048-85BDC9FD1C3A}</a:tableStyleId>
              </a:tblPr>
              <a:tblGrid>
                <a:gridCol w="1330890">
                  <a:extLst>
                    <a:ext uri="{9D8B030D-6E8A-4147-A177-3AD203B41FA5}">
                      <a16:colId xmlns:a16="http://schemas.microsoft.com/office/drawing/2014/main" val="2059464946"/>
                    </a:ext>
                  </a:extLst>
                </a:gridCol>
                <a:gridCol w="6528146">
                  <a:extLst>
                    <a:ext uri="{9D8B030D-6E8A-4147-A177-3AD203B41FA5}">
                      <a16:colId xmlns:a16="http://schemas.microsoft.com/office/drawing/2014/main" val="1226095174"/>
                    </a:ext>
                  </a:extLst>
                </a:gridCol>
                <a:gridCol w="3456776">
                  <a:extLst>
                    <a:ext uri="{9D8B030D-6E8A-4147-A177-3AD203B41FA5}">
                      <a16:colId xmlns:a16="http://schemas.microsoft.com/office/drawing/2014/main" val="1943463092"/>
                    </a:ext>
                  </a:extLst>
                </a:gridCol>
              </a:tblGrid>
              <a:tr h="144796">
                <a:tc>
                  <a:txBody>
                    <a:bodyPr/>
                    <a:lstStyle/>
                    <a:p>
                      <a:r>
                        <a:rPr lang="en-US" sz="1000">
                          <a:latin typeface="Helvetica 55 Roman" panose="020B0604020202020204" pitchFamily="34" charset="0"/>
                        </a:rPr>
                        <a:t>Address granularity</a:t>
                      </a:r>
                    </a:p>
                  </a:txBody>
                  <a:tcPr/>
                </a:tc>
                <a:tc>
                  <a:txBody>
                    <a:bodyPr/>
                    <a:lstStyle/>
                    <a:p>
                      <a:r>
                        <a:rPr lang="en-US" sz="1000">
                          <a:latin typeface="Helvetica 55 Roman" panose="020B0604020202020204" pitchFamily="34" charset="0"/>
                        </a:rPr>
                        <a:t>Description</a:t>
                      </a:r>
                    </a:p>
                  </a:txBody>
                  <a:tcPr/>
                </a:tc>
                <a:tc>
                  <a:txBody>
                    <a:bodyPr/>
                    <a:lstStyle/>
                    <a:p>
                      <a:r>
                        <a:rPr lang="en-US" sz="1000">
                          <a:latin typeface="Helvetica 55 Roman" panose="020B0604020202020204" pitchFamily="34" charset="0"/>
                        </a:rPr>
                        <a:t>Example</a:t>
                      </a:r>
                    </a:p>
                  </a:txBody>
                  <a:tcPr/>
                </a:tc>
                <a:extLst>
                  <a:ext uri="{0D108BD9-81ED-4DB2-BD59-A6C34878D82A}">
                    <a16:rowId xmlns:a16="http://schemas.microsoft.com/office/drawing/2014/main" val="2176807919"/>
                  </a:ext>
                </a:extLst>
              </a:tr>
              <a:tr h="266266">
                <a:tc>
                  <a:txBody>
                    <a:bodyPr/>
                    <a:lstStyle/>
                    <a:p>
                      <a:r>
                        <a:rPr lang="en-US" sz="1000">
                          <a:latin typeface="Helvetica 55 Roman" panose="020B0604020202020204" pitchFamily="34" charset="0"/>
                        </a:rPr>
                        <a:t>High level</a:t>
                      </a:r>
                    </a:p>
                  </a:txBody>
                  <a:tcPr/>
                </a:tc>
                <a:tc>
                  <a:txBody>
                    <a:bodyPr/>
                    <a:lstStyle/>
                    <a:p>
                      <a:pPr marL="171450" indent="-171450">
                        <a:buFont typeface="Arial" panose="020B0604020202020204" pitchFamily="34" charset="0"/>
                        <a:buChar char="•"/>
                      </a:pPr>
                      <a:r>
                        <a:rPr lang="en-GB" sz="1000">
                          <a:solidFill>
                            <a:srgbClr val="000000"/>
                          </a:solidFill>
                          <a:latin typeface="Helvetica 55 Roman" panose="020B0604020202020204" pitchFamily="34" charset="0"/>
                        </a:rPr>
                        <a:t>this is used only where the customer is providing limited information for example during an RFP response. </a:t>
                      </a:r>
                    </a:p>
                  </a:txBody>
                  <a:tcPr/>
                </a:tc>
                <a:tc>
                  <a:txBody>
                    <a:bodyPr/>
                    <a:lstStyle/>
                    <a:p>
                      <a:pPr marL="0" indent="0">
                        <a:buFontTx/>
                        <a:buNone/>
                      </a:pPr>
                      <a:r>
                        <a:rPr lang="en-US" sz="1000">
                          <a:latin typeface="Helvetica 55 Roman" panose="020B0604020202020204" pitchFamily="34" charset="0"/>
                        </a:rPr>
                        <a:t>Country, City</a:t>
                      </a:r>
                    </a:p>
                  </a:txBody>
                  <a:tcPr/>
                </a:tc>
                <a:extLst>
                  <a:ext uri="{0D108BD9-81ED-4DB2-BD59-A6C34878D82A}">
                    <a16:rowId xmlns:a16="http://schemas.microsoft.com/office/drawing/2014/main" val="466434817"/>
                  </a:ext>
                </a:extLst>
              </a:tr>
              <a:tr h="325791">
                <a:tc>
                  <a:txBody>
                    <a:bodyPr/>
                    <a:lstStyle/>
                    <a:p>
                      <a:r>
                        <a:rPr lang="en-US" sz="1000">
                          <a:latin typeface="Helvetica 55 Roman" panose="020B0604020202020204" pitchFamily="34" charset="0"/>
                        </a:rPr>
                        <a:t>Full address level</a:t>
                      </a:r>
                    </a:p>
                  </a:txBody>
                  <a:tcPr/>
                </a:tc>
                <a:tc>
                  <a:txBody>
                    <a:bodyPr/>
                    <a:lstStyle/>
                    <a:p>
                      <a:pPr marL="171450" indent="-171450">
                        <a:buFont typeface="Arial" panose="020B0604020202020204" pitchFamily="34" charset="0"/>
                        <a:buChar char="•"/>
                      </a:pPr>
                      <a:r>
                        <a:rPr lang="en-US" sz="1000">
                          <a:latin typeface="Helvetica 55 Roman" panose="020B0604020202020204" pitchFamily="34" charset="0"/>
                        </a:rPr>
                        <a:t>Full address or precise geolocation coordinates. </a:t>
                      </a:r>
                    </a:p>
                  </a:txBody>
                  <a:tcPr/>
                </a:tc>
                <a:tc>
                  <a:txBody>
                    <a:bodyPr/>
                    <a:lstStyle/>
                    <a:p>
                      <a:r>
                        <a:rPr lang="en-US" sz="1000">
                          <a:latin typeface="Helvetica 55 Roman" panose="020B0604020202020204" pitchFamily="34" charset="0"/>
                        </a:rPr>
                        <a:t>- Country, State, City, ZIP, Street number, Street name, </a:t>
                      </a:r>
                    </a:p>
                    <a:p>
                      <a:r>
                        <a:rPr lang="en-US" sz="1000">
                          <a:latin typeface="Helvetica 55 Roman" panose="020B0604020202020204" pitchFamily="34" charset="0"/>
                        </a:rPr>
                        <a:t>- GPS coordinates. </a:t>
                      </a:r>
                    </a:p>
                  </a:txBody>
                  <a:tcPr/>
                </a:tc>
                <a:extLst>
                  <a:ext uri="{0D108BD9-81ED-4DB2-BD59-A6C34878D82A}">
                    <a16:rowId xmlns:a16="http://schemas.microsoft.com/office/drawing/2014/main" val="473893016"/>
                  </a:ext>
                </a:extLst>
              </a:tr>
              <a:tr h="506785">
                <a:tc>
                  <a:txBody>
                    <a:bodyPr/>
                    <a:lstStyle/>
                    <a:p>
                      <a:r>
                        <a:rPr lang="en-US" sz="1000">
                          <a:latin typeface="Helvetica 55 Roman" panose="020B0604020202020204" pitchFamily="34" charset="0"/>
                        </a:rPr>
                        <a:t>Below Address level</a:t>
                      </a:r>
                    </a:p>
                  </a:txBody>
                  <a:tcPr/>
                </a:tc>
                <a:tc>
                  <a:txBody>
                    <a:bodyPr/>
                    <a:lstStyle/>
                    <a:p>
                      <a:pPr marL="171450" indent="-171450">
                        <a:buFont typeface="Arial" panose="020B0604020202020204" pitchFamily="34" charset="0"/>
                        <a:buChar char="•"/>
                      </a:pPr>
                      <a:r>
                        <a:rPr lang="en-US" sz="1000">
                          <a:latin typeface="Helvetica 55 Roman" panose="020B0604020202020204" pitchFamily="34" charset="0"/>
                        </a:rPr>
                        <a:t>this will be below the full address and allows the customer to specify the building (e.g. on a campus with a single address), the floor and the room. </a:t>
                      </a:r>
                    </a:p>
                    <a:p>
                      <a:pPr marL="171450" indent="-171450">
                        <a:buFont typeface="Arial" panose="020B0604020202020204" pitchFamily="34" charset="0"/>
                        <a:buChar char="•"/>
                      </a:pPr>
                      <a:r>
                        <a:rPr lang="en-US" sz="1000">
                          <a:solidFill>
                            <a:srgbClr val="FF0000"/>
                          </a:solidFill>
                          <a:latin typeface="Helvetica 55 Roman" panose="020B0604020202020204" pitchFamily="34" charset="0"/>
                        </a:rPr>
                        <a:t>For France, this level of address is expected at firm quote level</a:t>
                      </a:r>
                    </a:p>
                  </a:txBody>
                  <a:tcPr/>
                </a:tc>
                <a:tc>
                  <a:txBody>
                    <a:bodyPr/>
                    <a:lstStyle/>
                    <a:p>
                      <a:r>
                        <a:rPr lang="en-US" sz="1000">
                          <a:latin typeface="Helvetica 55 Roman" panose="020B0604020202020204" pitchFamily="34" charset="0"/>
                        </a:rPr>
                        <a:t>Country, State, City, ZIP, Street number, Street name, </a:t>
                      </a:r>
                    </a:p>
                    <a:p>
                      <a:r>
                        <a:rPr lang="en-US" sz="1000">
                          <a:latin typeface="Helvetica 55 Roman" panose="020B0604020202020204" pitchFamily="34" charset="0"/>
                        </a:rPr>
                        <a:t>Building, Floor, room, …</a:t>
                      </a:r>
                    </a:p>
                  </a:txBody>
                  <a:tcPr/>
                </a:tc>
                <a:extLst>
                  <a:ext uri="{0D108BD9-81ED-4DB2-BD59-A6C34878D82A}">
                    <a16:rowId xmlns:a16="http://schemas.microsoft.com/office/drawing/2014/main" val="2162528421"/>
                  </a:ext>
                </a:extLst>
              </a:tr>
            </a:tbl>
          </a:graphicData>
        </a:graphic>
      </p:graphicFrame>
    </p:spTree>
    <p:extLst>
      <p:ext uri="{BB962C8B-B14F-4D97-AF65-F5344CB8AC3E}">
        <p14:creationId xmlns:p14="http://schemas.microsoft.com/office/powerpoint/2010/main" val="1155834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AC072C-7333-287D-A528-85514758250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2CC5FE-7108-1186-30A8-DFEA4B53DACF}"/>
              </a:ext>
            </a:extLst>
          </p:cNvPr>
          <p:cNvSpPr/>
          <p:nvPr/>
        </p:nvSpPr>
        <p:spPr>
          <a:xfrm>
            <a:off x="5770371" y="490023"/>
            <a:ext cx="3273824" cy="6367978"/>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Aptos" panose="02110004020202020204"/>
                <a:ea typeface="+mn-ea"/>
                <a:cs typeface="+mn-cs"/>
              </a:rPr>
              <a:t>MVP</a:t>
            </a:r>
          </a:p>
        </p:txBody>
      </p:sp>
      <p:sp>
        <p:nvSpPr>
          <p:cNvPr id="2" name="Title 1">
            <a:extLst>
              <a:ext uri="{FF2B5EF4-FFF2-40B4-BE49-F238E27FC236}">
                <a16:creationId xmlns:a16="http://schemas.microsoft.com/office/drawing/2014/main" id="{EDBFB7B9-C5FF-0AA9-7A9D-15094B821D37}"/>
              </a:ext>
            </a:extLst>
          </p:cNvPr>
          <p:cNvSpPr txBox="1">
            <a:spLocks/>
          </p:cNvSpPr>
          <p:nvPr/>
        </p:nvSpPr>
        <p:spPr>
          <a:xfrm>
            <a:off x="71284" y="127560"/>
            <a:ext cx="10515600" cy="362462"/>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0" i="0" u="none" strike="noStrike" kern="1200" cap="none" spc="0" normalizeH="0" baseline="0" noProof="0">
                <a:ln>
                  <a:noFill/>
                </a:ln>
                <a:solidFill>
                  <a:schemeClr val="accent2"/>
                </a:solidFill>
                <a:effectLst/>
                <a:uLnTx/>
                <a:uFillTx/>
                <a:latin typeface="Aptos Display" panose="02110004020202020204"/>
                <a:ea typeface="+mj-ea"/>
                <a:cs typeface="+mj-cs"/>
              </a:rPr>
              <a:t>Proposition of </a:t>
            </a:r>
            <a:r>
              <a:rPr kumimoji="0" lang="en-GB" sz="2400" b="1" i="0" u="none" strike="noStrike" kern="1200" cap="none" spc="0" normalizeH="0" baseline="0" noProof="0">
                <a:ln>
                  <a:noFill/>
                </a:ln>
                <a:solidFill>
                  <a:schemeClr val="accent2"/>
                </a:solidFill>
                <a:effectLst/>
                <a:uLnTx/>
                <a:uFillTx/>
                <a:latin typeface="Aptos Display" panose="02110004020202020204"/>
                <a:ea typeface="+mj-ea"/>
                <a:cs typeface="+mj-cs"/>
              </a:rPr>
              <a:t>new Site Address </a:t>
            </a:r>
            <a:r>
              <a:rPr kumimoji="0" lang="en-GB" sz="2400" b="0" i="0" u="none" strike="noStrike" kern="1200" cap="none" spc="0" normalizeH="0" baseline="0" noProof="0">
                <a:ln>
                  <a:noFill/>
                </a:ln>
                <a:solidFill>
                  <a:schemeClr val="accent2"/>
                </a:solidFill>
                <a:effectLst/>
                <a:uLnTx/>
                <a:uFillTx/>
                <a:latin typeface="Aptos Display" panose="02110004020202020204"/>
                <a:ea typeface="+mj-ea"/>
                <a:cs typeface="+mj-cs"/>
              </a:rPr>
              <a:t>for internet products</a:t>
            </a:r>
          </a:p>
        </p:txBody>
      </p:sp>
      <p:sp>
        <p:nvSpPr>
          <p:cNvPr id="12" name="Arrow: Pentagon 11">
            <a:extLst>
              <a:ext uri="{FF2B5EF4-FFF2-40B4-BE49-F238E27FC236}">
                <a16:creationId xmlns:a16="http://schemas.microsoft.com/office/drawing/2014/main" id="{DD01C35B-B749-24F9-2580-29AEC249A637}"/>
              </a:ext>
            </a:extLst>
          </p:cNvPr>
          <p:cNvSpPr/>
          <p:nvPr/>
        </p:nvSpPr>
        <p:spPr>
          <a:xfrm>
            <a:off x="572398" y="1088318"/>
            <a:ext cx="2878526" cy="351943"/>
          </a:xfrm>
          <a:prstGeom prst="homePlate">
            <a:avLst>
              <a:gd name="adj" fmla="val 0"/>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white"/>
                </a:solidFill>
                <a:effectLst/>
                <a:uLnTx/>
                <a:uFillTx/>
                <a:latin typeface="Aptos" panose="02110004020202020204"/>
                <a:ea typeface="+mn-ea"/>
                <a:cs typeface="+mn-cs"/>
              </a:rPr>
              <a:t>Project Quote</a:t>
            </a: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Arrow: Pentagon 12">
            <a:extLst>
              <a:ext uri="{FF2B5EF4-FFF2-40B4-BE49-F238E27FC236}">
                <a16:creationId xmlns:a16="http://schemas.microsoft.com/office/drawing/2014/main" id="{DE7C8327-DDF2-0D14-D85E-F7EE48ECFE2E}"/>
              </a:ext>
            </a:extLst>
          </p:cNvPr>
          <p:cNvSpPr/>
          <p:nvPr/>
        </p:nvSpPr>
        <p:spPr>
          <a:xfrm>
            <a:off x="3691345" y="1088318"/>
            <a:ext cx="833805" cy="351943"/>
          </a:xfrm>
          <a:prstGeom prst="homePlate">
            <a:avLst>
              <a:gd name="adj" fmla="val 0"/>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white"/>
                </a:solidFill>
                <a:effectLst/>
                <a:uLnTx/>
                <a:uFillTx/>
                <a:latin typeface="Aptos" panose="02110004020202020204"/>
                <a:ea typeface="+mn-ea"/>
                <a:cs typeface="+mn-cs"/>
              </a:rPr>
              <a:t>Contract (MSA)</a:t>
            </a: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Arrow: Pentagon 13">
            <a:extLst>
              <a:ext uri="{FF2B5EF4-FFF2-40B4-BE49-F238E27FC236}">
                <a16:creationId xmlns:a16="http://schemas.microsoft.com/office/drawing/2014/main" id="{279E2592-F8B9-3158-7D48-083FD4F5CCAE}"/>
              </a:ext>
            </a:extLst>
          </p:cNvPr>
          <p:cNvSpPr/>
          <p:nvPr/>
        </p:nvSpPr>
        <p:spPr>
          <a:xfrm>
            <a:off x="9086138" y="1088318"/>
            <a:ext cx="2878526" cy="351943"/>
          </a:xfrm>
          <a:prstGeom prst="homePlate">
            <a:avLst>
              <a:gd name="adj" fmla="val 0"/>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white"/>
                </a:solidFill>
                <a:effectLst/>
                <a:uLnTx/>
                <a:uFillTx/>
                <a:latin typeface="Aptos" panose="02110004020202020204"/>
                <a:ea typeface="+mn-ea"/>
                <a:cs typeface="+mn-cs"/>
              </a:rPr>
              <a:t>Commercial Order</a:t>
            </a: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Arrow: Pentagon 16">
            <a:extLst>
              <a:ext uri="{FF2B5EF4-FFF2-40B4-BE49-F238E27FC236}">
                <a16:creationId xmlns:a16="http://schemas.microsoft.com/office/drawing/2014/main" id="{7EF1DB0D-F7A8-271E-DD53-3A865999D0F7}"/>
              </a:ext>
            </a:extLst>
          </p:cNvPr>
          <p:cNvSpPr/>
          <p:nvPr/>
        </p:nvSpPr>
        <p:spPr>
          <a:xfrm>
            <a:off x="4853120" y="1088318"/>
            <a:ext cx="833805" cy="351943"/>
          </a:xfrm>
          <a:prstGeom prst="homePlate">
            <a:avLst>
              <a:gd name="adj" fmla="val 0"/>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white"/>
                </a:solidFill>
                <a:effectLst/>
                <a:uLnTx/>
                <a:uFillTx/>
                <a:latin typeface="Aptos" panose="02110004020202020204"/>
                <a:ea typeface="+mn-ea"/>
                <a:cs typeface="+mn-cs"/>
              </a:rPr>
              <a:t>Project</a:t>
            </a: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Arrow: Pentagon 17">
            <a:extLst>
              <a:ext uri="{FF2B5EF4-FFF2-40B4-BE49-F238E27FC236}">
                <a16:creationId xmlns:a16="http://schemas.microsoft.com/office/drawing/2014/main" id="{A3B018A3-0307-3060-AE4D-F4738015BFED}"/>
              </a:ext>
            </a:extLst>
          </p:cNvPr>
          <p:cNvSpPr/>
          <p:nvPr/>
        </p:nvSpPr>
        <p:spPr>
          <a:xfrm>
            <a:off x="5948808" y="1088318"/>
            <a:ext cx="2878526" cy="351943"/>
          </a:xfrm>
          <a:prstGeom prst="homePlate">
            <a:avLst>
              <a:gd name="adj" fmla="val 0"/>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white"/>
                </a:solidFill>
                <a:effectLst/>
                <a:uLnTx/>
                <a:uFillTx/>
                <a:latin typeface="Aptos" panose="02110004020202020204"/>
                <a:ea typeface="+mn-ea"/>
                <a:cs typeface="+mn-cs"/>
              </a:rPr>
              <a:t>Firm Quote &amp; Service Contract</a:t>
            </a: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Arrow: Pentagon 18">
            <a:extLst>
              <a:ext uri="{FF2B5EF4-FFF2-40B4-BE49-F238E27FC236}">
                <a16:creationId xmlns:a16="http://schemas.microsoft.com/office/drawing/2014/main" id="{8CF14455-8A6D-CE1C-3F82-7818600985D1}"/>
              </a:ext>
            </a:extLst>
          </p:cNvPr>
          <p:cNvSpPr/>
          <p:nvPr/>
        </p:nvSpPr>
        <p:spPr>
          <a:xfrm>
            <a:off x="539990" y="865347"/>
            <a:ext cx="8433890" cy="781095"/>
          </a:xfrm>
          <a:prstGeom prst="homePlate">
            <a:avLst>
              <a:gd name="adj" fmla="val 0"/>
            </a:avLst>
          </a:prstGeom>
          <a:noFill/>
          <a:ln>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000000"/>
                </a:solidFill>
                <a:effectLst/>
                <a:uLnTx/>
                <a:uFillTx/>
                <a:latin typeface="Aptos" panose="02110004020202020204"/>
                <a:ea typeface="+mn-ea"/>
                <a:cs typeface="+mn-cs"/>
              </a:rPr>
              <a:t> </a:t>
            </a:r>
            <a:r>
              <a:rPr lang="en-GB" sz="800" b="1" dirty="0">
                <a:solidFill>
                  <a:schemeClr val="bg1"/>
                </a:solidFill>
                <a:latin typeface="Aptos" panose="02110004020202020204"/>
              </a:rPr>
              <a:t>Complex P</a:t>
            </a:r>
            <a:r>
              <a:rPr kumimoji="0" lang="en-GB" sz="800" b="1" i="0" u="none" strike="noStrike" kern="1200" cap="none" spc="0" normalizeH="0" baseline="0" noProof="0" dirty="0" err="1">
                <a:ln>
                  <a:noFill/>
                </a:ln>
                <a:solidFill>
                  <a:schemeClr val="bg1"/>
                </a:solidFill>
                <a:effectLst/>
                <a:uLnTx/>
                <a:uFillTx/>
                <a:latin typeface="Aptos" panose="02110004020202020204"/>
                <a:ea typeface="+mn-ea"/>
                <a:cs typeface="+mn-cs"/>
              </a:rPr>
              <a:t>roject</a:t>
            </a:r>
            <a:r>
              <a:rPr kumimoji="0" lang="en-GB" sz="800" b="1" i="0" u="none" strike="noStrike" kern="1200" cap="none" spc="0" normalizeH="0" baseline="0" noProof="0" dirty="0">
                <a:ln>
                  <a:noFill/>
                </a:ln>
                <a:solidFill>
                  <a:schemeClr val="bg1"/>
                </a:solidFill>
                <a:effectLst/>
                <a:uLnTx/>
                <a:uFillTx/>
                <a:latin typeface="Aptos" panose="02110004020202020204"/>
                <a:ea typeface="+mn-ea"/>
                <a:cs typeface="+mn-cs"/>
              </a:rPr>
              <a:t> Flow</a:t>
            </a:r>
          </a:p>
        </p:txBody>
      </p:sp>
      <p:cxnSp>
        <p:nvCxnSpPr>
          <p:cNvPr id="22" name="Straight Arrow Connector 21">
            <a:extLst>
              <a:ext uri="{FF2B5EF4-FFF2-40B4-BE49-F238E27FC236}">
                <a16:creationId xmlns:a16="http://schemas.microsoft.com/office/drawing/2014/main" id="{DCA51C8B-A04E-5DF4-3C27-F30DFA0FEF0F}"/>
              </a:ext>
            </a:extLst>
          </p:cNvPr>
          <p:cNvCxnSpPr>
            <a:cxnSpLocks/>
            <a:stCxn id="12" idx="3"/>
            <a:endCxn id="13" idx="1"/>
          </p:cNvCxnSpPr>
          <p:nvPr/>
        </p:nvCxnSpPr>
        <p:spPr>
          <a:xfrm>
            <a:off x="3450924" y="1264290"/>
            <a:ext cx="24042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37BB619-05A8-0EDB-CFF1-171EC5903C53}"/>
              </a:ext>
            </a:extLst>
          </p:cNvPr>
          <p:cNvCxnSpPr>
            <a:cxnSpLocks/>
            <a:stCxn id="13" idx="3"/>
            <a:endCxn id="17" idx="1"/>
          </p:cNvCxnSpPr>
          <p:nvPr/>
        </p:nvCxnSpPr>
        <p:spPr>
          <a:xfrm>
            <a:off x="4525150" y="1264290"/>
            <a:ext cx="32797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782CEFA-AACD-C6A9-7D00-5BE0F8A9A4F9}"/>
              </a:ext>
            </a:extLst>
          </p:cNvPr>
          <p:cNvCxnSpPr>
            <a:cxnSpLocks/>
            <a:stCxn id="17" idx="3"/>
            <a:endCxn id="18" idx="1"/>
          </p:cNvCxnSpPr>
          <p:nvPr/>
        </p:nvCxnSpPr>
        <p:spPr>
          <a:xfrm>
            <a:off x="5686925" y="1264290"/>
            <a:ext cx="26188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48B8B43-1A5F-9D2A-B719-2436F97B0D86}"/>
              </a:ext>
            </a:extLst>
          </p:cNvPr>
          <p:cNvCxnSpPr>
            <a:cxnSpLocks/>
            <a:stCxn id="18" idx="3"/>
            <a:endCxn id="14" idx="1"/>
          </p:cNvCxnSpPr>
          <p:nvPr/>
        </p:nvCxnSpPr>
        <p:spPr>
          <a:xfrm>
            <a:off x="8827334" y="1264290"/>
            <a:ext cx="2588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ZoneTexte 1075">
            <a:extLst>
              <a:ext uri="{FF2B5EF4-FFF2-40B4-BE49-F238E27FC236}">
                <a16:creationId xmlns:a16="http://schemas.microsoft.com/office/drawing/2014/main" id="{5D3AF5AB-D3EE-47F2-B8C7-27DD40E6296E}"/>
              </a:ext>
            </a:extLst>
          </p:cNvPr>
          <p:cNvSpPr txBox="1"/>
          <p:nvPr/>
        </p:nvSpPr>
        <p:spPr>
          <a:xfrm>
            <a:off x="572201" y="1914273"/>
            <a:ext cx="2878920" cy="819591"/>
          </a:xfrm>
          <a:prstGeom prst="rect">
            <a:avLst/>
          </a:prstGeom>
          <a:solidFill>
            <a:schemeClr val="accent4"/>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rial"/>
                <a:ea typeface="+mn-ea"/>
                <a:cs typeface="Arial"/>
              </a:rPr>
              <a:t>Sales Rep enters the minimum level of address required by the product model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rial"/>
                <a:ea typeface="+mn-ea"/>
                <a:cs typeface="Arial"/>
              </a:rPr>
              <a:t>to get rough pricing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rial"/>
                <a:ea typeface="+mn-ea"/>
                <a:cs typeface="Arial"/>
              </a:rPr>
              <a:t>and commercial eligibility at country level</a:t>
            </a:r>
          </a:p>
        </p:txBody>
      </p:sp>
      <p:sp>
        <p:nvSpPr>
          <p:cNvPr id="20" name="Arrow: Right 19">
            <a:extLst>
              <a:ext uri="{FF2B5EF4-FFF2-40B4-BE49-F238E27FC236}">
                <a16:creationId xmlns:a16="http://schemas.microsoft.com/office/drawing/2014/main" id="{8C1F4100-17E4-622A-3C2A-9953E68CBCA0}"/>
              </a:ext>
            </a:extLst>
          </p:cNvPr>
          <p:cNvSpPr/>
          <p:nvPr/>
        </p:nvSpPr>
        <p:spPr>
          <a:xfrm>
            <a:off x="3681437" y="2281147"/>
            <a:ext cx="2088934" cy="111889"/>
          </a:xfrm>
          <a:prstGeom prst="rightArrow">
            <a:avLst/>
          </a:prstGeom>
          <a:solidFill>
            <a:schemeClr val="accent4"/>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Arial"/>
              <a:ea typeface="+mn-ea"/>
              <a:cs typeface="Arial"/>
            </a:endParaRPr>
          </a:p>
        </p:txBody>
      </p:sp>
      <p:sp>
        <p:nvSpPr>
          <p:cNvPr id="21" name="TextBox 20">
            <a:extLst>
              <a:ext uri="{FF2B5EF4-FFF2-40B4-BE49-F238E27FC236}">
                <a16:creationId xmlns:a16="http://schemas.microsoft.com/office/drawing/2014/main" id="{AD8C2867-4B54-91F7-7908-5980E989257A}"/>
              </a:ext>
            </a:extLst>
          </p:cNvPr>
          <p:cNvSpPr txBox="1"/>
          <p:nvPr/>
        </p:nvSpPr>
        <p:spPr>
          <a:xfrm>
            <a:off x="3751752" y="1881037"/>
            <a:ext cx="1873585" cy="400110"/>
          </a:xfrm>
          <a:prstGeom prst="rect">
            <a:avLst/>
          </a:prstGeom>
          <a:noFill/>
        </p:spPr>
        <p:txBody>
          <a:bodyPr wrap="square" lIns="0" tIns="45720" rIns="0" bIns="45720" rtlCol="0" anchor="t">
            <a:spAutoFit/>
          </a:bodyPr>
          <a:lstStyle/>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dirty="0">
                <a:ln>
                  <a:noFill/>
                </a:ln>
                <a:solidFill>
                  <a:schemeClr val="bg1"/>
                </a:solidFill>
                <a:effectLst/>
                <a:uLnTx/>
                <a:uFillTx/>
                <a:latin typeface="Aptos" panose="02110004020202020204"/>
                <a:ea typeface="+mn-ea"/>
                <a:cs typeface="+mn-cs"/>
              </a:rPr>
              <a:t>Site info is transferred</a:t>
            </a:r>
          </a:p>
          <a:p>
            <a:pPr marL="9525"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dirty="0">
                <a:ln>
                  <a:noFill/>
                </a:ln>
                <a:solidFill>
                  <a:schemeClr val="bg1"/>
                </a:solidFill>
                <a:effectLst/>
                <a:uLnTx/>
                <a:uFillTx/>
                <a:latin typeface="Aptos" panose="02110004020202020204"/>
                <a:ea typeface="+mn-ea"/>
                <a:cs typeface="+mn-cs"/>
              </a:rPr>
              <a:t> from project quote to firm quote</a:t>
            </a:r>
          </a:p>
        </p:txBody>
      </p:sp>
      <p:sp>
        <p:nvSpPr>
          <p:cNvPr id="94" name="ZoneTexte 1075">
            <a:extLst>
              <a:ext uri="{FF2B5EF4-FFF2-40B4-BE49-F238E27FC236}">
                <a16:creationId xmlns:a16="http://schemas.microsoft.com/office/drawing/2014/main" id="{7FC51460-CC88-F994-83D8-9E8991BD2E83}"/>
              </a:ext>
            </a:extLst>
          </p:cNvPr>
          <p:cNvSpPr txBox="1"/>
          <p:nvPr/>
        </p:nvSpPr>
        <p:spPr>
          <a:xfrm>
            <a:off x="5948808" y="1914273"/>
            <a:ext cx="2878526" cy="819591"/>
          </a:xfrm>
          <a:prstGeom prst="rect">
            <a:avLst/>
          </a:prstGeom>
          <a:solidFill>
            <a:schemeClr val="accent4"/>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algn="ctr">
              <a:defRPr>
                <a:solidFill>
                  <a:schemeClr val="bg1"/>
                </a:solidFill>
                <a:effectLst/>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rial"/>
                <a:ea typeface="+mn-ea"/>
                <a:cs typeface="Arial"/>
              </a:rPr>
              <a:t>Sales Rep enrich site address to provide a firm quote and proceed to order.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prstClr val="white"/>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Arial"/>
                <a:ea typeface="+mn-ea"/>
                <a:cs typeface="Arial"/>
              </a:rPr>
              <a:t>Pricing and eligibility are refined</a:t>
            </a:r>
          </a:p>
        </p:txBody>
      </p:sp>
      <p:sp>
        <p:nvSpPr>
          <p:cNvPr id="107" name="TextBox 33">
            <a:extLst>
              <a:ext uri="{FF2B5EF4-FFF2-40B4-BE49-F238E27FC236}">
                <a16:creationId xmlns:a16="http://schemas.microsoft.com/office/drawing/2014/main" id="{4E0470E1-2C79-C4C5-419D-3C90B8269798}"/>
              </a:ext>
            </a:extLst>
          </p:cNvPr>
          <p:cNvSpPr txBox="1"/>
          <p:nvPr/>
        </p:nvSpPr>
        <p:spPr>
          <a:xfrm rot="16200000">
            <a:off x="-157659" y="1122417"/>
            <a:ext cx="804176" cy="41549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chemeClr val="bg1"/>
                </a:solidFill>
                <a:effectLst/>
                <a:uLnTx/>
                <a:uFillTx/>
                <a:latin typeface="Aptos" panose="02110004020202020204"/>
                <a:ea typeface="+mn-ea"/>
                <a:cs typeface="+mn-cs"/>
              </a:rPr>
              <a:t>Quotation flow</a:t>
            </a:r>
          </a:p>
        </p:txBody>
      </p:sp>
      <p:graphicFrame>
        <p:nvGraphicFramePr>
          <p:cNvPr id="38" name="Tableau 37">
            <a:extLst>
              <a:ext uri="{FF2B5EF4-FFF2-40B4-BE49-F238E27FC236}">
                <a16:creationId xmlns:a16="http://schemas.microsoft.com/office/drawing/2014/main" id="{0837CAD5-11B8-2687-BF52-F0A83DF3919B}"/>
              </a:ext>
            </a:extLst>
          </p:cNvPr>
          <p:cNvGraphicFramePr>
            <a:graphicFrameLocks noGrp="1"/>
          </p:cNvGraphicFramePr>
          <p:nvPr>
            <p:extLst>
              <p:ext uri="{D42A27DB-BD31-4B8C-83A1-F6EECF244321}">
                <p14:modId xmlns:p14="http://schemas.microsoft.com/office/powerpoint/2010/main" val="3338288405"/>
              </p:ext>
            </p:extLst>
          </p:nvPr>
        </p:nvGraphicFramePr>
        <p:xfrm>
          <a:off x="572201" y="2854528"/>
          <a:ext cx="2878921" cy="3760136"/>
        </p:xfrm>
        <a:graphic>
          <a:graphicData uri="http://schemas.openxmlformats.org/drawingml/2006/table">
            <a:tbl>
              <a:tblPr firstRow="1" bandRow="1">
                <a:tableStyleId>{5C22544A-7EE6-4342-B048-85BDC9FD1C3A}</a:tableStyleId>
              </a:tblPr>
              <a:tblGrid>
                <a:gridCol w="1198041">
                  <a:extLst>
                    <a:ext uri="{9D8B030D-6E8A-4147-A177-3AD203B41FA5}">
                      <a16:colId xmlns:a16="http://schemas.microsoft.com/office/drawing/2014/main" val="1093354815"/>
                    </a:ext>
                  </a:extLst>
                </a:gridCol>
                <a:gridCol w="1680880">
                  <a:extLst>
                    <a:ext uri="{9D8B030D-6E8A-4147-A177-3AD203B41FA5}">
                      <a16:colId xmlns:a16="http://schemas.microsoft.com/office/drawing/2014/main" val="397167193"/>
                    </a:ext>
                  </a:extLst>
                </a:gridCol>
              </a:tblGrid>
              <a:tr h="290496">
                <a:tc>
                  <a:txBody>
                    <a:bodyPr/>
                    <a:lstStyle/>
                    <a:p>
                      <a:r>
                        <a:rPr lang="fr-FR" sz="1200" dirty="0">
                          <a:solidFill>
                            <a:schemeClr val="bg1"/>
                          </a:solidFill>
                        </a:rPr>
                        <a:t>Site A </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75000"/>
                        </a:schemeClr>
                      </a:solidFill>
                      <a:prstDash val="solid"/>
                      <a:round/>
                      <a:headEnd type="none" w="med" len="med"/>
                      <a:tailEnd type="none" w="med" len="med"/>
                    </a:lnB>
                    <a:noFill/>
                  </a:tcPr>
                </a:tc>
                <a:tc>
                  <a:txBody>
                    <a:bodyPr/>
                    <a:lstStyle/>
                    <a:p>
                      <a:r>
                        <a:rPr lang="fr-FR" sz="1200" dirty="0">
                          <a:solidFill>
                            <a:schemeClr val="bg1"/>
                          </a:solidFill>
                        </a:rPr>
                        <a:t>High </a:t>
                      </a:r>
                      <a:r>
                        <a:rPr lang="fr-FR" sz="1200" dirty="0" err="1">
                          <a:solidFill>
                            <a:schemeClr val="bg1"/>
                          </a:solidFill>
                        </a:rPr>
                        <a:t>Level</a:t>
                      </a:r>
                      <a:r>
                        <a:rPr lang="fr-FR" sz="1200" dirty="0">
                          <a:solidFill>
                            <a:schemeClr val="bg1"/>
                          </a:solidFill>
                        </a:rPr>
                        <a:t>  </a:t>
                      </a:r>
                      <a:r>
                        <a:rPr lang="fr-FR" sz="1200" dirty="0" err="1">
                          <a:solidFill>
                            <a:schemeClr val="bg1"/>
                          </a:solidFill>
                        </a:rPr>
                        <a:t>Address</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315224259"/>
                  </a:ext>
                </a:extLst>
              </a:tr>
              <a:tr h="0">
                <a:tc>
                  <a:txBody>
                    <a:bodyPr/>
                    <a:lstStyle/>
                    <a:p>
                      <a:endParaRPr lang="en-US" sz="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75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75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907367"/>
                  </a:ext>
                </a:extLst>
              </a:tr>
              <a:tr h="258265">
                <a:tc>
                  <a:txBody>
                    <a:bodyPr/>
                    <a:lstStyle/>
                    <a:p>
                      <a:r>
                        <a:rPr lang="fr-FR" sz="1100" b="1">
                          <a:solidFill>
                            <a:schemeClr val="bg1">
                              <a:lumMod val="50000"/>
                            </a:schemeClr>
                          </a:solidFill>
                        </a:rPr>
                        <a:t>Street Number </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5860163"/>
                  </a:ext>
                </a:extLst>
              </a:tr>
              <a:tr h="258265">
                <a:tc>
                  <a:txBody>
                    <a:bodyPr/>
                    <a:lstStyle/>
                    <a:p>
                      <a:r>
                        <a:rPr lang="fr-FR" sz="1100" b="1">
                          <a:solidFill>
                            <a:schemeClr val="bg1">
                              <a:lumMod val="50000"/>
                            </a:schemeClr>
                          </a:solidFill>
                        </a:rPr>
                        <a:t>Street Name </a:t>
                      </a: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fr-FR"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18907114"/>
                  </a:ext>
                </a:extLst>
              </a:tr>
              <a:tr h="258265">
                <a:tc>
                  <a:txBody>
                    <a:bodyPr/>
                    <a:lstStyle/>
                    <a:p>
                      <a:r>
                        <a:rPr lang="fr-FR" sz="1100" b="1">
                          <a:solidFill>
                            <a:schemeClr val="accent2"/>
                          </a:solidFill>
                        </a:rPr>
                        <a:t>City </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r>
                        <a:rPr lang="fr-FR" sz="1100" b="1"/>
                        <a:t>Munich</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3777735"/>
                  </a:ext>
                </a:extLst>
              </a:tr>
              <a:tr h="258265">
                <a:tc>
                  <a:txBody>
                    <a:bodyPr/>
                    <a:lstStyle/>
                    <a:p>
                      <a:r>
                        <a:rPr lang="fr-FR" sz="1100" b="1">
                          <a:solidFill>
                            <a:schemeClr val="bg1">
                              <a:lumMod val="50000"/>
                            </a:schemeClr>
                          </a:solidFill>
                        </a:rPr>
                        <a:t>State</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74129864"/>
                  </a:ext>
                </a:extLst>
              </a:tr>
              <a:tr h="258265">
                <a:tc>
                  <a:txBody>
                    <a:bodyPr/>
                    <a:lstStyle/>
                    <a:p>
                      <a:r>
                        <a:rPr lang="fr-FR" sz="1100" b="1">
                          <a:solidFill>
                            <a:schemeClr val="bg1">
                              <a:lumMod val="50000"/>
                            </a:schemeClr>
                          </a:solidFill>
                        </a:rPr>
                        <a:t>Zip </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81601045"/>
                  </a:ext>
                </a:extLst>
              </a:tr>
              <a:tr h="258265">
                <a:tc>
                  <a:txBody>
                    <a:bodyPr/>
                    <a:lstStyle/>
                    <a:p>
                      <a:r>
                        <a:rPr lang="fr-FR" sz="1100" b="1">
                          <a:solidFill>
                            <a:schemeClr val="accent2"/>
                          </a:solidFill>
                        </a:rPr>
                        <a:t>Country</a:t>
                      </a:r>
                      <a:r>
                        <a:rPr lang="fr-FR" sz="1100" b="1"/>
                        <a:t>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r>
                        <a:rPr lang="fr-FR" sz="1100" b="1" dirty="0"/>
                        <a:t>Germany </a:t>
                      </a:r>
                      <a:endParaRPr lang="en-US"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66472882"/>
                  </a:ext>
                </a:extLst>
              </a:tr>
              <a:tr h="258265">
                <a:tc>
                  <a:txBody>
                    <a:bodyPr/>
                    <a:lstStyle/>
                    <a:p>
                      <a:r>
                        <a:rPr lang="fr-FR" sz="1100" b="1">
                          <a:solidFill>
                            <a:schemeClr val="bg1">
                              <a:lumMod val="50000"/>
                            </a:schemeClr>
                          </a:solidFill>
                        </a:rPr>
                        <a:t>Floor/ Building Number/Door</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pPr algn="l"/>
                      <a:endParaRPr lang="en-US" sz="1100" b="1"/>
                    </a:p>
                  </a:txBody>
                  <a:tcPr marL="100584" marR="100584"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5949781"/>
                  </a:ext>
                </a:extLst>
              </a:tr>
              <a:tr h="0">
                <a:tc>
                  <a:txBody>
                    <a:bodyPr/>
                    <a:lstStyle/>
                    <a:p>
                      <a:endParaRPr lang="en-US" sz="5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96564557"/>
                  </a:ext>
                </a:extLst>
              </a:tr>
              <a:tr h="258265">
                <a:tc gridSpan="2">
                  <a:txBody>
                    <a:bodyPr/>
                    <a:lstStyle/>
                    <a:p>
                      <a:r>
                        <a:rPr lang="fr-FR" sz="1100" b="0" dirty="0">
                          <a:solidFill>
                            <a:schemeClr val="bg1"/>
                          </a:solidFill>
                        </a:rPr>
                        <a:t>GPS </a:t>
                      </a:r>
                      <a:r>
                        <a:rPr lang="fr-FR" sz="1100" b="0" dirty="0" err="1">
                          <a:solidFill>
                            <a:schemeClr val="bg1"/>
                          </a:solidFill>
                        </a:rPr>
                        <a:t>Coordinates</a:t>
                      </a:r>
                      <a:endParaRPr lang="en-US" sz="1100" b="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77829900"/>
                  </a:ext>
                </a:extLst>
              </a:tr>
              <a:tr h="258265">
                <a:tc>
                  <a:txBody>
                    <a:bodyPr/>
                    <a:lstStyle/>
                    <a:p>
                      <a:r>
                        <a:rPr lang="fr-FR" sz="1100" b="1">
                          <a:solidFill>
                            <a:schemeClr val="bg1">
                              <a:lumMod val="50000"/>
                            </a:schemeClr>
                          </a:solidFill>
                        </a:rPr>
                        <a:t>Latitude </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890384070"/>
                  </a:ext>
                </a:extLst>
              </a:tr>
              <a:tr h="258265">
                <a:tc>
                  <a:txBody>
                    <a:bodyPr/>
                    <a:lstStyle/>
                    <a:p>
                      <a:r>
                        <a:rPr lang="fr-FR" sz="1100" b="1">
                          <a:solidFill>
                            <a:schemeClr val="bg1">
                              <a:lumMod val="50000"/>
                            </a:schemeClr>
                          </a:solidFill>
                        </a:rPr>
                        <a:t>Longitude </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66901184"/>
                  </a:ext>
                </a:extLst>
              </a:tr>
              <a:tr h="0">
                <a:tc>
                  <a:txBody>
                    <a:bodyPr/>
                    <a:lstStyle/>
                    <a:p>
                      <a:endParaRPr lang="en-US" sz="5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41110959"/>
                  </a:ext>
                </a:extLst>
              </a:tr>
              <a:tr h="258265">
                <a:tc>
                  <a:txBody>
                    <a:bodyPr/>
                    <a:lstStyle/>
                    <a:p>
                      <a:r>
                        <a:rPr lang="fr-FR" sz="1100" b="1">
                          <a:solidFill>
                            <a:schemeClr val="bg1">
                              <a:lumMod val="50000"/>
                            </a:schemeClr>
                          </a:solidFill>
                        </a:rPr>
                        <a:t>Local Contact</a:t>
                      </a:r>
                      <a:endParaRPr lang="en-US" sz="1100" b="1">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a:txBody>
                    <a:bodyPr/>
                    <a:lstStyle/>
                    <a:p>
                      <a:endParaRPr lang="en-US" sz="1100" b="1" dirty="0">
                        <a:solidFill>
                          <a:schemeClr val="bg1">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39840739"/>
                  </a:ext>
                </a:extLst>
              </a:tr>
            </a:tbl>
          </a:graphicData>
        </a:graphic>
      </p:graphicFrame>
      <p:graphicFrame>
        <p:nvGraphicFramePr>
          <p:cNvPr id="43" name="Tableau 42">
            <a:extLst>
              <a:ext uri="{FF2B5EF4-FFF2-40B4-BE49-F238E27FC236}">
                <a16:creationId xmlns:a16="http://schemas.microsoft.com/office/drawing/2014/main" id="{1EB57BA5-F554-4D85-E329-426CF953789A}"/>
              </a:ext>
            </a:extLst>
          </p:cNvPr>
          <p:cNvGraphicFramePr>
            <a:graphicFrameLocks noGrp="1"/>
          </p:cNvGraphicFramePr>
          <p:nvPr/>
        </p:nvGraphicFramePr>
        <p:xfrm>
          <a:off x="-955040" y="3789680"/>
          <a:ext cx="208280" cy="365760"/>
        </p:xfrm>
        <a:graphic>
          <a:graphicData uri="http://schemas.openxmlformats.org/drawingml/2006/table">
            <a:tbl>
              <a:tblPr/>
              <a:tblGrid>
                <a:gridCol w="208280">
                  <a:extLst>
                    <a:ext uri="{9D8B030D-6E8A-4147-A177-3AD203B41FA5}">
                      <a16:colId xmlns:a16="http://schemas.microsoft.com/office/drawing/2014/main" val="2538754464"/>
                    </a:ext>
                  </a:extLst>
                </a:gridCol>
              </a:tblGrid>
              <a:tr h="0">
                <a:tc>
                  <a:txBody>
                    <a:bodyPr/>
                    <a:lstStyle/>
                    <a:p>
                      <a:endParaRPr lang="en-US"/>
                    </a:p>
                  </a:txBody>
                  <a:tcPr>
                    <a:lnL w="28575" cmpd="sng">
                      <a:solidFill>
                        <a:schemeClr val="accent1"/>
                      </a:solidFill>
                      <a:prstDash val="solid"/>
                    </a:lnL>
                    <a:lnR w="28575" cmpd="sng">
                      <a:solidFill>
                        <a:schemeClr val="accent1"/>
                      </a:solidFill>
                      <a:prstDash val="solid"/>
                    </a:lnR>
                    <a:lnT w="28575" cmpd="sng">
                      <a:solidFill>
                        <a:schemeClr val="accent1"/>
                      </a:solidFill>
                      <a:prstDash val="solid"/>
                    </a:lnT>
                    <a:lnB w="28575" cmpd="sng">
                      <a:solidFill>
                        <a:schemeClr val="accent1"/>
                      </a:solidFill>
                      <a:prstDash val="solid"/>
                    </a:lnB>
                  </a:tcPr>
                </a:tc>
                <a:extLst>
                  <a:ext uri="{0D108BD9-81ED-4DB2-BD59-A6C34878D82A}">
                    <a16:rowId xmlns:a16="http://schemas.microsoft.com/office/drawing/2014/main" val="3856016866"/>
                  </a:ext>
                </a:extLst>
              </a:tr>
            </a:tbl>
          </a:graphicData>
        </a:graphic>
      </p:graphicFrame>
      <p:graphicFrame>
        <p:nvGraphicFramePr>
          <p:cNvPr id="44" name="Tableau 43">
            <a:extLst>
              <a:ext uri="{FF2B5EF4-FFF2-40B4-BE49-F238E27FC236}">
                <a16:creationId xmlns:a16="http://schemas.microsoft.com/office/drawing/2014/main" id="{AAAE5424-9E4E-A273-7EB3-6DF2F30D5424}"/>
              </a:ext>
            </a:extLst>
          </p:cNvPr>
          <p:cNvGraphicFramePr>
            <a:graphicFrameLocks noGrp="1"/>
          </p:cNvGraphicFramePr>
          <p:nvPr>
            <p:extLst>
              <p:ext uri="{D42A27DB-BD31-4B8C-83A1-F6EECF244321}">
                <p14:modId xmlns:p14="http://schemas.microsoft.com/office/powerpoint/2010/main" val="3505458395"/>
              </p:ext>
            </p:extLst>
          </p:nvPr>
        </p:nvGraphicFramePr>
        <p:xfrm>
          <a:off x="5948808" y="2854528"/>
          <a:ext cx="2878920" cy="3760136"/>
        </p:xfrm>
        <a:graphic>
          <a:graphicData uri="http://schemas.openxmlformats.org/drawingml/2006/table">
            <a:tbl>
              <a:tblPr firstRow="1" bandRow="1">
                <a:tableStyleId>{5C22544A-7EE6-4342-B048-85BDC9FD1C3A}</a:tableStyleId>
              </a:tblPr>
              <a:tblGrid>
                <a:gridCol w="1349479">
                  <a:extLst>
                    <a:ext uri="{9D8B030D-6E8A-4147-A177-3AD203B41FA5}">
                      <a16:colId xmlns:a16="http://schemas.microsoft.com/office/drawing/2014/main" val="1093354815"/>
                    </a:ext>
                  </a:extLst>
                </a:gridCol>
                <a:gridCol w="1529441">
                  <a:extLst>
                    <a:ext uri="{9D8B030D-6E8A-4147-A177-3AD203B41FA5}">
                      <a16:colId xmlns:a16="http://schemas.microsoft.com/office/drawing/2014/main" val="2447032022"/>
                    </a:ext>
                  </a:extLst>
                </a:gridCol>
              </a:tblGrid>
              <a:tr h="290496">
                <a:tc>
                  <a:txBody>
                    <a:bodyPr/>
                    <a:lstStyle/>
                    <a:p>
                      <a:r>
                        <a:rPr lang="fr-FR" sz="1200" dirty="0">
                          <a:solidFill>
                            <a:schemeClr val="bg1"/>
                          </a:solidFill>
                        </a:rPr>
                        <a:t>Site A </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75000"/>
                        </a:schemeClr>
                      </a:solidFill>
                      <a:prstDash val="solid"/>
                      <a:round/>
                      <a:headEnd type="none" w="med" len="med"/>
                      <a:tailEnd type="none" w="med" len="med"/>
                    </a:lnB>
                    <a:noFill/>
                  </a:tcPr>
                </a:tc>
                <a:tc>
                  <a:txBody>
                    <a:bodyPr/>
                    <a:lstStyle/>
                    <a:p>
                      <a:r>
                        <a:rPr lang="fr-FR" sz="1200" dirty="0">
                          <a:solidFill>
                            <a:schemeClr val="bg1"/>
                          </a:solidFill>
                        </a:rPr>
                        <a:t>Full </a:t>
                      </a:r>
                      <a:r>
                        <a:rPr lang="fr-FR" sz="1200" dirty="0" err="1">
                          <a:solidFill>
                            <a:schemeClr val="bg1"/>
                          </a:solidFill>
                        </a:rPr>
                        <a:t>Address</a:t>
                      </a:r>
                      <a:r>
                        <a:rPr lang="fr-FR" sz="1200" dirty="0">
                          <a:solidFill>
                            <a:schemeClr val="bg1"/>
                          </a:solidFill>
                        </a:rPr>
                        <a:t> </a:t>
                      </a:r>
                      <a:r>
                        <a:rPr lang="fr-FR" sz="1200" dirty="0" err="1">
                          <a:solidFill>
                            <a:schemeClr val="bg1"/>
                          </a:solidFill>
                        </a:rPr>
                        <a:t>Level</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2315224259"/>
                  </a:ext>
                </a:extLst>
              </a:tr>
              <a:tr h="0">
                <a:tc>
                  <a:txBody>
                    <a:bodyPr/>
                    <a:lstStyle/>
                    <a:p>
                      <a:endParaRPr lang="en-US" sz="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75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tc>
                  <a:txBody>
                    <a:bodyPr/>
                    <a:lstStyle/>
                    <a:p>
                      <a:endParaRPr lang="en-US" sz="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75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545907367"/>
                  </a:ext>
                </a:extLst>
              </a:tr>
              <a:tr h="258265">
                <a:tc>
                  <a:txBody>
                    <a:bodyPr/>
                    <a:lstStyle/>
                    <a:p>
                      <a:r>
                        <a:rPr lang="fr-FR" sz="1100" b="1" dirty="0">
                          <a:solidFill>
                            <a:schemeClr val="accent2"/>
                          </a:solidFill>
                        </a:rPr>
                        <a:t>Street </a:t>
                      </a:r>
                      <a:r>
                        <a:rPr lang="fr-FR" sz="1100" b="1" dirty="0" err="1">
                          <a:solidFill>
                            <a:schemeClr val="accent2"/>
                          </a:solidFill>
                        </a:rPr>
                        <a:t>Number</a:t>
                      </a:r>
                      <a:r>
                        <a:rPr lang="fr-FR" sz="1100" b="1" dirty="0">
                          <a:solidFill>
                            <a:schemeClr val="accent2"/>
                          </a:solidFill>
                        </a:rPr>
                        <a:t> </a:t>
                      </a:r>
                      <a:endParaRPr lang="en-US" sz="1100" b="1" dirty="0">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050" b="1" dirty="0"/>
                        <a:t>43</a:t>
                      </a:r>
                      <a:endParaRPr lang="en-US" sz="1100" b="1" dirty="0">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65860163"/>
                  </a:ext>
                </a:extLst>
              </a:tr>
              <a:tr h="258265">
                <a:tc>
                  <a:txBody>
                    <a:bodyPr/>
                    <a:lstStyle/>
                    <a:p>
                      <a:r>
                        <a:rPr lang="fr-FR" sz="1100" b="1" dirty="0">
                          <a:solidFill>
                            <a:schemeClr val="accent2"/>
                          </a:solidFill>
                        </a:rPr>
                        <a:t>Street Name </a:t>
                      </a: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050" b="1"/>
                        <a:t>Peter-Anders Strasse</a:t>
                      </a:r>
                      <a:endParaRPr lang="fr-FR"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18907114"/>
                  </a:ext>
                </a:extLst>
              </a:tr>
              <a:tr h="258265">
                <a:tc>
                  <a:txBody>
                    <a:bodyPr/>
                    <a:lstStyle/>
                    <a:p>
                      <a:r>
                        <a:rPr lang="fr-FR" sz="1100" b="1" dirty="0">
                          <a:solidFill>
                            <a:schemeClr val="accent2"/>
                          </a:solidFill>
                        </a:rPr>
                        <a:t>City </a:t>
                      </a:r>
                      <a:endParaRPr lang="en-US" sz="1100" b="1" dirty="0">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050" b="1"/>
                        <a:t>Munich</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3777735"/>
                  </a:ext>
                </a:extLst>
              </a:tr>
              <a:tr h="258265">
                <a:tc>
                  <a:txBody>
                    <a:bodyPr/>
                    <a:lstStyle/>
                    <a:p>
                      <a:r>
                        <a:rPr lang="fr-FR" sz="1100" b="1">
                          <a:solidFill>
                            <a:schemeClr val="accent2"/>
                          </a:solidFill>
                        </a:rPr>
                        <a:t>State</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374129864"/>
                  </a:ext>
                </a:extLst>
              </a:tr>
              <a:tr h="258265">
                <a:tc>
                  <a:txBody>
                    <a:bodyPr/>
                    <a:lstStyle/>
                    <a:p>
                      <a:r>
                        <a:rPr lang="fr-FR" sz="1100" b="1" dirty="0">
                          <a:solidFill>
                            <a:schemeClr val="accent2"/>
                          </a:solidFill>
                        </a:rPr>
                        <a:t>Zip</a:t>
                      </a:r>
                      <a:r>
                        <a:rPr lang="fr-FR" sz="1100" b="1" dirty="0"/>
                        <a:t> </a:t>
                      </a:r>
                      <a:endParaRPr lang="en-US"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050" b="1"/>
                        <a:t>80234</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81601045"/>
                  </a:ext>
                </a:extLst>
              </a:tr>
              <a:tr h="258265">
                <a:tc>
                  <a:txBody>
                    <a:bodyPr/>
                    <a:lstStyle/>
                    <a:p>
                      <a:r>
                        <a:rPr lang="fr-FR" sz="1100" b="1">
                          <a:solidFill>
                            <a:schemeClr val="accent2"/>
                          </a:solidFill>
                        </a:rPr>
                        <a:t>Country</a:t>
                      </a:r>
                      <a:r>
                        <a:rPr lang="fr-FR" sz="1100" b="1"/>
                        <a:t>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050" b="1"/>
                        <a:t>Germany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66472882"/>
                  </a:ext>
                </a:extLst>
              </a:tr>
              <a:tr h="258265">
                <a:tc>
                  <a:txBody>
                    <a:bodyPr/>
                    <a:lstStyle/>
                    <a:p>
                      <a:r>
                        <a:rPr lang="fr-FR" sz="1100" b="1" dirty="0" err="1">
                          <a:solidFill>
                            <a:schemeClr val="bg2">
                              <a:lumMod val="50000"/>
                            </a:schemeClr>
                          </a:solidFill>
                        </a:rPr>
                        <a:t>Floor</a:t>
                      </a:r>
                      <a:r>
                        <a:rPr lang="fr-FR" sz="1100" b="1" dirty="0">
                          <a:solidFill>
                            <a:schemeClr val="bg2">
                              <a:lumMod val="50000"/>
                            </a:schemeClr>
                          </a:solidFill>
                        </a:rPr>
                        <a:t>/ Building </a:t>
                      </a:r>
                      <a:r>
                        <a:rPr lang="fr-FR" sz="1100" b="1" dirty="0" err="1">
                          <a:solidFill>
                            <a:schemeClr val="bg2">
                              <a:lumMod val="50000"/>
                            </a:schemeClr>
                          </a:solidFill>
                        </a:rPr>
                        <a:t>Number</a:t>
                      </a:r>
                      <a:r>
                        <a:rPr lang="fr-FR" sz="1100" b="1" dirty="0">
                          <a:solidFill>
                            <a:schemeClr val="bg2">
                              <a:lumMod val="50000"/>
                            </a:schemeClr>
                          </a:solidFill>
                        </a:rPr>
                        <a:t>/</a:t>
                      </a:r>
                      <a:r>
                        <a:rPr lang="fr-FR" sz="1100" b="1" dirty="0" err="1">
                          <a:solidFill>
                            <a:schemeClr val="bg2">
                              <a:lumMod val="50000"/>
                            </a:schemeClr>
                          </a:solidFill>
                        </a:rPr>
                        <a:t>Door</a:t>
                      </a:r>
                      <a:endParaRPr lang="en-US" sz="1100" b="1" dirty="0">
                        <a:solidFill>
                          <a:schemeClr val="bg2">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800" b="0" i="1"/>
                        <a:t>Required in France</a:t>
                      </a:r>
                      <a:endParaRPr lang="en-US" sz="1100" b="1"/>
                    </a:p>
                  </a:txBody>
                  <a:tcPr marL="100584" marR="100584"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5949781"/>
                  </a:ext>
                </a:extLst>
              </a:tr>
              <a:tr h="0">
                <a:tc>
                  <a:txBody>
                    <a:bodyPr/>
                    <a:lstStyle/>
                    <a:p>
                      <a:endParaRPr lang="en-US" sz="500" b="1"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96564557"/>
                  </a:ext>
                </a:extLst>
              </a:tr>
              <a:tr h="258265">
                <a:tc gridSpan="2">
                  <a:txBody>
                    <a:bodyPr/>
                    <a:lstStyle/>
                    <a:p>
                      <a:r>
                        <a:rPr lang="fr-FR" sz="1100" b="0" dirty="0">
                          <a:solidFill>
                            <a:schemeClr val="bg1"/>
                          </a:solidFill>
                        </a:rPr>
                        <a:t>GPS </a:t>
                      </a:r>
                      <a:r>
                        <a:rPr lang="fr-FR" sz="1100" b="0" dirty="0" err="1">
                          <a:solidFill>
                            <a:schemeClr val="bg1"/>
                          </a:solidFill>
                        </a:rPr>
                        <a:t>Coordinates</a:t>
                      </a:r>
                      <a:endParaRPr lang="en-US" sz="1100" b="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hMerge="1">
                  <a:txBody>
                    <a:bodyPr/>
                    <a:lstStyle/>
                    <a:p>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7829900"/>
                  </a:ext>
                </a:extLst>
              </a:tr>
              <a:tr h="258265">
                <a:tc>
                  <a:txBody>
                    <a:bodyPr/>
                    <a:lstStyle/>
                    <a:p>
                      <a:r>
                        <a:rPr lang="fr-FR" sz="1100" b="1" dirty="0">
                          <a:solidFill>
                            <a:schemeClr val="accent2"/>
                          </a:solidFill>
                        </a:rPr>
                        <a:t>GPS - Latitude </a:t>
                      </a:r>
                      <a:endParaRPr lang="en-US" sz="1100" b="1" dirty="0">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100" b="1">
                          <a:solidFill>
                            <a:schemeClr val="accent2"/>
                          </a:solidFill>
                        </a:rPr>
                        <a:t>48,15 N</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890384070"/>
                  </a:ext>
                </a:extLst>
              </a:tr>
              <a:tr h="258265">
                <a:tc>
                  <a:txBody>
                    <a:bodyPr/>
                    <a:lstStyle/>
                    <a:p>
                      <a:r>
                        <a:rPr lang="fr-FR" sz="1100" b="1" dirty="0">
                          <a:solidFill>
                            <a:schemeClr val="accent2"/>
                          </a:solidFill>
                        </a:rPr>
                        <a:t>GPS - Longitude </a:t>
                      </a:r>
                      <a:endParaRPr lang="en-US" sz="1100" b="1" dirty="0">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r>
                        <a:rPr lang="fr-FR" sz="1100" b="1">
                          <a:solidFill>
                            <a:schemeClr val="accent2"/>
                          </a:solidFill>
                        </a:rPr>
                        <a:t>11,48 E</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66901184"/>
                  </a:ext>
                </a:extLst>
              </a:tr>
              <a:tr h="0">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41110959"/>
                  </a:ext>
                </a:extLst>
              </a:tr>
              <a:tr h="258265">
                <a:tc>
                  <a:txBody>
                    <a:bodyPr/>
                    <a:lstStyle/>
                    <a:p>
                      <a:r>
                        <a:rPr lang="fr-FR" sz="1100" b="1" dirty="0">
                          <a:solidFill>
                            <a:schemeClr val="bg2">
                              <a:lumMod val="50000"/>
                            </a:schemeClr>
                          </a:solidFill>
                        </a:rPr>
                        <a:t>Local Contact ? </a:t>
                      </a:r>
                      <a:endParaRPr lang="en-US" sz="1100" b="1" dirty="0">
                        <a:solidFill>
                          <a:schemeClr val="bg2">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lumMod val="25000"/>
                      </a:schemeClr>
                    </a:solidFill>
                  </a:tcPr>
                </a:tc>
                <a:tc>
                  <a:txBody>
                    <a:bodyPr/>
                    <a:lstStyle/>
                    <a:p>
                      <a:endParaRPr lang="en-US"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39840739"/>
                  </a:ext>
                </a:extLst>
              </a:tr>
            </a:tbl>
          </a:graphicData>
        </a:graphic>
      </p:graphicFrame>
      <p:graphicFrame>
        <p:nvGraphicFramePr>
          <p:cNvPr id="45" name="Tableau 44">
            <a:extLst>
              <a:ext uri="{FF2B5EF4-FFF2-40B4-BE49-F238E27FC236}">
                <a16:creationId xmlns:a16="http://schemas.microsoft.com/office/drawing/2014/main" id="{B052D381-6AD4-BF9D-70D9-1153A4252D8F}"/>
              </a:ext>
            </a:extLst>
          </p:cNvPr>
          <p:cNvGraphicFramePr>
            <a:graphicFrameLocks noGrp="1"/>
          </p:cNvGraphicFramePr>
          <p:nvPr>
            <p:extLst>
              <p:ext uri="{D42A27DB-BD31-4B8C-83A1-F6EECF244321}">
                <p14:modId xmlns:p14="http://schemas.microsoft.com/office/powerpoint/2010/main" val="2455101179"/>
              </p:ext>
            </p:extLst>
          </p:nvPr>
        </p:nvGraphicFramePr>
        <p:xfrm>
          <a:off x="9086138" y="2854528"/>
          <a:ext cx="2812761" cy="3760136"/>
        </p:xfrm>
        <a:graphic>
          <a:graphicData uri="http://schemas.openxmlformats.org/drawingml/2006/table">
            <a:tbl>
              <a:tblPr firstRow="1" bandRow="1">
                <a:tableStyleId>{5C22544A-7EE6-4342-B048-85BDC9FD1C3A}</a:tableStyleId>
              </a:tblPr>
              <a:tblGrid>
                <a:gridCol w="1205264">
                  <a:extLst>
                    <a:ext uri="{9D8B030D-6E8A-4147-A177-3AD203B41FA5}">
                      <a16:colId xmlns:a16="http://schemas.microsoft.com/office/drawing/2014/main" val="1093354815"/>
                    </a:ext>
                  </a:extLst>
                </a:gridCol>
                <a:gridCol w="162560">
                  <a:extLst>
                    <a:ext uri="{9D8B030D-6E8A-4147-A177-3AD203B41FA5}">
                      <a16:colId xmlns:a16="http://schemas.microsoft.com/office/drawing/2014/main" val="4253493224"/>
                    </a:ext>
                  </a:extLst>
                </a:gridCol>
                <a:gridCol w="1444937">
                  <a:extLst>
                    <a:ext uri="{9D8B030D-6E8A-4147-A177-3AD203B41FA5}">
                      <a16:colId xmlns:a16="http://schemas.microsoft.com/office/drawing/2014/main" val="3845193356"/>
                    </a:ext>
                  </a:extLst>
                </a:gridCol>
              </a:tblGrid>
              <a:tr h="290496">
                <a:tc>
                  <a:txBody>
                    <a:bodyPr/>
                    <a:lstStyle/>
                    <a:p>
                      <a:r>
                        <a:rPr lang="fr-FR" sz="1200" dirty="0">
                          <a:solidFill>
                            <a:schemeClr val="bg1"/>
                          </a:solidFill>
                        </a:rPr>
                        <a:t>Site A </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90000"/>
                        </a:schemeClr>
                      </a:solidFill>
                      <a:prstDash val="solid"/>
                      <a:round/>
                      <a:headEnd type="none" w="med" len="med"/>
                      <a:tailEnd type="none" w="med" len="med"/>
                    </a:lnB>
                    <a:noFill/>
                  </a:tcPr>
                </a:tc>
                <a:tc gridSpan="2">
                  <a:txBody>
                    <a:bodyPr/>
                    <a:lstStyle/>
                    <a:p>
                      <a:r>
                        <a:rPr lang="fr-FR" sz="1200" dirty="0" err="1">
                          <a:solidFill>
                            <a:schemeClr val="bg1"/>
                          </a:solidFill>
                        </a:rPr>
                        <a:t>Below</a:t>
                      </a:r>
                      <a:r>
                        <a:rPr lang="fr-FR" sz="1200" dirty="0">
                          <a:solidFill>
                            <a:schemeClr val="bg1"/>
                          </a:solidFill>
                        </a:rPr>
                        <a:t> </a:t>
                      </a:r>
                      <a:r>
                        <a:rPr lang="fr-FR" sz="1200" dirty="0" err="1">
                          <a:solidFill>
                            <a:schemeClr val="bg1"/>
                          </a:solidFill>
                        </a:rPr>
                        <a:t>Address</a:t>
                      </a:r>
                      <a:endParaRPr lang="en-US" sz="120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38100" cap="flat" cmpd="sng" algn="ctr">
                      <a:solidFill>
                        <a:schemeClr val="bg2">
                          <a:lumMod val="90000"/>
                        </a:schemeClr>
                      </a:solidFill>
                      <a:prstDash val="solid"/>
                      <a:round/>
                      <a:headEnd type="none" w="med" len="med"/>
                      <a:tailEnd type="none" w="med" len="med"/>
                    </a:lnB>
                    <a:noFill/>
                  </a:tcPr>
                </a:tc>
                <a:tc hMerge="1">
                  <a:txBody>
                    <a:bodyPr/>
                    <a:lstStyle/>
                    <a:p>
                      <a:r>
                        <a:rPr lang="fr-FR" sz="1200" err="1">
                          <a:solidFill>
                            <a:schemeClr val="tx1"/>
                          </a:solidFill>
                        </a:rPr>
                        <a:t>Below</a:t>
                      </a:r>
                      <a:r>
                        <a:rPr lang="fr-FR" sz="1200">
                          <a:solidFill>
                            <a:schemeClr val="tx1"/>
                          </a:solidFill>
                        </a:rPr>
                        <a:t> </a:t>
                      </a:r>
                      <a:r>
                        <a:rPr lang="fr-FR" sz="1200" err="1">
                          <a:solidFill>
                            <a:schemeClr val="tx1"/>
                          </a:solidFill>
                        </a:rPr>
                        <a:t>Address</a:t>
                      </a:r>
                      <a:r>
                        <a:rPr lang="fr-FR" sz="1200">
                          <a:solidFill>
                            <a:schemeClr val="tx1"/>
                          </a:solidFill>
                        </a:rPr>
                        <a:t> </a:t>
                      </a:r>
                      <a:r>
                        <a:rPr lang="fr-FR" sz="1200" err="1">
                          <a:solidFill>
                            <a:schemeClr val="tx1"/>
                          </a:solidFill>
                        </a:rPr>
                        <a:t>Level</a:t>
                      </a:r>
                      <a:endParaRPr lang="en-US" sz="1200">
                        <a:solidFill>
                          <a:schemeClr val="tx1"/>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285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315224259"/>
                  </a:ext>
                </a:extLst>
              </a:tr>
              <a:tr h="0">
                <a:tc>
                  <a:txBody>
                    <a:bodyPr/>
                    <a:lstStyle/>
                    <a:p>
                      <a:endParaRPr lang="en-US" sz="100" b="1"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90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endParaRPr lang="en-US" sz="100" b="1"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8100" cap="flat" cmpd="sng" algn="ctr">
                      <a:solidFill>
                        <a:schemeClr val="bg2">
                          <a:lumMod val="90000"/>
                        </a:schemeClr>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sz="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45907367"/>
                  </a:ext>
                </a:extLst>
              </a:tr>
              <a:tr h="258265">
                <a:tc>
                  <a:txBody>
                    <a:bodyPr/>
                    <a:lstStyle/>
                    <a:p>
                      <a:r>
                        <a:rPr lang="fr-FR" sz="1100" b="1">
                          <a:solidFill>
                            <a:schemeClr val="accent2"/>
                          </a:solidFill>
                        </a:rPr>
                        <a:t>Street </a:t>
                      </a:r>
                      <a:r>
                        <a:rPr lang="fr-FR" sz="1100" b="1" err="1">
                          <a:solidFill>
                            <a:schemeClr val="accent2"/>
                          </a:solidFill>
                        </a:rPr>
                        <a:t>Number</a:t>
                      </a:r>
                      <a:r>
                        <a:rPr lang="fr-FR" sz="1100" b="1">
                          <a:solidFill>
                            <a:schemeClr val="accent2"/>
                          </a:solidFill>
                        </a:rPr>
                        <a:t> </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050" b="1"/>
                        <a:t>43</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050" b="1"/>
                        <a:t>43</a:t>
                      </a:r>
                      <a:endParaRPr lang="en-US"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65860163"/>
                  </a:ext>
                </a:extLst>
              </a:tr>
              <a:tr h="258265">
                <a:tc>
                  <a:txBody>
                    <a:bodyPr/>
                    <a:lstStyle/>
                    <a:p>
                      <a:r>
                        <a:rPr lang="fr-FR" sz="1100" b="1">
                          <a:solidFill>
                            <a:schemeClr val="accent2"/>
                          </a:solidFill>
                        </a:rPr>
                        <a:t>Street Name </a:t>
                      </a: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050" b="1"/>
                        <a:t>Andere Strasse</a:t>
                      </a:r>
                      <a:endParaRPr lang="fr-FR"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050" b="1"/>
                        <a:t>Andere Strasse</a:t>
                      </a:r>
                      <a:endParaRPr lang="fr-FR"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18907114"/>
                  </a:ext>
                </a:extLst>
              </a:tr>
              <a:tr h="258265">
                <a:tc>
                  <a:txBody>
                    <a:bodyPr/>
                    <a:lstStyle/>
                    <a:p>
                      <a:r>
                        <a:rPr lang="fr-FR" sz="1100" b="1">
                          <a:solidFill>
                            <a:schemeClr val="accent2"/>
                          </a:solidFill>
                        </a:rPr>
                        <a:t>City </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050" b="1"/>
                        <a:t>Munich</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050" b="1"/>
                        <a:t>Munich</a:t>
                      </a:r>
                      <a:endParaRPr lang="en-US"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3777735"/>
                  </a:ext>
                </a:extLst>
              </a:tr>
              <a:tr h="258265">
                <a:tc>
                  <a:txBody>
                    <a:bodyPr/>
                    <a:lstStyle/>
                    <a:p>
                      <a:r>
                        <a:rPr lang="fr-FR" sz="1100" b="1" dirty="0">
                          <a:solidFill>
                            <a:schemeClr val="bg2">
                              <a:lumMod val="50000"/>
                            </a:schemeClr>
                          </a:solidFill>
                        </a:rPr>
                        <a:t>State</a:t>
                      </a:r>
                      <a:endParaRPr lang="en-US" sz="1100" b="1" dirty="0">
                        <a:solidFill>
                          <a:schemeClr val="bg2">
                            <a:lumMod val="50000"/>
                          </a:schemeClr>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hMerge="1">
                  <a:txBody>
                    <a:bodyPr/>
                    <a:lstStyle/>
                    <a:p>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374129864"/>
                  </a:ext>
                </a:extLst>
              </a:tr>
              <a:tr h="258265">
                <a:tc>
                  <a:txBody>
                    <a:bodyPr/>
                    <a:lstStyle/>
                    <a:p>
                      <a:r>
                        <a:rPr lang="fr-FR" sz="1100" b="1">
                          <a:solidFill>
                            <a:schemeClr val="accent2"/>
                          </a:solidFill>
                        </a:rPr>
                        <a:t>Zip</a:t>
                      </a:r>
                      <a:r>
                        <a:rPr lang="fr-FR" sz="1100" b="1"/>
                        <a:t>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050" b="1"/>
                        <a:t>80234</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050" b="1"/>
                        <a:t>80234</a:t>
                      </a:r>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81601045"/>
                  </a:ext>
                </a:extLst>
              </a:tr>
              <a:tr h="258265">
                <a:tc>
                  <a:txBody>
                    <a:bodyPr/>
                    <a:lstStyle/>
                    <a:p>
                      <a:r>
                        <a:rPr lang="fr-FR" sz="1100" b="1">
                          <a:solidFill>
                            <a:schemeClr val="accent2"/>
                          </a:solidFill>
                        </a:rPr>
                        <a:t>Country</a:t>
                      </a:r>
                      <a:r>
                        <a:rPr lang="fr-FR" sz="1100" b="1"/>
                        <a:t>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050" b="1"/>
                        <a:t>Germany </a:t>
                      </a:r>
                      <a:endParaRPr lang="en-US" sz="11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050" b="1"/>
                        <a:t>Germany </a:t>
                      </a:r>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66472882"/>
                  </a:ext>
                </a:extLst>
              </a:tr>
              <a:tr h="258265">
                <a:tc>
                  <a:txBody>
                    <a:bodyPr/>
                    <a:lstStyle/>
                    <a:p>
                      <a:r>
                        <a:rPr lang="fr-FR" sz="1100" b="1" err="1">
                          <a:solidFill>
                            <a:schemeClr val="accent2"/>
                          </a:solidFill>
                        </a:rPr>
                        <a:t>Floor</a:t>
                      </a:r>
                      <a:r>
                        <a:rPr lang="fr-FR" sz="1100" b="1">
                          <a:solidFill>
                            <a:schemeClr val="accent2"/>
                          </a:solidFill>
                        </a:rPr>
                        <a:t>/ Building </a:t>
                      </a:r>
                      <a:r>
                        <a:rPr lang="fr-FR" sz="1100" b="1" err="1">
                          <a:solidFill>
                            <a:schemeClr val="accent2"/>
                          </a:solidFill>
                        </a:rPr>
                        <a:t>Number</a:t>
                      </a:r>
                      <a:r>
                        <a:rPr lang="fr-FR" sz="1100" b="1">
                          <a:solidFill>
                            <a:schemeClr val="accent2"/>
                          </a:solidFill>
                        </a:rPr>
                        <a:t>/</a:t>
                      </a:r>
                      <a:r>
                        <a:rPr lang="fr-FR" sz="1100" b="1" err="1">
                          <a:solidFill>
                            <a:schemeClr val="accent2"/>
                          </a:solidFill>
                        </a:rPr>
                        <a:t>Door</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r>
                        <a:rPr lang="fr-FR" sz="1100" b="1" err="1"/>
                        <a:t>Floor</a:t>
                      </a:r>
                      <a:r>
                        <a:rPr lang="fr-FR" sz="1100" b="1"/>
                        <a:t> 11</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r>
                        <a:rPr lang="fr-FR" sz="1100" b="1"/>
                        <a:t>Floor 11</a:t>
                      </a:r>
                      <a:endParaRPr lang="en-US"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5949781"/>
                  </a:ext>
                </a:extLst>
              </a:tr>
              <a:tr h="0">
                <a:tc>
                  <a:txBody>
                    <a:bodyPr/>
                    <a:lstStyle/>
                    <a:p>
                      <a:endParaRPr lang="en-US" sz="5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gridSpan="2">
                  <a:txBody>
                    <a:bodyPr/>
                    <a:lstStyle/>
                    <a:p>
                      <a:endParaRPr lang="en-US" sz="5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1"/>
                    </a:solidFill>
                  </a:tcPr>
                </a:tc>
                <a:tc hMerge="1">
                  <a:txBody>
                    <a:bodyPr/>
                    <a:lstStyle/>
                    <a:p>
                      <a:endParaRPr lang="en-US" sz="5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296564557"/>
                  </a:ext>
                </a:extLst>
              </a:tr>
              <a:tr h="258265">
                <a:tc gridSpan="3">
                  <a:txBody>
                    <a:bodyPr/>
                    <a:lstStyle/>
                    <a:p>
                      <a:r>
                        <a:rPr lang="fr-FR" sz="1100" b="0" dirty="0">
                          <a:solidFill>
                            <a:schemeClr val="bg1"/>
                          </a:solidFill>
                        </a:rPr>
                        <a:t>GPS </a:t>
                      </a:r>
                      <a:r>
                        <a:rPr lang="fr-FR" sz="1100" b="0" dirty="0" err="1">
                          <a:solidFill>
                            <a:schemeClr val="bg1"/>
                          </a:solidFill>
                        </a:rPr>
                        <a:t>Coordinates</a:t>
                      </a:r>
                      <a:endParaRPr lang="en-US" sz="1100" b="0" dirty="0">
                        <a:solidFill>
                          <a:schemeClr val="bg1"/>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7829900"/>
                  </a:ext>
                </a:extLst>
              </a:tr>
              <a:tr h="258265">
                <a:tc gridSpan="2">
                  <a:txBody>
                    <a:bodyPr/>
                    <a:lstStyle/>
                    <a:p>
                      <a:r>
                        <a:rPr lang="fr-FR" sz="1100" b="1">
                          <a:solidFill>
                            <a:schemeClr val="accent2"/>
                          </a:solidFill>
                        </a:rPr>
                        <a:t>GPS - Latitude </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890384070"/>
                  </a:ext>
                </a:extLst>
              </a:tr>
              <a:tr h="258265">
                <a:tc gridSpan="2">
                  <a:txBody>
                    <a:bodyPr/>
                    <a:lstStyle/>
                    <a:p>
                      <a:r>
                        <a:rPr lang="fr-FR" sz="1100" b="1">
                          <a:solidFill>
                            <a:schemeClr val="accent2"/>
                          </a:solidFill>
                        </a:rPr>
                        <a:t>GPS - Longitude </a:t>
                      </a:r>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sz="1100" b="1">
                        <a:solidFill>
                          <a:schemeClr val="accent2"/>
                        </a:solidFill>
                      </a:endParaRPr>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en-US" sz="1100" b="1">
                        <a:solidFill>
                          <a:schemeClr val="accent2"/>
                        </a:solidFill>
                      </a:endParaRPr>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66901184"/>
                  </a:ext>
                </a:extLst>
              </a:tr>
              <a:tr h="0">
                <a:tc gridSpan="2">
                  <a:txBody>
                    <a:bodyPr/>
                    <a:lstStyle/>
                    <a:p>
                      <a:endParaRPr lang="en-US" sz="500" b="1"/>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sz="5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endParaRPr lang="en-US" sz="5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41110959"/>
                  </a:ext>
                </a:extLst>
              </a:tr>
              <a:tr h="258265">
                <a:tc gridSpan="2">
                  <a:txBody>
                    <a:bodyPr/>
                    <a:lstStyle/>
                    <a:p>
                      <a:r>
                        <a:rPr lang="fr-FR" sz="1100" b="1" dirty="0">
                          <a:solidFill>
                            <a:schemeClr val="accent2"/>
                          </a:solidFill>
                        </a:rPr>
                        <a:t>Local Contact ?</a:t>
                      </a:r>
                      <a:r>
                        <a:rPr lang="fr-FR" sz="1100" b="1" dirty="0"/>
                        <a:t>  </a:t>
                      </a:r>
                      <a:endParaRPr lang="en-US"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noFill/>
                  </a:tcPr>
                </a:tc>
                <a:tc hMerge="1">
                  <a:txBody>
                    <a:bodyPr/>
                    <a:lstStyle/>
                    <a:p>
                      <a:endParaRPr lang="en-US" sz="1100" b="1"/>
                    </a:p>
                  </a:txBody>
                  <a:tcPr marL="100584" marR="10058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a:txBody>
                    <a:bodyPr/>
                    <a:lstStyle/>
                    <a:p>
                      <a:r>
                        <a:rPr lang="fr-FR" sz="1100" b="1" dirty="0"/>
                        <a:t>M. </a:t>
                      </a:r>
                      <a:r>
                        <a:rPr lang="fr-FR" sz="1100" b="1" dirty="0" err="1"/>
                        <a:t>Johnes</a:t>
                      </a:r>
                      <a:r>
                        <a:rPr lang="fr-FR" sz="1100" b="1" dirty="0"/>
                        <a:t> +49xxx</a:t>
                      </a:r>
                      <a:endParaRPr lang="en-US" sz="1100" b="1" dirty="0"/>
                    </a:p>
                  </a:txBody>
                  <a:tcPr marL="100584" marR="100584">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39840739"/>
                  </a:ext>
                </a:extLst>
              </a:tr>
            </a:tbl>
          </a:graphicData>
        </a:graphic>
      </p:graphicFrame>
      <p:sp>
        <p:nvSpPr>
          <p:cNvPr id="3" name="TextBox 33">
            <a:extLst>
              <a:ext uri="{FF2B5EF4-FFF2-40B4-BE49-F238E27FC236}">
                <a16:creationId xmlns:a16="http://schemas.microsoft.com/office/drawing/2014/main" id="{90A59789-5D69-20D4-3794-DE75F3EC8DA6}"/>
              </a:ext>
            </a:extLst>
          </p:cNvPr>
          <p:cNvSpPr txBox="1"/>
          <p:nvPr/>
        </p:nvSpPr>
        <p:spPr>
          <a:xfrm rot="16200000">
            <a:off x="-147368" y="2185286"/>
            <a:ext cx="745083" cy="41549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chemeClr val="bg1"/>
                </a:solidFill>
                <a:effectLst/>
                <a:uLnTx/>
                <a:uFillTx/>
                <a:latin typeface="Aptos" panose="02110004020202020204"/>
                <a:ea typeface="+mn-ea"/>
                <a:cs typeface="+mn-cs"/>
              </a:rPr>
              <a:t>Sales rep journey</a:t>
            </a:r>
          </a:p>
        </p:txBody>
      </p:sp>
    </p:spTree>
    <p:extLst>
      <p:ext uri="{BB962C8B-B14F-4D97-AF65-F5344CB8AC3E}">
        <p14:creationId xmlns:p14="http://schemas.microsoft.com/office/powerpoint/2010/main" val="4904078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62C5-7FEF-F328-020A-8A0C7050965B}"/>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624FD3FB-9285-A565-2EC5-A4E17B20A761}"/>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ADB21C29-A773-FF1E-C9DD-4FA16E79DC37}"/>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0865BA1A-F134-0F41-BF10-62BDA5159B6F}"/>
              </a:ext>
            </a:extLst>
          </p:cNvPr>
          <p:cNvSpPr txBox="1"/>
          <p:nvPr/>
        </p:nvSpPr>
        <p:spPr>
          <a:xfrm>
            <a:off x="3866131" y="3811200"/>
            <a:ext cx="7502446" cy="1194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CSG solution for CPQ </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2574D63C-1B69-5F24-58F7-69AC1B9E45A5}"/>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0BCC9EB2-BF7B-A3C6-284D-38B62BA37D56}"/>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B0112256-D55A-8EA6-42F3-F29440C94BB5}"/>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DBB04019-1679-2CA6-C359-23884D795FBE}"/>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1005445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A8F6AC8-5093-A55B-AADB-107E59CD7D40}"/>
              </a:ext>
            </a:extLst>
          </p:cNvPr>
          <p:cNvPicPr>
            <a:picLocks noChangeAspect="1"/>
          </p:cNvPicPr>
          <p:nvPr/>
        </p:nvPicPr>
        <p:blipFill>
          <a:blip r:embed="rId2"/>
          <a:srcRect t="442"/>
          <a:stretch/>
        </p:blipFill>
        <p:spPr>
          <a:xfrm>
            <a:off x="20" y="10"/>
            <a:ext cx="12191980" cy="6857990"/>
          </a:xfrm>
          <a:prstGeom prst="rect">
            <a:avLst/>
          </a:prstGeom>
          <a:noFill/>
        </p:spPr>
      </p:pic>
    </p:spTree>
    <p:extLst>
      <p:ext uri="{BB962C8B-B14F-4D97-AF65-F5344CB8AC3E}">
        <p14:creationId xmlns:p14="http://schemas.microsoft.com/office/powerpoint/2010/main" val="903702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2872BA2-AE77-183D-10B3-3033529AAC75}"/>
              </a:ext>
            </a:extLst>
          </p:cNvPr>
          <p:cNvPicPr>
            <a:picLocks noChangeAspect="1"/>
          </p:cNvPicPr>
          <p:nvPr/>
        </p:nvPicPr>
        <p:blipFill>
          <a:blip r:embed="rId2"/>
          <a:srcRect/>
          <a:stretch/>
        </p:blipFill>
        <p:spPr>
          <a:xfrm>
            <a:off x="20" y="10"/>
            <a:ext cx="12191980" cy="6857990"/>
          </a:xfrm>
          <a:prstGeom prst="rect">
            <a:avLst/>
          </a:prstGeom>
          <a:noFill/>
        </p:spPr>
      </p:pic>
    </p:spTree>
    <p:extLst>
      <p:ext uri="{BB962C8B-B14F-4D97-AF65-F5344CB8AC3E}">
        <p14:creationId xmlns:p14="http://schemas.microsoft.com/office/powerpoint/2010/main" val="20137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853AEF2-6D78-53B6-85D4-35C93D8A203B}"/>
              </a:ext>
            </a:extLst>
          </p:cNvPr>
          <p:cNvPicPr>
            <a:picLocks noChangeAspect="1"/>
          </p:cNvPicPr>
          <p:nvPr/>
        </p:nvPicPr>
        <p:blipFill>
          <a:blip r:embed="rId2"/>
          <a:srcRect/>
          <a:stretch/>
        </p:blipFill>
        <p:spPr>
          <a:xfrm>
            <a:off x="20" y="10"/>
            <a:ext cx="12191980" cy="6857990"/>
          </a:xfrm>
          <a:prstGeom prst="rect">
            <a:avLst/>
          </a:prstGeom>
          <a:noFill/>
        </p:spPr>
      </p:pic>
    </p:spTree>
    <p:extLst>
      <p:ext uri="{BB962C8B-B14F-4D97-AF65-F5344CB8AC3E}">
        <p14:creationId xmlns:p14="http://schemas.microsoft.com/office/powerpoint/2010/main" val="2878825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73F3F2-8747-DEAF-3F2D-10C96FF05BAF}"/>
              </a:ext>
            </a:extLst>
          </p:cNvPr>
          <p:cNvPicPr>
            <a:picLocks noChangeAspect="1"/>
          </p:cNvPicPr>
          <p:nvPr/>
        </p:nvPicPr>
        <p:blipFill>
          <a:blip r:embed="rId2"/>
          <a:srcRect r="444"/>
          <a:stretch/>
        </p:blipFill>
        <p:spPr>
          <a:xfrm>
            <a:off x="20" y="10"/>
            <a:ext cx="12191980" cy="6857990"/>
          </a:xfrm>
          <a:prstGeom prst="rect">
            <a:avLst/>
          </a:prstGeom>
          <a:noFill/>
        </p:spPr>
      </p:pic>
    </p:spTree>
    <p:extLst>
      <p:ext uri="{BB962C8B-B14F-4D97-AF65-F5344CB8AC3E}">
        <p14:creationId xmlns:p14="http://schemas.microsoft.com/office/powerpoint/2010/main" val="54407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FE05A95-F56B-72BB-FF38-65B73355560E}"/>
              </a:ext>
            </a:extLst>
          </p:cNvPr>
          <p:cNvPicPr>
            <a:picLocks noChangeAspect="1"/>
          </p:cNvPicPr>
          <p:nvPr/>
        </p:nvPicPr>
        <p:blipFill>
          <a:blip r:embed="rId2"/>
          <a:srcRect t="442"/>
          <a:stretch/>
        </p:blipFill>
        <p:spPr>
          <a:xfrm>
            <a:off x="20" y="10"/>
            <a:ext cx="12191980" cy="6857990"/>
          </a:xfrm>
          <a:prstGeom prst="rect">
            <a:avLst/>
          </a:prstGeom>
          <a:noFill/>
        </p:spPr>
      </p:pic>
    </p:spTree>
    <p:extLst>
      <p:ext uri="{BB962C8B-B14F-4D97-AF65-F5344CB8AC3E}">
        <p14:creationId xmlns:p14="http://schemas.microsoft.com/office/powerpoint/2010/main" val="2298149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E45656C-E8E5-560D-3A48-657F92BAE6FB}"/>
              </a:ext>
            </a:extLst>
          </p:cNvPr>
          <p:cNvPicPr>
            <a:picLocks noChangeAspect="1"/>
          </p:cNvPicPr>
          <p:nvPr/>
        </p:nvPicPr>
        <p:blipFill>
          <a:blip r:embed="rId2"/>
          <a:srcRect/>
          <a:stretch/>
        </p:blipFill>
        <p:spPr>
          <a:xfrm>
            <a:off x="20" y="10"/>
            <a:ext cx="12191980" cy="6857990"/>
          </a:xfrm>
          <a:prstGeom prst="rect">
            <a:avLst/>
          </a:prstGeom>
          <a:noFill/>
        </p:spPr>
      </p:pic>
    </p:spTree>
    <p:extLst>
      <p:ext uri="{BB962C8B-B14F-4D97-AF65-F5344CB8AC3E}">
        <p14:creationId xmlns:p14="http://schemas.microsoft.com/office/powerpoint/2010/main" val="316149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44C00A3-B69C-BD8C-7709-4E4FE154E9FD}"/>
              </a:ext>
            </a:extLst>
          </p:cNvPr>
          <p:cNvPicPr>
            <a:picLocks noChangeAspect="1"/>
          </p:cNvPicPr>
          <p:nvPr/>
        </p:nvPicPr>
        <p:blipFill>
          <a:blip r:embed="rId2"/>
          <a:srcRect t="442"/>
          <a:stretch/>
        </p:blipFill>
        <p:spPr>
          <a:xfrm>
            <a:off x="20" y="10"/>
            <a:ext cx="12191980" cy="6857990"/>
          </a:xfrm>
          <a:prstGeom prst="rect">
            <a:avLst/>
          </a:prstGeom>
          <a:noFill/>
        </p:spPr>
      </p:pic>
    </p:spTree>
    <p:extLst>
      <p:ext uri="{BB962C8B-B14F-4D97-AF65-F5344CB8AC3E}">
        <p14:creationId xmlns:p14="http://schemas.microsoft.com/office/powerpoint/2010/main" val="2493945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3BA68C3-F4D2-8A68-93E8-F9CD57ECCC22}"/>
              </a:ext>
            </a:extLst>
          </p:cNvPr>
          <p:cNvPicPr>
            <a:picLocks noChangeAspect="1"/>
          </p:cNvPicPr>
          <p:nvPr/>
        </p:nvPicPr>
        <p:blipFill>
          <a:blip r:embed="rId2"/>
          <a:srcRect/>
          <a:stretch/>
        </p:blipFill>
        <p:spPr>
          <a:xfrm>
            <a:off x="20" y="10"/>
            <a:ext cx="12191980" cy="6857990"/>
          </a:xfrm>
          <a:prstGeom prst="rect">
            <a:avLst/>
          </a:prstGeom>
          <a:noFill/>
        </p:spPr>
      </p:pic>
    </p:spTree>
    <p:extLst>
      <p:ext uri="{BB962C8B-B14F-4D97-AF65-F5344CB8AC3E}">
        <p14:creationId xmlns:p14="http://schemas.microsoft.com/office/powerpoint/2010/main" val="306225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B29F9F6-2403-93D7-93E0-9D1FF18EC285}"/>
              </a:ext>
            </a:extLst>
          </p:cNvPr>
          <p:cNvPicPr>
            <a:picLocks noChangeAspect="1"/>
          </p:cNvPicPr>
          <p:nvPr/>
        </p:nvPicPr>
        <p:blipFill>
          <a:blip r:embed="rId2"/>
          <a:srcRect b="881"/>
          <a:stretch/>
        </p:blipFill>
        <p:spPr>
          <a:xfrm>
            <a:off x="20" y="10"/>
            <a:ext cx="12191980" cy="6857990"/>
          </a:xfrm>
          <a:prstGeom prst="rect">
            <a:avLst/>
          </a:prstGeom>
          <a:noFill/>
        </p:spPr>
      </p:pic>
    </p:spTree>
    <p:extLst>
      <p:ext uri="{BB962C8B-B14F-4D97-AF65-F5344CB8AC3E}">
        <p14:creationId xmlns:p14="http://schemas.microsoft.com/office/powerpoint/2010/main" val="275392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DFF95AC-97B3-5E51-F198-D57F2072DB86}"/>
              </a:ext>
            </a:extLst>
          </p:cNvPr>
          <p:cNvPicPr>
            <a:picLocks noChangeAspect="1"/>
          </p:cNvPicPr>
          <p:nvPr/>
        </p:nvPicPr>
        <p:blipFill>
          <a:blip r:embed="rId2"/>
          <a:srcRect t="442"/>
          <a:stretch/>
        </p:blipFill>
        <p:spPr>
          <a:xfrm>
            <a:off x="20" y="10"/>
            <a:ext cx="12191980" cy="6857990"/>
          </a:xfrm>
          <a:prstGeom prst="rect">
            <a:avLst/>
          </a:prstGeom>
          <a:noFill/>
        </p:spPr>
      </p:pic>
    </p:spTree>
    <p:extLst>
      <p:ext uri="{BB962C8B-B14F-4D97-AF65-F5344CB8AC3E}">
        <p14:creationId xmlns:p14="http://schemas.microsoft.com/office/powerpoint/2010/main" val="932314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616E46A7-0A65-9801-3FD0-F48B4F79FFB1}"/>
              </a:ext>
            </a:extLst>
          </p:cNvPr>
          <p:cNvPicPr>
            <a:picLocks noChangeAspect="1"/>
          </p:cNvPicPr>
          <p:nvPr/>
        </p:nvPicPr>
        <p:blipFill>
          <a:blip r:embed="rId2"/>
          <a:stretch>
            <a:fillRect/>
          </a:stretch>
        </p:blipFill>
        <p:spPr>
          <a:xfrm>
            <a:off x="1019065" y="478296"/>
            <a:ext cx="10020409" cy="5901408"/>
          </a:xfrm>
          <a:prstGeom prst="rect">
            <a:avLst/>
          </a:prstGeom>
        </p:spPr>
      </p:pic>
    </p:spTree>
    <p:extLst>
      <p:ext uri="{BB962C8B-B14F-4D97-AF65-F5344CB8AC3E}">
        <p14:creationId xmlns:p14="http://schemas.microsoft.com/office/powerpoint/2010/main" val="3868213892"/>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6E53B5C-62CC-9877-7B6D-EAB03252BD26}"/>
              </a:ext>
            </a:extLst>
          </p:cNvPr>
          <p:cNvPicPr>
            <a:picLocks noChangeAspect="1"/>
          </p:cNvPicPr>
          <p:nvPr/>
        </p:nvPicPr>
        <p:blipFill>
          <a:blip r:embed="rId2"/>
          <a:stretch>
            <a:fillRect/>
          </a:stretch>
        </p:blipFill>
        <p:spPr>
          <a:xfrm>
            <a:off x="882539" y="558738"/>
            <a:ext cx="10366284" cy="5765862"/>
          </a:xfrm>
          <a:prstGeom prst="rect">
            <a:avLst/>
          </a:prstGeom>
        </p:spPr>
      </p:pic>
    </p:spTree>
    <p:extLst>
      <p:ext uri="{BB962C8B-B14F-4D97-AF65-F5344CB8AC3E}">
        <p14:creationId xmlns:p14="http://schemas.microsoft.com/office/powerpoint/2010/main" val="3126753876"/>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EA1A-793A-2EE6-CD7B-085F7374C1AD}"/>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C41334C8-C4A5-9D70-1491-12080C6BAD4B}"/>
              </a:ext>
            </a:extLst>
          </p:cNvPr>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DCC1EA7E-8747-DC02-C255-E2C0E9B4BDA4}"/>
              </a:ext>
            </a:extLst>
          </p:cNvPr>
          <p:cNvSpPr/>
          <p:nvPr/>
        </p:nvSpPr>
        <p:spPr>
          <a:xfrm>
            <a:off x="3042709" y="3047999"/>
            <a:ext cx="9149291" cy="3680791"/>
          </a:xfrm>
          <a:prstGeom prst="rect">
            <a:avLst/>
          </a:prstGeom>
          <a:solidFill>
            <a:srgbClr val="000000"/>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39" name="Rectangle 57">
            <a:extLst>
              <a:ext uri="{FF2B5EF4-FFF2-40B4-BE49-F238E27FC236}">
                <a16:creationId xmlns:a16="http://schemas.microsoft.com/office/drawing/2014/main" id="{AEA93AAF-69A3-DF16-FEEC-5B4B080F2B6A}"/>
              </a:ext>
            </a:extLst>
          </p:cNvPr>
          <p:cNvSpPr/>
          <p:nvPr/>
        </p:nvSpPr>
        <p:spPr>
          <a:xfrm>
            <a:off x="-19370" y="757767"/>
            <a:ext cx="3062079" cy="2290233"/>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EAD698E8-FA54-6F05-4A37-96776C0B1CEF}"/>
              </a:ext>
            </a:extLst>
          </p:cNvPr>
          <p:cNvSpPr txBox="1"/>
          <p:nvPr/>
        </p:nvSpPr>
        <p:spPr>
          <a:xfrm>
            <a:off x="3866131" y="3811200"/>
            <a:ext cx="7502446" cy="23741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Quote offer </a:t>
            </a:r>
            <a:r>
              <a:rPr kumimoji="0" lang="en-GB" sz="5000" b="0" i="0" u="none" strike="noStrike" kern="0" cap="none" spc="-27" normalizeH="0" baseline="0" noProof="0" err="1">
                <a:ln>
                  <a:noFill/>
                </a:ln>
                <a:solidFill>
                  <a:srgbClr val="FF7900"/>
                </a:solidFill>
                <a:effectLst/>
                <a:uLnTx/>
                <a:uFillTx/>
                <a:latin typeface="Helvetica 75 Bold"/>
                <a:ea typeface="+mn-ea"/>
                <a:cs typeface="+mn-cs"/>
                <a:sym typeface="Helvetica 75 Bold"/>
              </a:rPr>
              <a:t>initializatio</a:t>
            </a:r>
            <a:r>
              <a:rPr lang="en-GB" sz="5000" kern="0" spc="-27">
                <a:solidFill>
                  <a:srgbClr val="FF7900"/>
                </a:solidFill>
                <a:latin typeface="Helvetica 75 Bold"/>
                <a:sym typeface="Helvetica 75 Bold"/>
              </a:rPr>
              <a:t>n </a:t>
            </a:r>
            <a:r>
              <a:rPr lang="en-GB" sz="3600" kern="0" spc="-27">
                <a:solidFill>
                  <a:srgbClr val="FF7900"/>
                </a:solidFill>
                <a:latin typeface="Helvetica 75 Bold"/>
                <a:sym typeface="Helvetica 75 Bold"/>
              </a:rPr>
              <a:t>(from a Sales Order)</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1" name="ZoneTexte 4">
            <a:extLst>
              <a:ext uri="{FF2B5EF4-FFF2-40B4-BE49-F238E27FC236}">
                <a16:creationId xmlns:a16="http://schemas.microsoft.com/office/drawing/2014/main" id="{D5D08971-D8AF-0F25-F43E-C76B5DB6E839}"/>
              </a:ext>
            </a:extLst>
          </p:cNvPr>
          <p:cNvSpPr txBox="1"/>
          <p:nvPr/>
        </p:nvSpPr>
        <p:spPr>
          <a:xfrm>
            <a:off x="325519" y="805856"/>
            <a:ext cx="2317636" cy="24622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tIns="45719" bIns="45719">
            <a:spAutoFit/>
          </a:bodyPr>
          <a:lstStyle>
            <a:lvl1pPr>
              <a:defRPr sz="30800" spc="-800"/>
            </a:lvl1pPr>
          </a:lstStyle>
          <a:p>
            <a:pPr marL="0" marR="0" lvl="0" indent="0" algn="l" defTabSz="1219230" rtl="0" eaLnBrk="1" fontAlgn="auto" latinLnBrk="0" hangingPunct="0">
              <a:lnSpc>
                <a:spcPct val="100000"/>
              </a:lnSpc>
              <a:spcBef>
                <a:spcPts val="0"/>
              </a:spcBef>
              <a:spcAft>
                <a:spcPts val="0"/>
              </a:spcAft>
              <a:buClrTx/>
              <a:buSzTx/>
              <a:buFontTx/>
              <a:buNone/>
              <a:tabLst/>
              <a:defRPr/>
            </a:pPr>
            <a:r>
              <a:rPr kumimoji="0" sz="15400" b="0" i="0" u="none" strike="noStrike" kern="0" cap="none" spc="-400" normalizeH="0" baseline="0" noProof="0">
                <a:ln>
                  <a:noFill/>
                </a:ln>
                <a:solidFill>
                  <a:srgbClr val="000000"/>
                </a:solidFill>
                <a:effectLst/>
                <a:uLnTx/>
                <a:uFillTx/>
                <a:latin typeface="Helvetica 75 Bold"/>
                <a:ea typeface="+mn-ea"/>
                <a:cs typeface="+mn-cs"/>
                <a:sym typeface="Helvetica 75 Bold"/>
              </a:rPr>
              <a:t>01</a:t>
            </a:r>
          </a:p>
        </p:txBody>
      </p:sp>
      <p:sp>
        <p:nvSpPr>
          <p:cNvPr id="642" name="Rectangle 79">
            <a:extLst>
              <a:ext uri="{FF2B5EF4-FFF2-40B4-BE49-F238E27FC236}">
                <a16:creationId xmlns:a16="http://schemas.microsoft.com/office/drawing/2014/main" id="{5FDEEE5F-9BB6-ACA6-6A90-144A01C77345}"/>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901DB9FB-D6CF-F3D9-8036-6DE9AC279AE7}"/>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43B6754D-B519-968C-73BA-99588FAD03EA}"/>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D82BCE2E-A184-3A8E-2DFB-0E2EE04B0EAD}"/>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461200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E1FAD5-FD24-276E-3C16-FB75CA933F94}"/>
              </a:ext>
            </a:extLst>
          </p:cNvPr>
          <p:cNvSpPr>
            <a:spLocks noGrp="1"/>
          </p:cNvSpPr>
          <p:nvPr>
            <p:ph type="title"/>
          </p:nvPr>
        </p:nvSpPr>
        <p:spPr/>
        <p:txBody>
          <a:bodyPr/>
          <a:lstStyle/>
          <a:p>
            <a:r>
              <a:rPr lang="fr-FR" dirty="0" err="1"/>
              <a:t>Step</a:t>
            </a:r>
            <a:r>
              <a:rPr lang="fr-FR" dirty="0"/>
              <a:t> 1: </a:t>
            </a:r>
            <a:r>
              <a:rPr lang="fr-FR" dirty="0" err="1"/>
              <a:t>create</a:t>
            </a:r>
            <a:r>
              <a:rPr lang="fr-FR" dirty="0"/>
              <a:t> a Sales </a:t>
            </a:r>
            <a:r>
              <a:rPr lang="fr-FR" dirty="0" err="1"/>
              <a:t>Order</a:t>
            </a:r>
            <a:r>
              <a:rPr lang="fr-FR" dirty="0"/>
              <a:t> </a:t>
            </a:r>
            <a:br>
              <a:rPr lang="fr-FR" dirty="0"/>
            </a:br>
            <a:r>
              <a:rPr lang="en-US" sz="2000" dirty="0"/>
              <a:t>The content that guides the user through the quote journey and the order journey.</a:t>
            </a:r>
            <a:endParaRPr lang="en-US" dirty="0"/>
          </a:p>
        </p:txBody>
      </p:sp>
      <p:pic>
        <p:nvPicPr>
          <p:cNvPr id="13" name="Image 12">
            <a:extLst>
              <a:ext uri="{FF2B5EF4-FFF2-40B4-BE49-F238E27FC236}">
                <a16:creationId xmlns:a16="http://schemas.microsoft.com/office/drawing/2014/main" id="{366B788F-2A58-2601-B4CE-FBB408372F99}"/>
              </a:ext>
            </a:extLst>
          </p:cNvPr>
          <p:cNvPicPr>
            <a:picLocks noChangeAspect="1"/>
          </p:cNvPicPr>
          <p:nvPr/>
        </p:nvPicPr>
        <p:blipFill>
          <a:blip r:embed="rId3"/>
          <a:stretch>
            <a:fillRect/>
          </a:stretch>
        </p:blipFill>
        <p:spPr>
          <a:xfrm>
            <a:off x="1325211" y="1039258"/>
            <a:ext cx="9541577" cy="5462083"/>
          </a:xfrm>
          <a:prstGeom prst="rect">
            <a:avLst/>
          </a:prstGeom>
        </p:spPr>
      </p:pic>
    </p:spTree>
    <p:extLst>
      <p:ext uri="{BB962C8B-B14F-4D97-AF65-F5344CB8AC3E}">
        <p14:creationId xmlns:p14="http://schemas.microsoft.com/office/powerpoint/2010/main" val="499030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2D7F9-7C60-5A2C-1872-D366468BF252}"/>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A82D78B3-D783-17BB-295E-A4878A8CBBDE}"/>
              </a:ext>
            </a:extLst>
          </p:cNvPr>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999B8010-ADEC-E7F5-39A6-0DE6D7A9A9D7}"/>
              </a:ext>
            </a:extLst>
          </p:cNvPr>
          <p:cNvSpPr/>
          <p:nvPr/>
        </p:nvSpPr>
        <p:spPr>
          <a:xfrm>
            <a:off x="3042709" y="3048000"/>
            <a:ext cx="9149291" cy="3680791"/>
          </a:xfrm>
          <a:prstGeom prst="rect">
            <a:avLst/>
          </a:prstGeom>
          <a:solidFill>
            <a:srgbClr val="000000"/>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39" name="Rectangle 57">
            <a:extLst>
              <a:ext uri="{FF2B5EF4-FFF2-40B4-BE49-F238E27FC236}">
                <a16:creationId xmlns:a16="http://schemas.microsoft.com/office/drawing/2014/main" id="{C24E1DB4-063C-BA3A-CF94-3E1F2F45A2F2}"/>
              </a:ext>
            </a:extLst>
          </p:cNvPr>
          <p:cNvSpPr/>
          <p:nvPr/>
        </p:nvSpPr>
        <p:spPr>
          <a:xfrm>
            <a:off x="-19370" y="757767"/>
            <a:ext cx="3062079" cy="2290233"/>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6B790745-76A7-9B50-6537-FD2E897A469B}"/>
              </a:ext>
            </a:extLst>
          </p:cNvPr>
          <p:cNvSpPr txBox="1"/>
          <p:nvPr/>
        </p:nvSpPr>
        <p:spPr>
          <a:xfrm>
            <a:off x="3866131" y="3811200"/>
            <a:ext cx="7502446" cy="17200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Identify, Retrieve, Select </a:t>
            </a:r>
            <a:r>
              <a:rPr kumimoji="0" lang="en-GB" sz="5000" b="0" i="0" u="none" strike="noStrike" kern="0" cap="none" spc="-27" normalizeH="0" baseline="0" noProof="0" err="1">
                <a:ln>
                  <a:noFill/>
                </a:ln>
                <a:solidFill>
                  <a:srgbClr val="FF7900"/>
                </a:solidFill>
                <a:effectLst/>
                <a:uLnTx/>
                <a:uFillTx/>
                <a:latin typeface="Helvetica 75 Bold"/>
                <a:ea typeface="+mn-ea"/>
                <a:cs typeface="+mn-cs"/>
                <a:sym typeface="Helvetica 75 Bold"/>
              </a:rPr>
              <a:t>Produc</a:t>
            </a:r>
            <a:r>
              <a:rPr lang="en-GB" sz="5000" kern="0" spc="-27">
                <a:solidFill>
                  <a:srgbClr val="FF7900"/>
                </a:solidFill>
                <a:latin typeface="Helvetica 75 Bold"/>
                <a:sym typeface="Helvetica 75 Bold"/>
              </a:rPr>
              <a:t>t</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1" name="ZoneTexte 4">
            <a:extLst>
              <a:ext uri="{FF2B5EF4-FFF2-40B4-BE49-F238E27FC236}">
                <a16:creationId xmlns:a16="http://schemas.microsoft.com/office/drawing/2014/main" id="{5740F571-E4B8-2255-1DDD-8E706C3A4DB3}"/>
              </a:ext>
            </a:extLst>
          </p:cNvPr>
          <p:cNvSpPr txBox="1"/>
          <p:nvPr/>
        </p:nvSpPr>
        <p:spPr>
          <a:xfrm>
            <a:off x="325519" y="805856"/>
            <a:ext cx="2317636" cy="24622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45719" bIns="45719">
            <a:spAutoFit/>
          </a:bodyPr>
          <a:lstStyle>
            <a:lvl1pPr>
              <a:defRPr sz="30800" spc="-800"/>
            </a:lvl1pPr>
          </a:lstStyle>
          <a:p>
            <a:pPr marL="0" marR="0" lvl="0" indent="0" algn="l" defTabSz="1219230" rtl="0" eaLnBrk="1" fontAlgn="auto" latinLnBrk="0" hangingPunct="0">
              <a:lnSpc>
                <a:spcPct val="100000"/>
              </a:lnSpc>
              <a:spcBef>
                <a:spcPts val="0"/>
              </a:spcBef>
              <a:spcAft>
                <a:spcPts val="0"/>
              </a:spcAft>
              <a:buClrTx/>
              <a:buSzTx/>
              <a:buFontTx/>
              <a:buNone/>
              <a:tabLst/>
              <a:defRPr/>
            </a:pPr>
            <a:r>
              <a:rPr kumimoji="0" sz="15400" b="0" i="0" u="none" strike="noStrike" kern="0" cap="none" spc="-400" normalizeH="0" baseline="0" noProof="0">
                <a:ln>
                  <a:noFill/>
                </a:ln>
                <a:solidFill>
                  <a:srgbClr val="000000"/>
                </a:solidFill>
                <a:effectLst/>
                <a:uLnTx/>
                <a:uFillTx/>
                <a:latin typeface="Helvetica 75 Bold"/>
                <a:ea typeface="+mn-ea"/>
                <a:cs typeface="+mn-cs"/>
                <a:sym typeface="Helvetica 75 Bold"/>
              </a:rPr>
              <a:t>0</a:t>
            </a:r>
            <a:r>
              <a:rPr kumimoji="0" lang="fr-FR" sz="15400" b="0" i="0" u="none" strike="noStrike" kern="0" cap="none" spc="-400" normalizeH="0" baseline="0" noProof="0">
                <a:ln>
                  <a:noFill/>
                </a:ln>
                <a:solidFill>
                  <a:srgbClr val="000000"/>
                </a:solidFill>
                <a:effectLst/>
                <a:uLnTx/>
                <a:uFillTx/>
                <a:latin typeface="Helvetica 75 Bold"/>
                <a:ea typeface="+mn-ea"/>
                <a:cs typeface="+mn-cs"/>
                <a:sym typeface="Helvetica 75 Bold"/>
              </a:rPr>
              <a:t>2</a:t>
            </a:r>
            <a:endParaRPr kumimoji="0" sz="15400" b="0" i="0" u="none" strike="noStrike" kern="0" cap="none" spc="-400" normalizeH="0" baseline="0" noProof="0">
              <a:ln>
                <a:noFill/>
              </a:ln>
              <a:solidFill>
                <a:srgbClr val="0000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57CBD7A0-BE56-9AB0-C4E5-825A1FAB6EF9}"/>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D1E6201A-E813-6717-A84E-9B1CF0E20855}"/>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74C03855-D5A2-3F47-CA9C-3421BFE94CF4}"/>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1E027857-346D-552D-2F8F-66D2DFD22765}"/>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3582957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E3A3-BA64-61B0-E5BA-A80C1D484DDA}"/>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2EAD010A-7D9A-3091-05EA-66B1B3F59C58}"/>
              </a:ext>
            </a:extLst>
          </p:cNvPr>
          <p:cNvSpPr>
            <a:spLocks noGrp="1"/>
          </p:cNvSpPr>
          <p:nvPr>
            <p:ph type="title"/>
          </p:nvPr>
        </p:nvSpPr>
        <p:spPr/>
        <p:txBody>
          <a:bodyPr/>
          <a:lstStyle/>
          <a:p>
            <a:r>
              <a:rPr lang="fr-FR" dirty="0" err="1"/>
              <a:t>Step</a:t>
            </a:r>
            <a:r>
              <a:rPr lang="fr-FR" dirty="0"/>
              <a:t> 2: </a:t>
            </a:r>
            <a:r>
              <a:rPr lang="fr-FR" dirty="0" err="1"/>
              <a:t>Add</a:t>
            </a:r>
            <a:r>
              <a:rPr lang="fr-FR" dirty="0"/>
              <a:t> line items </a:t>
            </a:r>
            <a:br>
              <a:rPr lang="fr-FR" dirty="0"/>
            </a:br>
            <a:endParaRPr lang="en-US" dirty="0"/>
          </a:p>
        </p:txBody>
      </p:sp>
      <p:pic>
        <p:nvPicPr>
          <p:cNvPr id="7" name="Image 6">
            <a:extLst>
              <a:ext uri="{FF2B5EF4-FFF2-40B4-BE49-F238E27FC236}">
                <a16:creationId xmlns:a16="http://schemas.microsoft.com/office/drawing/2014/main" id="{2E3D3D17-10D5-E833-F7AF-643AFB9FBF8C}"/>
              </a:ext>
            </a:extLst>
          </p:cNvPr>
          <p:cNvPicPr>
            <a:picLocks noChangeAspect="1"/>
          </p:cNvPicPr>
          <p:nvPr/>
        </p:nvPicPr>
        <p:blipFill>
          <a:blip r:embed="rId3"/>
          <a:stretch>
            <a:fillRect/>
          </a:stretch>
        </p:blipFill>
        <p:spPr>
          <a:xfrm>
            <a:off x="1414326" y="1028751"/>
            <a:ext cx="9363347" cy="5384906"/>
          </a:xfrm>
          <a:prstGeom prst="rect">
            <a:avLst/>
          </a:prstGeom>
        </p:spPr>
      </p:pic>
    </p:spTree>
    <p:extLst>
      <p:ext uri="{BB962C8B-B14F-4D97-AF65-F5344CB8AC3E}">
        <p14:creationId xmlns:p14="http://schemas.microsoft.com/office/powerpoint/2010/main" val="250190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2">
            <a:extLst>
              <a:ext uri="{FF2B5EF4-FFF2-40B4-BE49-F238E27FC236}">
                <a16:creationId xmlns:a16="http://schemas.microsoft.com/office/drawing/2014/main" id="{35897268-DF75-CC47-C253-DEB8402162FB}"/>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Budgetary</a:t>
            </a:r>
            <a:r>
              <a:rPr lang="fr-FR" dirty="0"/>
              <a:t> </a:t>
            </a:r>
            <a:r>
              <a:rPr lang="fr-FR" dirty="0" err="1"/>
              <a:t>Quote</a:t>
            </a:r>
            <a:r>
              <a:rPr lang="fr-FR" dirty="0"/>
              <a:t> </a:t>
            </a:r>
          </a:p>
          <a:p>
            <a:r>
              <a:rPr lang="fr-FR" sz="2000" dirty="0"/>
              <a:t>Select a </a:t>
            </a:r>
            <a:r>
              <a:rPr lang="fr-FR" sz="2000" dirty="0" err="1"/>
              <a:t>product</a:t>
            </a:r>
            <a:r>
              <a:rPr lang="fr-FR" sz="2000" dirty="0"/>
              <a:t>. Have </a:t>
            </a:r>
            <a:r>
              <a:rPr lang="fr-FR" sz="2000" dirty="0" err="1"/>
              <a:t>access</a:t>
            </a:r>
            <a:r>
              <a:rPr lang="fr-FR" sz="2000" dirty="0"/>
              <a:t> to the minimum information- standard </a:t>
            </a:r>
            <a:r>
              <a:rPr lang="fr-FR" sz="2000" dirty="0" err="1"/>
              <a:t>pricing</a:t>
            </a:r>
            <a:r>
              <a:rPr lang="fr-FR" dirty="0"/>
              <a:t>. </a:t>
            </a:r>
            <a:endParaRPr lang="en-US" dirty="0"/>
          </a:p>
        </p:txBody>
      </p:sp>
      <p:pic>
        <p:nvPicPr>
          <p:cNvPr id="6" name="Image 5">
            <a:extLst>
              <a:ext uri="{FF2B5EF4-FFF2-40B4-BE49-F238E27FC236}">
                <a16:creationId xmlns:a16="http://schemas.microsoft.com/office/drawing/2014/main" id="{387DF215-567A-4C5C-4524-1D22D66E6451}"/>
              </a:ext>
            </a:extLst>
          </p:cNvPr>
          <p:cNvPicPr>
            <a:picLocks noChangeAspect="1"/>
          </p:cNvPicPr>
          <p:nvPr/>
        </p:nvPicPr>
        <p:blipFill>
          <a:blip r:embed="rId3"/>
          <a:stretch>
            <a:fillRect/>
          </a:stretch>
        </p:blipFill>
        <p:spPr>
          <a:xfrm>
            <a:off x="1495425" y="1183039"/>
            <a:ext cx="9369561" cy="5402067"/>
          </a:xfrm>
          <a:prstGeom prst="rect">
            <a:avLst/>
          </a:prstGeom>
        </p:spPr>
      </p:pic>
      <p:sp>
        <p:nvSpPr>
          <p:cNvPr id="8" name="Rectangle 7">
            <a:extLst>
              <a:ext uri="{FF2B5EF4-FFF2-40B4-BE49-F238E27FC236}">
                <a16:creationId xmlns:a16="http://schemas.microsoft.com/office/drawing/2014/main" id="{F23227E4-2483-EC3A-21CD-9F83C3BCA534}"/>
              </a:ext>
            </a:extLst>
          </p:cNvPr>
          <p:cNvSpPr/>
          <p:nvPr/>
        </p:nvSpPr>
        <p:spPr>
          <a:xfrm>
            <a:off x="2476500" y="1590675"/>
            <a:ext cx="4943475" cy="149542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9" name="ZoneTexte 8">
            <a:extLst>
              <a:ext uri="{FF2B5EF4-FFF2-40B4-BE49-F238E27FC236}">
                <a16:creationId xmlns:a16="http://schemas.microsoft.com/office/drawing/2014/main" id="{676154C4-101D-9A31-7596-436EF23E8E55}"/>
              </a:ext>
            </a:extLst>
          </p:cNvPr>
          <p:cNvSpPr txBox="1"/>
          <p:nvPr/>
        </p:nvSpPr>
        <p:spPr>
          <a:xfrm>
            <a:off x="5019675" y="1714352"/>
            <a:ext cx="1600200" cy="215444"/>
          </a:xfrm>
          <a:prstGeom prst="rect">
            <a:avLst/>
          </a:prstGeom>
        </p:spPr>
        <p:txBody>
          <a:bodyPr wrap="square" lIns="0" tIns="0" rIns="0" bIns="0" rtlCol="0">
            <a:spAutoFit/>
          </a:bodyPr>
          <a:lstStyle/>
          <a:p>
            <a:r>
              <a:rPr lang="fr-FR" sz="1400" dirty="0" err="1">
                <a:solidFill>
                  <a:schemeClr val="bg2"/>
                </a:solidFill>
              </a:rPr>
              <a:t>Order</a:t>
            </a:r>
            <a:r>
              <a:rPr lang="fr-FR" sz="1400" dirty="0">
                <a:solidFill>
                  <a:schemeClr val="bg2"/>
                </a:solidFill>
              </a:rPr>
              <a:t> </a:t>
            </a:r>
            <a:r>
              <a:rPr lang="fr-FR" sz="1400" dirty="0" err="1">
                <a:solidFill>
                  <a:schemeClr val="bg2"/>
                </a:solidFill>
              </a:rPr>
              <a:t>Specification</a:t>
            </a:r>
            <a:r>
              <a:rPr lang="fr-FR" sz="1400" dirty="0">
                <a:solidFill>
                  <a:schemeClr val="bg2"/>
                </a:solidFill>
              </a:rPr>
              <a:t> </a:t>
            </a:r>
            <a:endParaRPr lang="en-US" sz="1400" dirty="0" err="1">
              <a:solidFill>
                <a:schemeClr val="bg2"/>
              </a:solidFill>
            </a:endParaRPr>
          </a:p>
        </p:txBody>
      </p:sp>
      <p:sp>
        <p:nvSpPr>
          <p:cNvPr id="10" name="Rectangle 9">
            <a:extLst>
              <a:ext uri="{FF2B5EF4-FFF2-40B4-BE49-F238E27FC236}">
                <a16:creationId xmlns:a16="http://schemas.microsoft.com/office/drawing/2014/main" id="{4795EEA8-6176-8436-3C82-2CD7A2329761}"/>
              </a:ext>
            </a:extLst>
          </p:cNvPr>
          <p:cNvSpPr/>
          <p:nvPr/>
        </p:nvSpPr>
        <p:spPr>
          <a:xfrm>
            <a:off x="2476499" y="3209777"/>
            <a:ext cx="4943475" cy="337532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11" name="ZoneTexte 10">
            <a:extLst>
              <a:ext uri="{FF2B5EF4-FFF2-40B4-BE49-F238E27FC236}">
                <a16:creationId xmlns:a16="http://schemas.microsoft.com/office/drawing/2014/main" id="{5A4A56CB-9E71-37F8-BF57-DBE872A52F59}"/>
              </a:ext>
            </a:extLst>
          </p:cNvPr>
          <p:cNvSpPr txBox="1"/>
          <p:nvPr/>
        </p:nvSpPr>
        <p:spPr>
          <a:xfrm>
            <a:off x="5715000" y="3341086"/>
            <a:ext cx="1600200" cy="215444"/>
          </a:xfrm>
          <a:prstGeom prst="rect">
            <a:avLst/>
          </a:prstGeom>
        </p:spPr>
        <p:txBody>
          <a:bodyPr wrap="square" lIns="0" tIns="0" rIns="0" bIns="0" rtlCol="0">
            <a:spAutoFit/>
          </a:bodyPr>
          <a:lstStyle/>
          <a:p>
            <a:r>
              <a:rPr lang="fr-FR" sz="1400" dirty="0">
                <a:solidFill>
                  <a:srgbClr val="0070C0"/>
                </a:solidFill>
              </a:rPr>
              <a:t>Product Information </a:t>
            </a:r>
            <a:endParaRPr lang="en-US" sz="1400" dirty="0" err="1">
              <a:solidFill>
                <a:srgbClr val="0070C0"/>
              </a:solidFill>
            </a:endParaRPr>
          </a:p>
        </p:txBody>
      </p:sp>
    </p:spTree>
    <p:extLst>
      <p:ext uri="{BB962C8B-B14F-4D97-AF65-F5344CB8AC3E}">
        <p14:creationId xmlns:p14="http://schemas.microsoft.com/office/powerpoint/2010/main" val="405798749"/>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C85AF46-6398-4426-CE4D-9F8D8536B58D}"/>
              </a:ext>
            </a:extLst>
          </p:cNvPr>
          <p:cNvPicPr>
            <a:picLocks noChangeAspect="1"/>
          </p:cNvPicPr>
          <p:nvPr/>
        </p:nvPicPr>
        <p:blipFill>
          <a:blip r:embed="rId3"/>
          <a:stretch>
            <a:fillRect/>
          </a:stretch>
        </p:blipFill>
        <p:spPr>
          <a:xfrm>
            <a:off x="1234627" y="708849"/>
            <a:ext cx="9722745" cy="5625886"/>
          </a:xfrm>
          <a:prstGeom prst="rect">
            <a:avLst/>
          </a:prstGeom>
        </p:spPr>
      </p:pic>
      <p:sp>
        <p:nvSpPr>
          <p:cNvPr id="4" name="Titre 2">
            <a:extLst>
              <a:ext uri="{FF2B5EF4-FFF2-40B4-BE49-F238E27FC236}">
                <a16:creationId xmlns:a16="http://schemas.microsoft.com/office/drawing/2014/main" id="{AD51DBA5-25AE-A555-2438-D6890FBC1280}"/>
              </a:ext>
            </a:extLst>
          </p:cNvPr>
          <p:cNvSpPr txBox="1">
            <a:spLocks/>
          </p:cNvSpPr>
          <p:nvPr/>
        </p:nvSpPr>
        <p:spPr>
          <a:xfrm>
            <a:off x="134711" y="21301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Budgetary</a:t>
            </a:r>
            <a:r>
              <a:rPr lang="fr-FR" dirty="0"/>
              <a:t> </a:t>
            </a:r>
            <a:r>
              <a:rPr lang="fr-FR" dirty="0" err="1"/>
              <a:t>Quote</a:t>
            </a:r>
            <a:r>
              <a:rPr lang="fr-FR" dirty="0"/>
              <a:t> Draft </a:t>
            </a:r>
          </a:p>
        </p:txBody>
      </p:sp>
    </p:spTree>
    <p:extLst>
      <p:ext uri="{BB962C8B-B14F-4D97-AF65-F5344CB8AC3E}">
        <p14:creationId xmlns:p14="http://schemas.microsoft.com/office/powerpoint/2010/main" val="3254545665"/>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3DB9-D5C1-B360-BE26-8409DB92E671}"/>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4C01E107-DA19-7171-39AD-85CB5B251497}"/>
              </a:ext>
            </a:extLst>
          </p:cNvPr>
          <p:cNvPicPr>
            <a:picLocks noChangeAspect="1"/>
          </p:cNvPicPr>
          <p:nvPr/>
        </p:nvPicPr>
        <p:blipFill>
          <a:blip r:embed="rId3"/>
          <a:stretch>
            <a:fillRect/>
          </a:stretch>
        </p:blipFill>
        <p:spPr>
          <a:xfrm>
            <a:off x="1388929" y="1237082"/>
            <a:ext cx="9414142" cy="5092203"/>
          </a:xfrm>
          <a:prstGeom prst="rect">
            <a:avLst/>
          </a:prstGeom>
        </p:spPr>
      </p:pic>
      <p:sp>
        <p:nvSpPr>
          <p:cNvPr id="4" name="Titre 2">
            <a:extLst>
              <a:ext uri="{FF2B5EF4-FFF2-40B4-BE49-F238E27FC236}">
                <a16:creationId xmlns:a16="http://schemas.microsoft.com/office/drawing/2014/main" id="{47E0C777-D7C9-6321-CD5F-97BA9190B89A}"/>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a:t>One </a:t>
            </a:r>
            <a:r>
              <a:rPr lang="fr-FR" dirty="0" err="1"/>
              <a:t>product</a:t>
            </a:r>
            <a:r>
              <a:rPr lang="fr-FR" dirty="0"/>
              <a:t> - </a:t>
            </a:r>
            <a:r>
              <a:rPr lang="fr-FR" dirty="0" err="1"/>
              <a:t>several</a:t>
            </a:r>
            <a:r>
              <a:rPr lang="fr-FR" dirty="0"/>
              <a:t> sites</a:t>
            </a:r>
            <a:endParaRPr lang="en-US" dirty="0"/>
          </a:p>
        </p:txBody>
      </p:sp>
      <p:sp>
        <p:nvSpPr>
          <p:cNvPr id="2" name="ZoneTexte 1">
            <a:extLst>
              <a:ext uri="{FF2B5EF4-FFF2-40B4-BE49-F238E27FC236}">
                <a16:creationId xmlns:a16="http://schemas.microsoft.com/office/drawing/2014/main" id="{61C64AA6-BB6D-D43E-30C9-899774034996}"/>
              </a:ext>
            </a:extLst>
          </p:cNvPr>
          <p:cNvSpPr txBox="1"/>
          <p:nvPr/>
        </p:nvSpPr>
        <p:spPr>
          <a:xfrm>
            <a:off x="5295900" y="3136852"/>
            <a:ext cx="1932216" cy="646331"/>
          </a:xfrm>
          <a:prstGeom prst="rect">
            <a:avLst/>
          </a:prstGeom>
        </p:spPr>
        <p:txBody>
          <a:bodyPr wrap="square" lIns="0" tIns="0" rIns="0" bIns="0" rtlCol="0">
            <a:spAutoFit/>
          </a:bodyPr>
          <a:lstStyle/>
          <a:p>
            <a:r>
              <a:rPr lang="fr-FR" sz="1400" dirty="0">
                <a:solidFill>
                  <a:schemeClr val="bg2"/>
                </a:solidFill>
              </a:rPr>
              <a:t>Click on the </a:t>
            </a:r>
            <a:r>
              <a:rPr lang="fr-FR" sz="1400" dirty="0" err="1">
                <a:solidFill>
                  <a:schemeClr val="bg2"/>
                </a:solidFill>
              </a:rPr>
              <a:t>product</a:t>
            </a:r>
            <a:r>
              <a:rPr lang="fr-FR" sz="1400" dirty="0">
                <a:solidFill>
                  <a:schemeClr val="bg2"/>
                </a:solidFill>
              </a:rPr>
              <a:t>. </a:t>
            </a:r>
            <a:r>
              <a:rPr lang="fr-FR" sz="1400" dirty="0" err="1">
                <a:solidFill>
                  <a:schemeClr val="bg2"/>
                </a:solidFill>
              </a:rPr>
              <a:t>Add</a:t>
            </a:r>
            <a:r>
              <a:rPr lang="fr-FR" sz="1400" dirty="0">
                <a:solidFill>
                  <a:schemeClr val="bg2"/>
                </a:solidFill>
              </a:rPr>
              <a:t> the </a:t>
            </a:r>
            <a:r>
              <a:rPr lang="fr-FR" sz="1400" dirty="0" err="1">
                <a:solidFill>
                  <a:schemeClr val="bg2"/>
                </a:solidFill>
              </a:rPr>
              <a:t>number</a:t>
            </a:r>
            <a:r>
              <a:rPr lang="fr-FR" sz="1400" dirty="0">
                <a:solidFill>
                  <a:schemeClr val="bg2"/>
                </a:solidFill>
              </a:rPr>
              <a:t> of sites </a:t>
            </a:r>
            <a:r>
              <a:rPr lang="fr-FR" sz="1400" dirty="0" err="1">
                <a:solidFill>
                  <a:schemeClr val="bg2"/>
                </a:solidFill>
              </a:rPr>
              <a:t>required</a:t>
            </a:r>
            <a:r>
              <a:rPr lang="fr-FR" sz="1400" dirty="0">
                <a:solidFill>
                  <a:schemeClr val="bg2"/>
                </a:solidFill>
              </a:rPr>
              <a:t>. </a:t>
            </a:r>
            <a:endParaRPr lang="en-US" sz="1400" dirty="0" err="1">
              <a:solidFill>
                <a:schemeClr val="bg2"/>
              </a:solidFill>
            </a:endParaRPr>
          </a:p>
        </p:txBody>
      </p:sp>
      <p:cxnSp>
        <p:nvCxnSpPr>
          <p:cNvPr id="8" name="Connecteur droit avec flèche 7">
            <a:extLst>
              <a:ext uri="{FF2B5EF4-FFF2-40B4-BE49-F238E27FC236}">
                <a16:creationId xmlns:a16="http://schemas.microsoft.com/office/drawing/2014/main" id="{F6A2F905-4BBA-EFBE-6C5E-55BD8DF8DAFA}"/>
              </a:ext>
            </a:extLst>
          </p:cNvPr>
          <p:cNvCxnSpPr>
            <a:cxnSpLocks/>
          </p:cNvCxnSpPr>
          <p:nvPr/>
        </p:nvCxnSpPr>
        <p:spPr>
          <a:xfrm flipH="1">
            <a:off x="2732314" y="3429000"/>
            <a:ext cx="2231572" cy="3680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3997635"/>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C0B78DD-8568-1AA9-F839-0876FFDEBE97}"/>
              </a:ext>
            </a:extLst>
          </p:cNvPr>
          <p:cNvPicPr>
            <a:picLocks noChangeAspect="1"/>
          </p:cNvPicPr>
          <p:nvPr/>
        </p:nvPicPr>
        <p:blipFill>
          <a:blip r:embed="rId3"/>
          <a:stretch>
            <a:fillRect/>
          </a:stretch>
        </p:blipFill>
        <p:spPr>
          <a:xfrm>
            <a:off x="834754" y="920621"/>
            <a:ext cx="10522491" cy="5016758"/>
          </a:xfrm>
          <a:prstGeom prst="rect">
            <a:avLst/>
          </a:prstGeom>
        </p:spPr>
      </p:pic>
      <p:sp>
        <p:nvSpPr>
          <p:cNvPr id="4" name="Rectangle 3">
            <a:extLst>
              <a:ext uri="{FF2B5EF4-FFF2-40B4-BE49-F238E27FC236}">
                <a16:creationId xmlns:a16="http://schemas.microsoft.com/office/drawing/2014/main" id="{5A04EBBC-D84F-8A41-A551-BCD7738CFB68}"/>
              </a:ext>
            </a:extLst>
          </p:cNvPr>
          <p:cNvSpPr/>
          <p:nvPr/>
        </p:nvSpPr>
        <p:spPr>
          <a:xfrm>
            <a:off x="6677025" y="2028825"/>
            <a:ext cx="1581150" cy="542925"/>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
        <p:nvSpPr>
          <p:cNvPr id="5" name="Titre 2">
            <a:extLst>
              <a:ext uri="{FF2B5EF4-FFF2-40B4-BE49-F238E27FC236}">
                <a16:creationId xmlns:a16="http://schemas.microsoft.com/office/drawing/2014/main" id="{30BC1537-62B5-348E-C147-97BF92C8E5CA}"/>
              </a:ext>
            </a:extLst>
          </p:cNvPr>
          <p:cNvSpPr txBox="1">
            <a:spLocks/>
          </p:cNvSpPr>
          <p:nvPr/>
        </p:nvSpPr>
        <p:spPr>
          <a:xfrm>
            <a:off x="134711" y="21301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Budgetary</a:t>
            </a:r>
            <a:r>
              <a:rPr lang="fr-FR" dirty="0"/>
              <a:t> </a:t>
            </a:r>
            <a:r>
              <a:rPr lang="fr-FR" dirty="0" err="1"/>
              <a:t>Quote</a:t>
            </a:r>
            <a:r>
              <a:rPr lang="fr-FR" dirty="0"/>
              <a:t> </a:t>
            </a:r>
            <a:r>
              <a:rPr lang="fr-FR" dirty="0" err="1"/>
              <a:t>Overview</a:t>
            </a:r>
            <a:r>
              <a:rPr lang="fr-FR" dirty="0"/>
              <a:t> </a:t>
            </a:r>
            <a:r>
              <a:rPr lang="fr-FR" dirty="0" err="1"/>
              <a:t>before</a:t>
            </a:r>
            <a:r>
              <a:rPr lang="fr-FR" dirty="0"/>
              <a:t> first </a:t>
            </a:r>
            <a:r>
              <a:rPr lang="fr-FR" dirty="0" err="1"/>
              <a:t>approval</a:t>
            </a:r>
            <a:r>
              <a:rPr lang="fr-FR" dirty="0"/>
              <a:t> </a:t>
            </a:r>
          </a:p>
        </p:txBody>
      </p:sp>
      <p:sp>
        <p:nvSpPr>
          <p:cNvPr id="2" name="Rectangle 1">
            <a:extLst>
              <a:ext uri="{FF2B5EF4-FFF2-40B4-BE49-F238E27FC236}">
                <a16:creationId xmlns:a16="http://schemas.microsoft.com/office/drawing/2014/main" id="{C01F704C-639C-E539-7663-2DDDF3867864}"/>
              </a:ext>
            </a:extLst>
          </p:cNvPr>
          <p:cNvSpPr/>
          <p:nvPr/>
        </p:nvSpPr>
        <p:spPr>
          <a:xfrm>
            <a:off x="8500533" y="1430867"/>
            <a:ext cx="389467" cy="481413"/>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000000"/>
              </a:solidFill>
            </a:endParaRPr>
          </a:p>
        </p:txBody>
      </p:sp>
    </p:spTree>
    <p:extLst>
      <p:ext uri="{BB962C8B-B14F-4D97-AF65-F5344CB8AC3E}">
        <p14:creationId xmlns:p14="http://schemas.microsoft.com/office/powerpoint/2010/main" val="3352296226"/>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8E3F9-E9DE-3AFC-38B1-3B80D0E6B894}"/>
            </a:ext>
          </a:extLst>
        </p:cNvPr>
        <p:cNvGrpSpPr/>
        <p:nvPr/>
      </p:nvGrpSpPr>
      <p:grpSpPr>
        <a:xfrm>
          <a:off x="0" y="0"/>
          <a:ext cx="0" cy="0"/>
          <a:chOff x="0" y="0"/>
          <a:chExt cx="0" cy="0"/>
        </a:xfrm>
      </p:grpSpPr>
      <p:sp>
        <p:nvSpPr>
          <p:cNvPr id="4" name="Titre 2">
            <a:extLst>
              <a:ext uri="{FF2B5EF4-FFF2-40B4-BE49-F238E27FC236}">
                <a16:creationId xmlns:a16="http://schemas.microsoft.com/office/drawing/2014/main" id="{5120D56F-3B15-6BE2-D8DD-529C735E14EE}"/>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Quote</a:t>
            </a:r>
            <a:r>
              <a:rPr lang="fr-FR" dirty="0"/>
              <a:t> </a:t>
            </a:r>
            <a:r>
              <a:rPr lang="fr-FR" dirty="0" err="1"/>
              <a:t>Summary</a:t>
            </a:r>
            <a:r>
              <a:rPr lang="fr-FR" dirty="0"/>
              <a:t> </a:t>
            </a:r>
            <a:endParaRPr lang="en-US" dirty="0"/>
          </a:p>
        </p:txBody>
      </p:sp>
      <p:pic>
        <p:nvPicPr>
          <p:cNvPr id="6" name="Image 5">
            <a:extLst>
              <a:ext uri="{FF2B5EF4-FFF2-40B4-BE49-F238E27FC236}">
                <a16:creationId xmlns:a16="http://schemas.microsoft.com/office/drawing/2014/main" id="{15A45AAF-73CB-0C8F-BE61-72C12CC474EA}"/>
              </a:ext>
            </a:extLst>
          </p:cNvPr>
          <p:cNvPicPr>
            <a:picLocks noChangeAspect="1"/>
          </p:cNvPicPr>
          <p:nvPr/>
        </p:nvPicPr>
        <p:blipFill>
          <a:blip r:embed="rId3"/>
          <a:stretch>
            <a:fillRect/>
          </a:stretch>
        </p:blipFill>
        <p:spPr>
          <a:xfrm>
            <a:off x="1549714" y="1017244"/>
            <a:ext cx="9092571" cy="5364063"/>
          </a:xfrm>
          <a:prstGeom prst="rect">
            <a:avLst/>
          </a:prstGeom>
        </p:spPr>
      </p:pic>
    </p:spTree>
    <p:extLst>
      <p:ext uri="{BB962C8B-B14F-4D97-AF65-F5344CB8AC3E}">
        <p14:creationId xmlns:p14="http://schemas.microsoft.com/office/powerpoint/2010/main" val="3951569261"/>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CA2A-5122-3189-57B3-6B17F9C3796D}"/>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963D363D-7FC2-D689-A3DD-F3373442DFA5}"/>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79AF5DF1-0E7E-1B9B-AEC4-D8AA7D2EF1EC}"/>
              </a:ext>
            </a:extLst>
          </p:cNvPr>
          <p:cNvSpPr/>
          <p:nvPr/>
        </p:nvSpPr>
        <p:spPr>
          <a:xfrm>
            <a:off x="3042709" y="3047999"/>
            <a:ext cx="9149291" cy="3680791"/>
          </a:xfrm>
          <a:prstGeom prst="rect">
            <a:avLst/>
          </a:prstGeom>
          <a:solidFill>
            <a:srgbClr val="000000"/>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39" name="Rectangle 57">
            <a:extLst>
              <a:ext uri="{FF2B5EF4-FFF2-40B4-BE49-F238E27FC236}">
                <a16:creationId xmlns:a16="http://schemas.microsoft.com/office/drawing/2014/main" id="{19CA791B-1B78-AD9B-AD19-D5F026ACAECC}"/>
              </a:ext>
            </a:extLst>
          </p:cNvPr>
          <p:cNvSpPr/>
          <p:nvPr/>
        </p:nvSpPr>
        <p:spPr>
          <a:xfrm>
            <a:off x="-19370" y="757767"/>
            <a:ext cx="3062079" cy="2290233"/>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93AB6B29-BC8C-0998-7DC8-69F4BA1A6B34}"/>
              </a:ext>
            </a:extLst>
          </p:cNvPr>
          <p:cNvSpPr txBox="1"/>
          <p:nvPr/>
        </p:nvSpPr>
        <p:spPr>
          <a:xfrm>
            <a:off x="3866131" y="3811200"/>
            <a:ext cx="7502446" cy="23741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Quote offer </a:t>
            </a:r>
            <a:r>
              <a:rPr kumimoji="0" lang="en-GB" sz="5000" b="0" i="0" u="none" strike="noStrike" kern="0" cap="none" spc="-27" normalizeH="0" baseline="0" noProof="0" err="1">
                <a:ln>
                  <a:noFill/>
                </a:ln>
                <a:solidFill>
                  <a:srgbClr val="FF7900"/>
                </a:solidFill>
                <a:effectLst/>
                <a:uLnTx/>
                <a:uFillTx/>
                <a:latin typeface="Helvetica 75 Bold"/>
                <a:ea typeface="+mn-ea"/>
                <a:cs typeface="+mn-cs"/>
                <a:sym typeface="Helvetica 75 Bold"/>
              </a:rPr>
              <a:t>initializatio</a:t>
            </a:r>
            <a:r>
              <a:rPr lang="en-GB" sz="5000" kern="0" spc="-27">
                <a:solidFill>
                  <a:srgbClr val="FF7900"/>
                </a:solidFill>
                <a:latin typeface="Helvetica 75 Bold"/>
                <a:sym typeface="Helvetica 75 Bold"/>
              </a:rPr>
              <a:t>n </a:t>
            </a:r>
            <a:r>
              <a:rPr lang="en-GB" sz="3600" kern="0" spc="-27">
                <a:solidFill>
                  <a:srgbClr val="FF7900"/>
                </a:solidFill>
                <a:latin typeface="Helvetica 75 Bold"/>
                <a:sym typeface="Helvetica 75 Bold"/>
              </a:rPr>
              <a:t>(from an Opportunity on Salesforce)</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2000" b="0" i="0" u="none" strike="noStrike" kern="0" cap="none" spc="-27" normalizeH="0" baseline="0" noProof="0">
              <a:ln>
                <a:noFill/>
              </a:ln>
              <a:solidFill>
                <a:srgbClr val="FF7900"/>
              </a:solidFill>
              <a:effectLst/>
              <a:uLnTx/>
              <a:uFillTx/>
              <a:latin typeface="Helvetica 75 Bold"/>
              <a:ea typeface="+mn-ea"/>
              <a:cs typeface="+mn-cs"/>
              <a:sym typeface="Helvetica 75 Bold"/>
            </a:endParaRP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1" name="ZoneTexte 4">
            <a:extLst>
              <a:ext uri="{FF2B5EF4-FFF2-40B4-BE49-F238E27FC236}">
                <a16:creationId xmlns:a16="http://schemas.microsoft.com/office/drawing/2014/main" id="{C996215F-0D20-70B5-2305-58ABA701B35E}"/>
              </a:ext>
            </a:extLst>
          </p:cNvPr>
          <p:cNvSpPr txBox="1"/>
          <p:nvPr/>
        </p:nvSpPr>
        <p:spPr>
          <a:xfrm>
            <a:off x="325519" y="805856"/>
            <a:ext cx="2317636" cy="24622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45719" bIns="45719">
            <a:spAutoFit/>
          </a:bodyPr>
          <a:lstStyle>
            <a:lvl1pPr>
              <a:defRPr sz="30800" spc="-800"/>
            </a:lvl1pPr>
          </a:lstStyle>
          <a:p>
            <a:pPr marL="0" marR="0" lvl="0" indent="0" algn="l" defTabSz="1219230" rtl="0" eaLnBrk="1" fontAlgn="auto" latinLnBrk="0" hangingPunct="0">
              <a:lnSpc>
                <a:spcPct val="100000"/>
              </a:lnSpc>
              <a:spcBef>
                <a:spcPts val="0"/>
              </a:spcBef>
              <a:spcAft>
                <a:spcPts val="0"/>
              </a:spcAft>
              <a:buClrTx/>
              <a:buSzTx/>
              <a:buFontTx/>
              <a:buNone/>
              <a:tabLst/>
              <a:defRPr/>
            </a:pPr>
            <a:r>
              <a:rPr kumimoji="0" sz="15400" b="0" i="0" u="none" strike="noStrike" kern="0" cap="none" spc="-400" normalizeH="0" baseline="0" noProof="0">
                <a:ln>
                  <a:noFill/>
                </a:ln>
                <a:solidFill>
                  <a:srgbClr val="000000"/>
                </a:solidFill>
                <a:effectLst/>
                <a:uLnTx/>
                <a:uFillTx/>
                <a:latin typeface="Helvetica 75 Bold"/>
                <a:ea typeface="+mn-ea"/>
                <a:cs typeface="+mn-cs"/>
                <a:sym typeface="Helvetica 75 Bold"/>
              </a:rPr>
              <a:t>0</a:t>
            </a:r>
            <a:r>
              <a:rPr kumimoji="0" lang="fr-FR" sz="15400" b="0" i="0" u="none" strike="noStrike" kern="0" cap="none" spc="-400" normalizeH="0" baseline="0" noProof="0">
                <a:ln>
                  <a:noFill/>
                </a:ln>
                <a:solidFill>
                  <a:srgbClr val="000000"/>
                </a:solidFill>
                <a:effectLst/>
                <a:uLnTx/>
                <a:uFillTx/>
                <a:latin typeface="Helvetica 75 Bold"/>
                <a:ea typeface="+mn-ea"/>
                <a:cs typeface="+mn-cs"/>
                <a:sym typeface="Helvetica 75 Bold"/>
              </a:rPr>
              <a:t>3</a:t>
            </a:r>
            <a:endParaRPr kumimoji="0" sz="15400" b="0" i="0" u="none" strike="noStrike" kern="0" cap="none" spc="-400" normalizeH="0" baseline="0" noProof="0">
              <a:ln>
                <a:noFill/>
              </a:ln>
              <a:solidFill>
                <a:srgbClr val="0000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0E143818-0358-7FB8-6773-1F04AC4BAC8B}"/>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0271797D-E9BE-A76E-B00F-3E4E888BABF5}"/>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3DD68207-C6F4-F38F-261B-CCD68BD56A0A}"/>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D623DEBD-C1C8-F26D-785A-D8B7BF95D19A}"/>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3697575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5BD5E-FCE9-BC37-F931-B4C996D8C20D}"/>
            </a:ext>
          </a:extLst>
        </p:cNvPr>
        <p:cNvGrpSpPr/>
        <p:nvPr/>
      </p:nvGrpSpPr>
      <p:grpSpPr>
        <a:xfrm>
          <a:off x="0" y="0"/>
          <a:ext cx="0" cy="0"/>
          <a:chOff x="0" y="0"/>
          <a:chExt cx="0" cy="0"/>
        </a:xfrm>
      </p:grpSpPr>
      <p:sp>
        <p:nvSpPr>
          <p:cNvPr id="4" name="Titre 2">
            <a:extLst>
              <a:ext uri="{FF2B5EF4-FFF2-40B4-BE49-F238E27FC236}">
                <a16:creationId xmlns:a16="http://schemas.microsoft.com/office/drawing/2014/main" id="{8B5B187D-1579-F9C5-AC79-35B14A398877}"/>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a:t>Opportunity </a:t>
            </a:r>
            <a:r>
              <a:rPr lang="fr-FR" dirty="0" err="1"/>
              <a:t>creation</a:t>
            </a:r>
            <a:r>
              <a:rPr lang="fr-FR" dirty="0"/>
              <a:t> </a:t>
            </a:r>
            <a:endParaRPr lang="en-US" dirty="0"/>
          </a:p>
        </p:txBody>
      </p:sp>
      <p:pic>
        <p:nvPicPr>
          <p:cNvPr id="3" name="Image 2">
            <a:extLst>
              <a:ext uri="{FF2B5EF4-FFF2-40B4-BE49-F238E27FC236}">
                <a16:creationId xmlns:a16="http://schemas.microsoft.com/office/drawing/2014/main" id="{FC7AA6B5-B225-3B16-C785-3BAC21D4B6CF}"/>
              </a:ext>
            </a:extLst>
          </p:cNvPr>
          <p:cNvPicPr>
            <a:picLocks noChangeAspect="1"/>
          </p:cNvPicPr>
          <p:nvPr/>
        </p:nvPicPr>
        <p:blipFill>
          <a:blip r:embed="rId3"/>
          <a:stretch>
            <a:fillRect/>
          </a:stretch>
        </p:blipFill>
        <p:spPr>
          <a:xfrm>
            <a:off x="799828" y="852488"/>
            <a:ext cx="10592344" cy="5397777"/>
          </a:xfrm>
          <a:prstGeom prst="rect">
            <a:avLst/>
          </a:prstGeom>
        </p:spPr>
      </p:pic>
    </p:spTree>
    <p:extLst>
      <p:ext uri="{BB962C8B-B14F-4D97-AF65-F5344CB8AC3E}">
        <p14:creationId xmlns:p14="http://schemas.microsoft.com/office/powerpoint/2010/main" val="2210840364"/>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CEA624A-BD40-73A3-1067-6BB9900DEB1F}"/>
              </a:ext>
            </a:extLst>
          </p:cNvPr>
          <p:cNvPicPr>
            <a:picLocks noChangeAspect="1"/>
          </p:cNvPicPr>
          <p:nvPr/>
        </p:nvPicPr>
        <p:blipFill>
          <a:blip r:embed="rId2"/>
          <a:stretch>
            <a:fillRect/>
          </a:stretch>
        </p:blipFill>
        <p:spPr>
          <a:xfrm>
            <a:off x="768076" y="968237"/>
            <a:ext cx="10655848" cy="5378726"/>
          </a:xfrm>
          <a:prstGeom prst="rect">
            <a:avLst/>
          </a:prstGeom>
        </p:spPr>
      </p:pic>
      <p:sp>
        <p:nvSpPr>
          <p:cNvPr id="4" name="Titre 2">
            <a:extLst>
              <a:ext uri="{FF2B5EF4-FFF2-40B4-BE49-F238E27FC236}">
                <a16:creationId xmlns:a16="http://schemas.microsoft.com/office/drawing/2014/main" id="{3FE7D320-FA98-A7CB-3802-0237CD841779}"/>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a:t>New </a:t>
            </a:r>
            <a:r>
              <a:rPr lang="fr-FR" dirty="0" err="1"/>
              <a:t>quote</a:t>
            </a:r>
            <a:r>
              <a:rPr lang="fr-FR" dirty="0"/>
              <a:t> </a:t>
            </a:r>
            <a:r>
              <a:rPr lang="fr-FR" dirty="0" err="1"/>
              <a:t>creation</a:t>
            </a:r>
            <a:r>
              <a:rPr lang="fr-FR" dirty="0"/>
              <a:t> </a:t>
            </a:r>
            <a:endParaRPr lang="en-US" dirty="0"/>
          </a:p>
        </p:txBody>
      </p:sp>
    </p:spTree>
    <p:extLst>
      <p:ext uri="{BB962C8B-B14F-4D97-AF65-F5344CB8AC3E}">
        <p14:creationId xmlns:p14="http://schemas.microsoft.com/office/powerpoint/2010/main" val="2101145666"/>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FD90F75-AE71-F3F9-1AED-A32869707299}"/>
              </a:ext>
            </a:extLst>
          </p:cNvPr>
          <p:cNvPicPr>
            <a:picLocks noChangeAspect="1"/>
          </p:cNvPicPr>
          <p:nvPr/>
        </p:nvPicPr>
        <p:blipFill>
          <a:blip r:embed="rId2"/>
          <a:stretch>
            <a:fillRect/>
          </a:stretch>
        </p:blipFill>
        <p:spPr>
          <a:xfrm>
            <a:off x="456953" y="892632"/>
            <a:ext cx="11278094" cy="5541416"/>
          </a:xfrm>
          <a:prstGeom prst="rect">
            <a:avLst/>
          </a:prstGeom>
        </p:spPr>
      </p:pic>
      <p:sp>
        <p:nvSpPr>
          <p:cNvPr id="4" name="Titre 2">
            <a:extLst>
              <a:ext uri="{FF2B5EF4-FFF2-40B4-BE49-F238E27FC236}">
                <a16:creationId xmlns:a16="http://schemas.microsoft.com/office/drawing/2014/main" id="{F1D3E6DF-5343-D043-22BA-EC73D2B1BE8B}"/>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Add</a:t>
            </a:r>
            <a:r>
              <a:rPr lang="fr-FR" dirty="0"/>
              <a:t> site to </a:t>
            </a:r>
            <a:r>
              <a:rPr lang="fr-FR" dirty="0" err="1"/>
              <a:t>quote</a:t>
            </a:r>
            <a:r>
              <a:rPr lang="fr-FR" dirty="0"/>
              <a:t> &amp; Qualification </a:t>
            </a:r>
            <a:endParaRPr lang="en-US" dirty="0"/>
          </a:p>
        </p:txBody>
      </p:sp>
    </p:spTree>
    <p:extLst>
      <p:ext uri="{BB962C8B-B14F-4D97-AF65-F5344CB8AC3E}">
        <p14:creationId xmlns:p14="http://schemas.microsoft.com/office/powerpoint/2010/main" val="3975881965"/>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5FBCBC0-298F-4FDC-BF68-71ACC9433E52}"/>
              </a:ext>
            </a:extLst>
          </p:cNvPr>
          <p:cNvPicPr>
            <a:picLocks noChangeAspect="1"/>
          </p:cNvPicPr>
          <p:nvPr/>
        </p:nvPicPr>
        <p:blipFill>
          <a:blip r:embed="rId2"/>
          <a:stretch>
            <a:fillRect/>
          </a:stretch>
        </p:blipFill>
        <p:spPr>
          <a:xfrm>
            <a:off x="799828" y="1037632"/>
            <a:ext cx="10592344" cy="5435879"/>
          </a:xfrm>
          <a:prstGeom prst="rect">
            <a:avLst/>
          </a:prstGeom>
        </p:spPr>
      </p:pic>
      <p:sp>
        <p:nvSpPr>
          <p:cNvPr id="4" name="Titre 2">
            <a:extLst>
              <a:ext uri="{FF2B5EF4-FFF2-40B4-BE49-F238E27FC236}">
                <a16:creationId xmlns:a16="http://schemas.microsoft.com/office/drawing/2014/main" id="{682E89EE-6DDD-06F2-DD61-ABAF5801D331}"/>
              </a:ext>
            </a:extLst>
          </p:cNvPr>
          <p:cNvSpPr txBox="1">
            <a:spLocks/>
          </p:cNvSpPr>
          <p:nvPr/>
        </p:nvSpPr>
        <p:spPr>
          <a:xfrm>
            <a:off x="419100" y="356659"/>
            <a:ext cx="11353800" cy="991659"/>
          </a:xfrm>
          <a:prstGeom prst="rect">
            <a:avLst/>
          </a:prstGeom>
        </p:spPr>
        <p:txBody>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r>
              <a:rPr lang="fr-FR" dirty="0" err="1"/>
              <a:t>Add</a:t>
            </a:r>
            <a:r>
              <a:rPr lang="fr-FR" dirty="0"/>
              <a:t> site to Product</a:t>
            </a:r>
            <a:endParaRPr lang="en-US" dirty="0"/>
          </a:p>
        </p:txBody>
      </p:sp>
    </p:spTree>
    <p:extLst>
      <p:ext uri="{BB962C8B-B14F-4D97-AF65-F5344CB8AC3E}">
        <p14:creationId xmlns:p14="http://schemas.microsoft.com/office/powerpoint/2010/main" val="1807758142"/>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6820F-9E20-83F0-683B-1E622B9E2C66}"/>
            </a:ext>
          </a:extLst>
        </p:cNvPr>
        <p:cNvGrpSpPr/>
        <p:nvPr/>
      </p:nvGrpSpPr>
      <p:grpSpPr>
        <a:xfrm>
          <a:off x="0" y="0"/>
          <a:ext cx="0" cy="0"/>
          <a:chOff x="0" y="0"/>
          <a:chExt cx="0" cy="0"/>
        </a:xfrm>
      </p:grpSpPr>
      <p:pic>
        <p:nvPicPr>
          <p:cNvPr id="637" name="Image 6" descr="Image 6">
            <a:extLst>
              <a:ext uri="{FF2B5EF4-FFF2-40B4-BE49-F238E27FC236}">
                <a16:creationId xmlns:a16="http://schemas.microsoft.com/office/drawing/2014/main" id="{2B2F58E1-EBAF-9080-28E5-400DC39445C5}"/>
              </a:ext>
            </a:extLst>
          </p:cNvPr>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638" name="Rectangle 78">
            <a:extLst>
              <a:ext uri="{FF2B5EF4-FFF2-40B4-BE49-F238E27FC236}">
                <a16:creationId xmlns:a16="http://schemas.microsoft.com/office/drawing/2014/main" id="{41D2C959-A625-A4BF-252E-FEF7732FE25D}"/>
              </a:ext>
            </a:extLst>
          </p:cNvPr>
          <p:cNvSpPr/>
          <p:nvPr/>
        </p:nvSpPr>
        <p:spPr>
          <a:xfrm>
            <a:off x="3042709" y="3048000"/>
            <a:ext cx="9149291" cy="3810000"/>
          </a:xfrm>
          <a:prstGeom prst="rect">
            <a:avLst/>
          </a:prstGeom>
          <a:solidFill>
            <a:srgbClr val="000000">
              <a:alpha val="74902"/>
            </a:srgbClr>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4200"/>
            </a:pPr>
            <a:endParaRPr kumimoji="0" sz="2100" b="0" i="0" u="none" strike="noStrike" kern="0" cap="none" spc="0" normalizeH="0" baseline="0" noProof="0" dirty="0">
              <a:ln>
                <a:noFill/>
              </a:ln>
              <a:solidFill>
                <a:srgbClr val="000000"/>
              </a:solidFill>
              <a:effectLst/>
              <a:uLnTx/>
              <a:uFillTx/>
              <a:latin typeface="Helvetica 75 Bold"/>
              <a:ea typeface="+mn-ea"/>
              <a:cs typeface="+mn-cs"/>
              <a:sym typeface="Helvetica 75 Bold"/>
            </a:endParaRPr>
          </a:p>
        </p:txBody>
      </p:sp>
      <p:sp>
        <p:nvSpPr>
          <p:cNvPr id="640" name="Title 1">
            <a:extLst>
              <a:ext uri="{FF2B5EF4-FFF2-40B4-BE49-F238E27FC236}">
                <a16:creationId xmlns:a16="http://schemas.microsoft.com/office/drawing/2014/main" id="{A6F65E59-6A18-BECF-0F73-232A654909C3}"/>
              </a:ext>
            </a:extLst>
          </p:cNvPr>
          <p:cNvSpPr txBox="1"/>
          <p:nvPr/>
        </p:nvSpPr>
        <p:spPr>
          <a:xfrm>
            <a:off x="3866131" y="3811200"/>
            <a:ext cx="7502446" cy="174304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r>
              <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rPr>
              <a:t>Newco Vision for quotation</a:t>
            </a:r>
          </a:p>
          <a:p>
            <a:pPr marL="0" marR="0" lvl="0" indent="0" algn="l" defTabSz="1219230" rtl="0" eaLnBrk="1" fontAlgn="auto" latinLnBrk="0" hangingPunct="0">
              <a:lnSpc>
                <a:spcPts val="4100"/>
              </a:lnSpc>
              <a:spcBef>
                <a:spcPts val="1000"/>
              </a:spcBef>
              <a:spcAft>
                <a:spcPts val="0"/>
              </a:spcAft>
              <a:buClrTx/>
              <a:buSzTx/>
              <a:buFontTx/>
              <a:buNone/>
              <a:tabLst/>
              <a:defRPr sz="10000" spc="-54">
                <a:solidFill>
                  <a:srgbClr val="FF7900"/>
                </a:solidFill>
              </a:defRPr>
            </a:pPr>
            <a:endParaRPr kumimoji="0" lang="en-GB" sz="5000" b="0" i="0" u="none" strike="noStrike" kern="0" cap="none" spc="-27" normalizeH="0" baseline="0" noProof="0">
              <a:ln>
                <a:noFill/>
              </a:ln>
              <a:solidFill>
                <a:srgbClr val="FF7900"/>
              </a:solidFill>
              <a:effectLst/>
              <a:uLnTx/>
              <a:uFillTx/>
              <a:latin typeface="Helvetica 75 Bold"/>
              <a:ea typeface="+mn-ea"/>
              <a:cs typeface="+mn-cs"/>
              <a:sym typeface="Helvetica 75 Bold"/>
            </a:endParaRPr>
          </a:p>
        </p:txBody>
      </p:sp>
      <p:sp>
        <p:nvSpPr>
          <p:cNvPr id="642" name="Rectangle 79">
            <a:extLst>
              <a:ext uri="{FF2B5EF4-FFF2-40B4-BE49-F238E27FC236}">
                <a16:creationId xmlns:a16="http://schemas.microsoft.com/office/drawing/2014/main" id="{CF44DAF9-2CF9-71B6-93BD-45C1D040B47A}"/>
              </a:ext>
            </a:extLst>
          </p:cNvPr>
          <p:cNvSpPr/>
          <p:nvPr/>
        </p:nvSpPr>
        <p:spPr>
          <a:xfrm>
            <a:off x="3805767" y="757767"/>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3" name="Rectangle 81">
            <a:extLst>
              <a:ext uri="{FF2B5EF4-FFF2-40B4-BE49-F238E27FC236}">
                <a16:creationId xmlns:a16="http://schemas.microsoft.com/office/drawing/2014/main" id="{E5BF1EF9-2A2F-026A-E0CC-3BBC6E6038F6}"/>
              </a:ext>
            </a:extLst>
          </p:cNvPr>
          <p:cNvSpPr/>
          <p:nvPr/>
        </p:nvSpPr>
        <p:spPr>
          <a:xfrm>
            <a:off x="9149150" y="2284799"/>
            <a:ext cx="763200" cy="763200"/>
          </a:xfrm>
          <a:prstGeom prst="rect">
            <a:avLst/>
          </a:prstGeom>
          <a:solidFill>
            <a:schemeClr val="accent1"/>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5" name="Rectangle 1">
            <a:extLst>
              <a:ext uri="{FF2B5EF4-FFF2-40B4-BE49-F238E27FC236}">
                <a16:creationId xmlns:a16="http://schemas.microsoft.com/office/drawing/2014/main" id="{577FDEA0-D87D-092F-80D8-D192E2CC2657}"/>
              </a:ext>
            </a:extLst>
          </p:cNvPr>
          <p:cNvSpPr/>
          <p:nvPr/>
        </p:nvSpPr>
        <p:spPr>
          <a:xfrm>
            <a:off x="4568825" y="15208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
        <p:nvSpPr>
          <p:cNvPr id="646" name="Rectangle 2">
            <a:extLst>
              <a:ext uri="{FF2B5EF4-FFF2-40B4-BE49-F238E27FC236}">
                <a16:creationId xmlns:a16="http://schemas.microsoft.com/office/drawing/2014/main" id="{55814EAE-F2B4-557B-9D27-FBEC139F6F49}"/>
              </a:ext>
            </a:extLst>
          </p:cNvPr>
          <p:cNvSpPr/>
          <p:nvPr/>
        </p:nvSpPr>
        <p:spPr>
          <a:xfrm>
            <a:off x="9530750" y="1902425"/>
            <a:ext cx="381600" cy="381600"/>
          </a:xfrm>
          <a:prstGeom prst="rect">
            <a:avLst/>
          </a:prstGeom>
          <a:solidFill>
            <a:srgbClr val="FFFFFF"/>
          </a:solidFill>
          <a:ln w="12700">
            <a:miter lim="400000"/>
          </a:ln>
        </p:spPr>
        <p:txBody>
          <a:bodyPr tIns="45719" bIns="45719" anchor="ctr"/>
          <a:lstStyle/>
          <a:p>
            <a:pPr marL="0" marR="0" lvl="0" indent="0" algn="ctr" defTabSz="1219230" rtl="0" eaLnBrk="1" fontAlgn="auto" latinLnBrk="0" hangingPunct="0">
              <a:lnSpc>
                <a:spcPct val="100000"/>
              </a:lnSpc>
              <a:spcBef>
                <a:spcPts val="0"/>
              </a:spcBef>
              <a:spcAft>
                <a:spcPts val="0"/>
              </a:spcAft>
              <a:buClrTx/>
              <a:buSzTx/>
              <a:buFontTx/>
              <a:buNone/>
              <a:tabLst/>
              <a:defRPr sz="3200"/>
            </a:pPr>
            <a:endParaRPr kumimoji="0" sz="1600" b="0" i="0" u="none" strike="noStrike" kern="0" cap="none" spc="0" normalizeH="0" baseline="0" noProof="0">
              <a:ln>
                <a:noFill/>
              </a:ln>
              <a:solidFill>
                <a:srgbClr val="000000"/>
              </a:solidFill>
              <a:effectLst/>
              <a:uLnTx/>
              <a:uFillTx/>
              <a:latin typeface="Helvetica 75 Bold"/>
              <a:ea typeface="+mn-ea"/>
              <a:cs typeface="+mn-cs"/>
              <a:sym typeface="Helvetica 75 Bold"/>
            </a:endParaRPr>
          </a:p>
        </p:txBody>
      </p:sp>
    </p:spTree>
    <p:extLst>
      <p:ext uri="{BB962C8B-B14F-4D97-AF65-F5344CB8AC3E}">
        <p14:creationId xmlns:p14="http://schemas.microsoft.com/office/powerpoint/2010/main" val="158923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par>
                          <p:cTn id="8" fill="hold">
                            <p:stCondLst>
                              <p:cond delay="500"/>
                            </p:stCondLst>
                            <p:childTnLst>
                              <p:par>
                                <p:cTn id="9" presetID="10" presetClass="entr" fill="hold" grpId="0" nodeType="afterEffect">
                                  <p:stCondLst>
                                    <p:cond delay="250"/>
                                  </p:stCondLst>
                                  <p:iterate>
                                    <p:tmAbs val="0"/>
                                  </p:iterate>
                                  <p:childTnLst>
                                    <p:set>
                                      <p:cBhvr>
                                        <p:cTn id="10" fill="hold"/>
                                        <p:tgtEl>
                                          <p:spTgt spid="643"/>
                                        </p:tgtEl>
                                        <p:attrNameLst>
                                          <p:attrName>style.visibility</p:attrName>
                                        </p:attrNameLst>
                                      </p:cBhvr>
                                      <p:to>
                                        <p:strVal val="visible"/>
                                      </p:to>
                                    </p:set>
                                    <p:animEffect transition="in" filter="fade">
                                      <p:cBhvr>
                                        <p:cTn id="11" dur="500"/>
                                        <p:tgtEl>
                                          <p:spTgt spid="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 grpId="0" animBg="1" advAuto="0"/>
      <p:bldP spid="643" grpId="0" animBg="1" advAuto="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E1CE3-B5B4-C9A0-9471-3D705B3594A6}"/>
            </a:ext>
          </a:extLst>
        </p:cNvPr>
        <p:cNvGrpSpPr/>
        <p:nvPr/>
      </p:nvGrpSpPr>
      <p:grpSpPr>
        <a:xfrm>
          <a:off x="0" y="0"/>
          <a:ext cx="0" cy="0"/>
          <a:chOff x="0" y="0"/>
          <a:chExt cx="0" cy="0"/>
        </a:xfrm>
      </p:grpSpPr>
      <p:graphicFrame>
        <p:nvGraphicFramePr>
          <p:cNvPr id="102" name="think-cell data - do not delete" hidden="1">
            <a:extLst>
              <a:ext uri="{FF2B5EF4-FFF2-40B4-BE49-F238E27FC236}">
                <a16:creationId xmlns:a16="http://schemas.microsoft.com/office/drawing/2014/main" id="{4680DFC6-0C4D-09A1-6800-A333A9B624E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02" name="think-cell data - do not delete" hidden="1">
                        <a:extLst>
                          <a:ext uri="{FF2B5EF4-FFF2-40B4-BE49-F238E27FC236}">
                            <a16:creationId xmlns:a16="http://schemas.microsoft.com/office/drawing/2014/main" id="{4680DFC6-0C4D-09A1-6800-A333A9B624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A352D68A-C0A0-92ED-84BE-8BD758488DB9}"/>
              </a:ext>
            </a:extLst>
          </p:cNvPr>
          <p:cNvSpPr txBox="1">
            <a:spLocks/>
          </p:cNvSpPr>
          <p:nvPr/>
        </p:nvSpPr>
        <p:spPr>
          <a:xfrm>
            <a:off x="344487" y="241300"/>
            <a:ext cx="11563487" cy="508878"/>
          </a:xfrm>
          <a:prstGeom prst="rect">
            <a:avLst/>
          </a:prstGeom>
        </p:spPr>
        <p:txBody>
          <a:bodyPr vert="horz" lIns="0" tIns="0" rIns="0" bIns="0" rtlCol="0" anchor="t" anchorCtr="0">
            <a:noAutofit/>
          </a:bodyPr>
          <a:lstStyle>
            <a:lvl1pPr marL="0" indent="0" algn="l" defTabSz="1219261"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a:lstStyle>
          <a:p>
            <a:pPr marL="0" marR="0" lvl="0" indent="0" algn="l" defTabSz="1219322" rtl="0" eaLnBrk="1" fontAlgn="auto" latinLnBrk="0" hangingPunct="1">
              <a:lnSpc>
                <a:spcPct val="100000"/>
              </a:lnSpc>
              <a:spcBef>
                <a:spcPts val="0"/>
              </a:spcBef>
              <a:spcAft>
                <a:spcPts val="0"/>
              </a:spcAft>
              <a:buClr>
                <a:srgbClr val="000000"/>
              </a:buClr>
              <a:buSzPts val="1689"/>
              <a:buFontTx/>
              <a:buNone/>
              <a:tabLst/>
              <a:defRPr/>
            </a:pPr>
            <a:r>
              <a:rPr kumimoji="0" lang="en-GB" sz="2670" b="0" i="0" u="none" strike="noStrike" kern="1200" cap="none" spc="-27" normalizeH="0" baseline="0" noProof="0" dirty="0">
                <a:ln>
                  <a:noFill/>
                </a:ln>
                <a:solidFill>
                  <a:srgbClr val="FF7900"/>
                </a:solidFill>
                <a:effectLst/>
                <a:uLnTx/>
                <a:uFillTx/>
                <a:latin typeface="Helvetica 75 Bold"/>
                <a:ea typeface="+mj-ea"/>
                <a:cs typeface="+mj-cs"/>
              </a:rPr>
              <a:t>OB Newco Persona </a:t>
            </a:r>
            <a:endParaRPr lang="en-GB" sz="2670" dirty="0">
              <a:solidFill>
                <a:srgbClr val="FF7900"/>
              </a:solidFill>
              <a:latin typeface="Helvetica 75 Bold"/>
            </a:endParaRPr>
          </a:p>
          <a:p>
            <a:pPr marL="0" marR="0" lvl="0" indent="0" algn="l" defTabSz="1219322" rtl="0" eaLnBrk="1" fontAlgn="auto" latinLnBrk="0" hangingPunct="1">
              <a:lnSpc>
                <a:spcPct val="100000"/>
              </a:lnSpc>
              <a:spcBef>
                <a:spcPts val="0"/>
              </a:spcBef>
              <a:spcAft>
                <a:spcPts val="0"/>
              </a:spcAft>
              <a:buClr>
                <a:srgbClr val="000000"/>
              </a:buClr>
              <a:buSzPts val="1689"/>
              <a:buFontTx/>
              <a:buNone/>
              <a:tabLst/>
              <a:defRPr/>
            </a:pPr>
            <a:r>
              <a:rPr kumimoji="0" lang="en-GB" sz="2670" b="0" i="0" u="none" strike="noStrike" kern="1200" cap="none" spc="-27" normalizeH="0" baseline="0" noProof="0" dirty="0">
                <a:ln>
                  <a:noFill/>
                </a:ln>
                <a:solidFill>
                  <a:srgbClr val="FF7900"/>
                </a:solidFill>
                <a:effectLst/>
                <a:uLnTx/>
                <a:uFillTx/>
                <a:latin typeface="Helvetica 75 Bold"/>
                <a:ea typeface="+mj-ea"/>
                <a:cs typeface="+mj-cs"/>
              </a:rPr>
              <a:t> </a:t>
            </a:r>
          </a:p>
          <a:p>
            <a:pPr marL="0" marR="0" lvl="0" indent="0" algn="l" defTabSz="1219322" rtl="0" eaLnBrk="1" fontAlgn="auto" latinLnBrk="0" hangingPunct="1">
              <a:lnSpc>
                <a:spcPct val="100000"/>
              </a:lnSpc>
              <a:spcBef>
                <a:spcPts val="0"/>
              </a:spcBef>
              <a:spcAft>
                <a:spcPts val="0"/>
              </a:spcAft>
              <a:buClr>
                <a:srgbClr val="000000"/>
              </a:buClr>
              <a:buSzPts val="1689"/>
              <a:buFontTx/>
              <a:buNone/>
              <a:tabLst/>
              <a:defRPr/>
            </a:pPr>
            <a:endParaRPr kumimoji="0" lang="en-GB" sz="2670" b="0" i="0" u="none" strike="noStrike" kern="1200" cap="none" spc="-27" normalizeH="0" baseline="0" noProof="0" dirty="0">
              <a:ln>
                <a:noFill/>
              </a:ln>
              <a:solidFill>
                <a:srgbClr val="FF7900"/>
              </a:solidFill>
              <a:effectLst/>
              <a:uLnTx/>
              <a:uFillTx/>
              <a:latin typeface="Helvetica 75 Bold"/>
              <a:ea typeface="+mj-ea"/>
              <a:cs typeface="+mj-cs"/>
            </a:endParaRPr>
          </a:p>
        </p:txBody>
      </p:sp>
      <p:sp>
        <p:nvSpPr>
          <p:cNvPr id="61" name="Rectangle 60">
            <a:extLst>
              <a:ext uri="{FF2B5EF4-FFF2-40B4-BE49-F238E27FC236}">
                <a16:creationId xmlns:a16="http://schemas.microsoft.com/office/drawing/2014/main" id="{9AE83F2A-F54D-C3C9-2353-9C21049020E5}"/>
              </a:ext>
            </a:extLst>
          </p:cNvPr>
          <p:cNvSpPr/>
          <p:nvPr/>
        </p:nvSpPr>
        <p:spPr>
          <a:xfrm>
            <a:off x="10553700" y="90112"/>
            <a:ext cx="1293813" cy="195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FFFFFF"/>
                </a:solidFill>
                <a:effectLst/>
                <a:uLnTx/>
                <a:uFillTx/>
                <a:latin typeface="Helvetica 75 Bold"/>
                <a:ea typeface="+mn-ea"/>
                <a:cs typeface="+mn-cs"/>
              </a:rPr>
              <a:t>WIP</a:t>
            </a:r>
          </a:p>
        </p:txBody>
      </p:sp>
      <p:graphicFrame>
        <p:nvGraphicFramePr>
          <p:cNvPr id="266" name="Tableau 265">
            <a:extLst>
              <a:ext uri="{FF2B5EF4-FFF2-40B4-BE49-F238E27FC236}">
                <a16:creationId xmlns:a16="http://schemas.microsoft.com/office/drawing/2014/main" id="{FB114709-3258-5482-2E04-612E7FDCB7E4}"/>
              </a:ext>
            </a:extLst>
          </p:cNvPr>
          <p:cNvGraphicFramePr>
            <a:graphicFrameLocks noGrp="1"/>
          </p:cNvGraphicFramePr>
          <p:nvPr>
            <p:extLst>
              <p:ext uri="{D42A27DB-BD31-4B8C-83A1-F6EECF244321}">
                <p14:modId xmlns:p14="http://schemas.microsoft.com/office/powerpoint/2010/main" val="1439313469"/>
              </p:ext>
            </p:extLst>
          </p:nvPr>
        </p:nvGraphicFramePr>
        <p:xfrm>
          <a:off x="376489" y="1383521"/>
          <a:ext cx="11439021" cy="5233179"/>
        </p:xfrm>
        <a:graphic>
          <a:graphicData uri="http://schemas.openxmlformats.org/drawingml/2006/table">
            <a:tbl>
              <a:tblPr firstRow="1" bandRow="1">
                <a:tableStyleId>{5C22544A-7EE6-4342-B048-85BDC9FD1C3A}</a:tableStyleId>
              </a:tblPr>
              <a:tblGrid>
                <a:gridCol w="473365">
                  <a:extLst>
                    <a:ext uri="{9D8B030D-6E8A-4147-A177-3AD203B41FA5}">
                      <a16:colId xmlns:a16="http://schemas.microsoft.com/office/drawing/2014/main" val="533458671"/>
                    </a:ext>
                  </a:extLst>
                </a:gridCol>
                <a:gridCol w="2249557">
                  <a:extLst>
                    <a:ext uri="{9D8B030D-6E8A-4147-A177-3AD203B41FA5}">
                      <a16:colId xmlns:a16="http://schemas.microsoft.com/office/drawing/2014/main" val="1707050732"/>
                    </a:ext>
                  </a:extLst>
                </a:gridCol>
                <a:gridCol w="1738130">
                  <a:extLst>
                    <a:ext uri="{9D8B030D-6E8A-4147-A177-3AD203B41FA5}">
                      <a16:colId xmlns:a16="http://schemas.microsoft.com/office/drawing/2014/main" val="1053319980"/>
                    </a:ext>
                  </a:extLst>
                </a:gridCol>
                <a:gridCol w="4921557">
                  <a:extLst>
                    <a:ext uri="{9D8B030D-6E8A-4147-A177-3AD203B41FA5}">
                      <a16:colId xmlns:a16="http://schemas.microsoft.com/office/drawing/2014/main" val="1741742688"/>
                    </a:ext>
                  </a:extLst>
                </a:gridCol>
                <a:gridCol w="2056412">
                  <a:extLst>
                    <a:ext uri="{9D8B030D-6E8A-4147-A177-3AD203B41FA5}">
                      <a16:colId xmlns:a16="http://schemas.microsoft.com/office/drawing/2014/main" val="726402328"/>
                    </a:ext>
                  </a:extLst>
                </a:gridCol>
              </a:tblGrid>
              <a:tr h="986583">
                <a:tc rowSpan="5">
                  <a:txBody>
                    <a:bodyPr/>
                    <a:lstStyle/>
                    <a:p>
                      <a:pPr algn="ctr"/>
                      <a:r>
                        <a:rPr lang="fr-FR" dirty="0"/>
                        <a:t>SALES</a:t>
                      </a:r>
                    </a:p>
                  </a:txBody>
                  <a:tcPr vert="vert270"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fr-FR" sz="1200" b="1" dirty="0" err="1">
                          <a:solidFill>
                            <a:schemeClr val="bg1"/>
                          </a:solidFill>
                        </a:rPr>
                        <a:t>Account</a:t>
                      </a:r>
                      <a:r>
                        <a:rPr lang="fr-FR" sz="1200" b="1" dirty="0">
                          <a:solidFill>
                            <a:schemeClr val="bg1"/>
                          </a:solidFill>
                        </a:rPr>
                        <a:t> Manager</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171450" indent="-171450">
                        <a:buFont typeface="Arial" panose="020B0604020202020204" pitchFamily="34" charset="0"/>
                        <a:buChar char="•"/>
                      </a:pPr>
                      <a:endParaRPr lang="en-GB" sz="1100" noProof="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086364847"/>
                  </a:ext>
                </a:extLst>
              </a:tr>
              <a:tr h="1286847">
                <a:tc vMerge="1">
                  <a:txBody>
                    <a:bodyPr/>
                    <a:lstStyle/>
                    <a:p>
                      <a:endParaRPr lang="fr-FR"/>
                    </a:p>
                  </a:txBody>
                  <a:tcPr/>
                </a:tc>
                <a:tc>
                  <a:txBody>
                    <a:bodyPr/>
                    <a:lstStyle/>
                    <a:p>
                      <a:r>
                        <a:rPr lang="fr-FR" sz="1200" b="1" dirty="0">
                          <a:solidFill>
                            <a:schemeClr val="bg1"/>
                          </a:solidFill>
                        </a:rPr>
                        <a:t>Business </a:t>
                      </a:r>
                      <a:r>
                        <a:rPr lang="fr-FR" sz="1200" b="1" dirty="0" err="1">
                          <a:solidFill>
                            <a:schemeClr val="bg1"/>
                          </a:solidFill>
                        </a:rPr>
                        <a:t>Developer</a:t>
                      </a:r>
                      <a:r>
                        <a:rPr lang="fr-FR" sz="1200" b="1" dirty="0">
                          <a:solidFill>
                            <a:schemeClr val="bg1"/>
                          </a:solidFill>
                        </a:rPr>
                        <a:t> </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a:txBody>
                    <a:bodyPr/>
                    <a:lstStyle/>
                    <a:p>
                      <a:pPr marL="171450" indent="-171450">
                        <a:buFont typeface="Arial" panose="020B0604020202020204" pitchFamily="34" charset="0"/>
                        <a:buChar char="•"/>
                      </a:pPr>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171450" indent="-171450">
                        <a:buFont typeface="Arial" panose="020B0604020202020204" pitchFamily="34" charset="0"/>
                        <a:buChar char="•"/>
                      </a:pPr>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171450" indent="-171450">
                        <a:buFont typeface="Arial" panose="020B0604020202020204" pitchFamily="34" charset="0"/>
                        <a:buChar char="•"/>
                      </a:pPr>
                      <a:endParaRPr lang="en-GB" sz="1100" noProof="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000331690"/>
                  </a:ext>
                </a:extLst>
              </a:tr>
              <a:tr h="1436979">
                <a:tc vMerge="1">
                  <a:txBody>
                    <a:bodyPr/>
                    <a:lstStyle/>
                    <a:p>
                      <a:endParaRPr lang="fr-FR"/>
                    </a:p>
                  </a:txBody>
                  <a:tcPr/>
                </a:tc>
                <a:tc>
                  <a:txBody>
                    <a:bodyPr/>
                    <a:lstStyle/>
                    <a:p>
                      <a:r>
                        <a:rPr lang="fr-FR" sz="1200" b="1" dirty="0" err="1">
                          <a:solidFill>
                            <a:schemeClr val="bg1"/>
                          </a:solidFill>
                        </a:rPr>
                        <a:t>Pre-Sales</a:t>
                      </a:r>
                      <a:r>
                        <a:rPr lang="fr-FR" sz="1200" b="1" dirty="0">
                          <a:solidFill>
                            <a:schemeClr val="bg1"/>
                          </a:solidFill>
                        </a:rPr>
                        <a:t> </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171450" indent="-171450">
                        <a:buFont typeface="Arial" panose="020B0604020202020204" pitchFamily="34" charset="0"/>
                        <a:buChar char="•"/>
                      </a:pPr>
                      <a:endParaRPr lang="en-GB" sz="1100" noProof="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477262785"/>
                  </a:ext>
                </a:extLst>
              </a:tr>
              <a:tr h="836451">
                <a:tc vMerge="1">
                  <a:txBody>
                    <a:bodyPr/>
                    <a:lstStyle/>
                    <a:p>
                      <a:endParaRPr lang="fr-FR"/>
                    </a:p>
                  </a:txBody>
                  <a:tcPr/>
                </a:tc>
                <a:tc>
                  <a:txBody>
                    <a:bodyPr/>
                    <a:lstStyle/>
                    <a:p>
                      <a:r>
                        <a:rPr lang="fr-FR" sz="1200" b="1">
                          <a:solidFill>
                            <a:schemeClr val="bg1"/>
                          </a:solidFill>
                        </a:rPr>
                        <a:t>Business Manager/ Sales </a:t>
                      </a:r>
                      <a:r>
                        <a:rPr lang="fr-FR" sz="1200" b="1" err="1">
                          <a:solidFill>
                            <a:schemeClr val="bg1"/>
                          </a:solidFill>
                        </a:rPr>
                        <a:t>Specialist</a:t>
                      </a:r>
                      <a:r>
                        <a:rPr lang="fr-FR" sz="1200" b="1">
                          <a:solidFill>
                            <a:schemeClr val="bg1"/>
                          </a:solidFill>
                        </a:rPr>
                        <a:t> </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171450" indent="-171450">
                        <a:buFont typeface="Arial" panose="020B0604020202020204" pitchFamily="34" charset="0"/>
                        <a:buChar char="•"/>
                      </a:pPr>
                      <a:endParaRPr lang="en-GB" sz="1100" noProof="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61315499"/>
                  </a:ext>
                </a:extLst>
              </a:tr>
              <a:tr h="686319">
                <a:tc vMerge="1">
                  <a:txBody>
                    <a:bodyPr/>
                    <a:lstStyle/>
                    <a:p>
                      <a:endParaRPr lang="fr-FR"/>
                    </a:p>
                  </a:txBody>
                  <a:tcPr/>
                </a:tc>
                <a:tc>
                  <a:txBody>
                    <a:bodyPr/>
                    <a:lstStyle/>
                    <a:p>
                      <a:r>
                        <a:rPr lang="fr-FR" sz="1200" b="1">
                          <a:solidFill>
                            <a:schemeClr val="bg1"/>
                          </a:solidFill>
                        </a:rPr>
                        <a:t>Sales Advisor (Customer Contact Service)</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bg2"/>
                    </a:solidFill>
                  </a:tcPr>
                </a:tc>
                <a:tc>
                  <a:txBody>
                    <a:bodyPr/>
                    <a:lstStyle/>
                    <a:p>
                      <a:pPr marL="171450" indent="-171450">
                        <a:buFont typeface="Arial" panose="020B0604020202020204" pitchFamily="34" charset="0"/>
                        <a:buChar char="•"/>
                      </a:pPr>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171450" indent="-171450">
                        <a:buFont typeface="Arial" panose="020B0604020202020204" pitchFamily="34" charset="0"/>
                        <a:buChar char="•"/>
                      </a:pPr>
                      <a:endParaRPr lang="fr-FR" sz="110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171450" indent="-171450">
                        <a:buFont typeface="Arial" panose="020B0604020202020204" pitchFamily="34" charset="0"/>
                        <a:buChar char="•"/>
                      </a:pPr>
                      <a:endParaRPr lang="en-GB" sz="1100" noProof="0" dirty="0"/>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35885511"/>
                  </a:ext>
                </a:extLst>
              </a:tr>
            </a:tbl>
          </a:graphicData>
        </a:graphic>
      </p:graphicFrame>
      <p:graphicFrame>
        <p:nvGraphicFramePr>
          <p:cNvPr id="2" name="Tableau 1">
            <a:extLst>
              <a:ext uri="{FF2B5EF4-FFF2-40B4-BE49-F238E27FC236}">
                <a16:creationId xmlns:a16="http://schemas.microsoft.com/office/drawing/2014/main" id="{62D408D2-3E91-003E-6689-61E51614738A}"/>
              </a:ext>
            </a:extLst>
          </p:cNvPr>
          <p:cNvGraphicFramePr>
            <a:graphicFrameLocks noGrp="1"/>
          </p:cNvGraphicFramePr>
          <p:nvPr/>
        </p:nvGraphicFramePr>
        <p:xfrm>
          <a:off x="11575228" y="-935915"/>
          <a:ext cx="208280" cy="457200"/>
        </p:xfrm>
        <a:graphic>
          <a:graphicData uri="http://schemas.openxmlformats.org/drawingml/2006/table">
            <a:tbl>
              <a:tblPr/>
              <a:tblGrid>
                <a:gridCol w="208280">
                  <a:extLst>
                    <a:ext uri="{9D8B030D-6E8A-4147-A177-3AD203B41FA5}">
                      <a16:colId xmlns:a16="http://schemas.microsoft.com/office/drawing/2014/main" val="2314643941"/>
                    </a:ext>
                  </a:extLst>
                </a:gridCol>
              </a:tblGrid>
              <a:tr h="0">
                <a:tc>
                  <a:txBody>
                    <a:bodyPr/>
                    <a:lstStyle/>
                    <a:p>
                      <a:endParaRPr lang="en-US" dirty="0"/>
                    </a:p>
                  </a:txBody>
                  <a:tcPr>
                    <a:lnL w="57150" cmpd="sng">
                      <a:solidFill>
                        <a:schemeClr val="tx1"/>
                      </a:solidFill>
                      <a:prstDash val="solid"/>
                    </a:lnL>
                    <a:lnR w="57150" cmpd="sng">
                      <a:solidFill>
                        <a:schemeClr val="tx1"/>
                      </a:solidFill>
                      <a:prstDash val="solid"/>
                    </a:lnR>
                    <a:lnT w="57150" cmpd="sng">
                      <a:solidFill>
                        <a:schemeClr val="tx1"/>
                      </a:solidFill>
                      <a:prstDash val="solid"/>
                    </a:lnT>
                    <a:lnB w="57150" cmpd="sng">
                      <a:solidFill>
                        <a:schemeClr val="tx1"/>
                      </a:solidFill>
                      <a:prstDash val="solid"/>
                    </a:lnB>
                  </a:tcPr>
                </a:tc>
                <a:extLst>
                  <a:ext uri="{0D108BD9-81ED-4DB2-BD59-A6C34878D82A}">
                    <a16:rowId xmlns:a16="http://schemas.microsoft.com/office/drawing/2014/main" val="3786113814"/>
                  </a:ext>
                </a:extLst>
              </a:tr>
            </a:tbl>
          </a:graphicData>
        </a:graphic>
      </p:graphicFrame>
      <p:graphicFrame>
        <p:nvGraphicFramePr>
          <p:cNvPr id="3" name="Tableau 2">
            <a:extLst>
              <a:ext uri="{FF2B5EF4-FFF2-40B4-BE49-F238E27FC236}">
                <a16:creationId xmlns:a16="http://schemas.microsoft.com/office/drawing/2014/main" id="{348AABA7-BBA6-A7B7-2696-5A971602548D}"/>
              </a:ext>
            </a:extLst>
          </p:cNvPr>
          <p:cNvGraphicFramePr>
            <a:graphicFrameLocks noGrp="1"/>
          </p:cNvGraphicFramePr>
          <p:nvPr>
            <p:extLst>
              <p:ext uri="{D42A27DB-BD31-4B8C-83A1-F6EECF244321}">
                <p14:modId xmlns:p14="http://schemas.microsoft.com/office/powerpoint/2010/main" val="199907916"/>
              </p:ext>
            </p:extLst>
          </p:nvPr>
        </p:nvGraphicFramePr>
        <p:xfrm>
          <a:off x="873614" y="1012681"/>
          <a:ext cx="10913334" cy="370840"/>
        </p:xfrm>
        <a:graphic>
          <a:graphicData uri="http://schemas.openxmlformats.org/drawingml/2006/table">
            <a:tbl>
              <a:tblPr firstRow="1" bandRow="1">
                <a:tableStyleId>{5C22544A-7EE6-4342-B048-85BDC9FD1C3A}</a:tableStyleId>
              </a:tblPr>
              <a:tblGrid>
                <a:gridCol w="2364441">
                  <a:extLst>
                    <a:ext uri="{9D8B030D-6E8A-4147-A177-3AD203B41FA5}">
                      <a16:colId xmlns:a16="http://schemas.microsoft.com/office/drawing/2014/main" val="2796576321"/>
                    </a:ext>
                  </a:extLst>
                </a:gridCol>
                <a:gridCol w="1688951">
                  <a:extLst>
                    <a:ext uri="{9D8B030D-6E8A-4147-A177-3AD203B41FA5}">
                      <a16:colId xmlns:a16="http://schemas.microsoft.com/office/drawing/2014/main" val="1384829840"/>
                    </a:ext>
                  </a:extLst>
                </a:gridCol>
                <a:gridCol w="4797907">
                  <a:extLst>
                    <a:ext uri="{9D8B030D-6E8A-4147-A177-3AD203B41FA5}">
                      <a16:colId xmlns:a16="http://schemas.microsoft.com/office/drawing/2014/main" val="593726177"/>
                    </a:ext>
                  </a:extLst>
                </a:gridCol>
                <a:gridCol w="2062035">
                  <a:extLst>
                    <a:ext uri="{9D8B030D-6E8A-4147-A177-3AD203B41FA5}">
                      <a16:colId xmlns:a16="http://schemas.microsoft.com/office/drawing/2014/main" val="2532587501"/>
                    </a:ext>
                  </a:extLst>
                </a:gridCol>
              </a:tblGrid>
              <a:tr h="370840">
                <a:tc>
                  <a:txBody>
                    <a:bodyPr/>
                    <a:lstStyle/>
                    <a:p>
                      <a:r>
                        <a:rPr lang="fr-FR" sz="1600" dirty="0" err="1">
                          <a:solidFill>
                            <a:schemeClr val="bg1"/>
                          </a:solidFill>
                        </a:rPr>
                        <a:t>Title</a:t>
                      </a:r>
                      <a:r>
                        <a:rPr lang="fr-FR" sz="1600" dirty="0">
                          <a:solidFill>
                            <a:schemeClr val="bg1"/>
                          </a:solidFill>
                        </a:rPr>
                        <a:t> </a:t>
                      </a:r>
                      <a:endParaRPr lang="en-US" sz="1600" dirty="0">
                        <a:solidFill>
                          <a:schemeClr val="bg1"/>
                        </a:solidFill>
                      </a:endParaRPr>
                    </a:p>
                  </a:txBody>
                  <a:tcPr anchor="b">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000000"/>
                    </a:solidFill>
                  </a:tcPr>
                </a:tc>
                <a:tc>
                  <a:txBody>
                    <a:bodyPr/>
                    <a:lstStyle/>
                    <a:p>
                      <a:r>
                        <a:rPr lang="fr-FR" sz="1600" dirty="0"/>
                        <a:t>Alias</a:t>
                      </a:r>
                      <a:endParaRPr lang="en-US" sz="1600" dirty="0"/>
                    </a:p>
                  </a:txBody>
                  <a:tcPr anchor="b">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000000"/>
                    </a:solidFill>
                  </a:tcPr>
                </a:tc>
                <a:tc>
                  <a:txBody>
                    <a:bodyPr/>
                    <a:lstStyle/>
                    <a:p>
                      <a:r>
                        <a:rPr lang="fr-FR" sz="1600" dirty="0"/>
                        <a:t>Description </a:t>
                      </a:r>
                      <a:endParaRPr lang="en-US" sz="1600" dirty="0"/>
                    </a:p>
                  </a:txBody>
                  <a:tcPr anchor="b">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000000"/>
                    </a:solidFill>
                  </a:tcPr>
                </a:tc>
                <a:tc>
                  <a:txBody>
                    <a:bodyPr/>
                    <a:lstStyle/>
                    <a:p>
                      <a:r>
                        <a:rPr lang="fr-FR" sz="1600" dirty="0" err="1"/>
                        <a:t>Quote</a:t>
                      </a:r>
                      <a:r>
                        <a:rPr lang="fr-FR" sz="1600" dirty="0"/>
                        <a:t> Actions </a:t>
                      </a:r>
                      <a:endParaRPr lang="en-US" sz="1600" dirty="0"/>
                    </a:p>
                  </a:txBody>
                  <a:tcPr anchor="b">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3722257839"/>
                  </a:ext>
                </a:extLst>
              </a:tr>
            </a:tbl>
          </a:graphicData>
        </a:graphic>
      </p:graphicFrame>
    </p:spTree>
    <p:extLst>
      <p:ext uri="{BB962C8B-B14F-4D97-AF65-F5344CB8AC3E}">
        <p14:creationId xmlns:p14="http://schemas.microsoft.com/office/powerpoint/2010/main" val="40237462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5F58-5DD2-4645-AB63-4B839B4D85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44B2C4-7A61-F95B-7993-0474C6A26025}"/>
              </a:ext>
            </a:extLst>
          </p:cNvPr>
          <p:cNvSpPr>
            <a:spLocks noGrp="1"/>
          </p:cNvSpPr>
          <p:nvPr>
            <p:ph type="title"/>
          </p:nvPr>
        </p:nvSpPr>
        <p:spPr/>
        <p:txBody>
          <a:bodyPr/>
          <a:lstStyle/>
          <a:p>
            <a:r>
              <a:rPr kumimoji="0" lang="en-US" sz="2000" b="0" i="0" u="none" strike="noStrike" kern="1200" cap="none" spc="-27" normalizeH="0" baseline="0" noProof="0" dirty="0">
                <a:ln>
                  <a:noFill/>
                </a:ln>
                <a:solidFill>
                  <a:srgbClr val="FF7900"/>
                </a:solidFill>
                <a:effectLst/>
                <a:uLnTx/>
                <a:uFillTx/>
                <a:latin typeface="Helvetica 75 Bold" panose="020B0804020202020204" pitchFamily="34" charset="0"/>
                <a:ea typeface="+mj-ea"/>
                <a:cs typeface="+mj-cs"/>
              </a:rPr>
              <a:t>MVP quotation scope</a:t>
            </a:r>
            <a:br>
              <a:rPr kumimoji="0" lang="fr-FR" sz="2000" b="0" i="0" u="none" strike="noStrike" kern="1200" cap="none" spc="-27" normalizeH="0" baseline="0" noProof="0" dirty="0">
                <a:ln>
                  <a:noFill/>
                </a:ln>
                <a:solidFill>
                  <a:srgbClr val="FF7900"/>
                </a:solidFill>
                <a:effectLst/>
                <a:uLnTx/>
                <a:uFillTx/>
                <a:latin typeface="Helvetica 75 Bold" panose="020B0804020202020204" pitchFamily="34" charset="0"/>
                <a:ea typeface="+mj-ea"/>
                <a:cs typeface="+mj-cs"/>
              </a:rPr>
            </a:br>
            <a:r>
              <a:rPr kumimoji="0" lang="en-US" sz="2000" b="0" i="0" u="none" strike="noStrike" kern="1200" cap="none" spc="-27" normalizeH="0" baseline="0" noProof="0" dirty="0">
                <a:ln>
                  <a:noFill/>
                </a:ln>
                <a:solidFill>
                  <a:schemeClr val="bg1"/>
                </a:solidFill>
                <a:effectLst/>
                <a:uLnTx/>
                <a:uFillTx/>
                <a:latin typeface="Helvetica 75 Bold" panose="020B0804020202020204" pitchFamily="34" charset="0"/>
                <a:ea typeface="+mj-ea"/>
                <a:cs typeface="+mj-cs"/>
              </a:rPr>
              <a:t>For MVP, we need to define quotation processes that enable existing customers to place digital </a:t>
            </a:r>
            <a:r>
              <a:rPr lang="en-US" sz="2000" dirty="0">
                <a:solidFill>
                  <a:schemeClr val="bg1"/>
                </a:solidFill>
              </a:rPr>
              <a:t>orders for </a:t>
            </a:r>
            <a:r>
              <a:rPr kumimoji="0" lang="en-US" sz="2000" b="0" i="0" u="none" strike="noStrike" kern="1200" cap="none" spc="-27" normalizeH="0" baseline="0" noProof="0" dirty="0">
                <a:ln>
                  <a:noFill/>
                </a:ln>
                <a:solidFill>
                  <a:schemeClr val="bg1"/>
                </a:solidFill>
                <a:effectLst/>
                <a:uLnTx/>
                <a:uFillTx/>
                <a:latin typeface="Helvetica 75 Bold" panose="020B0804020202020204" pitchFamily="34" charset="0"/>
                <a:ea typeface="+mj-ea"/>
                <a:cs typeface="+mj-cs"/>
              </a:rPr>
              <a:t>Internet products and enable sales team push </a:t>
            </a:r>
            <a:r>
              <a:rPr kumimoji="0" lang="en-US" sz="2000" b="0" i="0" u="none" strike="noStrike" kern="1200" cap="none" spc="-27" normalizeH="0" baseline="0" noProof="0" dirty="0">
                <a:ln>
                  <a:noFill/>
                </a:ln>
                <a:solidFill>
                  <a:srgbClr val="000000"/>
                </a:solidFill>
                <a:effectLst/>
                <a:uLnTx/>
                <a:uFillTx/>
                <a:latin typeface="Helvetica 75 Bold" panose="020B0804020202020204" pitchFamily="34" charset="0"/>
                <a:ea typeface="+mj-ea"/>
                <a:cs typeface="+mj-cs"/>
              </a:rPr>
              <a:t>SD-wan orders for fulfillment</a:t>
            </a:r>
            <a:endParaRPr lang="en-US" dirty="0"/>
          </a:p>
        </p:txBody>
      </p:sp>
      <p:sp>
        <p:nvSpPr>
          <p:cNvPr id="6" name="ZoneTexte 5">
            <a:extLst>
              <a:ext uri="{FF2B5EF4-FFF2-40B4-BE49-F238E27FC236}">
                <a16:creationId xmlns:a16="http://schemas.microsoft.com/office/drawing/2014/main" id="{53C2B694-A8F1-C8E2-17B5-90C6FD0D61C7}"/>
              </a:ext>
            </a:extLst>
          </p:cNvPr>
          <p:cNvSpPr txBox="1"/>
          <p:nvPr/>
        </p:nvSpPr>
        <p:spPr>
          <a:xfrm>
            <a:off x="12327212" y="2028616"/>
            <a:ext cx="5124593" cy="2800767"/>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MVP scope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Customer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existing, international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Customer sites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new sites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Catalogue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standard products (no bespoke)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Quote scope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multi-sites, mono-product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Pricing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Standard prices (no discount, nor GM approval)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Currency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one currency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Geographies : </a:t>
            </a:r>
            <a:r>
              <a:rPr kumimoji="0" lang="en-US" sz="1400" b="0" i="0" u="none" strike="noStrike" kern="1200" cap="none" spc="0" normalizeH="0" baseline="0" noProof="0">
                <a:ln>
                  <a:noFill/>
                </a:ln>
                <a:solidFill>
                  <a:srgbClr val="000000"/>
                </a:solidFill>
                <a:effectLst/>
                <a:uLnTx/>
                <a:uFillTx/>
                <a:latin typeface="Helvetica 55 Roman" panose="020B0604020202020204" pitchFamily="34" charset="0"/>
                <a:ea typeface="+mn-ea"/>
                <a:cs typeface="+mn-cs"/>
              </a:rPr>
              <a:t>20 countries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Helvetica 75 Bold"/>
                <a:ea typeface="+mn-ea"/>
                <a:cs typeface="+mn-cs"/>
              </a:rPr>
              <a:t>Eligibility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err="1">
              <a:ln>
                <a:noFill/>
              </a:ln>
              <a:solidFill>
                <a:srgbClr val="000000"/>
              </a:solidFill>
              <a:effectLst/>
              <a:uLnTx/>
              <a:uFillTx/>
              <a:latin typeface="Helvetica 75 Bold"/>
              <a:ea typeface="+mn-ea"/>
              <a:cs typeface="+mn-cs"/>
            </a:endParaRPr>
          </a:p>
        </p:txBody>
      </p:sp>
      <p:graphicFrame>
        <p:nvGraphicFramePr>
          <p:cNvPr id="9" name="Tableau 8">
            <a:extLst>
              <a:ext uri="{FF2B5EF4-FFF2-40B4-BE49-F238E27FC236}">
                <a16:creationId xmlns:a16="http://schemas.microsoft.com/office/drawing/2014/main" id="{80155624-1A74-EC69-732B-B2EE307C92CC}"/>
              </a:ext>
            </a:extLst>
          </p:cNvPr>
          <p:cNvGraphicFramePr>
            <a:graphicFrameLocks noGrp="1"/>
          </p:cNvGraphicFramePr>
          <p:nvPr>
            <p:extLst>
              <p:ext uri="{D42A27DB-BD31-4B8C-83A1-F6EECF244321}">
                <p14:modId xmlns:p14="http://schemas.microsoft.com/office/powerpoint/2010/main" val="2299182790"/>
              </p:ext>
            </p:extLst>
          </p:nvPr>
        </p:nvGraphicFramePr>
        <p:xfrm>
          <a:off x="419100" y="1563503"/>
          <a:ext cx="11328400" cy="4485640"/>
        </p:xfrm>
        <a:graphic>
          <a:graphicData uri="http://schemas.openxmlformats.org/drawingml/2006/table">
            <a:tbl>
              <a:tblPr firstRow="1" bandRow="1"/>
              <a:tblGrid>
                <a:gridCol w="1235684">
                  <a:extLst>
                    <a:ext uri="{9D8B030D-6E8A-4147-A177-3AD203B41FA5}">
                      <a16:colId xmlns:a16="http://schemas.microsoft.com/office/drawing/2014/main" val="8988357"/>
                    </a:ext>
                  </a:extLst>
                </a:gridCol>
                <a:gridCol w="4390416">
                  <a:extLst>
                    <a:ext uri="{9D8B030D-6E8A-4147-A177-3AD203B41FA5}">
                      <a16:colId xmlns:a16="http://schemas.microsoft.com/office/drawing/2014/main" val="526335946"/>
                    </a:ext>
                  </a:extLst>
                </a:gridCol>
                <a:gridCol w="5702300">
                  <a:extLst>
                    <a:ext uri="{9D8B030D-6E8A-4147-A177-3AD203B41FA5}">
                      <a16:colId xmlns:a16="http://schemas.microsoft.com/office/drawing/2014/main" val="3806337664"/>
                    </a:ext>
                  </a:extLst>
                </a:gridCol>
              </a:tblGrid>
              <a:tr h="370840">
                <a:tc>
                  <a:txBody>
                    <a:bodyPr/>
                    <a:lstStyle>
                      <a:lvl1pPr marL="0" algn="l" defTabSz="1219261" rtl="0" eaLnBrk="1" latinLnBrk="0" hangingPunct="1">
                        <a:defRPr sz="2400" b="1" kern="1200">
                          <a:solidFill>
                            <a:schemeClr val="lt1"/>
                          </a:solidFill>
                          <a:latin typeface="Helvetica"/>
                          <a:ea typeface="Helvetica"/>
                          <a:cs typeface="Helvetica"/>
                        </a:defRPr>
                      </a:lvl1pPr>
                      <a:lvl2pPr marL="609630" algn="l" defTabSz="1219261" rtl="0" eaLnBrk="1" latinLnBrk="0" hangingPunct="1">
                        <a:defRPr sz="2400" b="1" kern="1200">
                          <a:solidFill>
                            <a:schemeClr val="lt1"/>
                          </a:solidFill>
                          <a:latin typeface="Helvetica"/>
                          <a:ea typeface="Helvetica"/>
                          <a:cs typeface="Helvetica"/>
                        </a:defRPr>
                      </a:lvl2pPr>
                      <a:lvl3pPr marL="1219261" algn="l" defTabSz="1219261" rtl="0" eaLnBrk="1" latinLnBrk="0" hangingPunct="1">
                        <a:defRPr sz="2400" b="1" kern="1200">
                          <a:solidFill>
                            <a:schemeClr val="lt1"/>
                          </a:solidFill>
                          <a:latin typeface="Helvetica"/>
                          <a:ea typeface="Helvetica"/>
                          <a:cs typeface="Helvetica"/>
                        </a:defRPr>
                      </a:lvl3pPr>
                      <a:lvl4pPr marL="1828891" algn="l" defTabSz="1219261" rtl="0" eaLnBrk="1" latinLnBrk="0" hangingPunct="1">
                        <a:defRPr sz="2400" b="1" kern="1200">
                          <a:solidFill>
                            <a:schemeClr val="lt1"/>
                          </a:solidFill>
                          <a:latin typeface="Helvetica"/>
                          <a:ea typeface="Helvetica"/>
                          <a:cs typeface="Helvetica"/>
                        </a:defRPr>
                      </a:lvl4pPr>
                      <a:lvl5pPr marL="2438522" algn="l" defTabSz="1219261" rtl="0" eaLnBrk="1" latinLnBrk="0" hangingPunct="1">
                        <a:defRPr sz="2400" b="1" kern="1200">
                          <a:solidFill>
                            <a:schemeClr val="lt1"/>
                          </a:solidFill>
                          <a:latin typeface="Helvetica"/>
                          <a:ea typeface="Helvetica"/>
                          <a:cs typeface="Helvetica"/>
                        </a:defRPr>
                      </a:lvl5pPr>
                      <a:lvl6pPr marL="3048152" algn="l" defTabSz="1219261" rtl="0" eaLnBrk="1" latinLnBrk="0" hangingPunct="1">
                        <a:defRPr sz="2400" b="1" kern="1200">
                          <a:solidFill>
                            <a:schemeClr val="lt1"/>
                          </a:solidFill>
                          <a:latin typeface="Helvetica"/>
                          <a:ea typeface="Helvetica"/>
                          <a:cs typeface="Helvetica"/>
                        </a:defRPr>
                      </a:lvl6pPr>
                      <a:lvl7pPr marL="3657783" algn="l" defTabSz="1219261" rtl="0" eaLnBrk="1" latinLnBrk="0" hangingPunct="1">
                        <a:defRPr sz="2400" b="1" kern="1200">
                          <a:solidFill>
                            <a:schemeClr val="lt1"/>
                          </a:solidFill>
                          <a:latin typeface="Helvetica"/>
                          <a:ea typeface="Helvetica"/>
                          <a:cs typeface="Helvetica"/>
                        </a:defRPr>
                      </a:lvl7pPr>
                      <a:lvl8pPr marL="4267413" algn="l" defTabSz="1219261" rtl="0" eaLnBrk="1" latinLnBrk="0" hangingPunct="1">
                        <a:defRPr sz="2400" b="1" kern="1200">
                          <a:solidFill>
                            <a:schemeClr val="lt1"/>
                          </a:solidFill>
                          <a:latin typeface="Helvetica"/>
                          <a:ea typeface="Helvetica"/>
                          <a:cs typeface="Helvetica"/>
                        </a:defRPr>
                      </a:lvl8pPr>
                      <a:lvl9pPr marL="4877044" algn="l" defTabSz="1219261" rtl="0" eaLnBrk="1" latinLnBrk="0" hangingPunct="1">
                        <a:defRPr sz="2400" b="1" kern="1200">
                          <a:solidFill>
                            <a:schemeClr val="lt1"/>
                          </a:solidFill>
                          <a:latin typeface="Helvetica"/>
                          <a:ea typeface="Helvetica"/>
                          <a:cs typeface="Helvetica"/>
                        </a:defRPr>
                      </a:lvl9pPr>
                    </a:lstStyle>
                    <a:p>
                      <a:pPr algn="l"/>
                      <a:endParaRPr lang="en-GB" sz="1200">
                        <a:solidFill>
                          <a:schemeClr val="bg1"/>
                        </a:solidFill>
                        <a:latin typeface="Helvetica 55 Roman" panose="020B0604020202020204" pitchFamily="34" charset="0"/>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lnTlToBr w="12700" cmpd="sng">
                      <a:noFill/>
                      <a:prstDash val="solid"/>
                    </a:lnTlToBr>
                    <a:lnBlToTr w="12700" cmpd="sng">
                      <a:noFill/>
                      <a:prstDash val="solid"/>
                    </a:lnBlToTr>
                    <a:solidFill>
                      <a:srgbClr val="FF7900"/>
                    </a:solidFill>
                  </a:tcPr>
                </a:tc>
                <a:tc>
                  <a:txBody>
                    <a:bodyPr/>
                    <a:lstStyle>
                      <a:lvl1pPr marL="0" algn="l" defTabSz="1219261" rtl="0" eaLnBrk="1" latinLnBrk="0" hangingPunct="1">
                        <a:defRPr sz="2400" b="1" kern="1200">
                          <a:solidFill>
                            <a:schemeClr val="lt1"/>
                          </a:solidFill>
                          <a:latin typeface="Helvetica"/>
                          <a:ea typeface="Helvetica"/>
                          <a:cs typeface="Helvetica"/>
                        </a:defRPr>
                      </a:lvl1pPr>
                      <a:lvl2pPr marL="609630" algn="l" defTabSz="1219261" rtl="0" eaLnBrk="1" latinLnBrk="0" hangingPunct="1">
                        <a:defRPr sz="2400" b="1" kern="1200">
                          <a:solidFill>
                            <a:schemeClr val="lt1"/>
                          </a:solidFill>
                          <a:latin typeface="Helvetica"/>
                          <a:ea typeface="Helvetica"/>
                          <a:cs typeface="Helvetica"/>
                        </a:defRPr>
                      </a:lvl2pPr>
                      <a:lvl3pPr marL="1219261" algn="l" defTabSz="1219261" rtl="0" eaLnBrk="1" latinLnBrk="0" hangingPunct="1">
                        <a:defRPr sz="2400" b="1" kern="1200">
                          <a:solidFill>
                            <a:schemeClr val="lt1"/>
                          </a:solidFill>
                          <a:latin typeface="Helvetica"/>
                          <a:ea typeface="Helvetica"/>
                          <a:cs typeface="Helvetica"/>
                        </a:defRPr>
                      </a:lvl3pPr>
                      <a:lvl4pPr marL="1828891" algn="l" defTabSz="1219261" rtl="0" eaLnBrk="1" latinLnBrk="0" hangingPunct="1">
                        <a:defRPr sz="2400" b="1" kern="1200">
                          <a:solidFill>
                            <a:schemeClr val="lt1"/>
                          </a:solidFill>
                          <a:latin typeface="Helvetica"/>
                          <a:ea typeface="Helvetica"/>
                          <a:cs typeface="Helvetica"/>
                        </a:defRPr>
                      </a:lvl4pPr>
                      <a:lvl5pPr marL="2438522" algn="l" defTabSz="1219261" rtl="0" eaLnBrk="1" latinLnBrk="0" hangingPunct="1">
                        <a:defRPr sz="2400" b="1" kern="1200">
                          <a:solidFill>
                            <a:schemeClr val="lt1"/>
                          </a:solidFill>
                          <a:latin typeface="Helvetica"/>
                          <a:ea typeface="Helvetica"/>
                          <a:cs typeface="Helvetica"/>
                        </a:defRPr>
                      </a:lvl5pPr>
                      <a:lvl6pPr marL="3048152" algn="l" defTabSz="1219261" rtl="0" eaLnBrk="1" latinLnBrk="0" hangingPunct="1">
                        <a:defRPr sz="2400" b="1" kern="1200">
                          <a:solidFill>
                            <a:schemeClr val="lt1"/>
                          </a:solidFill>
                          <a:latin typeface="Helvetica"/>
                          <a:ea typeface="Helvetica"/>
                          <a:cs typeface="Helvetica"/>
                        </a:defRPr>
                      </a:lvl6pPr>
                      <a:lvl7pPr marL="3657783" algn="l" defTabSz="1219261" rtl="0" eaLnBrk="1" latinLnBrk="0" hangingPunct="1">
                        <a:defRPr sz="2400" b="1" kern="1200">
                          <a:solidFill>
                            <a:schemeClr val="lt1"/>
                          </a:solidFill>
                          <a:latin typeface="Helvetica"/>
                          <a:ea typeface="Helvetica"/>
                          <a:cs typeface="Helvetica"/>
                        </a:defRPr>
                      </a:lvl7pPr>
                      <a:lvl8pPr marL="4267413" algn="l" defTabSz="1219261" rtl="0" eaLnBrk="1" latinLnBrk="0" hangingPunct="1">
                        <a:defRPr sz="2400" b="1" kern="1200">
                          <a:solidFill>
                            <a:schemeClr val="lt1"/>
                          </a:solidFill>
                          <a:latin typeface="Helvetica"/>
                          <a:ea typeface="Helvetica"/>
                          <a:cs typeface="Helvetica"/>
                        </a:defRPr>
                      </a:lvl8pPr>
                      <a:lvl9pPr marL="4877044" algn="l" defTabSz="1219261" rtl="0" eaLnBrk="1" latinLnBrk="0" hangingPunct="1">
                        <a:defRPr sz="2400" b="1" kern="1200">
                          <a:solidFill>
                            <a:schemeClr val="lt1"/>
                          </a:solidFill>
                          <a:latin typeface="Helvetica"/>
                          <a:ea typeface="Helvetica"/>
                          <a:cs typeface="Helvetica"/>
                        </a:defRPr>
                      </a:lvl9pPr>
                    </a:lstStyle>
                    <a:p>
                      <a:pPr algn="l"/>
                      <a:r>
                        <a:rPr lang="en-GB" sz="1200" err="1">
                          <a:solidFill>
                            <a:schemeClr val="bg1"/>
                          </a:solidFill>
                          <a:latin typeface="Helvetica 55 Roman" panose="020B0604020202020204" pitchFamily="34" charset="0"/>
                        </a:rPr>
                        <a:t>Scopless</a:t>
                      </a:r>
                      <a:r>
                        <a:rPr lang="en-GB" sz="1200">
                          <a:solidFill>
                            <a:schemeClr val="bg1"/>
                          </a:solidFill>
                          <a:latin typeface="Helvetica 55 Roman" panose="020B0604020202020204" pitchFamily="34" charset="0"/>
                        </a:rPr>
                        <a:t> Internet Product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lnTlToBr w="12700" cmpd="sng">
                      <a:noFill/>
                      <a:prstDash val="solid"/>
                    </a:lnTlToBr>
                    <a:lnBlToTr w="12700" cmpd="sng">
                      <a:noFill/>
                      <a:prstDash val="solid"/>
                    </a:lnBlToTr>
                    <a:solidFill>
                      <a:srgbClr val="FF7900"/>
                    </a:solidFill>
                  </a:tcPr>
                </a:tc>
                <a:tc>
                  <a:txBody>
                    <a:bodyPr/>
                    <a:lstStyle>
                      <a:lvl1pPr marL="0" algn="l" defTabSz="1219261" rtl="0" eaLnBrk="1" latinLnBrk="0" hangingPunct="1">
                        <a:defRPr sz="2400" b="1" kern="1200">
                          <a:solidFill>
                            <a:schemeClr val="lt1"/>
                          </a:solidFill>
                          <a:latin typeface="Helvetica"/>
                          <a:ea typeface="Helvetica"/>
                          <a:cs typeface="Helvetica"/>
                        </a:defRPr>
                      </a:lvl1pPr>
                      <a:lvl2pPr marL="609630" algn="l" defTabSz="1219261" rtl="0" eaLnBrk="1" latinLnBrk="0" hangingPunct="1">
                        <a:defRPr sz="2400" b="1" kern="1200">
                          <a:solidFill>
                            <a:schemeClr val="lt1"/>
                          </a:solidFill>
                          <a:latin typeface="Helvetica"/>
                          <a:ea typeface="Helvetica"/>
                          <a:cs typeface="Helvetica"/>
                        </a:defRPr>
                      </a:lvl2pPr>
                      <a:lvl3pPr marL="1219261" algn="l" defTabSz="1219261" rtl="0" eaLnBrk="1" latinLnBrk="0" hangingPunct="1">
                        <a:defRPr sz="2400" b="1" kern="1200">
                          <a:solidFill>
                            <a:schemeClr val="lt1"/>
                          </a:solidFill>
                          <a:latin typeface="Helvetica"/>
                          <a:ea typeface="Helvetica"/>
                          <a:cs typeface="Helvetica"/>
                        </a:defRPr>
                      </a:lvl3pPr>
                      <a:lvl4pPr marL="1828891" algn="l" defTabSz="1219261" rtl="0" eaLnBrk="1" latinLnBrk="0" hangingPunct="1">
                        <a:defRPr sz="2400" b="1" kern="1200">
                          <a:solidFill>
                            <a:schemeClr val="lt1"/>
                          </a:solidFill>
                          <a:latin typeface="Helvetica"/>
                          <a:ea typeface="Helvetica"/>
                          <a:cs typeface="Helvetica"/>
                        </a:defRPr>
                      </a:lvl4pPr>
                      <a:lvl5pPr marL="2438522" algn="l" defTabSz="1219261" rtl="0" eaLnBrk="1" latinLnBrk="0" hangingPunct="1">
                        <a:defRPr sz="2400" b="1" kern="1200">
                          <a:solidFill>
                            <a:schemeClr val="lt1"/>
                          </a:solidFill>
                          <a:latin typeface="Helvetica"/>
                          <a:ea typeface="Helvetica"/>
                          <a:cs typeface="Helvetica"/>
                        </a:defRPr>
                      </a:lvl5pPr>
                      <a:lvl6pPr marL="3048152" algn="l" defTabSz="1219261" rtl="0" eaLnBrk="1" latinLnBrk="0" hangingPunct="1">
                        <a:defRPr sz="2400" b="1" kern="1200">
                          <a:solidFill>
                            <a:schemeClr val="lt1"/>
                          </a:solidFill>
                          <a:latin typeface="Helvetica"/>
                          <a:ea typeface="Helvetica"/>
                          <a:cs typeface="Helvetica"/>
                        </a:defRPr>
                      </a:lvl6pPr>
                      <a:lvl7pPr marL="3657783" algn="l" defTabSz="1219261" rtl="0" eaLnBrk="1" latinLnBrk="0" hangingPunct="1">
                        <a:defRPr sz="2400" b="1" kern="1200">
                          <a:solidFill>
                            <a:schemeClr val="lt1"/>
                          </a:solidFill>
                          <a:latin typeface="Helvetica"/>
                          <a:ea typeface="Helvetica"/>
                          <a:cs typeface="Helvetica"/>
                        </a:defRPr>
                      </a:lvl7pPr>
                      <a:lvl8pPr marL="4267413" algn="l" defTabSz="1219261" rtl="0" eaLnBrk="1" latinLnBrk="0" hangingPunct="1">
                        <a:defRPr sz="2400" b="1" kern="1200">
                          <a:solidFill>
                            <a:schemeClr val="lt1"/>
                          </a:solidFill>
                          <a:latin typeface="Helvetica"/>
                          <a:ea typeface="Helvetica"/>
                          <a:cs typeface="Helvetica"/>
                        </a:defRPr>
                      </a:lvl8pPr>
                      <a:lvl9pPr marL="4877044" algn="l" defTabSz="1219261" rtl="0" eaLnBrk="1" latinLnBrk="0" hangingPunct="1">
                        <a:defRPr sz="2400" b="1" kern="1200">
                          <a:solidFill>
                            <a:schemeClr val="lt1"/>
                          </a:solidFill>
                          <a:latin typeface="Helvetica"/>
                          <a:ea typeface="Helvetica"/>
                          <a:cs typeface="Helvetica"/>
                        </a:defRPr>
                      </a:lvl9pPr>
                    </a:lstStyle>
                    <a:p>
                      <a:pPr algn="l"/>
                      <a:r>
                        <a:rPr lang="en-GB" sz="1200" dirty="0">
                          <a:solidFill>
                            <a:schemeClr val="bg1"/>
                          </a:solidFill>
                          <a:latin typeface="Helvetica 55 Roman" panose="020B0604020202020204" pitchFamily="34" charset="0"/>
                        </a:rPr>
                        <a:t>SDWAN Product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lnTlToBr w="12700" cmpd="sng">
                      <a:noFill/>
                      <a:prstDash val="solid"/>
                    </a:lnTlToBr>
                    <a:lnBlToTr w="12700" cmpd="sng">
                      <a:noFill/>
                      <a:prstDash val="solid"/>
                    </a:lnBlToTr>
                    <a:solidFill>
                      <a:srgbClr val="FF7900"/>
                    </a:solidFill>
                  </a:tcPr>
                </a:tc>
                <a:extLst>
                  <a:ext uri="{0D108BD9-81ED-4DB2-BD59-A6C34878D82A}">
                    <a16:rowId xmlns:a16="http://schemas.microsoft.com/office/drawing/2014/main" val="3898029358"/>
                  </a:ext>
                </a:extLst>
              </a:tr>
              <a:tr h="370840">
                <a:tc>
                  <a:txBody>
                    <a:bodyPr/>
                    <a:lstStyle>
                      <a:lvl1pPr marL="0" algn="l" defTabSz="1219261" rtl="0" eaLnBrk="1" latinLnBrk="0" hangingPunct="1">
                        <a:defRPr sz="2400" kern="1200">
                          <a:solidFill>
                            <a:schemeClr val="dk1"/>
                          </a:solidFill>
                          <a:latin typeface="Helvetica"/>
                          <a:ea typeface="Helvetica"/>
                          <a:cs typeface="Helvetica"/>
                        </a:defRPr>
                      </a:lvl1pPr>
                      <a:lvl2pPr marL="609630" algn="l" defTabSz="1219261" rtl="0" eaLnBrk="1" latinLnBrk="0" hangingPunct="1">
                        <a:defRPr sz="2400" kern="1200">
                          <a:solidFill>
                            <a:schemeClr val="dk1"/>
                          </a:solidFill>
                          <a:latin typeface="Helvetica"/>
                          <a:ea typeface="Helvetica"/>
                          <a:cs typeface="Helvetica"/>
                        </a:defRPr>
                      </a:lvl2pPr>
                      <a:lvl3pPr marL="1219261" algn="l" defTabSz="1219261" rtl="0" eaLnBrk="1" latinLnBrk="0" hangingPunct="1">
                        <a:defRPr sz="2400" kern="1200">
                          <a:solidFill>
                            <a:schemeClr val="dk1"/>
                          </a:solidFill>
                          <a:latin typeface="Helvetica"/>
                          <a:ea typeface="Helvetica"/>
                          <a:cs typeface="Helvetica"/>
                        </a:defRPr>
                      </a:lvl3pPr>
                      <a:lvl4pPr marL="1828891" algn="l" defTabSz="1219261" rtl="0" eaLnBrk="1" latinLnBrk="0" hangingPunct="1">
                        <a:defRPr sz="2400" kern="1200">
                          <a:solidFill>
                            <a:schemeClr val="dk1"/>
                          </a:solidFill>
                          <a:latin typeface="Helvetica"/>
                          <a:ea typeface="Helvetica"/>
                          <a:cs typeface="Helvetica"/>
                        </a:defRPr>
                      </a:lvl4pPr>
                      <a:lvl5pPr marL="2438522" algn="l" defTabSz="1219261" rtl="0" eaLnBrk="1" latinLnBrk="0" hangingPunct="1">
                        <a:defRPr sz="2400" kern="1200">
                          <a:solidFill>
                            <a:schemeClr val="dk1"/>
                          </a:solidFill>
                          <a:latin typeface="Helvetica"/>
                          <a:ea typeface="Helvetica"/>
                          <a:cs typeface="Helvetica"/>
                        </a:defRPr>
                      </a:lvl5pPr>
                      <a:lvl6pPr marL="3048152" algn="l" defTabSz="1219261" rtl="0" eaLnBrk="1" latinLnBrk="0" hangingPunct="1">
                        <a:defRPr sz="2400" kern="1200">
                          <a:solidFill>
                            <a:schemeClr val="dk1"/>
                          </a:solidFill>
                          <a:latin typeface="Helvetica"/>
                          <a:ea typeface="Helvetica"/>
                          <a:cs typeface="Helvetica"/>
                        </a:defRPr>
                      </a:lvl6pPr>
                      <a:lvl7pPr marL="3657783" algn="l" defTabSz="1219261" rtl="0" eaLnBrk="1" latinLnBrk="0" hangingPunct="1">
                        <a:defRPr sz="2400" kern="1200">
                          <a:solidFill>
                            <a:schemeClr val="dk1"/>
                          </a:solidFill>
                          <a:latin typeface="Helvetica"/>
                          <a:ea typeface="Helvetica"/>
                          <a:cs typeface="Helvetica"/>
                        </a:defRPr>
                      </a:lvl7pPr>
                      <a:lvl8pPr marL="4267413" algn="l" defTabSz="1219261" rtl="0" eaLnBrk="1" latinLnBrk="0" hangingPunct="1">
                        <a:defRPr sz="2400" kern="1200">
                          <a:solidFill>
                            <a:schemeClr val="dk1"/>
                          </a:solidFill>
                          <a:latin typeface="Helvetica"/>
                          <a:ea typeface="Helvetica"/>
                          <a:cs typeface="Helvetica"/>
                        </a:defRPr>
                      </a:lvl8pPr>
                      <a:lvl9pPr marL="4877044" algn="l" defTabSz="1219261" rtl="0" eaLnBrk="1" latinLnBrk="0" hangingPunct="1">
                        <a:defRPr sz="2400" kern="1200">
                          <a:solidFill>
                            <a:schemeClr val="dk1"/>
                          </a:solidFill>
                          <a:latin typeface="Helvetica"/>
                          <a:ea typeface="Helvetica"/>
                          <a:cs typeface="Helvetica"/>
                        </a:defRPr>
                      </a:lvl9pPr>
                    </a:lstStyle>
                    <a:p>
                      <a:pPr algn="l"/>
                      <a:r>
                        <a:rPr lang="en-GB" sz="1100" dirty="0">
                          <a:solidFill>
                            <a:schemeClr val="tx1"/>
                          </a:solidFill>
                          <a:latin typeface="Helvetica 55 Roman" panose="020B0604020202020204" pitchFamily="34" charset="0"/>
                        </a:rPr>
                        <a:t>MVP</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lnTlToBr w="12700" cmpd="sng">
                      <a:noFill/>
                      <a:prstDash val="solid"/>
                    </a:lnTlToBr>
                    <a:lnBlToTr w="12700" cmpd="sng">
                      <a:noFill/>
                      <a:prstDash val="solid"/>
                    </a:lnBlToTr>
                    <a:solidFill>
                      <a:srgbClr val="FFE4CC">
                        <a:alpha val="85098"/>
                      </a:srgbClr>
                    </a:solidFill>
                  </a:tcPr>
                </a:tc>
                <a:tc>
                  <a:txBody>
                    <a:bodyPr/>
                    <a:lstStyle>
                      <a:lvl1pPr marL="0" algn="l" defTabSz="1219261" rtl="0" eaLnBrk="1" latinLnBrk="0" hangingPunct="1">
                        <a:defRPr sz="2400" kern="1200">
                          <a:solidFill>
                            <a:schemeClr val="dk1"/>
                          </a:solidFill>
                          <a:latin typeface="Helvetica"/>
                          <a:ea typeface="Helvetica"/>
                          <a:cs typeface="Helvetica"/>
                        </a:defRPr>
                      </a:lvl1pPr>
                      <a:lvl2pPr marL="609630" algn="l" defTabSz="1219261" rtl="0" eaLnBrk="1" latinLnBrk="0" hangingPunct="1">
                        <a:defRPr sz="2400" kern="1200">
                          <a:solidFill>
                            <a:schemeClr val="dk1"/>
                          </a:solidFill>
                          <a:latin typeface="Helvetica"/>
                          <a:ea typeface="Helvetica"/>
                          <a:cs typeface="Helvetica"/>
                        </a:defRPr>
                      </a:lvl2pPr>
                      <a:lvl3pPr marL="1219261" algn="l" defTabSz="1219261" rtl="0" eaLnBrk="1" latinLnBrk="0" hangingPunct="1">
                        <a:defRPr sz="2400" kern="1200">
                          <a:solidFill>
                            <a:schemeClr val="dk1"/>
                          </a:solidFill>
                          <a:latin typeface="Helvetica"/>
                          <a:ea typeface="Helvetica"/>
                          <a:cs typeface="Helvetica"/>
                        </a:defRPr>
                      </a:lvl3pPr>
                      <a:lvl4pPr marL="1828891" algn="l" defTabSz="1219261" rtl="0" eaLnBrk="1" latinLnBrk="0" hangingPunct="1">
                        <a:defRPr sz="2400" kern="1200">
                          <a:solidFill>
                            <a:schemeClr val="dk1"/>
                          </a:solidFill>
                          <a:latin typeface="Helvetica"/>
                          <a:ea typeface="Helvetica"/>
                          <a:cs typeface="Helvetica"/>
                        </a:defRPr>
                      </a:lvl4pPr>
                      <a:lvl5pPr marL="2438522" algn="l" defTabSz="1219261" rtl="0" eaLnBrk="1" latinLnBrk="0" hangingPunct="1">
                        <a:defRPr sz="2400" kern="1200">
                          <a:solidFill>
                            <a:schemeClr val="dk1"/>
                          </a:solidFill>
                          <a:latin typeface="Helvetica"/>
                          <a:ea typeface="Helvetica"/>
                          <a:cs typeface="Helvetica"/>
                        </a:defRPr>
                      </a:lvl5pPr>
                      <a:lvl6pPr marL="3048152" algn="l" defTabSz="1219261" rtl="0" eaLnBrk="1" latinLnBrk="0" hangingPunct="1">
                        <a:defRPr sz="2400" kern="1200">
                          <a:solidFill>
                            <a:schemeClr val="dk1"/>
                          </a:solidFill>
                          <a:latin typeface="Helvetica"/>
                          <a:ea typeface="Helvetica"/>
                          <a:cs typeface="Helvetica"/>
                        </a:defRPr>
                      </a:lvl6pPr>
                      <a:lvl7pPr marL="3657783" algn="l" defTabSz="1219261" rtl="0" eaLnBrk="1" latinLnBrk="0" hangingPunct="1">
                        <a:defRPr sz="2400" kern="1200">
                          <a:solidFill>
                            <a:schemeClr val="dk1"/>
                          </a:solidFill>
                          <a:latin typeface="Helvetica"/>
                          <a:ea typeface="Helvetica"/>
                          <a:cs typeface="Helvetica"/>
                        </a:defRPr>
                      </a:lvl7pPr>
                      <a:lvl8pPr marL="4267413" algn="l" defTabSz="1219261" rtl="0" eaLnBrk="1" latinLnBrk="0" hangingPunct="1">
                        <a:defRPr sz="2400" kern="1200">
                          <a:solidFill>
                            <a:schemeClr val="dk1"/>
                          </a:solidFill>
                          <a:latin typeface="Helvetica"/>
                          <a:ea typeface="Helvetica"/>
                          <a:cs typeface="Helvetica"/>
                        </a:defRPr>
                      </a:lvl8pPr>
                      <a:lvl9pPr marL="4877044" algn="l" defTabSz="1219261" rtl="0" eaLnBrk="1" latinLnBrk="0" hangingPunct="1">
                        <a:defRPr sz="2400" kern="1200">
                          <a:solidFill>
                            <a:schemeClr val="dk1"/>
                          </a:solidFill>
                          <a:latin typeface="Helvetica"/>
                          <a:ea typeface="Helvetica"/>
                          <a:cs typeface="Helvetica"/>
                        </a:defRPr>
                      </a:lvl9pPr>
                    </a:lstStyle>
                    <a:p>
                      <a:pPr marL="171450" indent="-171450" algn="l" defTabSz="2438339" hangingPunct="0">
                        <a:buFont typeface="Arial" panose="020B0604020202020204" pitchFamily="34" charset="0"/>
                        <a:buChar char="•"/>
                      </a:pPr>
                      <a:r>
                        <a:rPr lang="fr-FR" sz="1100" dirty="0" err="1">
                          <a:solidFill>
                            <a:schemeClr val="tx1"/>
                          </a:solidFill>
                          <a:latin typeface="Helvetica 55 Roman" panose="020B0604020202020204" pitchFamily="34" charset="0"/>
                          <a:cs typeface="Arial" panose="020B0604020202020204" pitchFamily="34" charset="0"/>
                        </a:rPr>
                        <a:t>Quoting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journey</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from</a:t>
                      </a:r>
                      <a:r>
                        <a:rPr lang="fr-FR" sz="1100" dirty="0">
                          <a:solidFill>
                            <a:schemeClr val="tx1"/>
                          </a:solidFill>
                          <a:latin typeface="Helvetica 55 Roman" panose="020B0604020202020204" pitchFamily="34" charset="0"/>
                          <a:cs typeface="Arial" panose="020B0604020202020204" pitchFamily="34" charset="0"/>
                        </a:rPr>
                        <a:t> a digital perspective (end </a:t>
                      </a:r>
                      <a:r>
                        <a:rPr lang="fr-FR" sz="1100" dirty="0" err="1">
                          <a:solidFill>
                            <a:schemeClr val="tx1"/>
                          </a:solidFill>
                          <a:latin typeface="Helvetica 55 Roman" panose="020B0604020202020204" pitchFamily="34" charset="0"/>
                          <a:cs typeface="Arial" panose="020B0604020202020204" pitchFamily="34" charset="0"/>
                        </a:rPr>
                        <a:t>customer</a:t>
                      </a:r>
                      <a:r>
                        <a:rPr lang="fr-FR" sz="1100" dirty="0">
                          <a:solidFill>
                            <a:schemeClr val="tx1"/>
                          </a:solidFill>
                          <a:latin typeface="Helvetica 55 Roman" panose="020B0604020202020204" pitchFamily="34" charset="0"/>
                          <a:cs typeface="Arial" panose="020B0604020202020204" pitchFamily="34" charset="0"/>
                        </a:rPr>
                        <a:t> / agent)</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OBI </a:t>
                      </a:r>
                      <a:r>
                        <a:rPr lang="fr-FR" sz="1100" dirty="0" err="1">
                          <a:solidFill>
                            <a:schemeClr val="tx1"/>
                          </a:solidFill>
                          <a:latin typeface="Helvetica 55 Roman" panose="020B0604020202020204" pitchFamily="34" charset="0"/>
                          <a:cs typeface="Arial" panose="020B0604020202020204" pitchFamily="34" charset="0"/>
                        </a:rPr>
                        <a:t>existing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customer</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only</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No </a:t>
                      </a:r>
                      <a:r>
                        <a:rPr lang="fr-FR" sz="1100" dirty="0" err="1">
                          <a:solidFill>
                            <a:schemeClr val="tx1"/>
                          </a:solidFill>
                          <a:latin typeface="Helvetica 55 Roman" panose="020B0604020202020204" pitchFamily="34" charset="0"/>
                          <a:cs typeface="Arial" panose="020B0604020202020204" pitchFamily="34" charset="0"/>
                        </a:rPr>
                        <a:t>resilience</a:t>
                      </a:r>
                      <a:r>
                        <a:rPr lang="fr-FR" sz="1100" dirty="0">
                          <a:solidFill>
                            <a:schemeClr val="tx1"/>
                          </a:solidFill>
                          <a:latin typeface="Helvetica 55 Roman" panose="020B0604020202020204" pitchFamily="34" charset="0"/>
                          <a:cs typeface="Arial" panose="020B0604020202020204" pitchFamily="34" charset="0"/>
                        </a:rPr>
                        <a:t> concept</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Std </a:t>
                      </a:r>
                      <a:r>
                        <a:rPr lang="fr-FR" sz="1100" dirty="0" err="1">
                          <a:solidFill>
                            <a:schemeClr val="tx1"/>
                          </a:solidFill>
                          <a:latin typeface="Helvetica 55 Roman" panose="020B0604020202020204" pitchFamily="34" charset="0"/>
                          <a:cs typeface="Arial" panose="020B0604020202020204" pitchFamily="34" charset="0"/>
                        </a:rPr>
                        <a:t>pricing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only</a:t>
                      </a:r>
                      <a:r>
                        <a:rPr lang="fr-FR" sz="1100" dirty="0">
                          <a:solidFill>
                            <a:schemeClr val="tx1"/>
                          </a:solidFill>
                          <a:latin typeface="Helvetica 55 Roman" panose="020B0604020202020204" pitchFamily="34" charset="0"/>
                          <a:cs typeface="Arial" panose="020B0604020202020204" pitchFamily="34" charset="0"/>
                        </a:rPr>
                        <a:t> =&gt; </a:t>
                      </a:r>
                      <a:r>
                        <a:rPr lang="fr-FR" sz="1100" dirty="0" err="1">
                          <a:solidFill>
                            <a:schemeClr val="tx1"/>
                          </a:solidFill>
                          <a:latin typeface="Helvetica 55 Roman" panose="020B0604020202020204" pitchFamily="34" charset="0"/>
                          <a:cs typeface="Arial" panose="020B0604020202020204" pitchFamily="34" charset="0"/>
                        </a:rPr>
                        <a:t>market</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based</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pricing</a:t>
                      </a:r>
                      <a:r>
                        <a:rPr lang="fr-FR" sz="1100" dirty="0">
                          <a:solidFill>
                            <a:schemeClr val="tx1"/>
                          </a:solidFill>
                          <a:latin typeface="Helvetica 55 Roman" panose="020B0604020202020204" pitchFamily="34" charset="0"/>
                          <a:cs typeface="Arial" panose="020B0604020202020204" pitchFamily="34" charset="0"/>
                        </a:rPr>
                        <a:t> / no country </a:t>
                      </a:r>
                      <a:r>
                        <a:rPr lang="fr-FR" sz="1100" dirty="0" err="1">
                          <a:solidFill>
                            <a:schemeClr val="tx1"/>
                          </a:solidFill>
                          <a:latin typeface="Helvetica 55 Roman" panose="020B0604020202020204" pitchFamily="34" charset="0"/>
                          <a:cs typeface="Arial" panose="020B0604020202020204" pitchFamily="34" charset="0"/>
                        </a:rPr>
                        <a:t>specific</a:t>
                      </a:r>
                      <a:r>
                        <a:rPr lang="fr-FR" sz="1100" dirty="0">
                          <a:solidFill>
                            <a:schemeClr val="tx1"/>
                          </a:solidFill>
                          <a:latin typeface="Helvetica 55 Roman" panose="020B0604020202020204" pitchFamily="34" charset="0"/>
                          <a:cs typeface="Arial" panose="020B0604020202020204" pitchFamily="34" charset="0"/>
                        </a:rPr>
                        <a:t> / no </a:t>
                      </a:r>
                      <a:r>
                        <a:rPr lang="fr-FR" sz="1100" dirty="0" err="1">
                          <a:solidFill>
                            <a:schemeClr val="tx1"/>
                          </a:solidFill>
                          <a:latin typeface="Helvetica 55 Roman" panose="020B0604020202020204" pitchFamily="34" charset="0"/>
                          <a:cs typeface="Arial" panose="020B0604020202020204" pitchFamily="34" charset="0"/>
                        </a:rPr>
                        <a:t>market</a:t>
                      </a:r>
                      <a:r>
                        <a:rPr lang="fr-FR" sz="1100" dirty="0">
                          <a:solidFill>
                            <a:schemeClr val="tx1"/>
                          </a:solidFill>
                          <a:latin typeface="Helvetica 55 Roman" panose="020B0604020202020204" pitchFamily="34" charset="0"/>
                          <a:cs typeface="Arial" panose="020B0604020202020204" pitchFamily="34" charset="0"/>
                        </a:rPr>
                        <a:t> segment / no </a:t>
                      </a:r>
                      <a:r>
                        <a:rPr lang="fr-FR" sz="1100" dirty="0" err="1">
                          <a:solidFill>
                            <a:schemeClr val="tx1"/>
                          </a:solidFill>
                          <a:latin typeface="Helvetica 55 Roman" panose="020B0604020202020204" pitchFamily="34" charset="0"/>
                          <a:cs typeface="Arial" panose="020B0604020202020204" pitchFamily="34" charset="0"/>
                        </a:rPr>
                        <a:t>customer</a:t>
                      </a:r>
                      <a:r>
                        <a:rPr lang="fr-FR" sz="1100" dirty="0">
                          <a:solidFill>
                            <a:schemeClr val="tx1"/>
                          </a:solidFill>
                          <a:latin typeface="Helvetica 55 Roman" panose="020B0604020202020204" pitchFamily="34" charset="0"/>
                          <a:cs typeface="Arial" panose="020B0604020202020204" pitchFamily="34" charset="0"/>
                        </a:rPr>
                        <a:t> base</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Digital </a:t>
                      </a:r>
                      <a:r>
                        <a:rPr lang="fr-FR" sz="1100" dirty="0" err="1">
                          <a:solidFill>
                            <a:schemeClr val="tx1"/>
                          </a:solidFill>
                          <a:latin typeface="Helvetica 55 Roman" panose="020B0604020202020204" pitchFamily="34" charset="0"/>
                          <a:cs typeface="Arial" panose="020B0604020202020204" pitchFamily="34" charset="0"/>
                        </a:rPr>
                        <a:t>journey</a:t>
                      </a:r>
                      <a:r>
                        <a:rPr lang="fr-FR" sz="1100" dirty="0">
                          <a:solidFill>
                            <a:schemeClr val="tx1"/>
                          </a:solidFill>
                          <a:latin typeface="Helvetica 55 Roman" panose="020B0604020202020204" pitchFamily="34" charset="0"/>
                          <a:cs typeface="Arial" panose="020B0604020202020204" pitchFamily="34" charset="0"/>
                        </a:rPr>
                        <a:t> : </a:t>
                      </a:r>
                      <a:r>
                        <a:rPr lang="fr-FR" sz="1100" dirty="0" err="1">
                          <a:solidFill>
                            <a:schemeClr val="tx1"/>
                          </a:solidFill>
                          <a:latin typeface="Helvetica 55 Roman" panose="020B0604020202020204" pitchFamily="34" charset="0"/>
                          <a:cs typeface="Arial" panose="020B0604020202020204" pitchFamily="34" charset="0"/>
                        </a:rPr>
                        <a:t>logged</a:t>
                      </a:r>
                      <a:r>
                        <a:rPr lang="fr-FR" sz="1100" dirty="0">
                          <a:solidFill>
                            <a:schemeClr val="tx1"/>
                          </a:solidFill>
                          <a:latin typeface="Helvetica 55 Roman" panose="020B0604020202020204" pitchFamily="34" charset="0"/>
                          <a:cs typeface="Arial" panose="020B0604020202020204" pitchFamily="34" charset="0"/>
                        </a:rPr>
                        <a:t> in user, in position to </a:t>
                      </a:r>
                      <a:r>
                        <a:rPr lang="fr-FR" sz="1100" dirty="0" err="1">
                          <a:solidFill>
                            <a:schemeClr val="tx1"/>
                          </a:solidFill>
                          <a:latin typeface="Helvetica 55 Roman" panose="020B0604020202020204" pitchFamily="34" charset="0"/>
                          <a:cs typeface="Arial" panose="020B0604020202020204" pitchFamily="34" charset="0"/>
                        </a:rPr>
                        <a:t>quote</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already</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onboarded</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No </a:t>
                      </a:r>
                      <a:r>
                        <a:rPr lang="fr-FR" sz="1100" dirty="0" err="1">
                          <a:solidFill>
                            <a:schemeClr val="tx1"/>
                          </a:solidFill>
                          <a:latin typeface="Helvetica 55 Roman" panose="020B0604020202020204" pitchFamily="34" charset="0"/>
                          <a:cs typeface="Arial" panose="020B0604020202020204" pitchFamily="34" charset="0"/>
                        </a:rPr>
                        <a:t>managed</a:t>
                      </a:r>
                      <a:r>
                        <a:rPr lang="fr-FR" sz="1100" dirty="0">
                          <a:solidFill>
                            <a:schemeClr val="tx1"/>
                          </a:solidFill>
                          <a:latin typeface="Helvetica 55 Roman" panose="020B0604020202020204" pitchFamily="34" charset="0"/>
                          <a:cs typeface="Arial" panose="020B0604020202020204" pitchFamily="34" charset="0"/>
                        </a:rPr>
                        <a:t> / </a:t>
                      </a:r>
                      <a:r>
                        <a:rPr lang="fr-FR" sz="1100" dirty="0" err="1">
                          <a:solidFill>
                            <a:schemeClr val="tx1"/>
                          </a:solidFill>
                          <a:latin typeface="Helvetica 55 Roman" panose="020B0604020202020204" pitchFamily="34" charset="0"/>
                          <a:cs typeface="Arial" panose="020B0604020202020204" pitchFamily="34" charset="0"/>
                        </a:rPr>
                        <a:t>professional</a:t>
                      </a:r>
                      <a:r>
                        <a:rPr lang="fr-FR" sz="1100" dirty="0">
                          <a:solidFill>
                            <a:schemeClr val="tx1"/>
                          </a:solidFill>
                          <a:latin typeface="Helvetica 55 Roman" panose="020B0604020202020204" pitchFamily="34" charset="0"/>
                          <a:cs typeface="Arial" panose="020B0604020202020204" pitchFamily="34" charset="0"/>
                        </a:rPr>
                        <a:t> services</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20 countries  for MVP (if more </a:t>
                      </a:r>
                      <a:r>
                        <a:rPr lang="fr-FR" sz="1100" dirty="0" err="1">
                          <a:solidFill>
                            <a:schemeClr val="tx1"/>
                          </a:solidFill>
                          <a:latin typeface="Helvetica 55 Roman" panose="020B0604020202020204" pitchFamily="34" charset="0"/>
                          <a:cs typeface="Arial" panose="020B0604020202020204" pitchFamily="34" charset="0"/>
                        </a:rPr>
                        <a:t>required</a:t>
                      </a:r>
                      <a:r>
                        <a:rPr lang="fr-FR" sz="1100" dirty="0">
                          <a:solidFill>
                            <a:schemeClr val="tx1"/>
                          </a:solidFill>
                          <a:latin typeface="Helvetica 55 Roman" panose="020B0604020202020204" pitchFamily="34" charset="0"/>
                          <a:cs typeface="Arial" panose="020B0604020202020204" pitchFamily="34" charset="0"/>
                        </a:rPr>
                        <a:t>, P&amp;M to </a:t>
                      </a:r>
                      <a:r>
                        <a:rPr lang="fr-FR" sz="1100" dirty="0" err="1">
                          <a:solidFill>
                            <a:schemeClr val="tx1"/>
                          </a:solidFill>
                          <a:latin typeface="Helvetica 55 Roman" panose="020B0604020202020204" pitchFamily="34" charset="0"/>
                          <a:cs typeface="Arial" panose="020B0604020202020204" pitchFamily="34" charset="0"/>
                        </a:rPr>
                        <a:t>provide</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price</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grid</a:t>
                      </a:r>
                      <a:r>
                        <a:rPr lang="fr-FR" sz="1100" dirty="0">
                          <a:solidFill>
                            <a:schemeClr val="tx1"/>
                          </a:solidFill>
                          <a:latin typeface="Helvetica 55 Roman" panose="020B0604020202020204" pitchFamily="34" charset="0"/>
                          <a:cs typeface="Arial" panose="020B0604020202020204" pitchFamily="34" charset="0"/>
                        </a:rPr>
                        <a:t>)</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Single </a:t>
                      </a:r>
                      <a:r>
                        <a:rPr lang="fr-FR" sz="1100" dirty="0" err="1">
                          <a:solidFill>
                            <a:schemeClr val="tx1"/>
                          </a:solidFill>
                          <a:latin typeface="Helvetica 55 Roman" panose="020B0604020202020204" pitchFamily="34" charset="0"/>
                          <a:cs typeface="Arial" panose="020B0604020202020204" pitchFamily="34" charset="0"/>
                        </a:rPr>
                        <a:t>currency</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only</a:t>
                      </a:r>
                      <a:r>
                        <a:rPr lang="fr-FR" sz="1100" dirty="0">
                          <a:solidFill>
                            <a:schemeClr val="tx1"/>
                          </a:solidFill>
                          <a:latin typeface="Helvetica 55 Roman" panose="020B0604020202020204" pitchFamily="34" charset="0"/>
                          <a:cs typeface="Arial" panose="020B0604020202020204" pitchFamily="34" charset="0"/>
                        </a:rPr>
                        <a:t> (euro ? TBC)</a:t>
                      </a:r>
                    </a:p>
                    <a:p>
                      <a:pPr marL="171450" indent="-171450" algn="l" defTabSz="2438339" hangingPunct="0">
                        <a:buFont typeface="Arial" panose="020B0604020202020204" pitchFamily="34" charset="0"/>
                        <a:buChar char="•"/>
                      </a:pPr>
                      <a:r>
                        <a:rPr lang="fr-FR" sz="1100" dirty="0" err="1">
                          <a:solidFill>
                            <a:schemeClr val="tx1"/>
                          </a:solidFill>
                          <a:latin typeface="Helvetica 55 Roman" panose="020B0604020202020204" pitchFamily="34" charset="0"/>
                          <a:cs typeface="Arial" panose="020B0604020202020204" pitchFamily="34" charset="0"/>
                        </a:rPr>
                        <a:t>Firm</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quote</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only</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Basic </a:t>
                      </a:r>
                      <a:r>
                        <a:rPr lang="fr-FR" sz="1100" dirty="0" err="1">
                          <a:solidFill>
                            <a:schemeClr val="tx1"/>
                          </a:solidFill>
                          <a:latin typeface="Helvetica 55 Roman" panose="020B0604020202020204" pitchFamily="34" charset="0"/>
                          <a:cs typeface="Arial" panose="020B0604020202020204" pitchFamily="34" charset="0"/>
                        </a:rPr>
                        <a:t>eligibility</a:t>
                      </a:r>
                      <a:r>
                        <a:rPr lang="fr-FR" sz="1100" dirty="0">
                          <a:solidFill>
                            <a:schemeClr val="tx1"/>
                          </a:solidFill>
                          <a:latin typeface="Helvetica 55 Roman" panose="020B0604020202020204" pitchFamily="34" charset="0"/>
                          <a:cs typeface="Arial" panose="020B0604020202020204" pitchFamily="34" charset="0"/>
                        </a:rPr>
                        <a:t> check – matrix </a:t>
                      </a:r>
                      <a:r>
                        <a:rPr lang="fr-FR" sz="1100" dirty="0" err="1">
                          <a:solidFill>
                            <a:schemeClr val="tx1"/>
                          </a:solidFill>
                          <a:latin typeface="Helvetica 55 Roman" panose="020B0604020202020204" pitchFamily="34" charset="0"/>
                          <a:cs typeface="Arial" panose="020B0604020202020204" pitchFamily="34" charset="0"/>
                        </a:rPr>
                        <a:t>based</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Per Access </a:t>
                      </a:r>
                      <a:r>
                        <a:rPr lang="fr-FR" sz="1100" dirty="0" err="1">
                          <a:solidFill>
                            <a:schemeClr val="tx1"/>
                          </a:solidFill>
                          <a:latin typeface="Helvetica 55 Roman" panose="020B0604020202020204" pitchFamily="34" charset="0"/>
                          <a:cs typeface="Arial" panose="020B0604020202020204" pitchFamily="34" charset="0"/>
                        </a:rPr>
                        <a:t>quote</a:t>
                      </a:r>
                      <a:r>
                        <a:rPr lang="fr-FR" sz="1100" dirty="0">
                          <a:solidFill>
                            <a:schemeClr val="tx1"/>
                          </a:solidFill>
                          <a:latin typeface="Helvetica 55 Roman" panose="020B0604020202020204" pitchFamily="34" charset="0"/>
                          <a:cs typeface="Arial" panose="020B0604020202020204" pitchFamily="34" charset="0"/>
                        </a:rPr>
                        <a:t> (no bulk site </a:t>
                      </a:r>
                      <a:r>
                        <a:rPr lang="fr-FR" sz="1100" dirty="0" err="1">
                          <a:solidFill>
                            <a:schemeClr val="tx1"/>
                          </a:solidFill>
                          <a:latin typeface="Helvetica 55 Roman" panose="020B0604020202020204" pitchFamily="34" charset="0"/>
                          <a:cs typeface="Arial" panose="020B0604020202020204" pitchFamily="34" charset="0"/>
                        </a:rPr>
                        <a:t>quote</a:t>
                      </a:r>
                      <a:r>
                        <a:rPr lang="fr-FR" sz="1100" dirty="0">
                          <a:solidFill>
                            <a:schemeClr val="tx1"/>
                          </a:solidFill>
                          <a:latin typeface="Helvetica 55 Roman" panose="020B0604020202020204" pitchFamily="34" charset="0"/>
                          <a:cs typeface="Arial" panose="020B0604020202020204" pitchFamily="34" charset="0"/>
                        </a:rPr>
                        <a:t>)</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Exit/Fail route: capture the </a:t>
                      </a:r>
                      <a:r>
                        <a:rPr lang="fr-FR" sz="1100" dirty="0" err="1">
                          <a:solidFill>
                            <a:schemeClr val="tx1"/>
                          </a:solidFill>
                          <a:latin typeface="Helvetica 55 Roman" panose="020B0604020202020204" pitchFamily="34" charset="0"/>
                          <a:cs typeface="Arial" panose="020B0604020202020204" pitchFamily="34" charset="0"/>
                        </a:rPr>
                        <a:t>request</a:t>
                      </a:r>
                      <a:r>
                        <a:rPr lang="fr-FR" sz="1100" dirty="0">
                          <a:solidFill>
                            <a:schemeClr val="tx1"/>
                          </a:solidFill>
                          <a:latin typeface="Helvetica 55 Roman" panose="020B0604020202020204" pitchFamily="34" charset="0"/>
                          <a:cs typeface="Arial" panose="020B0604020202020204" pitchFamily="34" charset="0"/>
                        </a:rPr>
                        <a:t>/</a:t>
                      </a:r>
                      <a:r>
                        <a:rPr lang="fr-FR" sz="1100" dirty="0" err="1">
                          <a:solidFill>
                            <a:schemeClr val="tx1"/>
                          </a:solidFill>
                          <a:latin typeface="Helvetica 55 Roman" panose="020B0604020202020204" pitchFamily="34" charset="0"/>
                          <a:cs typeface="Arial" panose="020B0604020202020204" pitchFamily="34" charset="0"/>
                        </a:rPr>
                        <a:t>requirement</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Standard Cisco CPE </a:t>
                      </a:r>
                      <a:r>
                        <a:rPr lang="fr-FR" sz="1100" dirty="0" err="1">
                          <a:solidFill>
                            <a:schemeClr val="tx1"/>
                          </a:solidFill>
                          <a:latin typeface="Helvetica 55 Roman" panose="020B0604020202020204" pitchFamily="34" charset="0"/>
                          <a:cs typeface="Arial" panose="020B0604020202020204" pitchFamily="34" charset="0"/>
                        </a:rPr>
                        <a:t>only</a:t>
                      </a:r>
                      <a:r>
                        <a:rPr lang="fr-FR" sz="1100" dirty="0">
                          <a:solidFill>
                            <a:schemeClr val="tx1"/>
                          </a:solidFill>
                          <a:latin typeface="Helvetica 55 Roman" panose="020B0604020202020204" pitchFamily="34" charset="0"/>
                          <a:cs typeface="Arial" panose="020B0604020202020204" pitchFamily="34" charset="0"/>
                        </a:rPr>
                        <a:t> / No </a:t>
                      </a:r>
                      <a:r>
                        <a:rPr lang="fr-FR" sz="1100" dirty="0" err="1">
                          <a:solidFill>
                            <a:schemeClr val="tx1"/>
                          </a:solidFill>
                          <a:latin typeface="Helvetica 55 Roman" panose="020B0604020202020204" pitchFamily="34" charset="0"/>
                          <a:cs typeface="Arial" panose="020B0604020202020204" pitchFamily="34" charset="0"/>
                        </a:rPr>
                        <a:t>Bring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Your</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Own</a:t>
                      </a:r>
                      <a:r>
                        <a:rPr lang="fr-FR" sz="1100" dirty="0">
                          <a:solidFill>
                            <a:schemeClr val="tx1"/>
                          </a:solidFill>
                          <a:latin typeface="Helvetica 55 Roman" panose="020B0604020202020204" pitchFamily="34" charset="0"/>
                          <a:cs typeface="Arial" panose="020B0604020202020204" pitchFamily="34" charset="0"/>
                        </a:rPr>
                        <a:t> CPE</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No Cross </a:t>
                      </a:r>
                      <a:r>
                        <a:rPr lang="fr-FR" sz="1100" dirty="0" err="1">
                          <a:solidFill>
                            <a:schemeClr val="tx1"/>
                          </a:solidFill>
                          <a:latin typeface="Helvetica 55 Roman" panose="020B0604020202020204" pitchFamily="34" charset="0"/>
                          <a:cs typeface="Arial" panose="020B0604020202020204" pitchFamily="34" charset="0"/>
                        </a:rPr>
                        <a:t>product</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requirement</a:t>
                      </a:r>
                      <a:endParaRPr lang="fr-FR" sz="1100" dirty="0">
                        <a:solidFill>
                          <a:schemeClr val="tx1"/>
                        </a:solidFill>
                        <a:latin typeface="Helvetica 55 Roman" panose="020B0604020202020204" pitchFamily="34" charset="0"/>
                        <a:cs typeface="Arial" panose="020B0604020202020204" pitchFamily="34" charset="0"/>
                      </a:endParaRP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No </a:t>
                      </a:r>
                      <a:r>
                        <a:rPr lang="fr-FR" sz="1100" dirty="0" err="1">
                          <a:solidFill>
                            <a:schemeClr val="tx1"/>
                          </a:solidFill>
                          <a:latin typeface="Helvetica 55 Roman" panose="020B0604020202020204" pitchFamily="34" charset="0"/>
                          <a:cs typeface="Arial" panose="020B0604020202020204" pitchFamily="34" charset="0"/>
                        </a:rPr>
                        <a:t>discounting</a:t>
                      </a:r>
                      <a:r>
                        <a:rPr lang="fr-FR" sz="1100" dirty="0">
                          <a:solidFill>
                            <a:schemeClr val="tx1"/>
                          </a:solidFill>
                          <a:latin typeface="Helvetica 55 Roman" panose="020B0604020202020204" pitchFamily="34" charset="0"/>
                          <a:cs typeface="Arial" panose="020B0604020202020204" pitchFamily="34" charset="0"/>
                        </a:rPr>
                        <a:t> (TBC Thursday </a:t>
                      </a:r>
                      <a:r>
                        <a:rPr lang="fr-FR" sz="1100" dirty="0" err="1">
                          <a:solidFill>
                            <a:schemeClr val="tx1"/>
                          </a:solidFill>
                          <a:latin typeface="Helvetica 55 Roman" panose="020B0604020202020204" pitchFamily="34" charset="0"/>
                          <a:cs typeface="Arial" panose="020B0604020202020204" pitchFamily="34" charset="0"/>
                        </a:rPr>
                        <a:t>morning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during</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pricing</a:t>
                      </a:r>
                      <a:r>
                        <a:rPr lang="fr-FR" sz="1100" dirty="0">
                          <a:solidFill>
                            <a:schemeClr val="tx1"/>
                          </a:solidFill>
                          <a:latin typeface="Helvetica 55 Roman" panose="020B0604020202020204" pitchFamily="34" charset="0"/>
                          <a:cs typeface="Arial" panose="020B0604020202020204" pitchFamily="34" charset="0"/>
                        </a:rPr>
                        <a:t> discussion)</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Access Type:  </a:t>
                      </a:r>
                      <a:r>
                        <a:rPr lang="fr-FR" sz="1100" dirty="0" err="1">
                          <a:solidFill>
                            <a:schemeClr val="tx1"/>
                          </a:solidFill>
                          <a:latin typeface="Helvetica 55 Roman" panose="020B0604020202020204" pitchFamily="34" charset="0"/>
                          <a:cs typeface="Arial" panose="020B0604020202020204" pitchFamily="34" charset="0"/>
                        </a:rPr>
                        <a:t>wired</a:t>
                      </a:r>
                      <a:r>
                        <a:rPr lang="fr-FR" sz="1100" dirty="0">
                          <a:solidFill>
                            <a:schemeClr val="tx1"/>
                          </a:solidFill>
                          <a:latin typeface="Helvetica 55 Roman" panose="020B0604020202020204" pitchFamily="34" charset="0"/>
                          <a:cs typeface="Arial" panose="020B0604020202020204" pitchFamily="34" charset="0"/>
                        </a:rPr>
                        <a:t> </a:t>
                      </a:r>
                      <a:r>
                        <a:rPr lang="fr-FR" sz="1100" dirty="0" err="1">
                          <a:solidFill>
                            <a:schemeClr val="tx1"/>
                          </a:solidFill>
                          <a:latin typeface="Helvetica 55 Roman" panose="020B0604020202020204" pitchFamily="34" charset="0"/>
                          <a:cs typeface="Arial" panose="020B0604020202020204" pitchFamily="34" charset="0"/>
                        </a:rPr>
                        <a:t>access</a:t>
                      </a:r>
                      <a:r>
                        <a:rPr lang="fr-FR" sz="1100" dirty="0">
                          <a:solidFill>
                            <a:schemeClr val="tx1"/>
                          </a:solidFill>
                          <a:latin typeface="Helvetica 55 Roman" panose="020B0604020202020204" pitchFamily="34" charset="0"/>
                          <a:cs typeface="Arial" panose="020B0604020202020204" pitchFamily="34" charset="0"/>
                        </a:rPr>
                        <a:t> types</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No </a:t>
                      </a:r>
                      <a:r>
                        <a:rPr lang="fr-FR" sz="1100" dirty="0" err="1">
                          <a:solidFill>
                            <a:schemeClr val="tx1"/>
                          </a:solidFill>
                          <a:latin typeface="Helvetica 55 Roman" panose="020B0604020202020204" pitchFamily="34" charset="0"/>
                          <a:cs typeface="Arial" panose="020B0604020202020204" pitchFamily="34" charset="0"/>
                        </a:rPr>
                        <a:t>upload</a:t>
                      </a:r>
                      <a:r>
                        <a:rPr lang="fr-FR" sz="1100" dirty="0">
                          <a:solidFill>
                            <a:schemeClr val="tx1"/>
                          </a:solidFill>
                          <a:latin typeface="Helvetica 55 Roman" panose="020B0604020202020204" pitchFamily="34" charset="0"/>
                          <a:cs typeface="Arial" panose="020B0604020202020204" pitchFamily="34" charset="0"/>
                        </a:rPr>
                        <a:t> &amp; Download BW distribution</a:t>
                      </a:r>
                    </a:p>
                    <a:p>
                      <a:pPr marL="171450" indent="-171450" algn="l" defTabSz="2438339" hangingPunct="0">
                        <a:buFont typeface="Arial" panose="020B0604020202020204" pitchFamily="34" charset="0"/>
                        <a:buChar char="•"/>
                      </a:pPr>
                      <a:r>
                        <a:rPr lang="fr-FR" sz="1100" dirty="0">
                          <a:solidFill>
                            <a:schemeClr val="tx1"/>
                          </a:solidFill>
                          <a:latin typeface="Helvetica 55 Roman" panose="020B0604020202020204" pitchFamily="34" charset="0"/>
                          <a:cs typeface="Arial" panose="020B0604020202020204" pitchFamily="34" charset="0"/>
                        </a:rPr>
                        <a:t>Platinium: DIA (OB CPE) / Gold: DIAP (no CPE) / Silver: BIAP (no CPE)</a:t>
                      </a:r>
                    </a:p>
                    <a:p>
                      <a:pPr algn="l"/>
                      <a:endParaRPr lang="en-GB" sz="1100" dirty="0">
                        <a:solidFill>
                          <a:schemeClr val="tx1"/>
                        </a:solidFill>
                        <a:latin typeface="Helvetica 55 Roman" panose="020B0604020202020204" pitchFamily="34" charset="0"/>
                      </a:endParaRP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lnTlToBr w="12700" cmpd="sng">
                      <a:noFill/>
                      <a:prstDash val="solid"/>
                    </a:lnTlToBr>
                    <a:lnBlToTr w="12700" cmpd="sng">
                      <a:noFill/>
                      <a:prstDash val="solid"/>
                    </a:lnBlToTr>
                    <a:solidFill>
                      <a:srgbClr val="FFE4CC">
                        <a:alpha val="85098"/>
                      </a:srgbClr>
                    </a:solidFill>
                  </a:tcPr>
                </a:tc>
                <a:tc>
                  <a:txBody>
                    <a:bodyPr/>
                    <a:lstStyle>
                      <a:lvl1pPr marL="0" algn="l" defTabSz="1219261" rtl="0" eaLnBrk="1" latinLnBrk="0" hangingPunct="1">
                        <a:defRPr sz="2400" kern="1200">
                          <a:solidFill>
                            <a:schemeClr val="dk1"/>
                          </a:solidFill>
                          <a:latin typeface="Helvetica"/>
                          <a:ea typeface="Helvetica"/>
                          <a:cs typeface="Helvetica"/>
                        </a:defRPr>
                      </a:lvl1pPr>
                      <a:lvl2pPr marL="609630" algn="l" defTabSz="1219261" rtl="0" eaLnBrk="1" latinLnBrk="0" hangingPunct="1">
                        <a:defRPr sz="2400" kern="1200">
                          <a:solidFill>
                            <a:schemeClr val="dk1"/>
                          </a:solidFill>
                          <a:latin typeface="Helvetica"/>
                          <a:ea typeface="Helvetica"/>
                          <a:cs typeface="Helvetica"/>
                        </a:defRPr>
                      </a:lvl2pPr>
                      <a:lvl3pPr marL="1219261" algn="l" defTabSz="1219261" rtl="0" eaLnBrk="1" latinLnBrk="0" hangingPunct="1">
                        <a:defRPr sz="2400" kern="1200">
                          <a:solidFill>
                            <a:schemeClr val="dk1"/>
                          </a:solidFill>
                          <a:latin typeface="Helvetica"/>
                          <a:ea typeface="Helvetica"/>
                          <a:cs typeface="Helvetica"/>
                        </a:defRPr>
                      </a:lvl3pPr>
                      <a:lvl4pPr marL="1828891" algn="l" defTabSz="1219261" rtl="0" eaLnBrk="1" latinLnBrk="0" hangingPunct="1">
                        <a:defRPr sz="2400" kern="1200">
                          <a:solidFill>
                            <a:schemeClr val="dk1"/>
                          </a:solidFill>
                          <a:latin typeface="Helvetica"/>
                          <a:ea typeface="Helvetica"/>
                          <a:cs typeface="Helvetica"/>
                        </a:defRPr>
                      </a:lvl4pPr>
                      <a:lvl5pPr marL="2438522" algn="l" defTabSz="1219261" rtl="0" eaLnBrk="1" latinLnBrk="0" hangingPunct="1">
                        <a:defRPr sz="2400" kern="1200">
                          <a:solidFill>
                            <a:schemeClr val="dk1"/>
                          </a:solidFill>
                          <a:latin typeface="Helvetica"/>
                          <a:ea typeface="Helvetica"/>
                          <a:cs typeface="Helvetica"/>
                        </a:defRPr>
                      </a:lvl5pPr>
                      <a:lvl6pPr marL="3048152" algn="l" defTabSz="1219261" rtl="0" eaLnBrk="1" latinLnBrk="0" hangingPunct="1">
                        <a:defRPr sz="2400" kern="1200">
                          <a:solidFill>
                            <a:schemeClr val="dk1"/>
                          </a:solidFill>
                          <a:latin typeface="Helvetica"/>
                          <a:ea typeface="Helvetica"/>
                          <a:cs typeface="Helvetica"/>
                        </a:defRPr>
                      </a:lvl6pPr>
                      <a:lvl7pPr marL="3657783" algn="l" defTabSz="1219261" rtl="0" eaLnBrk="1" latinLnBrk="0" hangingPunct="1">
                        <a:defRPr sz="2400" kern="1200">
                          <a:solidFill>
                            <a:schemeClr val="dk1"/>
                          </a:solidFill>
                          <a:latin typeface="Helvetica"/>
                          <a:ea typeface="Helvetica"/>
                          <a:cs typeface="Helvetica"/>
                        </a:defRPr>
                      </a:lvl7pPr>
                      <a:lvl8pPr marL="4267413" algn="l" defTabSz="1219261" rtl="0" eaLnBrk="1" latinLnBrk="0" hangingPunct="1">
                        <a:defRPr sz="2400" kern="1200">
                          <a:solidFill>
                            <a:schemeClr val="dk1"/>
                          </a:solidFill>
                          <a:latin typeface="Helvetica"/>
                          <a:ea typeface="Helvetica"/>
                          <a:cs typeface="Helvetica"/>
                        </a:defRPr>
                      </a:lvl8pPr>
                      <a:lvl9pPr marL="4877044" algn="l" defTabSz="1219261" rtl="0" eaLnBrk="1" latinLnBrk="0" hangingPunct="1">
                        <a:defRPr sz="2400" kern="1200">
                          <a:solidFill>
                            <a:schemeClr val="dk1"/>
                          </a:solidFill>
                          <a:latin typeface="Helvetica"/>
                          <a:ea typeface="Helvetica"/>
                          <a:cs typeface="Helvetica"/>
                        </a:defRPr>
                      </a:lvl9pPr>
                    </a:lstStyle>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Cisco and </a:t>
                      </a:r>
                      <a:r>
                        <a:rPr lang="en-US" sz="1100" b="0" i="0" u="none" strike="noStrike" cap="none" spc="0" baseline="0" dirty="0" err="1">
                          <a:solidFill>
                            <a:schemeClr val="tx1"/>
                          </a:solidFill>
                          <a:effectLst/>
                          <a:uFillTx/>
                          <a:latin typeface="Helvetica 55 Roman" panose="020B0604020202020204" pitchFamily="34" charset="0"/>
                          <a:ea typeface="+mn-ea"/>
                          <a:cs typeface="Arial" panose="020B0604020202020204" pitchFamily="34" charset="0"/>
                          <a:sym typeface="Helvetica 75 Bold"/>
                        </a:rPr>
                        <a:t>Velocloud</a:t>
                      </a: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 are the selected vendors for the MVP</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Cisco – AWS controller</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VeloCloud hosted controller</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Geography for the MVP: 2 x France and 1 x Europe</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Existing customer not having SDWAN service</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CPE Support:</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2 types for Cisco</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2 types for VeloCloud</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No BYOL capability, </a:t>
                      </a:r>
                      <a:r>
                        <a:rPr lang="en-US" sz="1100" b="0" i="0" u="none" strike="noStrike" cap="none" spc="0" baseline="0" dirty="0" err="1">
                          <a:solidFill>
                            <a:schemeClr val="tx1"/>
                          </a:solidFill>
                          <a:effectLst/>
                          <a:uFillTx/>
                          <a:latin typeface="Helvetica 55 Roman" panose="020B0604020202020204" pitchFamily="34" charset="0"/>
                          <a:ea typeface="+mn-ea"/>
                          <a:cs typeface="Arial" panose="020B0604020202020204" pitchFamily="34" charset="0"/>
                          <a:sym typeface="Helvetica 75 Bold"/>
                        </a:rPr>
                        <a:t>licences</a:t>
                      </a: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 are managed by OB</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No co-management scenario with the customer</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CPE installation:</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P2P</a:t>
                      </a:r>
                    </a:p>
                    <a:p>
                      <a:pPr lvl="1" algn="l"/>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OB installed</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M&amp;O SM not in scope</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CPQ: Standard price book only</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Build / operate / transfer not in scope</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No digital portal</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Semi-automated fulfilment process</a:t>
                      </a:r>
                    </a:p>
                    <a:p>
                      <a:pPr marL="171450" indent="-171450" algn="l" fontAlgn="base">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New contract, no existing MSA in scope. Only service contract is in scope – treated as a new product with no previous pricing terms agreed with the customer.</a:t>
                      </a:r>
                    </a:p>
                    <a:p>
                      <a:pPr marL="171450" indent="-171450" algn="l">
                        <a:buFont typeface="Arial" panose="020B0604020202020204" pitchFamily="34" charset="0"/>
                        <a:buChar char="•"/>
                      </a:pPr>
                      <a:r>
                        <a:rPr lang="en-US" sz="1100" b="0" i="0" u="none" strike="noStrike" cap="none" spc="0" baseline="0" dirty="0">
                          <a:solidFill>
                            <a:schemeClr val="tx1"/>
                          </a:solidFill>
                          <a:effectLst/>
                          <a:uFillTx/>
                          <a:latin typeface="Helvetica 55 Roman" panose="020B0604020202020204" pitchFamily="34" charset="0"/>
                          <a:ea typeface="+mn-ea"/>
                          <a:cs typeface="Arial" panose="020B0604020202020204" pitchFamily="34" charset="0"/>
                          <a:sym typeface="Helvetica 75 Bold"/>
                        </a:rPr>
                        <a:t>No budgetary quote, firm quote only</a:t>
                      </a:r>
                    </a:p>
                    <a:p>
                      <a:pPr marL="171450" indent="-171450" algn="l">
                        <a:buFont typeface="Arial" panose="020B0604020202020204" pitchFamily="34" charset="0"/>
                        <a:buChar char="•"/>
                      </a:pPr>
                      <a:endParaRPr lang="en-GB" sz="1100" dirty="0">
                        <a:solidFill>
                          <a:schemeClr val="tx1"/>
                        </a:solidFill>
                        <a:latin typeface="Helvetica 55 Roman" panose="020B0604020202020204" pitchFamily="34" charset="0"/>
                      </a:endParaRP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lnTlToBr w="12700" cmpd="sng">
                      <a:noFill/>
                      <a:prstDash val="solid"/>
                    </a:lnTlToBr>
                    <a:lnBlToTr w="12700" cmpd="sng">
                      <a:noFill/>
                      <a:prstDash val="solid"/>
                    </a:lnBlToTr>
                    <a:solidFill>
                      <a:srgbClr val="FFE4CC">
                        <a:alpha val="85098"/>
                      </a:srgbClr>
                    </a:solidFill>
                  </a:tcPr>
                </a:tc>
                <a:extLst>
                  <a:ext uri="{0D108BD9-81ED-4DB2-BD59-A6C34878D82A}">
                    <a16:rowId xmlns:a16="http://schemas.microsoft.com/office/drawing/2014/main" val="4023778349"/>
                  </a:ext>
                </a:extLst>
              </a:tr>
            </a:tbl>
          </a:graphicData>
        </a:graphic>
      </p:graphicFrame>
      <p:sp>
        <p:nvSpPr>
          <p:cNvPr id="10" name="ZoneTexte 9">
            <a:extLst>
              <a:ext uri="{FF2B5EF4-FFF2-40B4-BE49-F238E27FC236}">
                <a16:creationId xmlns:a16="http://schemas.microsoft.com/office/drawing/2014/main" id="{9597D299-DFC7-FCB5-5E1A-B0C34459C8D6}"/>
              </a:ext>
            </a:extLst>
          </p:cNvPr>
          <p:cNvSpPr txBox="1"/>
          <p:nvPr/>
        </p:nvSpPr>
        <p:spPr>
          <a:xfrm>
            <a:off x="486458" y="6538054"/>
            <a:ext cx="4364930" cy="92333"/>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a:ln>
                  <a:noFill/>
                </a:ln>
                <a:solidFill>
                  <a:srgbClr val="FFFFFF">
                    <a:lumMod val="50000"/>
                  </a:srgbClr>
                </a:solidFill>
                <a:effectLst/>
                <a:uLnTx/>
                <a:uFillTx/>
                <a:latin typeface="Helvetica 55 Roman" panose="020B0604020202020204" pitchFamily="34" charset="0"/>
                <a:ea typeface="+mn-ea"/>
                <a:cs typeface="+mn-cs"/>
              </a:rPr>
              <a:t>Source : Customer journey from “L2Q business design description’</a:t>
            </a:r>
          </a:p>
        </p:txBody>
      </p:sp>
    </p:spTree>
    <p:extLst>
      <p:ext uri="{BB962C8B-B14F-4D97-AF65-F5344CB8AC3E}">
        <p14:creationId xmlns:p14="http://schemas.microsoft.com/office/powerpoint/2010/main" val="21969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49B1-756F-7FD0-1BF1-FC074D112AC2}"/>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42266E0A-1E0E-5805-DE26-0EFDF410B760}"/>
              </a:ext>
            </a:extLst>
          </p:cNvPr>
          <p:cNvSpPr/>
          <p:nvPr/>
        </p:nvSpPr>
        <p:spPr>
          <a:xfrm>
            <a:off x="7447027" y="1067684"/>
            <a:ext cx="4505360" cy="1702056"/>
          </a:xfrm>
          <a:prstGeom prst="rect">
            <a:avLst/>
          </a:prstGeom>
          <a:solidFill>
            <a:schemeClr val="accent4">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L2 -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Quote</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offer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pricing</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endParaRPr kumimoji="0" lang="en-US" sz="12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6" name="Rectangle 35">
            <a:extLst>
              <a:ext uri="{FF2B5EF4-FFF2-40B4-BE49-F238E27FC236}">
                <a16:creationId xmlns:a16="http://schemas.microsoft.com/office/drawing/2014/main" id="{63705C7D-75D3-133A-98D2-02C423E1F53C}"/>
              </a:ext>
            </a:extLst>
          </p:cNvPr>
          <p:cNvSpPr/>
          <p:nvPr/>
        </p:nvSpPr>
        <p:spPr>
          <a:xfrm>
            <a:off x="221639" y="5028684"/>
            <a:ext cx="6945428" cy="157653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L2 -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Quote</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offer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customer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approval</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endParaRPr kumimoji="0" lang="en-US" sz="12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9C70099-D7A8-C91E-1FB5-BF837C7783E4}"/>
              </a:ext>
            </a:extLst>
          </p:cNvPr>
          <p:cNvSpPr/>
          <p:nvPr/>
        </p:nvSpPr>
        <p:spPr>
          <a:xfrm>
            <a:off x="7443348" y="3118229"/>
            <a:ext cx="4499999" cy="170205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L2 -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Quote</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offer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eligibility</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endParaRPr kumimoji="0" lang="en-US" sz="12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8" name="Rectangle 37">
            <a:extLst>
              <a:ext uri="{FF2B5EF4-FFF2-40B4-BE49-F238E27FC236}">
                <a16:creationId xmlns:a16="http://schemas.microsoft.com/office/drawing/2014/main" id="{A34381E7-B4AA-A86E-4283-A881C443659E}"/>
              </a:ext>
            </a:extLst>
          </p:cNvPr>
          <p:cNvSpPr/>
          <p:nvPr/>
        </p:nvSpPr>
        <p:spPr>
          <a:xfrm>
            <a:off x="7429054" y="5028684"/>
            <a:ext cx="4541307" cy="157653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L2 -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Quote</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order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capture </a:t>
            </a:r>
            <a:endParaRPr kumimoji="0" lang="en-US" sz="12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2" name="Rectangle 31">
            <a:extLst>
              <a:ext uri="{FF2B5EF4-FFF2-40B4-BE49-F238E27FC236}">
                <a16:creationId xmlns:a16="http://schemas.microsoft.com/office/drawing/2014/main" id="{52F62242-2919-6A19-E293-499DD0A39BE4}"/>
              </a:ext>
            </a:extLst>
          </p:cNvPr>
          <p:cNvSpPr/>
          <p:nvPr/>
        </p:nvSpPr>
        <p:spPr>
          <a:xfrm>
            <a:off x="239613" y="1070335"/>
            <a:ext cx="6945428" cy="378239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L2 -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Quote</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offer</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r>
              <a:rPr kumimoji="0" lang="fr-FR" sz="1200" b="1" i="0" u="none" strike="noStrike" kern="1200" cap="none" spc="0" normalizeH="0" baseline="0" noProof="0" dirty="0" err="1">
                <a:ln>
                  <a:noFill/>
                </a:ln>
                <a:solidFill>
                  <a:srgbClr val="000000"/>
                </a:solidFill>
                <a:effectLst/>
                <a:uLnTx/>
                <a:uFillTx/>
                <a:latin typeface="Helvetica 75 Bold"/>
                <a:ea typeface="+mn-ea"/>
                <a:cs typeface="+mn-cs"/>
              </a:rPr>
              <a:t>creation</a:t>
            </a:r>
            <a:r>
              <a:rPr kumimoji="0" lang="fr-FR" sz="1200" b="1" i="0" u="none" strike="noStrike" kern="1200" cap="none" spc="0" normalizeH="0" baseline="0" noProof="0" dirty="0">
                <a:ln>
                  <a:noFill/>
                </a:ln>
                <a:solidFill>
                  <a:srgbClr val="000000"/>
                </a:solidFill>
                <a:effectLst/>
                <a:uLnTx/>
                <a:uFillTx/>
                <a:latin typeface="Helvetica 75 Bold"/>
                <a:ea typeface="+mn-ea"/>
                <a:cs typeface="+mn-cs"/>
              </a:rPr>
              <a:t> </a:t>
            </a:r>
            <a:endParaRPr kumimoji="0" lang="en-US" sz="1200" b="1" i="0" u="none" strike="noStrike" kern="1200" cap="none" spc="0" normalizeH="0" baseline="0" noProof="0" dirty="0">
              <a:ln>
                <a:noFill/>
              </a:ln>
              <a:solidFill>
                <a:srgbClr val="000000"/>
              </a:solidFill>
              <a:effectLst/>
              <a:uLnTx/>
              <a:uFillTx/>
              <a:latin typeface="Helvetica 75 Bold"/>
              <a:ea typeface="+mn-ea"/>
              <a:cs typeface="+mn-cs"/>
            </a:endParaRPr>
          </a:p>
        </p:txBody>
      </p:sp>
      <p:graphicFrame>
        <p:nvGraphicFramePr>
          <p:cNvPr id="8" name="Tableau 7">
            <a:extLst>
              <a:ext uri="{FF2B5EF4-FFF2-40B4-BE49-F238E27FC236}">
                <a16:creationId xmlns:a16="http://schemas.microsoft.com/office/drawing/2014/main" id="{06AEBBCD-509A-C891-5FA6-AE213EA5BD50}"/>
              </a:ext>
            </a:extLst>
          </p:cNvPr>
          <p:cNvGraphicFramePr>
            <a:graphicFrameLocks noGrp="1"/>
          </p:cNvGraphicFramePr>
          <p:nvPr/>
        </p:nvGraphicFramePr>
        <p:xfrm>
          <a:off x="4919006" y="1327013"/>
          <a:ext cx="2208492" cy="180072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273600">
                <a:tc>
                  <a:txBody>
                    <a:bodyPr/>
                    <a:lstStyle/>
                    <a:p>
                      <a:pPr algn="ctr"/>
                      <a:r>
                        <a:rPr lang="fr-FR" sz="1200" dirty="0">
                          <a:solidFill>
                            <a:schemeClr val="bg2"/>
                          </a:solidFill>
                        </a:rPr>
                        <a:t>L3 - </a:t>
                      </a:r>
                      <a:r>
                        <a:rPr lang="fr-FR" sz="1200" dirty="0" err="1">
                          <a:solidFill>
                            <a:schemeClr val="bg2"/>
                          </a:solidFill>
                        </a:rPr>
                        <a:t>Add</a:t>
                      </a:r>
                      <a:r>
                        <a:rPr lang="fr-FR" sz="1200" dirty="0">
                          <a:solidFill>
                            <a:schemeClr val="bg2"/>
                          </a:solidFill>
                        </a:rPr>
                        <a:t> sites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45720" marR="45720" anchor="ctr">
                    <a:solidFill>
                      <a:schemeClr val="tx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r>
                        <a:rPr lang="en-US" sz="1050" dirty="0">
                          <a:solidFill>
                            <a:schemeClr val="bg1"/>
                          </a:solidFill>
                          <a:latin typeface="Helvetica 55 Roman" panose="020B0604020202020204" pitchFamily="34" charset="0"/>
                        </a:rPr>
                        <a:t>Current level of data captured for site was built on  Internet</a:t>
                      </a:r>
                    </a:p>
                    <a:p>
                      <a:pPr marL="171450" indent="-171450">
                        <a:buFont typeface="Arial" panose="020B0604020202020204" pitchFamily="34" charset="0"/>
                        <a:buChar char="•"/>
                      </a:pPr>
                      <a:r>
                        <a:rPr lang="en-US" sz="1050" dirty="0">
                          <a:solidFill>
                            <a:schemeClr val="bg1"/>
                          </a:solidFill>
                          <a:latin typeface="Helvetica 55 Roman" panose="020B0604020202020204" pitchFamily="34" charset="0"/>
                        </a:rPr>
                        <a:t>Depth of data will be product dependent</a:t>
                      </a:r>
                    </a:p>
                    <a:p>
                      <a:pPr marL="171450" indent="-171450">
                        <a:buFont typeface="Arial" panose="020B0604020202020204" pitchFamily="34" charset="0"/>
                        <a:buChar char="•"/>
                      </a:pPr>
                      <a:r>
                        <a:rPr lang="en-US" sz="1050" b="0" i="0" dirty="0">
                          <a:solidFill>
                            <a:schemeClr val="bg1"/>
                          </a:solidFill>
                          <a:effectLst/>
                          <a:latin typeface="+mn-lt"/>
                        </a:rPr>
                        <a:t>extended post MVP for adding existing sites to quote</a:t>
                      </a:r>
                    </a:p>
                    <a:p>
                      <a:pPr marL="171450" indent="-171450">
                        <a:buFont typeface="Arial" panose="020B0604020202020204" pitchFamily="34" charset="0"/>
                        <a:buChar char="•"/>
                      </a:pPr>
                      <a:r>
                        <a:rPr lang="en-US" sz="1050" b="0" i="0" dirty="0">
                          <a:solidFill>
                            <a:schemeClr val="bg1"/>
                          </a:solidFill>
                          <a:effectLst/>
                          <a:latin typeface="+mn-lt"/>
                        </a:rPr>
                        <a:t>Auto-completion</a:t>
                      </a:r>
                      <a:endParaRPr lang="en-US" sz="1050" dirty="0">
                        <a:solidFill>
                          <a:schemeClr val="bg1"/>
                        </a:solidFill>
                        <a:latin typeface="+mn-lt"/>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22634505"/>
                  </a:ext>
                </a:extLst>
              </a:tr>
            </a:tbl>
          </a:graphicData>
        </a:graphic>
      </p:graphicFrame>
      <p:graphicFrame>
        <p:nvGraphicFramePr>
          <p:cNvPr id="16" name="Tableau 15">
            <a:extLst>
              <a:ext uri="{FF2B5EF4-FFF2-40B4-BE49-F238E27FC236}">
                <a16:creationId xmlns:a16="http://schemas.microsoft.com/office/drawing/2014/main" id="{54AEBA7F-6530-168C-73CE-537645A37F05}"/>
              </a:ext>
            </a:extLst>
          </p:cNvPr>
          <p:cNvGraphicFramePr>
            <a:graphicFrameLocks noGrp="1"/>
          </p:cNvGraphicFramePr>
          <p:nvPr/>
        </p:nvGraphicFramePr>
        <p:xfrm>
          <a:off x="2620742" y="3233282"/>
          <a:ext cx="2208492" cy="153360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367200">
                <a:tc>
                  <a:txBody>
                    <a:bodyPr/>
                    <a:lstStyle/>
                    <a:p>
                      <a:pPr algn="ctr"/>
                      <a:r>
                        <a:rPr lang="fr-FR" sz="1200" dirty="0">
                          <a:solidFill>
                            <a:schemeClr val="bg2"/>
                          </a:solidFill>
                        </a:rPr>
                        <a:t>L3 - </a:t>
                      </a:r>
                      <a:r>
                        <a:rPr lang="fr-FR" sz="1200" dirty="0" err="1">
                          <a:solidFill>
                            <a:schemeClr val="bg2"/>
                          </a:solidFill>
                        </a:rPr>
                        <a:t>Add</a:t>
                      </a:r>
                      <a:r>
                        <a:rPr lang="fr-FR" sz="1200" dirty="0">
                          <a:solidFill>
                            <a:schemeClr val="bg2"/>
                          </a:solidFill>
                        </a:rPr>
                        <a:t> </a:t>
                      </a:r>
                      <a:r>
                        <a:rPr lang="fr-FR" sz="1200" dirty="0" err="1">
                          <a:solidFill>
                            <a:schemeClr val="bg2"/>
                          </a:solidFill>
                        </a:rPr>
                        <a:t>product</a:t>
                      </a:r>
                      <a:r>
                        <a:rPr lang="fr-FR" sz="1200" dirty="0">
                          <a:solidFill>
                            <a:schemeClr val="bg2"/>
                          </a:solidFill>
                        </a:rPr>
                        <a:t>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45720" marR="45720" anchor="ctr">
                    <a:solidFill>
                      <a:schemeClr val="tx1"/>
                    </a:solidFill>
                  </a:tcPr>
                </a:tc>
                <a:extLst>
                  <a:ext uri="{0D108BD9-81ED-4DB2-BD59-A6C34878D82A}">
                    <a16:rowId xmlns:a16="http://schemas.microsoft.com/office/drawing/2014/main" val="693198696"/>
                  </a:ext>
                </a:extLst>
              </a:tr>
              <a:tr h="900000">
                <a:tc>
                  <a:txBody>
                    <a:bodyPr/>
                    <a:lstStyle/>
                    <a:p>
                      <a:endParaRPr lang="fr-FR" sz="1050" dirty="0">
                        <a:solidFill>
                          <a:schemeClr val="bg1"/>
                        </a:solidFill>
                      </a:endParaRP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600" dirty="0">
                        <a:solidFill>
                          <a:schemeClr val="bg1"/>
                        </a:solidFill>
                      </a:endParaRPr>
                    </a:p>
                  </a:txBody>
                  <a:tcPr marL="45720" marR="45720">
                    <a:solidFill>
                      <a:schemeClr val="tx1"/>
                    </a:solidFill>
                  </a:tcPr>
                </a:tc>
                <a:extLst>
                  <a:ext uri="{0D108BD9-81ED-4DB2-BD59-A6C34878D82A}">
                    <a16:rowId xmlns:a16="http://schemas.microsoft.com/office/drawing/2014/main" val="1638447992"/>
                  </a:ext>
                </a:extLst>
              </a:tr>
            </a:tbl>
          </a:graphicData>
        </a:graphic>
      </p:graphicFrame>
      <p:graphicFrame>
        <p:nvGraphicFramePr>
          <p:cNvPr id="21" name="Tableau 20">
            <a:extLst>
              <a:ext uri="{FF2B5EF4-FFF2-40B4-BE49-F238E27FC236}">
                <a16:creationId xmlns:a16="http://schemas.microsoft.com/office/drawing/2014/main" id="{F7D5BEFE-22C3-766A-2459-3FF484A6DDF5}"/>
              </a:ext>
            </a:extLst>
          </p:cNvPr>
          <p:cNvGraphicFramePr>
            <a:graphicFrameLocks noGrp="1"/>
          </p:cNvGraphicFramePr>
          <p:nvPr/>
        </p:nvGraphicFramePr>
        <p:xfrm>
          <a:off x="4926377" y="3237506"/>
          <a:ext cx="2208492" cy="153216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352720">
                <a:tc>
                  <a:txBody>
                    <a:bodyPr/>
                    <a:lstStyle/>
                    <a:p>
                      <a:pPr algn="ctr"/>
                      <a:r>
                        <a:rPr lang="fr-FR" sz="1200" dirty="0">
                          <a:solidFill>
                            <a:schemeClr val="bg2"/>
                          </a:solidFill>
                        </a:rPr>
                        <a:t>L3 - </a:t>
                      </a:r>
                      <a:r>
                        <a:rPr lang="fr-FR" sz="1200" dirty="0" err="1">
                          <a:solidFill>
                            <a:schemeClr val="bg2"/>
                          </a:solidFill>
                        </a:rPr>
                        <a:t>Modify</a:t>
                      </a:r>
                      <a:r>
                        <a:rPr lang="fr-FR" sz="1200" dirty="0">
                          <a:solidFill>
                            <a:schemeClr val="bg2"/>
                          </a:solidFill>
                        </a:rPr>
                        <a:t>/</a:t>
                      </a:r>
                      <a:r>
                        <a:rPr lang="fr-FR" sz="1200" dirty="0" err="1">
                          <a:solidFill>
                            <a:schemeClr val="bg2"/>
                          </a:solidFill>
                        </a:rPr>
                        <a:t>Delete</a:t>
                      </a:r>
                      <a:r>
                        <a:rPr lang="fr-FR" sz="1200" dirty="0">
                          <a:solidFill>
                            <a:schemeClr val="bg2"/>
                          </a:solidFill>
                        </a:rPr>
                        <a:t> </a:t>
                      </a:r>
                      <a:r>
                        <a:rPr lang="fr-FR" sz="1200" dirty="0" err="1">
                          <a:solidFill>
                            <a:schemeClr val="bg2"/>
                          </a:solidFill>
                        </a:rPr>
                        <a:t>product</a:t>
                      </a:r>
                      <a:r>
                        <a:rPr lang="fr-FR" sz="1200" dirty="0">
                          <a:solidFill>
                            <a:schemeClr val="bg2"/>
                          </a:solidFill>
                        </a:rPr>
                        <a:t>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0" marR="0" marT="0" marB="0" anchor="ctr">
                    <a:solidFill>
                      <a:schemeClr val="tx1"/>
                    </a:solidFill>
                  </a:tcPr>
                </a:tc>
                <a:extLst>
                  <a:ext uri="{0D108BD9-81ED-4DB2-BD59-A6C34878D82A}">
                    <a16:rowId xmlns:a16="http://schemas.microsoft.com/office/drawing/2014/main" val="693198696"/>
                  </a:ext>
                </a:extLst>
              </a:tr>
              <a:tr h="9000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500" dirty="0">
                        <a:solidFill>
                          <a:schemeClr val="bg1"/>
                        </a:solidFill>
                      </a:endParaRPr>
                    </a:p>
                  </a:txBody>
                  <a:tcPr marL="43560" marR="43560" marT="0" marB="0">
                    <a:solidFill>
                      <a:schemeClr val="tx1"/>
                    </a:solidFill>
                  </a:tcPr>
                </a:tc>
                <a:extLst>
                  <a:ext uri="{0D108BD9-81ED-4DB2-BD59-A6C34878D82A}">
                    <a16:rowId xmlns:a16="http://schemas.microsoft.com/office/drawing/2014/main" val="3787150247"/>
                  </a:ext>
                </a:extLst>
              </a:tr>
            </a:tbl>
          </a:graphicData>
        </a:graphic>
      </p:graphicFrame>
      <p:sp>
        <p:nvSpPr>
          <p:cNvPr id="2" name="Titre 1">
            <a:extLst>
              <a:ext uri="{FF2B5EF4-FFF2-40B4-BE49-F238E27FC236}">
                <a16:creationId xmlns:a16="http://schemas.microsoft.com/office/drawing/2014/main" id="{314C9065-59A3-A55D-3E1E-D8A1DE278944}"/>
              </a:ext>
            </a:extLst>
          </p:cNvPr>
          <p:cNvSpPr>
            <a:spLocks noGrp="1"/>
          </p:cNvSpPr>
          <p:nvPr>
            <p:ph type="title"/>
          </p:nvPr>
        </p:nvSpPr>
        <p:spPr>
          <a:xfrm>
            <a:off x="419100" y="386980"/>
            <a:ext cx="11353800" cy="527211"/>
          </a:xfrm>
        </p:spPr>
        <p:txBody>
          <a:bodyPr/>
          <a:lstStyle/>
          <a:p>
            <a:r>
              <a:rPr lang="en-US" dirty="0">
                <a:latin typeface="+mn-lt"/>
              </a:rPr>
              <a:t>MVP requirements for features</a:t>
            </a:r>
            <a:br>
              <a:rPr lang="en-US" dirty="0">
                <a:latin typeface="+mn-lt"/>
              </a:rPr>
            </a:br>
            <a:r>
              <a:rPr lang="en-US" sz="2000" dirty="0">
                <a:solidFill>
                  <a:schemeClr val="bg1"/>
                </a:solidFill>
                <a:latin typeface="+mn-lt"/>
              </a:rPr>
              <a:t>Reflection on technical/Business debt</a:t>
            </a:r>
            <a:endParaRPr lang="en-US" dirty="0">
              <a:solidFill>
                <a:schemeClr val="bg1"/>
              </a:solidFill>
              <a:latin typeface="+mn-lt"/>
            </a:endParaRPr>
          </a:p>
        </p:txBody>
      </p:sp>
      <p:graphicFrame>
        <p:nvGraphicFramePr>
          <p:cNvPr id="6" name="Tableau 5">
            <a:extLst>
              <a:ext uri="{FF2B5EF4-FFF2-40B4-BE49-F238E27FC236}">
                <a16:creationId xmlns:a16="http://schemas.microsoft.com/office/drawing/2014/main" id="{871F7A2B-648F-B2A4-C0FD-4BAD9CA0470A}"/>
              </a:ext>
            </a:extLst>
          </p:cNvPr>
          <p:cNvGraphicFramePr>
            <a:graphicFrameLocks noGrp="1"/>
          </p:cNvGraphicFramePr>
          <p:nvPr/>
        </p:nvGraphicFramePr>
        <p:xfrm>
          <a:off x="285840" y="1327013"/>
          <a:ext cx="2208492" cy="1800720"/>
        </p:xfrm>
        <a:graphic>
          <a:graphicData uri="http://schemas.openxmlformats.org/drawingml/2006/table">
            <a:tbl>
              <a:tblPr firstRow="1" bandRow="1">
                <a:tableStyleId>{073A0DAA-6AF3-43AB-8588-CEC1D06C72B9}</a:tableStyleId>
              </a:tblPr>
              <a:tblGrid>
                <a:gridCol w="2208492">
                  <a:extLst>
                    <a:ext uri="{9D8B030D-6E8A-4147-A177-3AD203B41FA5}">
                      <a16:colId xmlns:a16="http://schemas.microsoft.com/office/drawing/2014/main" val="3214163808"/>
                    </a:ext>
                  </a:extLst>
                </a:gridCol>
              </a:tblGrid>
              <a:tr h="245800">
                <a:tc>
                  <a:txBody>
                    <a:bodyPr/>
                    <a:lstStyle/>
                    <a:p>
                      <a:pPr algn="ctr"/>
                      <a:r>
                        <a:rPr lang="fr-FR" sz="1200" dirty="0">
                          <a:solidFill>
                            <a:schemeClr val="bg2"/>
                          </a:solidFill>
                        </a:rPr>
                        <a:t>L3 - </a:t>
                      </a:r>
                      <a:r>
                        <a:rPr lang="fr-FR" sz="1200" dirty="0" err="1">
                          <a:solidFill>
                            <a:schemeClr val="bg2"/>
                          </a:solidFill>
                        </a:rPr>
                        <a:t>Quote</a:t>
                      </a:r>
                      <a:r>
                        <a:rPr lang="fr-FR" sz="1200" dirty="0">
                          <a:solidFill>
                            <a:schemeClr val="bg2"/>
                          </a:solidFill>
                        </a:rPr>
                        <a:t> </a:t>
                      </a:r>
                      <a:r>
                        <a:rPr lang="fr-FR" sz="1200" dirty="0" err="1">
                          <a:solidFill>
                            <a:schemeClr val="bg2"/>
                          </a:solidFill>
                        </a:rPr>
                        <a:t>Offer</a:t>
                      </a:r>
                      <a:r>
                        <a:rPr lang="fr-FR" sz="1200" dirty="0">
                          <a:solidFill>
                            <a:schemeClr val="bg2"/>
                          </a:solidFill>
                        </a:rPr>
                        <a:t> </a:t>
                      </a:r>
                      <a:r>
                        <a:rPr lang="fr-FR" sz="1200" dirty="0" err="1">
                          <a:solidFill>
                            <a:schemeClr val="bg2"/>
                          </a:solidFill>
                        </a:rPr>
                        <a:t>Initialization</a:t>
                      </a:r>
                      <a:r>
                        <a:rPr lang="fr-FR" sz="1200" dirty="0">
                          <a:solidFill>
                            <a:schemeClr val="bg2"/>
                          </a:solidFill>
                        </a:rPr>
                        <a:t> </a:t>
                      </a:r>
                    </a:p>
                  </a:txBody>
                  <a:tcPr marL="45720" marR="45720" anchor="ctr">
                    <a:solidFill>
                      <a:schemeClr val="tx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endParaRPr lang="en-US" sz="1050" dirty="0">
                        <a:solidFill>
                          <a:schemeClr val="bg1"/>
                        </a:solidFill>
                      </a:endParaRPr>
                    </a:p>
                    <a:p>
                      <a:pPr marL="171450" indent="-171450">
                        <a:buFont typeface="Arial" panose="020B0604020202020204" pitchFamily="34" charset="0"/>
                        <a:buChar char="•"/>
                      </a:pPr>
                      <a:r>
                        <a:rPr lang="en-US" sz="1050" dirty="0">
                          <a:solidFill>
                            <a:schemeClr val="bg1"/>
                          </a:solidFill>
                        </a:rPr>
                        <a:t>For MVP, all quotes created from CPQ (no CRM in MVP). </a:t>
                      </a:r>
                    </a:p>
                    <a:p>
                      <a:pPr marL="171450" indent="-171450">
                        <a:buFont typeface="Arial" panose="020B0604020202020204" pitchFamily="34" charset="0"/>
                        <a:buChar char="•"/>
                      </a:pPr>
                      <a:r>
                        <a:rPr lang="en-US" sz="1050" dirty="0">
                          <a:solidFill>
                            <a:schemeClr val="bg1"/>
                          </a:solidFill>
                        </a:rPr>
                        <a:t>For MMP, OBI/DEF quotes to be created from CRM. OBF requires both.</a:t>
                      </a:r>
                    </a:p>
                    <a:p>
                      <a:endParaRPr lang="en-US" sz="1050" dirty="0"/>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solidFill>
                      <a:schemeClr val="tx1"/>
                    </a:solidFill>
                  </a:tcPr>
                </a:tc>
                <a:extLst>
                  <a:ext uri="{0D108BD9-81ED-4DB2-BD59-A6C34878D82A}">
                    <a16:rowId xmlns:a16="http://schemas.microsoft.com/office/drawing/2014/main" val="615282381"/>
                  </a:ext>
                </a:extLst>
              </a:tr>
            </a:tbl>
          </a:graphicData>
        </a:graphic>
      </p:graphicFrame>
      <p:graphicFrame>
        <p:nvGraphicFramePr>
          <p:cNvPr id="25" name="Tableau 24">
            <a:extLst>
              <a:ext uri="{FF2B5EF4-FFF2-40B4-BE49-F238E27FC236}">
                <a16:creationId xmlns:a16="http://schemas.microsoft.com/office/drawing/2014/main" id="{741DA31B-6781-C2F7-8F33-628BCCC4E00B}"/>
              </a:ext>
            </a:extLst>
          </p:cNvPr>
          <p:cNvGraphicFramePr>
            <a:graphicFrameLocks noGrp="1"/>
          </p:cNvGraphicFramePr>
          <p:nvPr/>
        </p:nvGraphicFramePr>
        <p:xfrm>
          <a:off x="8040253" y="3455013"/>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a:solidFill>
                            <a:schemeClr val="accent2">
                              <a:lumMod val="60000"/>
                              <a:lumOff val="40000"/>
                            </a:schemeClr>
                          </a:solidFill>
                        </a:rPr>
                        <a:t>L3 - Commercial </a:t>
                      </a:r>
                      <a:r>
                        <a:rPr lang="fr-FR" sz="1200" dirty="0" err="1">
                          <a:solidFill>
                            <a:schemeClr val="accent2">
                              <a:lumMod val="60000"/>
                              <a:lumOff val="40000"/>
                            </a:schemeClr>
                          </a:solidFill>
                        </a:rPr>
                        <a:t>Eligibility</a:t>
                      </a:r>
                      <a:r>
                        <a:rPr lang="fr-FR" sz="1200" dirty="0">
                          <a:solidFill>
                            <a:schemeClr val="accent2">
                              <a:lumMod val="60000"/>
                              <a:lumOff val="40000"/>
                            </a:schemeClr>
                          </a:solidFill>
                        </a:rPr>
                        <a:t> </a:t>
                      </a:r>
                      <a:endParaRPr lang="en-US" sz="1200" dirty="0">
                        <a:solidFill>
                          <a:schemeClr val="accent2">
                            <a:lumMod val="60000"/>
                            <a:lumOff val="40000"/>
                          </a:schemeClr>
                        </a:solidFill>
                      </a:endParaRPr>
                    </a:p>
                  </a:txBody>
                  <a:tcPr marL="45720" marR="45720" anchor="ctr">
                    <a:solidFill>
                      <a:schemeClr val="tx1"/>
                    </a:solidFill>
                  </a:tcPr>
                </a:tc>
                <a:extLst>
                  <a:ext uri="{0D108BD9-81ED-4DB2-BD59-A6C34878D82A}">
                    <a16:rowId xmlns:a16="http://schemas.microsoft.com/office/drawing/2014/main" val="693198696"/>
                  </a:ext>
                </a:extLst>
              </a:tr>
              <a:tr h="720000">
                <a:tc>
                  <a:txBody>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lang="en-US" sz="1050" dirty="0">
                          <a:solidFill>
                            <a:schemeClr val="bg1"/>
                          </a:solidFill>
                          <a:latin typeface="Helvetica 55 Roman" panose="020B0604020202020204" pitchFamily="34" charset="0"/>
                        </a:rPr>
                        <a:t>Current rules are Internet dependent</a:t>
                      </a:r>
                    </a:p>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759617713"/>
                  </a:ext>
                </a:extLst>
              </a:tr>
            </a:tbl>
          </a:graphicData>
        </a:graphic>
      </p:graphicFrame>
      <p:graphicFrame>
        <p:nvGraphicFramePr>
          <p:cNvPr id="26" name="Tableau 25">
            <a:extLst>
              <a:ext uri="{FF2B5EF4-FFF2-40B4-BE49-F238E27FC236}">
                <a16:creationId xmlns:a16="http://schemas.microsoft.com/office/drawing/2014/main" id="{D7627830-6EC9-91A3-9771-6039F299D509}"/>
              </a:ext>
            </a:extLst>
          </p:cNvPr>
          <p:cNvGraphicFramePr>
            <a:graphicFrameLocks noGrp="1"/>
          </p:cNvGraphicFramePr>
          <p:nvPr/>
        </p:nvGraphicFramePr>
        <p:xfrm>
          <a:off x="307283" y="5288216"/>
          <a:ext cx="3240000" cy="1271005"/>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3214163808"/>
                    </a:ext>
                  </a:extLst>
                </a:gridCol>
              </a:tblGrid>
              <a:tr h="228087">
                <a:tc>
                  <a:txBody>
                    <a:bodyPr/>
                    <a:lstStyle/>
                    <a:p>
                      <a:pPr algn="ctr"/>
                      <a:r>
                        <a:rPr lang="fr-FR" sz="1200" dirty="0">
                          <a:solidFill>
                            <a:schemeClr val="accent3"/>
                          </a:solidFill>
                        </a:rPr>
                        <a:t>L3 - Capture </a:t>
                      </a:r>
                      <a:r>
                        <a:rPr lang="fr-FR" sz="1200" dirty="0" err="1">
                          <a:solidFill>
                            <a:schemeClr val="accent3"/>
                          </a:solidFill>
                        </a:rPr>
                        <a:t>customer</a:t>
                      </a:r>
                      <a:r>
                        <a:rPr lang="fr-FR" sz="1200" dirty="0">
                          <a:solidFill>
                            <a:schemeClr val="accent3"/>
                          </a:solidFill>
                        </a:rPr>
                        <a:t> </a:t>
                      </a:r>
                      <a:r>
                        <a:rPr lang="fr-FR" sz="1200" dirty="0" err="1">
                          <a:solidFill>
                            <a:schemeClr val="accent3"/>
                          </a:solidFill>
                        </a:rPr>
                        <a:t>approval</a:t>
                      </a:r>
                      <a:r>
                        <a:rPr lang="fr-FR" sz="1200" dirty="0">
                          <a:solidFill>
                            <a:schemeClr val="accent3"/>
                          </a:solidFill>
                        </a:rPr>
                        <a:t> of </a:t>
                      </a:r>
                      <a:r>
                        <a:rPr lang="fr-FR" sz="1200" dirty="0" err="1">
                          <a:solidFill>
                            <a:schemeClr val="accent3"/>
                          </a:solidFill>
                        </a:rPr>
                        <a:t>quote</a:t>
                      </a:r>
                      <a:r>
                        <a:rPr lang="fr-FR" sz="1200" dirty="0">
                          <a:solidFill>
                            <a:schemeClr val="accent3"/>
                          </a:solidFill>
                        </a:rPr>
                        <a:t> </a:t>
                      </a:r>
                      <a:endParaRPr lang="en-US" sz="1200" dirty="0">
                        <a:solidFill>
                          <a:schemeClr val="accent3"/>
                        </a:solidFill>
                      </a:endParaRPr>
                    </a:p>
                  </a:txBody>
                  <a:tcPr marL="45720" marR="45720" anchor="ctr">
                    <a:solidFill>
                      <a:schemeClr val="tx1"/>
                    </a:solidFill>
                  </a:tcPr>
                </a:tc>
                <a:extLst>
                  <a:ext uri="{0D108BD9-81ED-4DB2-BD59-A6C34878D82A}">
                    <a16:rowId xmlns:a16="http://schemas.microsoft.com/office/drawing/2014/main" val="693198696"/>
                  </a:ext>
                </a:extLst>
              </a:tr>
              <a:tr h="721444">
                <a:tc>
                  <a:txBody>
                    <a:bodyPr/>
                    <a:lstStyle/>
                    <a:p>
                      <a:pPr marL="171450" indent="-171450">
                        <a:buFont typeface="Arial" panose="020B0604020202020204" pitchFamily="34" charset="0"/>
                        <a:buChar char="•"/>
                      </a:pPr>
                      <a:r>
                        <a:rPr lang="fr-FR" sz="1050" dirty="0">
                          <a:solidFill>
                            <a:schemeClr val="bg1"/>
                          </a:solidFill>
                        </a:rPr>
                        <a:t>For MVP, sales agent </a:t>
                      </a:r>
                      <a:r>
                        <a:rPr lang="fr-FR" sz="1050" dirty="0" err="1">
                          <a:solidFill>
                            <a:schemeClr val="bg1"/>
                          </a:solidFill>
                        </a:rPr>
                        <a:t>will</a:t>
                      </a:r>
                      <a:r>
                        <a:rPr lang="fr-FR" sz="1050" dirty="0">
                          <a:solidFill>
                            <a:schemeClr val="bg1"/>
                          </a:solidFill>
                        </a:rPr>
                        <a:t> capture </a:t>
                      </a:r>
                      <a:r>
                        <a:rPr lang="fr-FR" sz="1050" dirty="0" err="1">
                          <a:solidFill>
                            <a:schemeClr val="bg1"/>
                          </a:solidFill>
                        </a:rPr>
                        <a:t>manually</a:t>
                      </a:r>
                      <a:r>
                        <a:rPr lang="fr-FR" sz="1050" dirty="0">
                          <a:solidFill>
                            <a:schemeClr val="bg1"/>
                          </a:solidFill>
                        </a:rPr>
                        <a:t> </a:t>
                      </a:r>
                      <a:r>
                        <a:rPr lang="fr-FR" sz="1050" dirty="0" err="1">
                          <a:solidFill>
                            <a:schemeClr val="bg1"/>
                          </a:solidFill>
                        </a:rPr>
                        <a:t>customer</a:t>
                      </a:r>
                      <a:r>
                        <a:rPr lang="fr-FR" sz="1050" dirty="0">
                          <a:solidFill>
                            <a:schemeClr val="bg1"/>
                          </a:solidFill>
                        </a:rPr>
                        <a:t> </a:t>
                      </a:r>
                      <a:r>
                        <a:rPr lang="fr-FR" sz="1050" dirty="0" err="1">
                          <a:solidFill>
                            <a:schemeClr val="bg1"/>
                          </a:solidFill>
                        </a:rPr>
                        <a:t>approval</a:t>
                      </a:r>
                      <a:r>
                        <a:rPr lang="fr-FR" sz="1050" dirty="0">
                          <a:solidFill>
                            <a:schemeClr val="bg1"/>
                          </a:solidFill>
                        </a:rPr>
                        <a:t>. </a:t>
                      </a:r>
                    </a:p>
                    <a:p>
                      <a:pPr marL="171450" indent="-171450">
                        <a:buFont typeface="Arial" panose="020B0604020202020204" pitchFamily="34" charset="0"/>
                        <a:buChar char="•"/>
                      </a:pPr>
                      <a:r>
                        <a:rPr lang="fr-FR" sz="1050" dirty="0">
                          <a:solidFill>
                            <a:schemeClr val="bg1"/>
                          </a:solidFill>
                        </a:rPr>
                        <a:t>For MMP, </a:t>
                      </a:r>
                      <a:r>
                        <a:rPr lang="fr-FR" sz="1050" dirty="0" err="1">
                          <a:solidFill>
                            <a:schemeClr val="bg1"/>
                          </a:solidFill>
                        </a:rPr>
                        <a:t>customer</a:t>
                      </a:r>
                      <a:r>
                        <a:rPr lang="fr-FR" sz="1050" dirty="0">
                          <a:solidFill>
                            <a:schemeClr val="bg1"/>
                          </a:solidFill>
                        </a:rPr>
                        <a:t> </a:t>
                      </a:r>
                      <a:r>
                        <a:rPr lang="fr-FR" sz="1050" dirty="0" err="1">
                          <a:solidFill>
                            <a:schemeClr val="bg1"/>
                          </a:solidFill>
                        </a:rPr>
                        <a:t>approval</a:t>
                      </a:r>
                      <a:r>
                        <a:rPr lang="fr-FR" sz="1050" dirty="0">
                          <a:solidFill>
                            <a:schemeClr val="bg1"/>
                          </a:solidFill>
                        </a:rPr>
                        <a:t> capture </a:t>
                      </a:r>
                      <a:r>
                        <a:rPr lang="fr-FR" sz="1050" dirty="0" err="1">
                          <a:solidFill>
                            <a:schemeClr val="bg1"/>
                          </a:solidFill>
                        </a:rPr>
                        <a:t>should</a:t>
                      </a:r>
                      <a:r>
                        <a:rPr lang="fr-FR" sz="1050" dirty="0">
                          <a:solidFill>
                            <a:schemeClr val="bg1"/>
                          </a:solidFill>
                        </a:rPr>
                        <a:t> </a:t>
                      </a:r>
                      <a:r>
                        <a:rPr lang="fr-FR" sz="1050" dirty="0" err="1">
                          <a:solidFill>
                            <a:schemeClr val="bg1"/>
                          </a:solidFill>
                        </a:rPr>
                        <a:t>be</a:t>
                      </a:r>
                      <a:r>
                        <a:rPr lang="fr-FR" sz="1050" dirty="0">
                          <a:solidFill>
                            <a:schemeClr val="bg1"/>
                          </a:solidFill>
                        </a:rPr>
                        <a:t> </a:t>
                      </a:r>
                      <a:r>
                        <a:rPr lang="fr-FR" sz="1050" dirty="0" err="1">
                          <a:solidFill>
                            <a:schemeClr val="bg1"/>
                          </a:solidFill>
                        </a:rPr>
                        <a:t>automatic</a:t>
                      </a:r>
                      <a:r>
                        <a:rPr lang="fr-FR" sz="1050" dirty="0">
                          <a:solidFill>
                            <a:schemeClr val="bg1"/>
                          </a:solidFill>
                        </a:rPr>
                        <a:t>. </a:t>
                      </a:r>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5165">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75164337"/>
                  </a:ext>
                </a:extLst>
              </a:tr>
            </a:tbl>
          </a:graphicData>
        </a:graphic>
      </p:graphicFrame>
      <p:graphicFrame>
        <p:nvGraphicFramePr>
          <p:cNvPr id="28" name="Tableau 27">
            <a:extLst>
              <a:ext uri="{FF2B5EF4-FFF2-40B4-BE49-F238E27FC236}">
                <a16:creationId xmlns:a16="http://schemas.microsoft.com/office/drawing/2014/main" id="{0A4A1AD5-39A2-CE0A-2024-CFD16C557B8B}"/>
              </a:ext>
            </a:extLst>
          </p:cNvPr>
          <p:cNvGraphicFramePr>
            <a:graphicFrameLocks noGrp="1"/>
          </p:cNvGraphicFramePr>
          <p:nvPr/>
        </p:nvGraphicFramePr>
        <p:xfrm>
          <a:off x="3820471" y="5288964"/>
          <a:ext cx="3240115" cy="1260720"/>
        </p:xfrm>
        <a:graphic>
          <a:graphicData uri="http://schemas.openxmlformats.org/drawingml/2006/table">
            <a:tbl>
              <a:tblPr firstRow="1" bandRow="1">
                <a:tableStyleId>{5C22544A-7EE6-4342-B048-85BDC9FD1C3A}</a:tableStyleId>
              </a:tblPr>
              <a:tblGrid>
                <a:gridCol w="3240115">
                  <a:extLst>
                    <a:ext uri="{9D8B030D-6E8A-4147-A177-3AD203B41FA5}">
                      <a16:colId xmlns:a16="http://schemas.microsoft.com/office/drawing/2014/main" val="3214163808"/>
                    </a:ext>
                  </a:extLst>
                </a:gridCol>
              </a:tblGrid>
              <a:tr h="226800">
                <a:tc>
                  <a:txBody>
                    <a:bodyPr/>
                    <a:lstStyle/>
                    <a:p>
                      <a:pPr algn="ctr"/>
                      <a:r>
                        <a:rPr lang="fr-FR" sz="1200" dirty="0">
                          <a:solidFill>
                            <a:schemeClr val="accent3"/>
                          </a:solidFill>
                        </a:rPr>
                        <a:t>L3 - </a:t>
                      </a:r>
                      <a:r>
                        <a:rPr lang="fr-FR" sz="1200" dirty="0" err="1">
                          <a:solidFill>
                            <a:schemeClr val="accent3"/>
                          </a:solidFill>
                        </a:rPr>
                        <a:t>Request</a:t>
                      </a:r>
                      <a:r>
                        <a:rPr lang="fr-FR" sz="1200" dirty="0">
                          <a:solidFill>
                            <a:schemeClr val="accent3"/>
                          </a:solidFill>
                        </a:rPr>
                        <a:t> for </a:t>
                      </a:r>
                      <a:r>
                        <a:rPr lang="fr-FR" sz="1200" dirty="0" err="1">
                          <a:solidFill>
                            <a:schemeClr val="accent3"/>
                          </a:solidFill>
                        </a:rPr>
                        <a:t>contract</a:t>
                      </a:r>
                      <a:r>
                        <a:rPr lang="fr-FR" sz="1200" dirty="0">
                          <a:solidFill>
                            <a:schemeClr val="accent3"/>
                          </a:solidFill>
                        </a:rPr>
                        <a:t> </a:t>
                      </a:r>
                      <a:endParaRPr lang="en-US" sz="1200" dirty="0">
                        <a:solidFill>
                          <a:schemeClr val="accent3"/>
                        </a:solidFill>
                      </a:endParaRPr>
                    </a:p>
                  </a:txBody>
                  <a:tcPr marL="45720" marR="45720" anchor="ctr">
                    <a:solidFill>
                      <a:schemeClr val="tx1"/>
                    </a:solidFill>
                  </a:tcPr>
                </a:tc>
                <a:extLst>
                  <a:ext uri="{0D108BD9-81ED-4DB2-BD59-A6C34878D82A}">
                    <a16:rowId xmlns:a16="http://schemas.microsoft.com/office/drawing/2014/main" val="693198696"/>
                  </a:ext>
                </a:extLst>
              </a:tr>
              <a:tr h="720000">
                <a:tc>
                  <a:txBody>
                    <a:bodyPr/>
                    <a:lstStyle/>
                    <a:p>
                      <a:endParaRPr lang="en-US" sz="110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100" dirty="0">
                        <a:solidFill>
                          <a:schemeClr val="bg1"/>
                        </a:solidFill>
                      </a:endParaRPr>
                    </a:p>
                  </a:txBody>
                  <a:tcPr marL="45720" marR="45720">
                    <a:solidFill>
                      <a:schemeClr val="tx1"/>
                    </a:solidFill>
                  </a:tcPr>
                </a:tc>
                <a:extLst>
                  <a:ext uri="{0D108BD9-81ED-4DB2-BD59-A6C34878D82A}">
                    <a16:rowId xmlns:a16="http://schemas.microsoft.com/office/drawing/2014/main" val="932022559"/>
                  </a:ext>
                </a:extLst>
              </a:tr>
            </a:tbl>
          </a:graphicData>
        </a:graphic>
      </p:graphicFrame>
      <p:graphicFrame>
        <p:nvGraphicFramePr>
          <p:cNvPr id="29" name="Tableau 28">
            <a:extLst>
              <a:ext uri="{FF2B5EF4-FFF2-40B4-BE49-F238E27FC236}">
                <a16:creationId xmlns:a16="http://schemas.microsoft.com/office/drawing/2014/main" id="{3D3236B1-459B-55A7-8437-A569604E370C}"/>
              </a:ext>
            </a:extLst>
          </p:cNvPr>
          <p:cNvGraphicFramePr>
            <a:graphicFrameLocks noGrp="1"/>
          </p:cNvGraphicFramePr>
          <p:nvPr/>
        </p:nvGraphicFramePr>
        <p:xfrm>
          <a:off x="8040253" y="5320115"/>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a:solidFill>
                            <a:schemeClr val="accent6">
                              <a:lumMod val="60000"/>
                              <a:lumOff val="40000"/>
                            </a:schemeClr>
                          </a:solidFill>
                        </a:rPr>
                        <a:t>L3 - </a:t>
                      </a:r>
                      <a:r>
                        <a:rPr lang="fr-FR" sz="1200" dirty="0" err="1">
                          <a:solidFill>
                            <a:schemeClr val="accent6">
                              <a:lumMod val="60000"/>
                              <a:lumOff val="40000"/>
                            </a:schemeClr>
                          </a:solidFill>
                        </a:rPr>
                        <a:t>Convert</a:t>
                      </a:r>
                      <a:r>
                        <a:rPr lang="fr-FR" sz="1200" dirty="0">
                          <a:solidFill>
                            <a:schemeClr val="accent6">
                              <a:lumMod val="60000"/>
                              <a:lumOff val="40000"/>
                            </a:schemeClr>
                          </a:solidFill>
                        </a:rPr>
                        <a:t> </a:t>
                      </a:r>
                      <a:r>
                        <a:rPr lang="fr-FR" sz="1200" dirty="0" err="1">
                          <a:solidFill>
                            <a:schemeClr val="accent6">
                              <a:lumMod val="60000"/>
                              <a:lumOff val="40000"/>
                            </a:schemeClr>
                          </a:solidFill>
                        </a:rPr>
                        <a:t>Quote</a:t>
                      </a:r>
                      <a:r>
                        <a:rPr lang="fr-FR" sz="1200" dirty="0">
                          <a:solidFill>
                            <a:schemeClr val="accent6">
                              <a:lumMod val="60000"/>
                              <a:lumOff val="40000"/>
                            </a:schemeClr>
                          </a:solidFill>
                        </a:rPr>
                        <a:t> to </a:t>
                      </a:r>
                      <a:r>
                        <a:rPr lang="fr-FR" sz="1200" dirty="0" err="1">
                          <a:solidFill>
                            <a:schemeClr val="accent6">
                              <a:lumMod val="60000"/>
                              <a:lumOff val="40000"/>
                            </a:schemeClr>
                          </a:solidFill>
                        </a:rPr>
                        <a:t>order</a:t>
                      </a:r>
                      <a:r>
                        <a:rPr lang="fr-FR" sz="1200" dirty="0">
                          <a:solidFill>
                            <a:schemeClr val="accent6">
                              <a:lumMod val="60000"/>
                              <a:lumOff val="40000"/>
                            </a:schemeClr>
                          </a:solidFill>
                        </a:rPr>
                        <a:t> </a:t>
                      </a:r>
                      <a:endParaRPr lang="en-US" sz="1200" dirty="0">
                        <a:solidFill>
                          <a:schemeClr val="accent6">
                            <a:lumMod val="60000"/>
                            <a:lumOff val="40000"/>
                          </a:schemeClr>
                        </a:solidFill>
                      </a:endParaRPr>
                    </a:p>
                  </a:txBody>
                  <a:tcPr marL="45720" marR="45720" anchor="ctr">
                    <a:solidFill>
                      <a:schemeClr val="tx1"/>
                    </a:solidFill>
                  </a:tcPr>
                </a:tc>
                <a:extLst>
                  <a:ext uri="{0D108BD9-81ED-4DB2-BD59-A6C34878D82A}">
                    <a16:rowId xmlns:a16="http://schemas.microsoft.com/office/drawing/2014/main" val="693198696"/>
                  </a:ext>
                </a:extLst>
              </a:tr>
              <a:tr h="7200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3301283073"/>
                  </a:ext>
                </a:extLst>
              </a:tr>
            </a:tbl>
          </a:graphicData>
        </a:graphic>
      </p:graphicFrame>
      <p:pic>
        <p:nvPicPr>
          <p:cNvPr id="44" name="Graphique 43" descr="Internet avec un remplissage uni">
            <a:extLst>
              <a:ext uri="{FF2B5EF4-FFF2-40B4-BE49-F238E27FC236}">
                <a16:creationId xmlns:a16="http://schemas.microsoft.com/office/drawing/2014/main" id="{7B0DDF6D-9AA8-FF5D-238F-F2E20E7268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35381" y="696479"/>
            <a:ext cx="221319" cy="221319"/>
          </a:xfrm>
          <a:prstGeom prst="rect">
            <a:avLst/>
          </a:prstGeom>
        </p:spPr>
      </p:pic>
      <p:pic>
        <p:nvPicPr>
          <p:cNvPr id="49" name="Graphique 48" descr="Internet avec un remplissage uni">
            <a:extLst>
              <a:ext uri="{FF2B5EF4-FFF2-40B4-BE49-F238E27FC236}">
                <a16:creationId xmlns:a16="http://schemas.microsoft.com/office/drawing/2014/main" id="{A2611BCB-9D0C-C55D-29CB-B45F039A30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5303" y="696479"/>
            <a:ext cx="221319" cy="221319"/>
          </a:xfrm>
          <a:prstGeom prst="rect">
            <a:avLst/>
          </a:prstGeom>
        </p:spPr>
      </p:pic>
      <p:grpSp>
        <p:nvGrpSpPr>
          <p:cNvPr id="128" name="Groupe 127">
            <a:extLst>
              <a:ext uri="{FF2B5EF4-FFF2-40B4-BE49-F238E27FC236}">
                <a16:creationId xmlns:a16="http://schemas.microsoft.com/office/drawing/2014/main" id="{9FA6948F-56E5-6F7E-D42E-C0B8D87DC402}"/>
              </a:ext>
            </a:extLst>
          </p:cNvPr>
          <p:cNvGrpSpPr/>
          <p:nvPr/>
        </p:nvGrpSpPr>
        <p:grpSpPr>
          <a:xfrm>
            <a:off x="9461231" y="94836"/>
            <a:ext cx="2278441" cy="787973"/>
            <a:chOff x="9461231" y="94836"/>
            <a:chExt cx="2278441" cy="787973"/>
          </a:xfrm>
        </p:grpSpPr>
        <p:sp>
          <p:nvSpPr>
            <p:cNvPr id="51" name="ZoneTexte 50">
              <a:extLst>
                <a:ext uri="{FF2B5EF4-FFF2-40B4-BE49-F238E27FC236}">
                  <a16:creationId xmlns:a16="http://schemas.microsoft.com/office/drawing/2014/main" id="{126CDEEC-B02F-BA91-DD65-1B3E3D1F38DE}"/>
                </a:ext>
              </a:extLst>
            </p:cNvPr>
            <p:cNvSpPr txBox="1"/>
            <p:nvPr/>
          </p:nvSpPr>
          <p:spPr>
            <a:xfrm>
              <a:off x="9461231" y="94836"/>
              <a:ext cx="1065303" cy="787973"/>
            </a:xfrm>
            <a:prstGeom prst="rect">
              <a:avLst/>
            </a:prstGeom>
          </p:spPr>
          <p:txBody>
            <a:bodyPr wrap="square" lIns="0" tIns="0" rIns="0" bIns="0" rtlCol="0">
              <a:spAutoFit/>
            </a:bodyPr>
            <a:lstStyle/>
            <a:p>
              <a:pPr marL="0" marR="0" lvl="0" indent="0" algn="r" defTabSz="914400" rtl="0" eaLnBrk="1" fontAlgn="auto" latinLnBrk="0" hangingPunct="1">
                <a:lnSpc>
                  <a:spcPct val="2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Product Agnostic : </a:t>
              </a:r>
            </a:p>
            <a:p>
              <a:pPr marL="0" marR="0" lvl="0" indent="0" algn="r" defTabSz="914400" rtl="0" eaLnBrk="1" fontAlgn="auto" latinLnBrk="0" hangingPunct="1">
                <a:lnSpc>
                  <a:spcPct val="2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Scopeless :</a:t>
              </a:r>
              <a:r>
                <a:rPr kumimoji="0" lang="en-US" sz="900" b="0" i="0" u="none" strike="noStrike" kern="1200" cap="none" spc="0" normalizeH="0" baseline="0" noProof="0">
                  <a:ln>
                    <a:noFill/>
                  </a:ln>
                  <a:solidFill>
                    <a:srgbClr val="FFFFFF"/>
                  </a:solidFill>
                  <a:effectLst/>
                  <a:uLnTx/>
                  <a:uFillTx/>
                  <a:latin typeface="Helvetica 75 Bold"/>
                  <a:ea typeface="+mn-ea"/>
                  <a:cs typeface="+mn-cs"/>
                </a:rPr>
                <a:t> </a:t>
              </a:r>
            </a:p>
            <a:p>
              <a:pPr marL="0" marR="0" lvl="0" indent="0" algn="r" defTabSz="914400" rtl="0" eaLnBrk="1" fontAlgn="auto" latinLnBrk="0" hangingPunct="1">
                <a:lnSpc>
                  <a:spcPct val="2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Digital ready :</a:t>
              </a:r>
              <a:endParaRPr kumimoji="0" lang="en-US" sz="900" b="0" i="0" u="none" strike="noStrike" kern="1200" cap="none" spc="0" normalizeH="0" baseline="0" noProof="0">
                <a:ln>
                  <a:noFill/>
                </a:ln>
                <a:solidFill>
                  <a:srgbClr val="FFFFFF"/>
                </a:solidFill>
                <a:effectLst/>
                <a:uLnTx/>
                <a:uFillTx/>
                <a:latin typeface="Helvetica 75 Bold"/>
                <a:ea typeface="+mn-ea"/>
                <a:cs typeface="+mn-cs"/>
              </a:endParaRPr>
            </a:p>
          </p:txBody>
        </p:sp>
        <p:pic>
          <p:nvPicPr>
            <p:cNvPr id="42" name="Graphique 41" descr="Amélioration continue contour">
              <a:extLst>
                <a:ext uri="{FF2B5EF4-FFF2-40B4-BE49-F238E27FC236}">
                  <a16:creationId xmlns:a16="http://schemas.microsoft.com/office/drawing/2014/main" id="{9332051E-0C73-7319-8A5C-1D330A84E5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12549" y="147544"/>
              <a:ext cx="267795" cy="267795"/>
            </a:xfrm>
            <a:prstGeom prst="rect">
              <a:avLst/>
            </a:prstGeom>
          </p:spPr>
        </p:pic>
        <p:pic>
          <p:nvPicPr>
            <p:cNvPr id="43" name="Graphique 42" descr="Atome avec un remplissage uni">
              <a:extLst>
                <a:ext uri="{FF2B5EF4-FFF2-40B4-BE49-F238E27FC236}">
                  <a16:creationId xmlns:a16="http://schemas.microsoft.com/office/drawing/2014/main" id="{78A7B72C-467B-70A3-0A31-C40C08D8B2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35382" y="442538"/>
              <a:ext cx="221319" cy="221319"/>
            </a:xfrm>
            <a:prstGeom prst="rect">
              <a:avLst/>
            </a:prstGeom>
          </p:spPr>
        </p:pic>
        <p:pic>
          <p:nvPicPr>
            <p:cNvPr id="47" name="Graphique 46" descr="Amélioration continue contour">
              <a:extLst>
                <a:ext uri="{FF2B5EF4-FFF2-40B4-BE49-F238E27FC236}">
                  <a16:creationId xmlns:a16="http://schemas.microsoft.com/office/drawing/2014/main" id="{48F258AC-3E6A-E013-D81C-438794B258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40873" y="146204"/>
              <a:ext cx="270474" cy="270474"/>
            </a:xfrm>
            <a:prstGeom prst="rect">
              <a:avLst/>
            </a:prstGeom>
          </p:spPr>
        </p:pic>
        <p:pic>
          <p:nvPicPr>
            <p:cNvPr id="48" name="Graphique 47" descr="Atome avec un remplissage uni">
              <a:extLst>
                <a:ext uri="{FF2B5EF4-FFF2-40B4-BE49-F238E27FC236}">
                  <a16:creationId xmlns:a16="http://schemas.microsoft.com/office/drawing/2014/main" id="{5B34E11F-CEE5-09ED-FE58-FDB69081635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065303" y="442538"/>
              <a:ext cx="221319" cy="221319"/>
            </a:xfrm>
            <a:prstGeom prst="rect">
              <a:avLst/>
            </a:prstGeom>
          </p:spPr>
        </p:pic>
        <p:pic>
          <p:nvPicPr>
            <p:cNvPr id="50" name="Graphique 49" descr="Amélioration continue contour">
              <a:extLst>
                <a:ext uri="{FF2B5EF4-FFF2-40B4-BE49-F238E27FC236}">
                  <a16:creationId xmlns:a16="http://schemas.microsoft.com/office/drawing/2014/main" id="{20FFBEA1-5145-25B4-666D-2B721FA1166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71877" y="147544"/>
              <a:ext cx="267795" cy="267795"/>
            </a:xfrm>
            <a:prstGeom prst="rect">
              <a:avLst/>
            </a:prstGeom>
          </p:spPr>
        </p:pic>
        <p:pic>
          <p:nvPicPr>
            <p:cNvPr id="52" name="Graphique 51" descr="Atome avec un remplissage uni">
              <a:extLst>
                <a:ext uri="{FF2B5EF4-FFF2-40B4-BE49-F238E27FC236}">
                  <a16:creationId xmlns:a16="http://schemas.microsoft.com/office/drawing/2014/main" id="{2B444216-B5AB-697D-E3A5-2A491D758FB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495345" y="442538"/>
              <a:ext cx="221319" cy="221319"/>
            </a:xfrm>
            <a:prstGeom prst="rect">
              <a:avLst/>
            </a:prstGeom>
          </p:spPr>
        </p:pic>
      </p:grpSp>
      <p:pic>
        <p:nvPicPr>
          <p:cNvPr id="53" name="Graphique 52" descr="Internet avec un remplissage uni">
            <a:extLst>
              <a:ext uri="{FF2B5EF4-FFF2-40B4-BE49-F238E27FC236}">
                <a16:creationId xmlns:a16="http://schemas.microsoft.com/office/drawing/2014/main" id="{FEFAA187-79DB-4B7A-42F4-EA1047D4D9A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495345" y="696478"/>
            <a:ext cx="221319" cy="221319"/>
          </a:xfrm>
          <a:prstGeom prst="rect">
            <a:avLst/>
          </a:prstGeom>
        </p:spPr>
      </p:pic>
      <p:graphicFrame>
        <p:nvGraphicFramePr>
          <p:cNvPr id="58" name="Tableau 57">
            <a:extLst>
              <a:ext uri="{FF2B5EF4-FFF2-40B4-BE49-F238E27FC236}">
                <a16:creationId xmlns:a16="http://schemas.microsoft.com/office/drawing/2014/main" id="{14B73FFC-0D81-D71B-03B7-BC4F9EDDBEA1}"/>
              </a:ext>
            </a:extLst>
          </p:cNvPr>
          <p:cNvGraphicFramePr>
            <a:graphicFrameLocks noGrp="1"/>
          </p:cNvGraphicFramePr>
          <p:nvPr/>
        </p:nvGraphicFramePr>
        <p:xfrm>
          <a:off x="8040253" y="1402810"/>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a:solidFill>
                            <a:schemeClr val="accent4">
                              <a:lumMod val="90000"/>
                            </a:schemeClr>
                          </a:solidFill>
                        </a:rPr>
                        <a:t>L3 - Configure </a:t>
                      </a:r>
                      <a:r>
                        <a:rPr lang="fr-FR" sz="1200" dirty="0" err="1">
                          <a:solidFill>
                            <a:schemeClr val="accent4">
                              <a:lumMod val="90000"/>
                            </a:schemeClr>
                          </a:solidFill>
                        </a:rPr>
                        <a:t>product</a:t>
                      </a:r>
                      <a:r>
                        <a:rPr lang="fr-FR" sz="1200" dirty="0">
                          <a:solidFill>
                            <a:schemeClr val="accent4">
                              <a:lumMod val="90000"/>
                            </a:schemeClr>
                          </a:solidFill>
                        </a:rPr>
                        <a:t> and </a:t>
                      </a:r>
                      <a:r>
                        <a:rPr lang="fr-FR" sz="1200" dirty="0" err="1">
                          <a:solidFill>
                            <a:schemeClr val="accent4">
                              <a:lumMod val="90000"/>
                            </a:schemeClr>
                          </a:solidFill>
                        </a:rPr>
                        <a:t>view</a:t>
                      </a:r>
                      <a:r>
                        <a:rPr lang="fr-FR" sz="1200" dirty="0">
                          <a:solidFill>
                            <a:schemeClr val="accent4">
                              <a:lumMod val="90000"/>
                            </a:schemeClr>
                          </a:solidFill>
                        </a:rPr>
                        <a:t> </a:t>
                      </a:r>
                      <a:r>
                        <a:rPr lang="fr-FR" sz="1200" dirty="0" err="1">
                          <a:solidFill>
                            <a:schemeClr val="accent4">
                              <a:lumMod val="90000"/>
                            </a:schemeClr>
                          </a:solidFill>
                        </a:rPr>
                        <a:t>pricing</a:t>
                      </a:r>
                      <a:r>
                        <a:rPr lang="fr-FR" sz="1200" dirty="0">
                          <a:solidFill>
                            <a:schemeClr val="accent4">
                              <a:lumMod val="90000"/>
                            </a:schemeClr>
                          </a:solidFill>
                        </a:rPr>
                        <a:t> </a:t>
                      </a:r>
                      <a:endParaRPr lang="en-US" sz="1200" dirty="0">
                        <a:solidFill>
                          <a:schemeClr val="accent4">
                            <a:lumMod val="90000"/>
                          </a:schemeClr>
                        </a:solidFill>
                      </a:endParaRPr>
                    </a:p>
                  </a:txBody>
                  <a:tcPr marL="45720" marR="45720" anchor="ctr">
                    <a:solidFill>
                      <a:schemeClr val="tx1"/>
                    </a:solidFill>
                  </a:tcPr>
                </a:tc>
                <a:extLst>
                  <a:ext uri="{0D108BD9-81ED-4DB2-BD59-A6C34878D82A}">
                    <a16:rowId xmlns:a16="http://schemas.microsoft.com/office/drawing/2014/main" val="693198696"/>
                  </a:ext>
                </a:extLst>
              </a:tr>
              <a:tr h="7200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solidFill>
                      <a:schemeClr val="tx1"/>
                    </a:solidFill>
                  </a:tcPr>
                </a:tc>
                <a:extLst>
                  <a:ext uri="{0D108BD9-81ED-4DB2-BD59-A6C34878D82A}">
                    <a16:rowId xmlns:a16="http://schemas.microsoft.com/office/drawing/2014/main" val="172448837"/>
                  </a:ext>
                </a:extLst>
              </a:tr>
            </a:tbl>
          </a:graphicData>
        </a:graphic>
      </p:graphicFrame>
      <p:grpSp>
        <p:nvGrpSpPr>
          <p:cNvPr id="65" name="Groupe 64">
            <a:extLst>
              <a:ext uri="{FF2B5EF4-FFF2-40B4-BE49-F238E27FC236}">
                <a16:creationId xmlns:a16="http://schemas.microsoft.com/office/drawing/2014/main" id="{CEC9FEDF-339C-53E5-D59C-3C6C0F040A75}"/>
              </a:ext>
            </a:extLst>
          </p:cNvPr>
          <p:cNvGrpSpPr/>
          <p:nvPr/>
        </p:nvGrpSpPr>
        <p:grpSpPr>
          <a:xfrm>
            <a:off x="804102" y="2846407"/>
            <a:ext cx="1171931" cy="297521"/>
            <a:chOff x="12672758" y="2111071"/>
            <a:chExt cx="1432219" cy="396000"/>
          </a:xfrm>
        </p:grpSpPr>
        <p:pic>
          <p:nvPicPr>
            <p:cNvPr id="62" name="Graphique 61" descr="Amélioration continue contour">
              <a:extLst>
                <a:ext uri="{FF2B5EF4-FFF2-40B4-BE49-F238E27FC236}">
                  <a16:creationId xmlns:a16="http://schemas.microsoft.com/office/drawing/2014/main" id="{B185F344-5D10-A664-20A8-43BC59F55B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63" name="Graphique 62" descr="Internet avec un remplissage uni">
              <a:extLst>
                <a:ext uri="{FF2B5EF4-FFF2-40B4-BE49-F238E27FC236}">
                  <a16:creationId xmlns:a16="http://schemas.microsoft.com/office/drawing/2014/main" id="{37CE2CB1-3457-B7D1-A72E-D334D040E4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64" name="Graphique 63" descr="Atome avec un remplissage uni">
              <a:extLst>
                <a:ext uri="{FF2B5EF4-FFF2-40B4-BE49-F238E27FC236}">
                  <a16:creationId xmlns:a16="http://schemas.microsoft.com/office/drawing/2014/main" id="{A2E1BC10-8DC6-51F9-12BC-E684A5BCE0B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226868" y="2129071"/>
              <a:ext cx="360000" cy="360000"/>
            </a:xfrm>
            <a:prstGeom prst="rect">
              <a:avLst/>
            </a:prstGeom>
          </p:spPr>
        </p:pic>
      </p:grpSp>
      <p:grpSp>
        <p:nvGrpSpPr>
          <p:cNvPr id="84" name="Groupe 83">
            <a:extLst>
              <a:ext uri="{FF2B5EF4-FFF2-40B4-BE49-F238E27FC236}">
                <a16:creationId xmlns:a16="http://schemas.microsoft.com/office/drawing/2014/main" id="{F20B5DC7-E5F0-FC78-5499-CF33969DAC2C}"/>
              </a:ext>
            </a:extLst>
          </p:cNvPr>
          <p:cNvGrpSpPr/>
          <p:nvPr/>
        </p:nvGrpSpPr>
        <p:grpSpPr>
          <a:xfrm>
            <a:off x="5437268" y="2847716"/>
            <a:ext cx="1171931" cy="297521"/>
            <a:chOff x="12672758" y="2111071"/>
            <a:chExt cx="1432219" cy="396000"/>
          </a:xfrm>
        </p:grpSpPr>
        <p:pic>
          <p:nvPicPr>
            <p:cNvPr id="85" name="Graphique 84" descr="Amélioration continue contour">
              <a:extLst>
                <a:ext uri="{FF2B5EF4-FFF2-40B4-BE49-F238E27FC236}">
                  <a16:creationId xmlns:a16="http://schemas.microsoft.com/office/drawing/2014/main" id="{D2F92A57-39B8-A144-0BE9-958EBE10FFD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672758" y="2111071"/>
              <a:ext cx="396000" cy="396000"/>
            </a:xfrm>
            <a:prstGeom prst="rect">
              <a:avLst/>
            </a:prstGeom>
          </p:spPr>
        </p:pic>
        <p:pic>
          <p:nvPicPr>
            <p:cNvPr id="86" name="Graphique 85" descr="Internet avec un remplissage uni">
              <a:extLst>
                <a:ext uri="{FF2B5EF4-FFF2-40B4-BE49-F238E27FC236}">
                  <a16:creationId xmlns:a16="http://schemas.microsoft.com/office/drawing/2014/main" id="{4A2652F7-2C3F-71D0-9B0D-A366ADB777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87" name="Graphique 86" descr="Atome avec un remplissage uni">
              <a:extLst>
                <a:ext uri="{FF2B5EF4-FFF2-40B4-BE49-F238E27FC236}">
                  <a16:creationId xmlns:a16="http://schemas.microsoft.com/office/drawing/2014/main" id="{855272D8-17FD-FE28-93EC-C758D2C80D6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92" name="Groupe 91">
            <a:extLst>
              <a:ext uri="{FF2B5EF4-FFF2-40B4-BE49-F238E27FC236}">
                <a16:creationId xmlns:a16="http://schemas.microsoft.com/office/drawing/2014/main" id="{C7A74E86-7A6B-4609-EED7-8D7CFE35727C}"/>
              </a:ext>
            </a:extLst>
          </p:cNvPr>
          <p:cNvGrpSpPr/>
          <p:nvPr/>
        </p:nvGrpSpPr>
        <p:grpSpPr>
          <a:xfrm>
            <a:off x="9113722" y="2380439"/>
            <a:ext cx="1171931" cy="297521"/>
            <a:chOff x="12672758" y="2111071"/>
            <a:chExt cx="1432219" cy="396000"/>
          </a:xfrm>
        </p:grpSpPr>
        <p:pic>
          <p:nvPicPr>
            <p:cNvPr id="93" name="Graphique 92" descr="Amélioration continue contour">
              <a:extLst>
                <a:ext uri="{FF2B5EF4-FFF2-40B4-BE49-F238E27FC236}">
                  <a16:creationId xmlns:a16="http://schemas.microsoft.com/office/drawing/2014/main" id="{BE2CC482-F6E7-D75D-2946-7B130E40CB29}"/>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672758" y="2111071"/>
              <a:ext cx="396000" cy="396000"/>
            </a:xfrm>
            <a:prstGeom prst="rect">
              <a:avLst/>
            </a:prstGeom>
          </p:spPr>
        </p:pic>
        <p:pic>
          <p:nvPicPr>
            <p:cNvPr id="94" name="Graphique 93" descr="Internet avec un remplissage uni">
              <a:extLst>
                <a:ext uri="{FF2B5EF4-FFF2-40B4-BE49-F238E27FC236}">
                  <a16:creationId xmlns:a16="http://schemas.microsoft.com/office/drawing/2014/main" id="{592FF51A-EB04-F089-6BA6-810A3058BE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95" name="Graphique 94" descr="Atome avec un remplissage uni">
              <a:extLst>
                <a:ext uri="{FF2B5EF4-FFF2-40B4-BE49-F238E27FC236}">
                  <a16:creationId xmlns:a16="http://schemas.microsoft.com/office/drawing/2014/main" id="{38B32E51-3CE9-B550-C467-5C4CBA8DB6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16" name="Groupe 115">
            <a:extLst>
              <a:ext uri="{FF2B5EF4-FFF2-40B4-BE49-F238E27FC236}">
                <a16:creationId xmlns:a16="http://schemas.microsoft.com/office/drawing/2014/main" id="{55F71023-5C74-57B7-5120-6C17BD315E5E}"/>
              </a:ext>
            </a:extLst>
          </p:cNvPr>
          <p:cNvGrpSpPr/>
          <p:nvPr/>
        </p:nvGrpSpPr>
        <p:grpSpPr>
          <a:xfrm>
            <a:off x="3139515" y="4481613"/>
            <a:ext cx="1171931" cy="297521"/>
            <a:chOff x="12672758" y="2111071"/>
            <a:chExt cx="1432219" cy="396000"/>
          </a:xfrm>
        </p:grpSpPr>
        <p:pic>
          <p:nvPicPr>
            <p:cNvPr id="117" name="Graphique 116" descr="Amélioration continue contour">
              <a:extLst>
                <a:ext uri="{FF2B5EF4-FFF2-40B4-BE49-F238E27FC236}">
                  <a16:creationId xmlns:a16="http://schemas.microsoft.com/office/drawing/2014/main" id="{FAEE103B-FEA1-C391-2D6B-434238888E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18" name="Graphique 117" descr="Internet avec un remplissage uni">
              <a:extLst>
                <a:ext uri="{FF2B5EF4-FFF2-40B4-BE49-F238E27FC236}">
                  <a16:creationId xmlns:a16="http://schemas.microsoft.com/office/drawing/2014/main" id="{F1723494-6482-D59E-17BA-2D01BEA28E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19" name="Graphique 118" descr="Atome avec un remplissage uni">
              <a:extLst>
                <a:ext uri="{FF2B5EF4-FFF2-40B4-BE49-F238E27FC236}">
                  <a16:creationId xmlns:a16="http://schemas.microsoft.com/office/drawing/2014/main" id="{967DF75C-B152-AF0C-2043-4BB9A5723E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20" name="Groupe 119">
            <a:extLst>
              <a:ext uri="{FF2B5EF4-FFF2-40B4-BE49-F238E27FC236}">
                <a16:creationId xmlns:a16="http://schemas.microsoft.com/office/drawing/2014/main" id="{A69D4DE8-4F6E-93AE-64DF-03A9C318DEE9}"/>
              </a:ext>
            </a:extLst>
          </p:cNvPr>
          <p:cNvGrpSpPr/>
          <p:nvPr/>
        </p:nvGrpSpPr>
        <p:grpSpPr>
          <a:xfrm>
            <a:off x="5455643" y="4481613"/>
            <a:ext cx="1171931" cy="297521"/>
            <a:chOff x="12672758" y="2111071"/>
            <a:chExt cx="1432219" cy="396000"/>
          </a:xfrm>
        </p:grpSpPr>
        <p:pic>
          <p:nvPicPr>
            <p:cNvPr id="121" name="Graphique 120" descr="Amélioration continue contour">
              <a:extLst>
                <a:ext uri="{FF2B5EF4-FFF2-40B4-BE49-F238E27FC236}">
                  <a16:creationId xmlns:a16="http://schemas.microsoft.com/office/drawing/2014/main" id="{5EE35440-8944-4684-0457-C97A4C657E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22" name="Graphique 121" descr="Internet avec un remplissage uni">
              <a:extLst>
                <a:ext uri="{FF2B5EF4-FFF2-40B4-BE49-F238E27FC236}">
                  <a16:creationId xmlns:a16="http://schemas.microsoft.com/office/drawing/2014/main" id="{596687EB-12CD-F665-C21D-4CA9E87F30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23" name="Graphique 122" descr="Atome avec un remplissage uni">
              <a:extLst>
                <a:ext uri="{FF2B5EF4-FFF2-40B4-BE49-F238E27FC236}">
                  <a16:creationId xmlns:a16="http://schemas.microsoft.com/office/drawing/2014/main" id="{A14E99BF-E53A-D844-859D-57B4A827220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24" name="Groupe 123">
            <a:extLst>
              <a:ext uri="{FF2B5EF4-FFF2-40B4-BE49-F238E27FC236}">
                <a16:creationId xmlns:a16="http://schemas.microsoft.com/office/drawing/2014/main" id="{6218A89B-CA64-3F02-43E9-AA0850E1BC31}"/>
              </a:ext>
            </a:extLst>
          </p:cNvPr>
          <p:cNvGrpSpPr/>
          <p:nvPr/>
        </p:nvGrpSpPr>
        <p:grpSpPr>
          <a:xfrm>
            <a:off x="9126948" y="4435367"/>
            <a:ext cx="1171931" cy="297521"/>
            <a:chOff x="12672758" y="2111071"/>
            <a:chExt cx="1432219" cy="396000"/>
          </a:xfrm>
        </p:grpSpPr>
        <p:pic>
          <p:nvPicPr>
            <p:cNvPr id="125" name="Graphique 124" descr="Amélioration continue contour">
              <a:extLst>
                <a:ext uri="{FF2B5EF4-FFF2-40B4-BE49-F238E27FC236}">
                  <a16:creationId xmlns:a16="http://schemas.microsoft.com/office/drawing/2014/main" id="{A603774D-20D5-4D6C-49A2-7DF921D60AA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672758" y="2111071"/>
              <a:ext cx="396000" cy="396000"/>
            </a:xfrm>
            <a:prstGeom prst="rect">
              <a:avLst/>
            </a:prstGeom>
          </p:spPr>
        </p:pic>
        <p:pic>
          <p:nvPicPr>
            <p:cNvPr id="126" name="Graphique 125" descr="Internet avec un remplissage uni">
              <a:extLst>
                <a:ext uri="{FF2B5EF4-FFF2-40B4-BE49-F238E27FC236}">
                  <a16:creationId xmlns:a16="http://schemas.microsoft.com/office/drawing/2014/main" id="{BF53CC92-DAAF-8007-86A8-006C32FDBB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27" name="Graphique 126" descr="Atome avec un remplissage uni">
              <a:extLst>
                <a:ext uri="{FF2B5EF4-FFF2-40B4-BE49-F238E27FC236}">
                  <a16:creationId xmlns:a16="http://schemas.microsoft.com/office/drawing/2014/main" id="{51A17FFF-7948-9B45-B3F5-D584694A30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aphicFrame>
        <p:nvGraphicFramePr>
          <p:cNvPr id="133" name="Tableau 132">
            <a:extLst>
              <a:ext uri="{FF2B5EF4-FFF2-40B4-BE49-F238E27FC236}">
                <a16:creationId xmlns:a16="http://schemas.microsoft.com/office/drawing/2014/main" id="{001881B5-F4EF-2D0C-4B7B-1A8501B742AE}"/>
              </a:ext>
            </a:extLst>
          </p:cNvPr>
          <p:cNvGraphicFramePr>
            <a:graphicFrameLocks noGrp="1"/>
          </p:cNvGraphicFramePr>
          <p:nvPr/>
        </p:nvGraphicFramePr>
        <p:xfrm>
          <a:off x="2646516" y="1327013"/>
          <a:ext cx="2120305" cy="1801283"/>
        </p:xfrm>
        <a:graphic>
          <a:graphicData uri="http://schemas.openxmlformats.org/drawingml/2006/table">
            <a:tbl>
              <a:tblPr firstRow="1" bandRow="1">
                <a:tableStyleId>{073A0DAA-6AF3-43AB-8588-CEC1D06C72B9}</a:tableStyleId>
              </a:tblPr>
              <a:tblGrid>
                <a:gridCol w="2120305">
                  <a:extLst>
                    <a:ext uri="{9D8B030D-6E8A-4147-A177-3AD203B41FA5}">
                      <a16:colId xmlns:a16="http://schemas.microsoft.com/office/drawing/2014/main" val="3214163808"/>
                    </a:ext>
                  </a:extLst>
                </a:gridCol>
              </a:tblGrid>
              <a:tr h="274883">
                <a:tc>
                  <a:txBody>
                    <a:bodyPr/>
                    <a:lstStyle/>
                    <a:p>
                      <a:pPr algn="ctr"/>
                      <a:r>
                        <a:rPr lang="fr-FR" sz="1200" dirty="0">
                          <a:solidFill>
                            <a:schemeClr val="bg2"/>
                          </a:solidFill>
                        </a:rPr>
                        <a:t>L3 - </a:t>
                      </a:r>
                      <a:r>
                        <a:rPr lang="fr-FR" sz="1200" dirty="0" err="1">
                          <a:solidFill>
                            <a:schemeClr val="bg2"/>
                          </a:solidFill>
                        </a:rPr>
                        <a:t>Quote</a:t>
                      </a:r>
                      <a:r>
                        <a:rPr lang="fr-FR" sz="1200" dirty="0">
                          <a:solidFill>
                            <a:schemeClr val="bg2"/>
                          </a:solidFill>
                        </a:rPr>
                        <a:t> state model</a:t>
                      </a:r>
                    </a:p>
                  </a:txBody>
                  <a:tcPr marL="45720" marR="45720" anchor="ctr">
                    <a:solidFill>
                      <a:schemeClr val="tx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endParaRPr lang="en-US" sz="1050" dirty="0">
                        <a:solidFill>
                          <a:schemeClr val="bg1"/>
                        </a:solidFill>
                      </a:endParaRPr>
                    </a:p>
                    <a:p>
                      <a:pPr marL="171450" indent="-171450">
                        <a:buFont typeface="Arial" panose="020B0604020202020204" pitchFamily="34" charset="0"/>
                        <a:buChar char="•"/>
                      </a:pPr>
                      <a:r>
                        <a:rPr lang="en-US" sz="1050" dirty="0">
                          <a:solidFill>
                            <a:schemeClr val="bg1"/>
                          </a:solidFill>
                        </a:rPr>
                        <a:t>CTIO requirement for MVP. </a:t>
                      </a:r>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solidFill>
                      <a:schemeClr val="tx1"/>
                    </a:solidFill>
                  </a:tcPr>
                </a:tc>
                <a:extLst>
                  <a:ext uri="{0D108BD9-81ED-4DB2-BD59-A6C34878D82A}">
                    <a16:rowId xmlns:a16="http://schemas.microsoft.com/office/drawing/2014/main" val="615282381"/>
                  </a:ext>
                </a:extLst>
              </a:tr>
            </a:tbl>
          </a:graphicData>
        </a:graphic>
      </p:graphicFrame>
      <p:graphicFrame>
        <p:nvGraphicFramePr>
          <p:cNvPr id="132" name="Tableau 131">
            <a:extLst>
              <a:ext uri="{FF2B5EF4-FFF2-40B4-BE49-F238E27FC236}">
                <a16:creationId xmlns:a16="http://schemas.microsoft.com/office/drawing/2014/main" id="{8E374717-C38C-25C1-0C2F-2C86D9A5FAA2}"/>
              </a:ext>
            </a:extLst>
          </p:cNvPr>
          <p:cNvGraphicFramePr>
            <a:graphicFrameLocks noGrp="1"/>
          </p:cNvGraphicFramePr>
          <p:nvPr/>
        </p:nvGraphicFramePr>
        <p:xfrm>
          <a:off x="315107" y="3233283"/>
          <a:ext cx="2208492" cy="1533600"/>
        </p:xfrm>
        <a:graphic>
          <a:graphicData uri="http://schemas.openxmlformats.org/drawingml/2006/table">
            <a:tbl>
              <a:tblPr firstRow="1" bandRow="1">
                <a:tableStyleId>{073A0DAA-6AF3-43AB-8588-CEC1D06C72B9}</a:tableStyleId>
              </a:tblPr>
              <a:tblGrid>
                <a:gridCol w="2208492">
                  <a:extLst>
                    <a:ext uri="{9D8B030D-6E8A-4147-A177-3AD203B41FA5}">
                      <a16:colId xmlns:a16="http://schemas.microsoft.com/office/drawing/2014/main" val="3214163808"/>
                    </a:ext>
                  </a:extLst>
                </a:gridCol>
              </a:tblGrid>
              <a:tr h="367200">
                <a:tc>
                  <a:txBody>
                    <a:bodyPr/>
                    <a:lstStyle/>
                    <a:p>
                      <a:pPr algn="ctr"/>
                      <a:r>
                        <a:rPr lang="fr-FR" sz="1200" dirty="0">
                          <a:solidFill>
                            <a:schemeClr val="bg2"/>
                          </a:solidFill>
                        </a:rPr>
                        <a:t>L3 - </a:t>
                      </a:r>
                      <a:r>
                        <a:rPr lang="fr-FR" sz="1200" dirty="0" err="1">
                          <a:solidFill>
                            <a:schemeClr val="bg2"/>
                          </a:solidFill>
                        </a:rPr>
                        <a:t>Retrieve</a:t>
                      </a:r>
                      <a:r>
                        <a:rPr lang="fr-FR" sz="1200" dirty="0">
                          <a:solidFill>
                            <a:schemeClr val="bg2"/>
                          </a:solidFill>
                        </a:rPr>
                        <a:t> </a:t>
                      </a:r>
                      <a:r>
                        <a:rPr lang="fr-FR" sz="1200" dirty="0" err="1">
                          <a:solidFill>
                            <a:schemeClr val="bg2"/>
                          </a:solidFill>
                        </a:rPr>
                        <a:t>eligible</a:t>
                      </a:r>
                      <a:r>
                        <a:rPr lang="fr-FR" sz="1200" dirty="0">
                          <a:solidFill>
                            <a:schemeClr val="bg2"/>
                          </a:solidFill>
                        </a:rPr>
                        <a:t> </a:t>
                      </a:r>
                      <a:r>
                        <a:rPr lang="fr-FR" sz="1200" dirty="0" err="1">
                          <a:solidFill>
                            <a:schemeClr val="bg2"/>
                          </a:solidFill>
                        </a:rPr>
                        <a:t>product</a:t>
                      </a:r>
                      <a:endParaRPr lang="fr-FR" sz="1200" dirty="0">
                        <a:solidFill>
                          <a:schemeClr val="bg2"/>
                        </a:solidFill>
                      </a:endParaRPr>
                    </a:p>
                  </a:txBody>
                  <a:tcPr marL="45720" marR="45720" anchor="ctr">
                    <a:solidFill>
                      <a:schemeClr val="tx1"/>
                    </a:solidFill>
                  </a:tcPr>
                </a:tc>
                <a:extLst>
                  <a:ext uri="{0D108BD9-81ED-4DB2-BD59-A6C34878D82A}">
                    <a16:rowId xmlns:a16="http://schemas.microsoft.com/office/drawing/2014/main" val="693198696"/>
                  </a:ext>
                </a:extLst>
              </a:tr>
              <a:tr h="900000">
                <a:tc>
                  <a:txBody>
                    <a:bodyPr/>
                    <a:lstStyle/>
                    <a:p>
                      <a:endParaRPr lang="en-US" sz="1050" dirty="0"/>
                    </a:p>
                  </a:txBody>
                  <a:tcPr marL="45720" marR="45720">
                    <a:solidFill>
                      <a:schemeClr val="tx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solidFill>
                      <a:schemeClr val="tx1"/>
                    </a:solidFill>
                  </a:tcPr>
                </a:tc>
                <a:extLst>
                  <a:ext uri="{0D108BD9-81ED-4DB2-BD59-A6C34878D82A}">
                    <a16:rowId xmlns:a16="http://schemas.microsoft.com/office/drawing/2014/main" val="615282381"/>
                  </a:ext>
                </a:extLst>
              </a:tr>
            </a:tbl>
          </a:graphicData>
        </a:graphic>
      </p:graphicFrame>
      <p:sp>
        <p:nvSpPr>
          <p:cNvPr id="130" name="ZoneTexte 129">
            <a:extLst>
              <a:ext uri="{FF2B5EF4-FFF2-40B4-BE49-F238E27FC236}">
                <a16:creationId xmlns:a16="http://schemas.microsoft.com/office/drawing/2014/main" id="{D5232FD9-C694-47EB-EFC5-F03D2EDD313F}"/>
              </a:ext>
            </a:extLst>
          </p:cNvPr>
          <p:cNvSpPr txBox="1"/>
          <p:nvPr/>
        </p:nvSpPr>
        <p:spPr>
          <a:xfrm>
            <a:off x="5355476" y="5060066"/>
            <a:ext cx="183702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0000"/>
                </a:solidFill>
                <a:effectLst/>
                <a:uLnTx/>
                <a:uFillTx/>
                <a:latin typeface="Helvetica 75 Bold"/>
                <a:ea typeface="+mn-ea"/>
                <a:cs typeface="+mn-cs"/>
              </a:rPr>
              <a:t>D</a:t>
            </a:r>
            <a:r>
              <a:rPr kumimoji="0" lang="en-US" sz="1200" b="1" i="0" u="none" strike="noStrike" kern="1200" cap="none" spc="0" normalizeH="0" baseline="0" noProof="0" dirty="0" err="1">
                <a:ln>
                  <a:noFill/>
                </a:ln>
                <a:solidFill>
                  <a:srgbClr val="FF0000"/>
                </a:solidFill>
                <a:effectLst/>
                <a:uLnTx/>
                <a:uFillTx/>
                <a:latin typeface="Helvetica 75 Bold"/>
                <a:ea typeface="+mn-ea"/>
                <a:cs typeface="+mn-cs"/>
              </a:rPr>
              <a:t>efined</a:t>
            </a:r>
            <a:r>
              <a:rPr kumimoji="0" lang="en-US" sz="1200" b="1" i="0" u="none" strike="noStrike" kern="1200" cap="none" spc="0" normalizeH="0" baseline="0" noProof="0" dirty="0">
                <a:ln>
                  <a:noFill/>
                </a:ln>
                <a:solidFill>
                  <a:srgbClr val="FF0000"/>
                </a:solidFill>
                <a:effectLst/>
                <a:uLnTx/>
                <a:uFillTx/>
                <a:latin typeface="Helvetica 75 Bold"/>
                <a:ea typeface="+mn-ea"/>
                <a:cs typeface="+mn-cs"/>
              </a:rPr>
              <a:t> in Iteration 3</a:t>
            </a:r>
          </a:p>
        </p:txBody>
      </p:sp>
      <p:sp>
        <p:nvSpPr>
          <p:cNvPr id="131" name="ZoneTexte 130">
            <a:extLst>
              <a:ext uri="{FF2B5EF4-FFF2-40B4-BE49-F238E27FC236}">
                <a16:creationId xmlns:a16="http://schemas.microsoft.com/office/drawing/2014/main" id="{2B6F7DB7-4162-FAEC-640A-80162AF1D878}"/>
              </a:ext>
            </a:extLst>
          </p:cNvPr>
          <p:cNvSpPr txBox="1"/>
          <p:nvPr/>
        </p:nvSpPr>
        <p:spPr>
          <a:xfrm>
            <a:off x="10199621" y="5050827"/>
            <a:ext cx="183702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0000"/>
                </a:solidFill>
                <a:effectLst/>
                <a:uLnTx/>
                <a:uFillTx/>
                <a:latin typeface="Helvetica 75 Bold"/>
                <a:ea typeface="+mn-ea"/>
                <a:cs typeface="+mn-cs"/>
              </a:rPr>
              <a:t>D</a:t>
            </a:r>
            <a:r>
              <a:rPr kumimoji="0" lang="en-US" sz="1200" b="1" i="0" u="none" strike="noStrike" kern="1200" cap="none" spc="0" normalizeH="0" baseline="0" noProof="0" dirty="0" err="1">
                <a:ln>
                  <a:noFill/>
                </a:ln>
                <a:solidFill>
                  <a:srgbClr val="FF0000"/>
                </a:solidFill>
                <a:effectLst/>
                <a:uLnTx/>
                <a:uFillTx/>
                <a:latin typeface="Helvetica 75 Bold"/>
                <a:ea typeface="+mn-ea"/>
                <a:cs typeface="+mn-cs"/>
              </a:rPr>
              <a:t>efined</a:t>
            </a:r>
            <a:r>
              <a:rPr kumimoji="0" lang="en-US" sz="1200" b="1" i="0" u="none" strike="noStrike" kern="1200" cap="none" spc="0" normalizeH="0" baseline="0" noProof="0" dirty="0">
                <a:ln>
                  <a:noFill/>
                </a:ln>
                <a:solidFill>
                  <a:srgbClr val="FF0000"/>
                </a:solidFill>
                <a:effectLst/>
                <a:uLnTx/>
                <a:uFillTx/>
                <a:latin typeface="Helvetica 75 Bold"/>
                <a:ea typeface="+mn-ea"/>
                <a:cs typeface="+mn-cs"/>
              </a:rPr>
              <a:t> in Iteration 3</a:t>
            </a:r>
          </a:p>
        </p:txBody>
      </p:sp>
      <p:grpSp>
        <p:nvGrpSpPr>
          <p:cNvPr id="67" name="Groupe 66">
            <a:extLst>
              <a:ext uri="{FF2B5EF4-FFF2-40B4-BE49-F238E27FC236}">
                <a16:creationId xmlns:a16="http://schemas.microsoft.com/office/drawing/2014/main" id="{432F0CDF-758D-029D-E10E-9C954DAC81EB}"/>
              </a:ext>
            </a:extLst>
          </p:cNvPr>
          <p:cNvGrpSpPr/>
          <p:nvPr/>
        </p:nvGrpSpPr>
        <p:grpSpPr>
          <a:xfrm>
            <a:off x="3120685" y="2844273"/>
            <a:ext cx="1171931" cy="297521"/>
            <a:chOff x="12672758" y="2111071"/>
            <a:chExt cx="1432219" cy="396000"/>
          </a:xfrm>
        </p:grpSpPr>
        <p:pic>
          <p:nvPicPr>
            <p:cNvPr id="73" name="Graphique 72" descr="Amélioration continue contour">
              <a:extLst>
                <a:ext uri="{FF2B5EF4-FFF2-40B4-BE49-F238E27FC236}">
                  <a16:creationId xmlns:a16="http://schemas.microsoft.com/office/drawing/2014/main" id="{F90B499E-6390-05DD-DCC7-8CF2EDD831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74" name="Graphique 73" descr="Internet avec un remplissage uni">
              <a:extLst>
                <a:ext uri="{FF2B5EF4-FFF2-40B4-BE49-F238E27FC236}">
                  <a16:creationId xmlns:a16="http://schemas.microsoft.com/office/drawing/2014/main" id="{8CC9EC99-1499-A8F5-D8AF-4255CBB3E8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75" name="Graphique 74" descr="Atome avec un remplissage uni">
              <a:extLst>
                <a:ext uri="{FF2B5EF4-FFF2-40B4-BE49-F238E27FC236}">
                  <a16:creationId xmlns:a16="http://schemas.microsoft.com/office/drawing/2014/main" id="{4A762C67-A6FE-FAF4-1BD8-17EFEBC091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12" name="Groupe 111">
            <a:extLst>
              <a:ext uri="{FF2B5EF4-FFF2-40B4-BE49-F238E27FC236}">
                <a16:creationId xmlns:a16="http://schemas.microsoft.com/office/drawing/2014/main" id="{C36777F1-70CC-E8EC-89BC-2AE543C01D00}"/>
              </a:ext>
            </a:extLst>
          </p:cNvPr>
          <p:cNvGrpSpPr/>
          <p:nvPr/>
        </p:nvGrpSpPr>
        <p:grpSpPr>
          <a:xfrm>
            <a:off x="828808" y="4481613"/>
            <a:ext cx="1171931" cy="297521"/>
            <a:chOff x="12672758" y="2111071"/>
            <a:chExt cx="1432219" cy="396000"/>
          </a:xfrm>
        </p:grpSpPr>
        <p:pic>
          <p:nvPicPr>
            <p:cNvPr id="113" name="Graphique 112" descr="Amélioration continue contour">
              <a:extLst>
                <a:ext uri="{FF2B5EF4-FFF2-40B4-BE49-F238E27FC236}">
                  <a16:creationId xmlns:a16="http://schemas.microsoft.com/office/drawing/2014/main" id="{B8C164BD-DB58-554D-9FD3-9BF81599B4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14" name="Graphique 113" descr="Internet avec un remplissage uni">
              <a:extLst>
                <a:ext uri="{FF2B5EF4-FFF2-40B4-BE49-F238E27FC236}">
                  <a16:creationId xmlns:a16="http://schemas.microsoft.com/office/drawing/2014/main" id="{7E36FC29-76B5-20A3-5B72-E71DBBE3DC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15" name="Graphique 114" descr="Atome avec un remplissage uni">
              <a:extLst>
                <a:ext uri="{FF2B5EF4-FFF2-40B4-BE49-F238E27FC236}">
                  <a16:creationId xmlns:a16="http://schemas.microsoft.com/office/drawing/2014/main" id="{568BB90E-AF14-69A7-F0C9-ACFA2BC420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spTree>
    <p:extLst>
      <p:ext uri="{BB962C8B-B14F-4D97-AF65-F5344CB8AC3E}">
        <p14:creationId xmlns:p14="http://schemas.microsoft.com/office/powerpoint/2010/main" val="4253805574"/>
      </p:ext>
    </p:extLst>
  </p:cSld>
  <p:clrMapOvr>
    <a:masterClrMapping/>
  </p:clrMapOvr>
  <p:transition spd="med">
    <p:fade/>
  </p:transition>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D373CB-129E-2B66-7044-AF30C8927F13}"/>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FF451591-F82F-7AAF-5F74-89527AACB3D5}"/>
              </a:ext>
            </a:extLst>
          </p:cNvPr>
          <p:cNvSpPr/>
          <p:nvPr/>
        </p:nvSpPr>
        <p:spPr>
          <a:xfrm>
            <a:off x="7447027" y="1067684"/>
            <a:ext cx="4505360" cy="1702056"/>
          </a:xfrm>
          <a:prstGeom prst="rect">
            <a:avLst/>
          </a:prstGeom>
          <a:solidFill>
            <a:schemeClr val="accent4">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dirty="0" err="1">
                <a:solidFill>
                  <a:srgbClr val="000000"/>
                </a:solidFill>
              </a:rPr>
              <a:t>Quote</a:t>
            </a:r>
            <a:r>
              <a:rPr lang="fr-FR" sz="1200" b="1" dirty="0">
                <a:solidFill>
                  <a:srgbClr val="000000"/>
                </a:solidFill>
              </a:rPr>
              <a:t> </a:t>
            </a:r>
            <a:r>
              <a:rPr lang="fr-FR" sz="1200" b="1" dirty="0" err="1">
                <a:solidFill>
                  <a:srgbClr val="000000"/>
                </a:solidFill>
              </a:rPr>
              <a:t>offer</a:t>
            </a:r>
            <a:r>
              <a:rPr lang="fr-FR" sz="1200" b="1" dirty="0">
                <a:solidFill>
                  <a:srgbClr val="000000"/>
                </a:solidFill>
              </a:rPr>
              <a:t> </a:t>
            </a:r>
            <a:r>
              <a:rPr lang="fr-FR" sz="1200" b="1" dirty="0" err="1">
                <a:solidFill>
                  <a:srgbClr val="000000"/>
                </a:solidFill>
              </a:rPr>
              <a:t>pricing</a:t>
            </a:r>
            <a:r>
              <a:rPr lang="fr-FR" sz="1200" b="1" dirty="0">
                <a:solidFill>
                  <a:srgbClr val="000000"/>
                </a:solidFill>
              </a:rPr>
              <a:t>  </a:t>
            </a:r>
            <a:endParaRPr lang="en-US" sz="1200" b="1" dirty="0">
              <a:solidFill>
                <a:srgbClr val="000000"/>
              </a:solidFill>
            </a:endParaRPr>
          </a:p>
        </p:txBody>
      </p:sp>
      <p:sp>
        <p:nvSpPr>
          <p:cNvPr id="36" name="Rectangle 35">
            <a:extLst>
              <a:ext uri="{FF2B5EF4-FFF2-40B4-BE49-F238E27FC236}">
                <a16:creationId xmlns:a16="http://schemas.microsoft.com/office/drawing/2014/main" id="{66600D0E-19C0-0160-2016-1B5CAB32152E}"/>
              </a:ext>
            </a:extLst>
          </p:cNvPr>
          <p:cNvSpPr/>
          <p:nvPr/>
        </p:nvSpPr>
        <p:spPr>
          <a:xfrm>
            <a:off x="221639" y="5028684"/>
            <a:ext cx="6945428" cy="157653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dirty="0" err="1">
                <a:solidFill>
                  <a:srgbClr val="000000"/>
                </a:solidFill>
              </a:rPr>
              <a:t>Quote</a:t>
            </a:r>
            <a:r>
              <a:rPr lang="fr-FR" sz="1200" b="1" dirty="0">
                <a:solidFill>
                  <a:srgbClr val="000000"/>
                </a:solidFill>
              </a:rPr>
              <a:t> </a:t>
            </a:r>
            <a:r>
              <a:rPr lang="fr-FR" sz="1200" b="1" dirty="0" err="1">
                <a:solidFill>
                  <a:srgbClr val="000000"/>
                </a:solidFill>
              </a:rPr>
              <a:t>offer</a:t>
            </a:r>
            <a:r>
              <a:rPr lang="fr-FR" sz="1200" b="1" dirty="0">
                <a:solidFill>
                  <a:srgbClr val="000000"/>
                </a:solidFill>
              </a:rPr>
              <a:t> </a:t>
            </a:r>
            <a:r>
              <a:rPr lang="fr-FR" sz="1200" b="1" dirty="0" err="1">
                <a:solidFill>
                  <a:srgbClr val="000000"/>
                </a:solidFill>
              </a:rPr>
              <a:t>customer</a:t>
            </a:r>
            <a:r>
              <a:rPr lang="fr-FR" sz="1200" b="1" dirty="0">
                <a:solidFill>
                  <a:srgbClr val="000000"/>
                </a:solidFill>
              </a:rPr>
              <a:t> </a:t>
            </a:r>
            <a:r>
              <a:rPr lang="fr-FR" sz="1200" b="1" dirty="0" err="1">
                <a:solidFill>
                  <a:srgbClr val="000000"/>
                </a:solidFill>
              </a:rPr>
              <a:t>approval</a:t>
            </a:r>
            <a:r>
              <a:rPr lang="fr-FR" sz="1200" b="1" dirty="0">
                <a:solidFill>
                  <a:srgbClr val="000000"/>
                </a:solidFill>
              </a:rPr>
              <a:t>   </a:t>
            </a:r>
            <a:endParaRPr lang="en-US" sz="1200" b="1" dirty="0">
              <a:solidFill>
                <a:srgbClr val="000000"/>
              </a:solidFill>
            </a:endParaRPr>
          </a:p>
        </p:txBody>
      </p:sp>
      <p:sp>
        <p:nvSpPr>
          <p:cNvPr id="37" name="Rectangle 36">
            <a:extLst>
              <a:ext uri="{FF2B5EF4-FFF2-40B4-BE49-F238E27FC236}">
                <a16:creationId xmlns:a16="http://schemas.microsoft.com/office/drawing/2014/main" id="{819E5DC8-15A4-004E-29C3-193F632C26C9}"/>
              </a:ext>
            </a:extLst>
          </p:cNvPr>
          <p:cNvSpPr/>
          <p:nvPr/>
        </p:nvSpPr>
        <p:spPr>
          <a:xfrm>
            <a:off x="7443348" y="3118229"/>
            <a:ext cx="4499999" cy="170205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dirty="0" err="1">
                <a:solidFill>
                  <a:srgbClr val="000000"/>
                </a:solidFill>
              </a:rPr>
              <a:t>Quote</a:t>
            </a:r>
            <a:r>
              <a:rPr lang="fr-FR" sz="1200" b="1" dirty="0">
                <a:solidFill>
                  <a:srgbClr val="000000"/>
                </a:solidFill>
              </a:rPr>
              <a:t> </a:t>
            </a:r>
            <a:r>
              <a:rPr lang="fr-FR" sz="1200" b="1" dirty="0" err="1">
                <a:solidFill>
                  <a:srgbClr val="000000"/>
                </a:solidFill>
              </a:rPr>
              <a:t>offer</a:t>
            </a:r>
            <a:r>
              <a:rPr lang="fr-FR" sz="1200" b="1" dirty="0">
                <a:solidFill>
                  <a:srgbClr val="000000"/>
                </a:solidFill>
              </a:rPr>
              <a:t> </a:t>
            </a:r>
            <a:r>
              <a:rPr lang="fr-FR" sz="1200" b="1" dirty="0" err="1">
                <a:solidFill>
                  <a:srgbClr val="000000"/>
                </a:solidFill>
              </a:rPr>
              <a:t>eligibility</a:t>
            </a:r>
            <a:r>
              <a:rPr lang="fr-FR" sz="1200" b="1" dirty="0">
                <a:solidFill>
                  <a:srgbClr val="000000"/>
                </a:solidFill>
              </a:rPr>
              <a:t> </a:t>
            </a:r>
            <a:endParaRPr lang="en-US" sz="1200" b="1" dirty="0">
              <a:solidFill>
                <a:srgbClr val="000000"/>
              </a:solidFill>
            </a:endParaRPr>
          </a:p>
        </p:txBody>
      </p:sp>
      <p:sp>
        <p:nvSpPr>
          <p:cNvPr id="38" name="Rectangle 37">
            <a:extLst>
              <a:ext uri="{FF2B5EF4-FFF2-40B4-BE49-F238E27FC236}">
                <a16:creationId xmlns:a16="http://schemas.microsoft.com/office/drawing/2014/main" id="{2394FD61-CF5B-4644-CD1C-2BC21A5C9FAF}"/>
              </a:ext>
            </a:extLst>
          </p:cNvPr>
          <p:cNvSpPr/>
          <p:nvPr/>
        </p:nvSpPr>
        <p:spPr>
          <a:xfrm>
            <a:off x="7429054" y="5028684"/>
            <a:ext cx="4541307" cy="157653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dirty="0" err="1">
                <a:solidFill>
                  <a:srgbClr val="000000"/>
                </a:solidFill>
              </a:rPr>
              <a:t>Quote</a:t>
            </a:r>
            <a:r>
              <a:rPr lang="fr-FR" sz="1200" b="1" dirty="0">
                <a:solidFill>
                  <a:srgbClr val="000000"/>
                </a:solidFill>
              </a:rPr>
              <a:t> </a:t>
            </a:r>
            <a:r>
              <a:rPr lang="fr-FR" sz="1200" b="1" dirty="0" err="1">
                <a:solidFill>
                  <a:srgbClr val="000000"/>
                </a:solidFill>
              </a:rPr>
              <a:t>order</a:t>
            </a:r>
            <a:r>
              <a:rPr lang="fr-FR" sz="1200" b="1" dirty="0">
                <a:solidFill>
                  <a:srgbClr val="000000"/>
                </a:solidFill>
              </a:rPr>
              <a:t> capture </a:t>
            </a:r>
            <a:endParaRPr lang="en-US" sz="1200" b="1" dirty="0">
              <a:solidFill>
                <a:srgbClr val="000000"/>
              </a:solidFill>
            </a:endParaRPr>
          </a:p>
        </p:txBody>
      </p:sp>
      <p:sp>
        <p:nvSpPr>
          <p:cNvPr id="32" name="Rectangle 31">
            <a:extLst>
              <a:ext uri="{FF2B5EF4-FFF2-40B4-BE49-F238E27FC236}">
                <a16:creationId xmlns:a16="http://schemas.microsoft.com/office/drawing/2014/main" id="{9659FAE1-9812-AE65-4384-D53A9C2090D8}"/>
              </a:ext>
            </a:extLst>
          </p:cNvPr>
          <p:cNvSpPr/>
          <p:nvPr/>
        </p:nvSpPr>
        <p:spPr>
          <a:xfrm>
            <a:off x="247071" y="1067684"/>
            <a:ext cx="6945428" cy="378239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dirty="0" err="1">
                <a:solidFill>
                  <a:srgbClr val="000000"/>
                </a:solidFill>
              </a:rPr>
              <a:t>Quote</a:t>
            </a:r>
            <a:r>
              <a:rPr lang="fr-FR" sz="1200" b="1" dirty="0">
                <a:solidFill>
                  <a:srgbClr val="000000"/>
                </a:solidFill>
              </a:rPr>
              <a:t> </a:t>
            </a:r>
            <a:r>
              <a:rPr lang="fr-FR" sz="1200" b="1" dirty="0" err="1">
                <a:solidFill>
                  <a:srgbClr val="000000"/>
                </a:solidFill>
              </a:rPr>
              <a:t>offer</a:t>
            </a:r>
            <a:r>
              <a:rPr lang="fr-FR" sz="1200" b="1" dirty="0">
                <a:solidFill>
                  <a:srgbClr val="000000"/>
                </a:solidFill>
              </a:rPr>
              <a:t> </a:t>
            </a:r>
            <a:r>
              <a:rPr lang="fr-FR" sz="1200" b="1" dirty="0" err="1">
                <a:solidFill>
                  <a:srgbClr val="000000"/>
                </a:solidFill>
              </a:rPr>
              <a:t>creation</a:t>
            </a:r>
            <a:r>
              <a:rPr lang="fr-FR" sz="1200" b="1" dirty="0">
                <a:solidFill>
                  <a:srgbClr val="000000"/>
                </a:solidFill>
              </a:rPr>
              <a:t> </a:t>
            </a:r>
            <a:endParaRPr lang="en-US" sz="1200" b="1" dirty="0">
              <a:solidFill>
                <a:srgbClr val="000000"/>
              </a:solidFill>
            </a:endParaRPr>
          </a:p>
        </p:txBody>
      </p:sp>
      <p:graphicFrame>
        <p:nvGraphicFramePr>
          <p:cNvPr id="8" name="Tableau 7">
            <a:extLst>
              <a:ext uri="{FF2B5EF4-FFF2-40B4-BE49-F238E27FC236}">
                <a16:creationId xmlns:a16="http://schemas.microsoft.com/office/drawing/2014/main" id="{9BE15301-4766-3F9A-0B46-46C572CAFB1F}"/>
              </a:ext>
            </a:extLst>
          </p:cNvPr>
          <p:cNvGraphicFramePr>
            <a:graphicFrameLocks noGrp="1"/>
          </p:cNvGraphicFramePr>
          <p:nvPr>
            <p:extLst>
              <p:ext uri="{D42A27DB-BD31-4B8C-83A1-F6EECF244321}">
                <p14:modId xmlns:p14="http://schemas.microsoft.com/office/powerpoint/2010/main" val="3960078247"/>
              </p:ext>
            </p:extLst>
          </p:nvPr>
        </p:nvGraphicFramePr>
        <p:xfrm>
          <a:off x="4919006" y="1327013"/>
          <a:ext cx="2208492" cy="180072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273600">
                <a:tc>
                  <a:txBody>
                    <a:bodyPr/>
                    <a:lstStyle/>
                    <a:p>
                      <a:pPr algn="ctr"/>
                      <a:r>
                        <a:rPr lang="fr-FR" sz="1200" dirty="0" err="1">
                          <a:solidFill>
                            <a:schemeClr val="bg2"/>
                          </a:solidFill>
                        </a:rPr>
                        <a:t>Add</a:t>
                      </a:r>
                      <a:r>
                        <a:rPr lang="fr-FR" sz="1200" dirty="0">
                          <a:solidFill>
                            <a:schemeClr val="bg2"/>
                          </a:solidFill>
                        </a:rPr>
                        <a:t> sites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45720" marR="45720"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r>
                        <a:rPr lang="en-US" sz="1050" dirty="0">
                          <a:solidFill>
                            <a:schemeClr val="tx1"/>
                          </a:solidFill>
                          <a:latin typeface="Helvetica 55 Roman" panose="020B0604020202020204" pitchFamily="34" charset="0"/>
                        </a:rPr>
                        <a:t>Current level of data captured for site was built on  Internet</a:t>
                      </a:r>
                    </a:p>
                    <a:p>
                      <a:pPr marL="171450" indent="-171450">
                        <a:buFont typeface="Arial" panose="020B0604020202020204" pitchFamily="34" charset="0"/>
                        <a:buChar char="•"/>
                      </a:pPr>
                      <a:r>
                        <a:rPr lang="en-US" sz="1050" dirty="0">
                          <a:solidFill>
                            <a:schemeClr val="tx1"/>
                          </a:solidFill>
                          <a:latin typeface="Helvetica 55 Roman" panose="020B0604020202020204" pitchFamily="34" charset="0"/>
                        </a:rPr>
                        <a:t>Depth of data will be product dependent</a:t>
                      </a:r>
                    </a:p>
                    <a:p>
                      <a:pPr marL="171450" indent="-171450">
                        <a:buFont typeface="Arial" panose="020B0604020202020204" pitchFamily="34" charset="0"/>
                        <a:buChar char="•"/>
                      </a:pPr>
                      <a:r>
                        <a:rPr lang="en-US" sz="1050" b="0" i="0" dirty="0">
                          <a:solidFill>
                            <a:schemeClr val="tx1"/>
                          </a:solidFill>
                          <a:effectLst/>
                          <a:latin typeface="+mn-lt"/>
                        </a:rPr>
                        <a:t>extended post MVP for adding existing sites to quote</a:t>
                      </a:r>
                    </a:p>
                    <a:p>
                      <a:pPr marL="171450" indent="-171450">
                        <a:buFont typeface="Arial" panose="020B0604020202020204" pitchFamily="34" charset="0"/>
                        <a:buChar char="•"/>
                      </a:pPr>
                      <a:r>
                        <a:rPr lang="en-US" sz="1050" b="0" i="0" dirty="0">
                          <a:solidFill>
                            <a:schemeClr val="tx1"/>
                          </a:solidFill>
                          <a:effectLst/>
                          <a:latin typeface="+mn-lt"/>
                        </a:rPr>
                        <a:t>Auto-completion </a:t>
                      </a:r>
                      <a:endParaRPr lang="en-US" sz="1050" dirty="0">
                        <a:solidFill>
                          <a:schemeClr val="tx1"/>
                        </a:solidFill>
                        <a:latin typeface="+mn-lt"/>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2634505"/>
                  </a:ext>
                </a:extLst>
              </a:tr>
            </a:tbl>
          </a:graphicData>
        </a:graphic>
      </p:graphicFrame>
      <p:graphicFrame>
        <p:nvGraphicFramePr>
          <p:cNvPr id="16" name="Tableau 15">
            <a:extLst>
              <a:ext uri="{FF2B5EF4-FFF2-40B4-BE49-F238E27FC236}">
                <a16:creationId xmlns:a16="http://schemas.microsoft.com/office/drawing/2014/main" id="{2A2A849A-EE72-9026-D576-CBF8B67FFD5C}"/>
              </a:ext>
            </a:extLst>
          </p:cNvPr>
          <p:cNvGraphicFramePr>
            <a:graphicFrameLocks noGrp="1"/>
          </p:cNvGraphicFramePr>
          <p:nvPr>
            <p:extLst>
              <p:ext uri="{D42A27DB-BD31-4B8C-83A1-F6EECF244321}">
                <p14:modId xmlns:p14="http://schemas.microsoft.com/office/powerpoint/2010/main" val="3035793567"/>
              </p:ext>
            </p:extLst>
          </p:nvPr>
        </p:nvGraphicFramePr>
        <p:xfrm>
          <a:off x="2620742" y="3233282"/>
          <a:ext cx="2208492" cy="153360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367200">
                <a:tc>
                  <a:txBody>
                    <a:bodyPr/>
                    <a:lstStyle/>
                    <a:p>
                      <a:pPr algn="ctr"/>
                      <a:r>
                        <a:rPr lang="fr-FR" sz="1200" dirty="0" err="1">
                          <a:solidFill>
                            <a:schemeClr val="bg2"/>
                          </a:solidFill>
                        </a:rPr>
                        <a:t>Add</a:t>
                      </a:r>
                      <a:r>
                        <a:rPr lang="fr-FR" sz="1200" dirty="0">
                          <a:solidFill>
                            <a:schemeClr val="bg2"/>
                          </a:solidFill>
                        </a:rPr>
                        <a:t> </a:t>
                      </a:r>
                      <a:r>
                        <a:rPr lang="fr-FR" sz="1200" dirty="0" err="1">
                          <a:solidFill>
                            <a:schemeClr val="bg2"/>
                          </a:solidFill>
                        </a:rPr>
                        <a:t>product</a:t>
                      </a:r>
                      <a:r>
                        <a:rPr lang="fr-FR" sz="1200" dirty="0">
                          <a:solidFill>
                            <a:schemeClr val="bg2"/>
                          </a:solidFill>
                        </a:rPr>
                        <a:t>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900000">
                <a:tc>
                  <a:txBody>
                    <a:bodyPr/>
                    <a:lstStyle/>
                    <a:p>
                      <a:endParaRPr lang="fr-FR" sz="1050" dirty="0">
                        <a:solidFill>
                          <a:schemeClr val="bg1"/>
                        </a:solidFill>
                      </a:endParaRPr>
                    </a:p>
                    <a:p>
                      <a:endParaRPr lang="en-US" sz="1050" dirty="0">
                        <a:solidFill>
                          <a:schemeClr val="tx1"/>
                        </a:solidFill>
                      </a:endParaRPr>
                    </a:p>
                    <a:p>
                      <a:endParaRPr lang="en-US" sz="1050" dirty="0">
                        <a:solidFill>
                          <a:schemeClr val="bg1"/>
                        </a:solidFill>
                      </a:endParaRPr>
                    </a:p>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60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8447992"/>
                  </a:ext>
                </a:extLst>
              </a:tr>
            </a:tbl>
          </a:graphicData>
        </a:graphic>
      </p:graphicFrame>
      <p:graphicFrame>
        <p:nvGraphicFramePr>
          <p:cNvPr id="21" name="Tableau 20">
            <a:extLst>
              <a:ext uri="{FF2B5EF4-FFF2-40B4-BE49-F238E27FC236}">
                <a16:creationId xmlns:a16="http://schemas.microsoft.com/office/drawing/2014/main" id="{C9435135-EBA6-3288-BE0F-BE8AD390D12B}"/>
              </a:ext>
            </a:extLst>
          </p:cNvPr>
          <p:cNvGraphicFramePr>
            <a:graphicFrameLocks noGrp="1"/>
          </p:cNvGraphicFramePr>
          <p:nvPr>
            <p:extLst>
              <p:ext uri="{D42A27DB-BD31-4B8C-83A1-F6EECF244321}">
                <p14:modId xmlns:p14="http://schemas.microsoft.com/office/powerpoint/2010/main" val="653125193"/>
              </p:ext>
            </p:extLst>
          </p:nvPr>
        </p:nvGraphicFramePr>
        <p:xfrm>
          <a:off x="4926377" y="3237506"/>
          <a:ext cx="2208492" cy="1532160"/>
        </p:xfrm>
        <a:graphic>
          <a:graphicData uri="http://schemas.openxmlformats.org/drawingml/2006/table">
            <a:tbl>
              <a:tblPr firstRow="1" bandRow="1">
                <a:tableStyleId>{5C22544A-7EE6-4342-B048-85BDC9FD1C3A}</a:tableStyleId>
              </a:tblPr>
              <a:tblGrid>
                <a:gridCol w="2208492">
                  <a:extLst>
                    <a:ext uri="{9D8B030D-6E8A-4147-A177-3AD203B41FA5}">
                      <a16:colId xmlns:a16="http://schemas.microsoft.com/office/drawing/2014/main" val="3214163808"/>
                    </a:ext>
                  </a:extLst>
                </a:gridCol>
              </a:tblGrid>
              <a:tr h="352720">
                <a:tc>
                  <a:txBody>
                    <a:bodyPr/>
                    <a:lstStyle/>
                    <a:p>
                      <a:pPr algn="ctr"/>
                      <a:r>
                        <a:rPr lang="fr-FR" sz="1200" dirty="0" err="1">
                          <a:solidFill>
                            <a:schemeClr val="bg2"/>
                          </a:solidFill>
                        </a:rPr>
                        <a:t>Modify</a:t>
                      </a:r>
                      <a:r>
                        <a:rPr lang="fr-FR" sz="1200" dirty="0">
                          <a:solidFill>
                            <a:schemeClr val="bg2"/>
                          </a:solidFill>
                        </a:rPr>
                        <a:t>/</a:t>
                      </a:r>
                      <a:r>
                        <a:rPr lang="fr-FR" sz="1200" dirty="0" err="1">
                          <a:solidFill>
                            <a:schemeClr val="bg2"/>
                          </a:solidFill>
                        </a:rPr>
                        <a:t>Delete</a:t>
                      </a:r>
                      <a:r>
                        <a:rPr lang="fr-FR" sz="1200" dirty="0">
                          <a:solidFill>
                            <a:schemeClr val="bg2"/>
                          </a:solidFill>
                        </a:rPr>
                        <a:t> </a:t>
                      </a:r>
                      <a:r>
                        <a:rPr lang="fr-FR" sz="1200" dirty="0" err="1">
                          <a:solidFill>
                            <a:schemeClr val="bg2"/>
                          </a:solidFill>
                        </a:rPr>
                        <a:t>product</a:t>
                      </a:r>
                      <a:r>
                        <a:rPr lang="fr-FR" sz="1200" dirty="0">
                          <a:solidFill>
                            <a:schemeClr val="bg2"/>
                          </a:solidFill>
                        </a:rPr>
                        <a:t> to </a:t>
                      </a:r>
                      <a:r>
                        <a:rPr lang="fr-FR" sz="1200" dirty="0" err="1">
                          <a:solidFill>
                            <a:schemeClr val="bg2"/>
                          </a:solidFill>
                        </a:rPr>
                        <a:t>quote</a:t>
                      </a:r>
                      <a:r>
                        <a:rPr lang="fr-FR" sz="1200" dirty="0">
                          <a:solidFill>
                            <a:schemeClr val="bg2"/>
                          </a:solidFill>
                        </a:rPr>
                        <a:t> </a:t>
                      </a:r>
                      <a:endParaRPr lang="en-US" sz="1200" dirty="0">
                        <a:solidFill>
                          <a:schemeClr val="bg2"/>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900000">
                <a:tc>
                  <a:txBody>
                    <a:bodyPr/>
                    <a:lstStyle/>
                    <a:p>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500" dirty="0">
                        <a:solidFill>
                          <a:schemeClr val="bg1"/>
                        </a:solidFill>
                      </a:endParaRPr>
                    </a:p>
                  </a:txBody>
                  <a:tcPr marL="43560" marR="4356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7150247"/>
                  </a:ext>
                </a:extLst>
              </a:tr>
            </a:tbl>
          </a:graphicData>
        </a:graphic>
      </p:graphicFrame>
      <p:sp>
        <p:nvSpPr>
          <p:cNvPr id="2" name="Titre 1">
            <a:extLst>
              <a:ext uri="{FF2B5EF4-FFF2-40B4-BE49-F238E27FC236}">
                <a16:creationId xmlns:a16="http://schemas.microsoft.com/office/drawing/2014/main" id="{6D604A18-367D-2D74-11A8-4D800E26B217}"/>
              </a:ext>
            </a:extLst>
          </p:cNvPr>
          <p:cNvSpPr>
            <a:spLocks noGrp="1"/>
          </p:cNvSpPr>
          <p:nvPr>
            <p:ph type="title"/>
          </p:nvPr>
        </p:nvSpPr>
        <p:spPr>
          <a:xfrm>
            <a:off x="419100" y="280467"/>
            <a:ext cx="11353800" cy="991659"/>
          </a:xfrm>
        </p:spPr>
        <p:txBody>
          <a:bodyPr/>
          <a:lstStyle/>
          <a:p>
            <a:r>
              <a:rPr lang="en-US" dirty="0">
                <a:latin typeface="+mn-lt"/>
              </a:rPr>
              <a:t>MVP requirements for features</a:t>
            </a:r>
            <a:br>
              <a:rPr lang="en-US" dirty="0">
                <a:latin typeface="+mn-lt"/>
              </a:rPr>
            </a:br>
            <a:r>
              <a:rPr lang="en-US" sz="2000" dirty="0">
                <a:solidFill>
                  <a:schemeClr val="tx1"/>
                </a:solidFill>
                <a:latin typeface="+mn-lt"/>
              </a:rPr>
              <a:t>Reflection on technical/Business debt</a:t>
            </a:r>
            <a:endParaRPr lang="en-US" dirty="0">
              <a:solidFill>
                <a:schemeClr val="tx1"/>
              </a:solidFill>
              <a:latin typeface="+mn-lt"/>
            </a:endParaRPr>
          </a:p>
        </p:txBody>
      </p:sp>
      <p:graphicFrame>
        <p:nvGraphicFramePr>
          <p:cNvPr id="6" name="Tableau 5">
            <a:extLst>
              <a:ext uri="{FF2B5EF4-FFF2-40B4-BE49-F238E27FC236}">
                <a16:creationId xmlns:a16="http://schemas.microsoft.com/office/drawing/2014/main" id="{DB681DEB-64C6-A6E9-3F7E-03A987AF5B9A}"/>
              </a:ext>
            </a:extLst>
          </p:cNvPr>
          <p:cNvGraphicFramePr>
            <a:graphicFrameLocks noGrp="1"/>
          </p:cNvGraphicFramePr>
          <p:nvPr>
            <p:extLst>
              <p:ext uri="{D42A27DB-BD31-4B8C-83A1-F6EECF244321}">
                <p14:modId xmlns:p14="http://schemas.microsoft.com/office/powerpoint/2010/main" val="3485648655"/>
              </p:ext>
            </p:extLst>
          </p:nvPr>
        </p:nvGraphicFramePr>
        <p:xfrm>
          <a:off x="285840" y="1327013"/>
          <a:ext cx="2208492" cy="1800720"/>
        </p:xfrm>
        <a:graphic>
          <a:graphicData uri="http://schemas.openxmlformats.org/drawingml/2006/table">
            <a:tbl>
              <a:tblPr firstRow="1" bandRow="1">
                <a:tableStyleId>{073A0DAA-6AF3-43AB-8588-CEC1D06C72B9}</a:tableStyleId>
              </a:tblPr>
              <a:tblGrid>
                <a:gridCol w="2208492">
                  <a:extLst>
                    <a:ext uri="{9D8B030D-6E8A-4147-A177-3AD203B41FA5}">
                      <a16:colId xmlns:a16="http://schemas.microsoft.com/office/drawing/2014/main" val="3214163808"/>
                    </a:ext>
                  </a:extLst>
                </a:gridCol>
              </a:tblGrid>
              <a:tr h="245800">
                <a:tc>
                  <a:txBody>
                    <a:bodyPr/>
                    <a:lstStyle/>
                    <a:p>
                      <a:pPr algn="ctr"/>
                      <a:r>
                        <a:rPr lang="fr-FR" sz="1200" dirty="0" err="1">
                          <a:solidFill>
                            <a:schemeClr val="bg2"/>
                          </a:solidFill>
                        </a:rPr>
                        <a:t>Quote</a:t>
                      </a:r>
                      <a:r>
                        <a:rPr lang="fr-FR" sz="1200" dirty="0">
                          <a:solidFill>
                            <a:schemeClr val="bg2"/>
                          </a:solidFill>
                        </a:rPr>
                        <a:t> </a:t>
                      </a:r>
                      <a:r>
                        <a:rPr lang="fr-FR" sz="1200" dirty="0" err="1">
                          <a:solidFill>
                            <a:schemeClr val="bg2"/>
                          </a:solidFill>
                        </a:rPr>
                        <a:t>Offer</a:t>
                      </a:r>
                      <a:r>
                        <a:rPr lang="fr-FR" sz="1200" dirty="0">
                          <a:solidFill>
                            <a:schemeClr val="bg2"/>
                          </a:solidFill>
                        </a:rPr>
                        <a:t> </a:t>
                      </a:r>
                      <a:r>
                        <a:rPr lang="fr-FR" sz="1200" dirty="0" err="1">
                          <a:solidFill>
                            <a:schemeClr val="bg2"/>
                          </a:solidFill>
                        </a:rPr>
                        <a:t>Initialization</a:t>
                      </a:r>
                      <a:r>
                        <a:rPr lang="fr-FR" sz="1200" dirty="0">
                          <a:solidFill>
                            <a:schemeClr val="bg2"/>
                          </a:solidFill>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endParaRPr lang="en-US" sz="1050" dirty="0">
                        <a:solidFill>
                          <a:schemeClr val="tx1"/>
                        </a:solidFill>
                      </a:endParaRPr>
                    </a:p>
                    <a:p>
                      <a:pPr marL="171450" indent="-171450">
                        <a:buFont typeface="Arial" panose="020B0604020202020204" pitchFamily="34" charset="0"/>
                        <a:buChar char="•"/>
                      </a:pPr>
                      <a:r>
                        <a:rPr lang="en-US" sz="1050" dirty="0">
                          <a:solidFill>
                            <a:schemeClr val="tx1"/>
                          </a:solidFill>
                        </a:rPr>
                        <a:t>For MVP, all quotes created from CPQ (no CRM in MVP). </a:t>
                      </a:r>
                    </a:p>
                    <a:p>
                      <a:pPr marL="171450" indent="-171450">
                        <a:buFont typeface="Arial" panose="020B0604020202020204" pitchFamily="34" charset="0"/>
                        <a:buChar char="•"/>
                      </a:pPr>
                      <a:r>
                        <a:rPr lang="en-US" sz="1050" dirty="0">
                          <a:solidFill>
                            <a:schemeClr val="tx1"/>
                          </a:solidFill>
                        </a:rPr>
                        <a:t>For MMP, OBI/DEF quotes to be created from CRM. OBF requires both.</a:t>
                      </a:r>
                    </a:p>
                    <a:p>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282381"/>
                  </a:ext>
                </a:extLst>
              </a:tr>
            </a:tbl>
          </a:graphicData>
        </a:graphic>
      </p:graphicFrame>
      <p:graphicFrame>
        <p:nvGraphicFramePr>
          <p:cNvPr id="25" name="Tableau 24">
            <a:extLst>
              <a:ext uri="{FF2B5EF4-FFF2-40B4-BE49-F238E27FC236}">
                <a16:creationId xmlns:a16="http://schemas.microsoft.com/office/drawing/2014/main" id="{4180CCC9-6ABF-6B9F-5EF6-670E2C7BDC4F}"/>
              </a:ext>
            </a:extLst>
          </p:cNvPr>
          <p:cNvGraphicFramePr>
            <a:graphicFrameLocks noGrp="1"/>
          </p:cNvGraphicFramePr>
          <p:nvPr>
            <p:extLst>
              <p:ext uri="{D42A27DB-BD31-4B8C-83A1-F6EECF244321}">
                <p14:modId xmlns:p14="http://schemas.microsoft.com/office/powerpoint/2010/main" val="3299399839"/>
              </p:ext>
            </p:extLst>
          </p:nvPr>
        </p:nvGraphicFramePr>
        <p:xfrm>
          <a:off x="8040253" y="3455013"/>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a:solidFill>
                            <a:schemeClr val="accent2">
                              <a:lumMod val="60000"/>
                              <a:lumOff val="40000"/>
                            </a:schemeClr>
                          </a:solidFill>
                        </a:rPr>
                        <a:t>Commercial </a:t>
                      </a:r>
                      <a:r>
                        <a:rPr lang="fr-FR" sz="1200" dirty="0" err="1">
                          <a:solidFill>
                            <a:schemeClr val="accent2">
                              <a:lumMod val="60000"/>
                              <a:lumOff val="40000"/>
                            </a:schemeClr>
                          </a:solidFill>
                        </a:rPr>
                        <a:t>Eligibility</a:t>
                      </a:r>
                      <a:r>
                        <a:rPr lang="fr-FR" sz="1200" dirty="0">
                          <a:solidFill>
                            <a:schemeClr val="accent2">
                              <a:lumMod val="60000"/>
                              <a:lumOff val="40000"/>
                            </a:schemeClr>
                          </a:solidFill>
                        </a:rPr>
                        <a:t> </a:t>
                      </a:r>
                      <a:endParaRPr lang="en-US" sz="1200" dirty="0">
                        <a:solidFill>
                          <a:schemeClr val="accent2">
                            <a:lumMod val="60000"/>
                            <a:lumOff val="40000"/>
                          </a:schemeClr>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720000">
                <a:tc>
                  <a:txBody>
                    <a:bodyPr/>
                    <a:lstStyle/>
                    <a:p>
                      <a:pPr marL="0" marR="0" lvl="0" indent="0" algn="l" defTabSz="1219261" rtl="0" eaLnBrk="1" fontAlgn="auto" latinLnBrk="0" hangingPunct="1">
                        <a:lnSpc>
                          <a:spcPct val="100000"/>
                        </a:lnSpc>
                        <a:spcBef>
                          <a:spcPts val="0"/>
                        </a:spcBef>
                        <a:spcAft>
                          <a:spcPts val="0"/>
                        </a:spcAft>
                        <a:buClrTx/>
                        <a:buSzTx/>
                        <a:buFontTx/>
                        <a:buNone/>
                        <a:tabLst/>
                        <a:defRPr/>
                      </a:pPr>
                      <a:r>
                        <a:rPr lang="en-US" sz="1050" dirty="0">
                          <a:solidFill>
                            <a:schemeClr val="tx1"/>
                          </a:solidFill>
                          <a:latin typeface="Helvetica 55 Roman" panose="020B0604020202020204" pitchFamily="34" charset="0"/>
                        </a:rPr>
                        <a:t>Current rules are Internet dependent</a:t>
                      </a:r>
                    </a:p>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9617713"/>
                  </a:ext>
                </a:extLst>
              </a:tr>
            </a:tbl>
          </a:graphicData>
        </a:graphic>
      </p:graphicFrame>
      <p:graphicFrame>
        <p:nvGraphicFramePr>
          <p:cNvPr id="26" name="Tableau 25">
            <a:extLst>
              <a:ext uri="{FF2B5EF4-FFF2-40B4-BE49-F238E27FC236}">
                <a16:creationId xmlns:a16="http://schemas.microsoft.com/office/drawing/2014/main" id="{D73A6BDA-D02D-2C1B-9722-EC3E4FD2C22E}"/>
              </a:ext>
            </a:extLst>
          </p:cNvPr>
          <p:cNvGraphicFramePr>
            <a:graphicFrameLocks noGrp="1"/>
          </p:cNvGraphicFramePr>
          <p:nvPr>
            <p:extLst>
              <p:ext uri="{D42A27DB-BD31-4B8C-83A1-F6EECF244321}">
                <p14:modId xmlns:p14="http://schemas.microsoft.com/office/powerpoint/2010/main" val="1930565885"/>
              </p:ext>
            </p:extLst>
          </p:nvPr>
        </p:nvGraphicFramePr>
        <p:xfrm>
          <a:off x="307283" y="5288216"/>
          <a:ext cx="3240000" cy="1271005"/>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3214163808"/>
                    </a:ext>
                  </a:extLst>
                </a:gridCol>
              </a:tblGrid>
              <a:tr h="228087">
                <a:tc>
                  <a:txBody>
                    <a:bodyPr/>
                    <a:lstStyle/>
                    <a:p>
                      <a:pPr algn="ctr"/>
                      <a:r>
                        <a:rPr lang="fr-FR" sz="1200" dirty="0">
                          <a:solidFill>
                            <a:schemeClr val="accent3"/>
                          </a:solidFill>
                        </a:rPr>
                        <a:t>Capture </a:t>
                      </a:r>
                      <a:r>
                        <a:rPr lang="fr-FR" sz="1200" dirty="0" err="1">
                          <a:solidFill>
                            <a:schemeClr val="accent3"/>
                          </a:solidFill>
                        </a:rPr>
                        <a:t>customer</a:t>
                      </a:r>
                      <a:r>
                        <a:rPr lang="fr-FR" sz="1200" dirty="0">
                          <a:solidFill>
                            <a:schemeClr val="accent3"/>
                          </a:solidFill>
                        </a:rPr>
                        <a:t> </a:t>
                      </a:r>
                      <a:r>
                        <a:rPr lang="fr-FR" sz="1200" dirty="0" err="1">
                          <a:solidFill>
                            <a:schemeClr val="accent3"/>
                          </a:solidFill>
                        </a:rPr>
                        <a:t>approval</a:t>
                      </a:r>
                      <a:r>
                        <a:rPr lang="fr-FR" sz="1200" dirty="0">
                          <a:solidFill>
                            <a:schemeClr val="accent3"/>
                          </a:solidFill>
                        </a:rPr>
                        <a:t> of </a:t>
                      </a:r>
                      <a:r>
                        <a:rPr lang="fr-FR" sz="1200" dirty="0" err="1">
                          <a:solidFill>
                            <a:schemeClr val="accent3"/>
                          </a:solidFill>
                        </a:rPr>
                        <a:t>quote</a:t>
                      </a:r>
                      <a:r>
                        <a:rPr lang="fr-FR" sz="1200" dirty="0">
                          <a:solidFill>
                            <a:schemeClr val="accent3"/>
                          </a:solidFill>
                        </a:rPr>
                        <a:t> </a:t>
                      </a:r>
                      <a:endParaRPr lang="en-US" sz="1200" dirty="0">
                        <a:solidFill>
                          <a:schemeClr val="accent3"/>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721444">
                <a:tc>
                  <a:txBody>
                    <a:bodyPr/>
                    <a:lstStyle/>
                    <a:p>
                      <a:pPr marL="171450" indent="-171450">
                        <a:buFont typeface="Arial" panose="020B0604020202020204" pitchFamily="34" charset="0"/>
                        <a:buChar char="•"/>
                      </a:pPr>
                      <a:r>
                        <a:rPr lang="fr-FR" sz="1050" dirty="0">
                          <a:solidFill>
                            <a:schemeClr val="tx1"/>
                          </a:solidFill>
                        </a:rPr>
                        <a:t>For MVP, sales agent </a:t>
                      </a:r>
                      <a:r>
                        <a:rPr lang="fr-FR" sz="1050" dirty="0" err="1">
                          <a:solidFill>
                            <a:schemeClr val="tx1"/>
                          </a:solidFill>
                        </a:rPr>
                        <a:t>will</a:t>
                      </a:r>
                      <a:r>
                        <a:rPr lang="fr-FR" sz="1050" dirty="0">
                          <a:solidFill>
                            <a:schemeClr val="tx1"/>
                          </a:solidFill>
                        </a:rPr>
                        <a:t> capture </a:t>
                      </a:r>
                      <a:r>
                        <a:rPr lang="fr-FR" sz="1050" dirty="0" err="1">
                          <a:solidFill>
                            <a:schemeClr val="tx1"/>
                          </a:solidFill>
                        </a:rPr>
                        <a:t>manually</a:t>
                      </a:r>
                      <a:r>
                        <a:rPr lang="fr-FR" sz="1050" dirty="0">
                          <a:solidFill>
                            <a:schemeClr val="tx1"/>
                          </a:solidFill>
                        </a:rPr>
                        <a:t> </a:t>
                      </a:r>
                      <a:r>
                        <a:rPr lang="fr-FR" sz="1050" dirty="0" err="1">
                          <a:solidFill>
                            <a:schemeClr val="tx1"/>
                          </a:solidFill>
                        </a:rPr>
                        <a:t>customer</a:t>
                      </a:r>
                      <a:r>
                        <a:rPr lang="fr-FR" sz="1050" dirty="0">
                          <a:solidFill>
                            <a:schemeClr val="tx1"/>
                          </a:solidFill>
                        </a:rPr>
                        <a:t> </a:t>
                      </a:r>
                      <a:r>
                        <a:rPr lang="fr-FR" sz="1050" dirty="0" err="1">
                          <a:solidFill>
                            <a:schemeClr val="tx1"/>
                          </a:solidFill>
                        </a:rPr>
                        <a:t>approval</a:t>
                      </a:r>
                      <a:r>
                        <a:rPr lang="fr-FR" sz="1050" dirty="0">
                          <a:solidFill>
                            <a:schemeClr val="tx1"/>
                          </a:solidFill>
                        </a:rPr>
                        <a:t>. </a:t>
                      </a:r>
                    </a:p>
                    <a:p>
                      <a:pPr marL="171450" indent="-171450">
                        <a:buFont typeface="Arial" panose="020B0604020202020204" pitchFamily="34" charset="0"/>
                        <a:buChar char="•"/>
                      </a:pPr>
                      <a:r>
                        <a:rPr lang="fr-FR" sz="1050" dirty="0">
                          <a:solidFill>
                            <a:schemeClr val="tx1"/>
                          </a:solidFill>
                        </a:rPr>
                        <a:t>For MMP, </a:t>
                      </a:r>
                      <a:r>
                        <a:rPr lang="fr-FR" sz="1050" dirty="0" err="1">
                          <a:solidFill>
                            <a:schemeClr val="tx1"/>
                          </a:solidFill>
                        </a:rPr>
                        <a:t>customer</a:t>
                      </a:r>
                      <a:r>
                        <a:rPr lang="fr-FR" sz="1050" dirty="0">
                          <a:solidFill>
                            <a:schemeClr val="tx1"/>
                          </a:solidFill>
                        </a:rPr>
                        <a:t> </a:t>
                      </a:r>
                      <a:r>
                        <a:rPr lang="fr-FR" sz="1050" dirty="0" err="1">
                          <a:solidFill>
                            <a:schemeClr val="tx1"/>
                          </a:solidFill>
                        </a:rPr>
                        <a:t>approval</a:t>
                      </a:r>
                      <a:r>
                        <a:rPr lang="fr-FR" sz="1050" dirty="0">
                          <a:solidFill>
                            <a:schemeClr val="tx1"/>
                          </a:solidFill>
                        </a:rPr>
                        <a:t> capture </a:t>
                      </a:r>
                      <a:r>
                        <a:rPr lang="fr-FR" sz="1050" dirty="0" err="1">
                          <a:solidFill>
                            <a:schemeClr val="tx1"/>
                          </a:solidFill>
                        </a:rPr>
                        <a:t>should</a:t>
                      </a:r>
                      <a:r>
                        <a:rPr lang="fr-FR" sz="1050" dirty="0">
                          <a:solidFill>
                            <a:schemeClr val="tx1"/>
                          </a:solidFill>
                        </a:rPr>
                        <a:t> </a:t>
                      </a:r>
                      <a:r>
                        <a:rPr lang="fr-FR" sz="1050" dirty="0" err="1">
                          <a:solidFill>
                            <a:schemeClr val="tx1"/>
                          </a:solidFill>
                        </a:rPr>
                        <a:t>be</a:t>
                      </a:r>
                      <a:r>
                        <a:rPr lang="fr-FR" sz="1050" dirty="0">
                          <a:solidFill>
                            <a:schemeClr val="tx1"/>
                          </a:solidFill>
                        </a:rPr>
                        <a:t> </a:t>
                      </a:r>
                      <a:r>
                        <a:rPr lang="fr-FR" sz="1050" dirty="0" err="1">
                          <a:solidFill>
                            <a:schemeClr val="tx1"/>
                          </a:solidFill>
                        </a:rPr>
                        <a:t>automatic</a:t>
                      </a:r>
                      <a:r>
                        <a:rPr lang="fr-FR" sz="1050" dirty="0">
                          <a:solidFill>
                            <a:schemeClr val="tx1"/>
                          </a:solidFill>
                        </a:rPr>
                        <a:t>. </a:t>
                      </a:r>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5165">
                <a:tc>
                  <a:txBody>
                    <a:bodyPr/>
                    <a:lstStyle/>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164337"/>
                  </a:ext>
                </a:extLst>
              </a:tr>
            </a:tbl>
          </a:graphicData>
        </a:graphic>
      </p:graphicFrame>
      <p:graphicFrame>
        <p:nvGraphicFramePr>
          <p:cNvPr id="28" name="Tableau 27">
            <a:extLst>
              <a:ext uri="{FF2B5EF4-FFF2-40B4-BE49-F238E27FC236}">
                <a16:creationId xmlns:a16="http://schemas.microsoft.com/office/drawing/2014/main" id="{D7D0E7BA-42BE-D83D-B182-BE1C8342B1F6}"/>
              </a:ext>
            </a:extLst>
          </p:cNvPr>
          <p:cNvGraphicFramePr>
            <a:graphicFrameLocks noGrp="1"/>
          </p:cNvGraphicFramePr>
          <p:nvPr>
            <p:extLst>
              <p:ext uri="{D42A27DB-BD31-4B8C-83A1-F6EECF244321}">
                <p14:modId xmlns:p14="http://schemas.microsoft.com/office/powerpoint/2010/main" val="2000933380"/>
              </p:ext>
            </p:extLst>
          </p:nvPr>
        </p:nvGraphicFramePr>
        <p:xfrm>
          <a:off x="3820471" y="5288964"/>
          <a:ext cx="3240115" cy="1260720"/>
        </p:xfrm>
        <a:graphic>
          <a:graphicData uri="http://schemas.openxmlformats.org/drawingml/2006/table">
            <a:tbl>
              <a:tblPr firstRow="1" bandRow="1">
                <a:tableStyleId>{5C22544A-7EE6-4342-B048-85BDC9FD1C3A}</a:tableStyleId>
              </a:tblPr>
              <a:tblGrid>
                <a:gridCol w="3240115">
                  <a:extLst>
                    <a:ext uri="{9D8B030D-6E8A-4147-A177-3AD203B41FA5}">
                      <a16:colId xmlns:a16="http://schemas.microsoft.com/office/drawing/2014/main" val="3214163808"/>
                    </a:ext>
                  </a:extLst>
                </a:gridCol>
              </a:tblGrid>
              <a:tr h="226800">
                <a:tc>
                  <a:txBody>
                    <a:bodyPr/>
                    <a:lstStyle/>
                    <a:p>
                      <a:pPr algn="ctr"/>
                      <a:r>
                        <a:rPr lang="fr-FR" sz="1200" dirty="0" err="1">
                          <a:solidFill>
                            <a:schemeClr val="accent3"/>
                          </a:solidFill>
                        </a:rPr>
                        <a:t>Request</a:t>
                      </a:r>
                      <a:r>
                        <a:rPr lang="fr-FR" sz="1200" dirty="0">
                          <a:solidFill>
                            <a:schemeClr val="accent3"/>
                          </a:solidFill>
                        </a:rPr>
                        <a:t> for </a:t>
                      </a:r>
                      <a:r>
                        <a:rPr lang="fr-FR" sz="1200" dirty="0" err="1">
                          <a:solidFill>
                            <a:schemeClr val="accent3"/>
                          </a:solidFill>
                        </a:rPr>
                        <a:t>contract</a:t>
                      </a:r>
                      <a:r>
                        <a:rPr lang="fr-FR" sz="1200" dirty="0">
                          <a:solidFill>
                            <a:schemeClr val="accent3"/>
                          </a:solidFill>
                        </a:rPr>
                        <a:t> </a:t>
                      </a:r>
                      <a:endParaRPr lang="en-US" sz="1200" dirty="0">
                        <a:solidFill>
                          <a:schemeClr val="accent3"/>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720000">
                <a:tc>
                  <a:txBody>
                    <a:bodyPr/>
                    <a:lstStyle/>
                    <a:p>
                      <a:endParaRPr lang="en-US" sz="110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10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2022559"/>
                  </a:ext>
                </a:extLst>
              </a:tr>
            </a:tbl>
          </a:graphicData>
        </a:graphic>
      </p:graphicFrame>
      <p:graphicFrame>
        <p:nvGraphicFramePr>
          <p:cNvPr id="29" name="Tableau 28">
            <a:extLst>
              <a:ext uri="{FF2B5EF4-FFF2-40B4-BE49-F238E27FC236}">
                <a16:creationId xmlns:a16="http://schemas.microsoft.com/office/drawing/2014/main" id="{099AE899-AC68-1EDE-AA27-A174B40F5887}"/>
              </a:ext>
            </a:extLst>
          </p:cNvPr>
          <p:cNvGraphicFramePr>
            <a:graphicFrameLocks noGrp="1"/>
          </p:cNvGraphicFramePr>
          <p:nvPr>
            <p:extLst>
              <p:ext uri="{D42A27DB-BD31-4B8C-83A1-F6EECF244321}">
                <p14:modId xmlns:p14="http://schemas.microsoft.com/office/powerpoint/2010/main" val="1935463076"/>
              </p:ext>
            </p:extLst>
          </p:nvPr>
        </p:nvGraphicFramePr>
        <p:xfrm>
          <a:off x="8040253" y="5320115"/>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err="1">
                          <a:solidFill>
                            <a:schemeClr val="accent6">
                              <a:lumMod val="60000"/>
                              <a:lumOff val="40000"/>
                            </a:schemeClr>
                          </a:solidFill>
                        </a:rPr>
                        <a:t>Convert</a:t>
                      </a:r>
                      <a:r>
                        <a:rPr lang="fr-FR" sz="1200" dirty="0">
                          <a:solidFill>
                            <a:schemeClr val="accent6">
                              <a:lumMod val="60000"/>
                              <a:lumOff val="40000"/>
                            </a:schemeClr>
                          </a:solidFill>
                        </a:rPr>
                        <a:t> </a:t>
                      </a:r>
                      <a:r>
                        <a:rPr lang="fr-FR" sz="1200" dirty="0" err="1">
                          <a:solidFill>
                            <a:schemeClr val="accent6">
                              <a:lumMod val="60000"/>
                              <a:lumOff val="40000"/>
                            </a:schemeClr>
                          </a:solidFill>
                        </a:rPr>
                        <a:t>Quote</a:t>
                      </a:r>
                      <a:r>
                        <a:rPr lang="fr-FR" sz="1200" dirty="0">
                          <a:solidFill>
                            <a:schemeClr val="accent6">
                              <a:lumMod val="60000"/>
                              <a:lumOff val="40000"/>
                            </a:schemeClr>
                          </a:solidFill>
                        </a:rPr>
                        <a:t> to </a:t>
                      </a:r>
                      <a:r>
                        <a:rPr lang="fr-FR" sz="1200" dirty="0" err="1">
                          <a:solidFill>
                            <a:schemeClr val="accent6">
                              <a:lumMod val="60000"/>
                              <a:lumOff val="40000"/>
                            </a:schemeClr>
                          </a:solidFill>
                        </a:rPr>
                        <a:t>order</a:t>
                      </a:r>
                      <a:r>
                        <a:rPr lang="fr-FR" sz="1200" dirty="0">
                          <a:solidFill>
                            <a:schemeClr val="accent6">
                              <a:lumMod val="60000"/>
                              <a:lumOff val="40000"/>
                            </a:schemeClr>
                          </a:solidFill>
                        </a:rPr>
                        <a:t> </a:t>
                      </a:r>
                      <a:endParaRPr lang="en-US" sz="1200" dirty="0">
                        <a:solidFill>
                          <a:schemeClr val="accent6">
                            <a:lumMod val="60000"/>
                            <a:lumOff val="40000"/>
                          </a:schemeClr>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720000">
                <a:tc>
                  <a:txBody>
                    <a:bodyPr/>
                    <a:lstStyle/>
                    <a:p>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1283073"/>
                  </a:ext>
                </a:extLst>
              </a:tr>
            </a:tbl>
          </a:graphicData>
        </a:graphic>
      </p:graphicFrame>
      <p:pic>
        <p:nvPicPr>
          <p:cNvPr id="44" name="Graphique 43" descr="Internet avec un remplissage uni">
            <a:extLst>
              <a:ext uri="{FF2B5EF4-FFF2-40B4-BE49-F238E27FC236}">
                <a16:creationId xmlns:a16="http://schemas.microsoft.com/office/drawing/2014/main" id="{52DE026D-3E25-EC58-C03F-0A8892698B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35381" y="696479"/>
            <a:ext cx="221319" cy="221319"/>
          </a:xfrm>
          <a:prstGeom prst="rect">
            <a:avLst/>
          </a:prstGeom>
        </p:spPr>
      </p:pic>
      <p:pic>
        <p:nvPicPr>
          <p:cNvPr id="49" name="Graphique 48" descr="Internet avec un remplissage uni">
            <a:extLst>
              <a:ext uri="{FF2B5EF4-FFF2-40B4-BE49-F238E27FC236}">
                <a16:creationId xmlns:a16="http://schemas.microsoft.com/office/drawing/2014/main" id="{EEC84758-54B9-C9C8-0388-197BA81B03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5303" y="696479"/>
            <a:ext cx="221319" cy="221319"/>
          </a:xfrm>
          <a:prstGeom prst="rect">
            <a:avLst/>
          </a:prstGeom>
        </p:spPr>
      </p:pic>
      <p:grpSp>
        <p:nvGrpSpPr>
          <p:cNvPr id="128" name="Groupe 127">
            <a:extLst>
              <a:ext uri="{FF2B5EF4-FFF2-40B4-BE49-F238E27FC236}">
                <a16:creationId xmlns:a16="http://schemas.microsoft.com/office/drawing/2014/main" id="{900B037D-EDB7-339E-A960-45BAEEA8BACF}"/>
              </a:ext>
            </a:extLst>
          </p:cNvPr>
          <p:cNvGrpSpPr/>
          <p:nvPr/>
        </p:nvGrpSpPr>
        <p:grpSpPr>
          <a:xfrm>
            <a:off x="9461231" y="94836"/>
            <a:ext cx="2278441" cy="787973"/>
            <a:chOff x="9461231" y="94836"/>
            <a:chExt cx="2278441" cy="787973"/>
          </a:xfrm>
        </p:grpSpPr>
        <p:sp>
          <p:nvSpPr>
            <p:cNvPr id="51" name="ZoneTexte 50">
              <a:extLst>
                <a:ext uri="{FF2B5EF4-FFF2-40B4-BE49-F238E27FC236}">
                  <a16:creationId xmlns:a16="http://schemas.microsoft.com/office/drawing/2014/main" id="{7F20C76F-581B-8688-3407-24AC89533B9A}"/>
                </a:ext>
              </a:extLst>
            </p:cNvPr>
            <p:cNvSpPr txBox="1"/>
            <p:nvPr/>
          </p:nvSpPr>
          <p:spPr>
            <a:xfrm>
              <a:off x="9461231" y="94836"/>
              <a:ext cx="1065303" cy="787973"/>
            </a:xfrm>
            <a:prstGeom prst="rect">
              <a:avLst/>
            </a:prstGeom>
          </p:spPr>
          <p:txBody>
            <a:bodyPr wrap="square" lIns="0" tIns="0" rIns="0" bIns="0" rtlCol="0">
              <a:spAutoFit/>
            </a:bodyPr>
            <a:lstStyle/>
            <a:p>
              <a:pPr algn="r">
                <a:lnSpc>
                  <a:spcPct val="200000"/>
                </a:lnSpc>
              </a:pPr>
              <a:r>
                <a:rPr lang="en-US" sz="900">
                  <a:latin typeface="Helvetica 55 Roman" panose="020B0604020202020204" pitchFamily="34" charset="0"/>
                </a:rPr>
                <a:t>Product Agnostic : </a:t>
              </a:r>
            </a:p>
            <a:p>
              <a:pPr algn="r">
                <a:lnSpc>
                  <a:spcPct val="200000"/>
                </a:lnSpc>
              </a:pPr>
              <a:r>
                <a:rPr lang="en-US" sz="900">
                  <a:latin typeface="Helvetica 55 Roman" panose="020B0604020202020204" pitchFamily="34" charset="0"/>
                </a:rPr>
                <a:t>Scopeless :</a:t>
              </a:r>
              <a:r>
                <a:rPr lang="en-US" sz="900"/>
                <a:t> </a:t>
              </a:r>
            </a:p>
            <a:p>
              <a:pPr algn="r">
                <a:lnSpc>
                  <a:spcPct val="200000"/>
                </a:lnSpc>
              </a:pPr>
              <a:r>
                <a:rPr lang="en-US" sz="900">
                  <a:latin typeface="Helvetica 55 Roman" panose="020B0604020202020204" pitchFamily="34" charset="0"/>
                </a:rPr>
                <a:t>Digital ready :</a:t>
              </a:r>
              <a:endParaRPr lang="en-US" sz="900"/>
            </a:p>
          </p:txBody>
        </p:sp>
        <p:pic>
          <p:nvPicPr>
            <p:cNvPr id="42" name="Graphique 41" descr="Amélioration continue contour">
              <a:extLst>
                <a:ext uri="{FF2B5EF4-FFF2-40B4-BE49-F238E27FC236}">
                  <a16:creationId xmlns:a16="http://schemas.microsoft.com/office/drawing/2014/main" id="{F2CF6F78-BB6A-578E-BFE5-AA0F07BCF2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12549" y="147544"/>
              <a:ext cx="267795" cy="267795"/>
            </a:xfrm>
            <a:prstGeom prst="rect">
              <a:avLst/>
            </a:prstGeom>
          </p:spPr>
        </p:pic>
        <p:pic>
          <p:nvPicPr>
            <p:cNvPr id="43" name="Graphique 42" descr="Atome avec un remplissage uni">
              <a:extLst>
                <a:ext uri="{FF2B5EF4-FFF2-40B4-BE49-F238E27FC236}">
                  <a16:creationId xmlns:a16="http://schemas.microsoft.com/office/drawing/2014/main" id="{AB45830C-B324-06ED-C5D3-FA69E28B1A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35382" y="442538"/>
              <a:ext cx="221319" cy="221319"/>
            </a:xfrm>
            <a:prstGeom prst="rect">
              <a:avLst/>
            </a:prstGeom>
          </p:spPr>
        </p:pic>
        <p:pic>
          <p:nvPicPr>
            <p:cNvPr id="47" name="Graphique 46" descr="Amélioration continue contour">
              <a:extLst>
                <a:ext uri="{FF2B5EF4-FFF2-40B4-BE49-F238E27FC236}">
                  <a16:creationId xmlns:a16="http://schemas.microsoft.com/office/drawing/2014/main" id="{FF6C7BBC-9575-5BEA-99A7-C1FA6D6CB2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40873" y="146204"/>
              <a:ext cx="270474" cy="270474"/>
            </a:xfrm>
            <a:prstGeom prst="rect">
              <a:avLst/>
            </a:prstGeom>
          </p:spPr>
        </p:pic>
        <p:pic>
          <p:nvPicPr>
            <p:cNvPr id="48" name="Graphique 47" descr="Atome avec un remplissage uni">
              <a:extLst>
                <a:ext uri="{FF2B5EF4-FFF2-40B4-BE49-F238E27FC236}">
                  <a16:creationId xmlns:a16="http://schemas.microsoft.com/office/drawing/2014/main" id="{02B3D387-9A31-B2B6-D64F-0B89717BDD0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065303" y="442538"/>
              <a:ext cx="221319" cy="221319"/>
            </a:xfrm>
            <a:prstGeom prst="rect">
              <a:avLst/>
            </a:prstGeom>
          </p:spPr>
        </p:pic>
        <p:pic>
          <p:nvPicPr>
            <p:cNvPr id="50" name="Graphique 49" descr="Amélioration continue contour">
              <a:extLst>
                <a:ext uri="{FF2B5EF4-FFF2-40B4-BE49-F238E27FC236}">
                  <a16:creationId xmlns:a16="http://schemas.microsoft.com/office/drawing/2014/main" id="{A066071C-A9BD-EF82-A130-DFB2FA14F5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71877" y="147544"/>
              <a:ext cx="267795" cy="267795"/>
            </a:xfrm>
            <a:prstGeom prst="rect">
              <a:avLst/>
            </a:prstGeom>
          </p:spPr>
        </p:pic>
        <p:pic>
          <p:nvPicPr>
            <p:cNvPr id="52" name="Graphique 51" descr="Atome avec un remplissage uni">
              <a:extLst>
                <a:ext uri="{FF2B5EF4-FFF2-40B4-BE49-F238E27FC236}">
                  <a16:creationId xmlns:a16="http://schemas.microsoft.com/office/drawing/2014/main" id="{233FA695-E4C2-52C4-17E7-C488B882F68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495345" y="442538"/>
              <a:ext cx="221319" cy="221319"/>
            </a:xfrm>
            <a:prstGeom prst="rect">
              <a:avLst/>
            </a:prstGeom>
          </p:spPr>
        </p:pic>
      </p:grpSp>
      <p:pic>
        <p:nvPicPr>
          <p:cNvPr id="53" name="Graphique 52" descr="Internet avec un remplissage uni">
            <a:extLst>
              <a:ext uri="{FF2B5EF4-FFF2-40B4-BE49-F238E27FC236}">
                <a16:creationId xmlns:a16="http://schemas.microsoft.com/office/drawing/2014/main" id="{D1036F92-37DD-DA35-FB53-E4A4044B7EC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495345" y="696478"/>
            <a:ext cx="221319" cy="221319"/>
          </a:xfrm>
          <a:prstGeom prst="rect">
            <a:avLst/>
          </a:prstGeom>
        </p:spPr>
      </p:pic>
      <p:graphicFrame>
        <p:nvGraphicFramePr>
          <p:cNvPr id="58" name="Tableau 57">
            <a:extLst>
              <a:ext uri="{FF2B5EF4-FFF2-40B4-BE49-F238E27FC236}">
                <a16:creationId xmlns:a16="http://schemas.microsoft.com/office/drawing/2014/main" id="{65BF6F31-C54D-7149-04DC-993729FCBE5F}"/>
              </a:ext>
            </a:extLst>
          </p:cNvPr>
          <p:cNvGraphicFramePr>
            <a:graphicFrameLocks noGrp="1"/>
          </p:cNvGraphicFramePr>
          <p:nvPr>
            <p:extLst>
              <p:ext uri="{D42A27DB-BD31-4B8C-83A1-F6EECF244321}">
                <p14:modId xmlns:p14="http://schemas.microsoft.com/office/powerpoint/2010/main" val="3047474956"/>
              </p:ext>
            </p:extLst>
          </p:nvPr>
        </p:nvGraphicFramePr>
        <p:xfrm>
          <a:off x="8040253" y="1402810"/>
          <a:ext cx="3318907" cy="1260720"/>
        </p:xfrm>
        <a:graphic>
          <a:graphicData uri="http://schemas.openxmlformats.org/drawingml/2006/table">
            <a:tbl>
              <a:tblPr firstRow="1" bandRow="1">
                <a:tableStyleId>{5C22544A-7EE6-4342-B048-85BDC9FD1C3A}</a:tableStyleId>
              </a:tblPr>
              <a:tblGrid>
                <a:gridCol w="3318907">
                  <a:extLst>
                    <a:ext uri="{9D8B030D-6E8A-4147-A177-3AD203B41FA5}">
                      <a16:colId xmlns:a16="http://schemas.microsoft.com/office/drawing/2014/main" val="3214163808"/>
                    </a:ext>
                  </a:extLst>
                </a:gridCol>
              </a:tblGrid>
              <a:tr h="226800">
                <a:tc>
                  <a:txBody>
                    <a:bodyPr/>
                    <a:lstStyle/>
                    <a:p>
                      <a:pPr algn="ctr"/>
                      <a:r>
                        <a:rPr lang="fr-FR" sz="1200" dirty="0">
                          <a:solidFill>
                            <a:schemeClr val="accent4">
                              <a:lumMod val="90000"/>
                            </a:schemeClr>
                          </a:solidFill>
                        </a:rPr>
                        <a:t>Configure </a:t>
                      </a:r>
                      <a:r>
                        <a:rPr lang="fr-FR" sz="1200" dirty="0" err="1">
                          <a:solidFill>
                            <a:schemeClr val="accent4">
                              <a:lumMod val="90000"/>
                            </a:schemeClr>
                          </a:solidFill>
                        </a:rPr>
                        <a:t>product</a:t>
                      </a:r>
                      <a:r>
                        <a:rPr lang="fr-FR" sz="1200" dirty="0">
                          <a:solidFill>
                            <a:schemeClr val="accent4">
                              <a:lumMod val="90000"/>
                            </a:schemeClr>
                          </a:solidFill>
                        </a:rPr>
                        <a:t> and </a:t>
                      </a:r>
                      <a:r>
                        <a:rPr lang="fr-FR" sz="1200" dirty="0" err="1">
                          <a:solidFill>
                            <a:schemeClr val="accent4">
                              <a:lumMod val="90000"/>
                            </a:schemeClr>
                          </a:solidFill>
                        </a:rPr>
                        <a:t>view</a:t>
                      </a:r>
                      <a:r>
                        <a:rPr lang="fr-FR" sz="1200" dirty="0">
                          <a:solidFill>
                            <a:schemeClr val="accent4">
                              <a:lumMod val="90000"/>
                            </a:schemeClr>
                          </a:solidFill>
                        </a:rPr>
                        <a:t> </a:t>
                      </a:r>
                      <a:r>
                        <a:rPr lang="fr-FR" sz="1200" dirty="0" err="1">
                          <a:solidFill>
                            <a:schemeClr val="accent4">
                              <a:lumMod val="90000"/>
                            </a:schemeClr>
                          </a:solidFill>
                        </a:rPr>
                        <a:t>pricing</a:t>
                      </a:r>
                      <a:r>
                        <a:rPr lang="fr-FR" sz="1200" dirty="0">
                          <a:solidFill>
                            <a:schemeClr val="accent4">
                              <a:lumMod val="90000"/>
                            </a:schemeClr>
                          </a:solidFill>
                        </a:rPr>
                        <a:t> </a:t>
                      </a:r>
                      <a:endParaRPr lang="en-US" sz="1200" dirty="0">
                        <a:solidFill>
                          <a:schemeClr val="accent4">
                            <a:lumMod val="90000"/>
                          </a:schemeClr>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720000">
                <a:tc>
                  <a:txBody>
                    <a:bodyPr/>
                    <a:lstStyle/>
                    <a:p>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solidFill>
                          <a:schemeClr val="bg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448837"/>
                  </a:ext>
                </a:extLst>
              </a:tr>
            </a:tbl>
          </a:graphicData>
        </a:graphic>
      </p:graphicFrame>
      <p:grpSp>
        <p:nvGrpSpPr>
          <p:cNvPr id="65" name="Groupe 64">
            <a:extLst>
              <a:ext uri="{FF2B5EF4-FFF2-40B4-BE49-F238E27FC236}">
                <a16:creationId xmlns:a16="http://schemas.microsoft.com/office/drawing/2014/main" id="{F9C05D65-EBC2-6581-39C4-B4CDE42C5425}"/>
              </a:ext>
            </a:extLst>
          </p:cNvPr>
          <p:cNvGrpSpPr/>
          <p:nvPr/>
        </p:nvGrpSpPr>
        <p:grpSpPr>
          <a:xfrm>
            <a:off x="804102" y="2846407"/>
            <a:ext cx="1171931" cy="297521"/>
            <a:chOff x="12672758" y="2111071"/>
            <a:chExt cx="1432219" cy="396000"/>
          </a:xfrm>
        </p:grpSpPr>
        <p:pic>
          <p:nvPicPr>
            <p:cNvPr id="62" name="Graphique 61" descr="Amélioration continue contour">
              <a:extLst>
                <a:ext uri="{FF2B5EF4-FFF2-40B4-BE49-F238E27FC236}">
                  <a16:creationId xmlns:a16="http://schemas.microsoft.com/office/drawing/2014/main" id="{E4692589-281F-F9E8-AD10-9CE47008081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63" name="Graphique 62" descr="Internet avec un remplissage uni">
              <a:extLst>
                <a:ext uri="{FF2B5EF4-FFF2-40B4-BE49-F238E27FC236}">
                  <a16:creationId xmlns:a16="http://schemas.microsoft.com/office/drawing/2014/main" id="{7618D113-3746-6F81-ABA5-0A3E1DCE17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64" name="Graphique 63" descr="Atome avec un remplissage uni">
              <a:extLst>
                <a:ext uri="{FF2B5EF4-FFF2-40B4-BE49-F238E27FC236}">
                  <a16:creationId xmlns:a16="http://schemas.microsoft.com/office/drawing/2014/main" id="{6F81A3EE-2D6F-DA3C-A583-515C46FBEAF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226868" y="2129071"/>
              <a:ext cx="360000" cy="360000"/>
            </a:xfrm>
            <a:prstGeom prst="rect">
              <a:avLst/>
            </a:prstGeom>
          </p:spPr>
        </p:pic>
      </p:grpSp>
      <p:grpSp>
        <p:nvGrpSpPr>
          <p:cNvPr id="84" name="Groupe 83">
            <a:extLst>
              <a:ext uri="{FF2B5EF4-FFF2-40B4-BE49-F238E27FC236}">
                <a16:creationId xmlns:a16="http://schemas.microsoft.com/office/drawing/2014/main" id="{ED039909-D0DE-1353-2612-A3E2C49FF92A}"/>
              </a:ext>
            </a:extLst>
          </p:cNvPr>
          <p:cNvGrpSpPr/>
          <p:nvPr/>
        </p:nvGrpSpPr>
        <p:grpSpPr>
          <a:xfrm>
            <a:off x="5437268" y="2847716"/>
            <a:ext cx="1171931" cy="297521"/>
            <a:chOff x="12672758" y="2111071"/>
            <a:chExt cx="1432219" cy="396000"/>
          </a:xfrm>
        </p:grpSpPr>
        <p:pic>
          <p:nvPicPr>
            <p:cNvPr id="85" name="Graphique 84" descr="Amélioration continue contour">
              <a:extLst>
                <a:ext uri="{FF2B5EF4-FFF2-40B4-BE49-F238E27FC236}">
                  <a16:creationId xmlns:a16="http://schemas.microsoft.com/office/drawing/2014/main" id="{6F9B0852-703B-0CB4-4724-C570140C54F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672758" y="2111071"/>
              <a:ext cx="396000" cy="396000"/>
            </a:xfrm>
            <a:prstGeom prst="rect">
              <a:avLst/>
            </a:prstGeom>
          </p:spPr>
        </p:pic>
        <p:pic>
          <p:nvPicPr>
            <p:cNvPr id="86" name="Graphique 85" descr="Internet avec un remplissage uni">
              <a:extLst>
                <a:ext uri="{FF2B5EF4-FFF2-40B4-BE49-F238E27FC236}">
                  <a16:creationId xmlns:a16="http://schemas.microsoft.com/office/drawing/2014/main" id="{9EC38975-B3AE-31EE-CAA7-F3936FF70F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87" name="Graphique 86" descr="Atome avec un remplissage uni">
              <a:extLst>
                <a:ext uri="{FF2B5EF4-FFF2-40B4-BE49-F238E27FC236}">
                  <a16:creationId xmlns:a16="http://schemas.microsoft.com/office/drawing/2014/main" id="{6B2D4F7D-3B42-5E50-7431-82620086B2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92" name="Groupe 91">
            <a:extLst>
              <a:ext uri="{FF2B5EF4-FFF2-40B4-BE49-F238E27FC236}">
                <a16:creationId xmlns:a16="http://schemas.microsoft.com/office/drawing/2014/main" id="{33101813-1B0D-C6ED-A165-185264AD7E35}"/>
              </a:ext>
            </a:extLst>
          </p:cNvPr>
          <p:cNvGrpSpPr/>
          <p:nvPr/>
        </p:nvGrpSpPr>
        <p:grpSpPr>
          <a:xfrm>
            <a:off x="9113722" y="2380439"/>
            <a:ext cx="1171931" cy="297521"/>
            <a:chOff x="12672758" y="2111071"/>
            <a:chExt cx="1432219" cy="396000"/>
          </a:xfrm>
        </p:grpSpPr>
        <p:pic>
          <p:nvPicPr>
            <p:cNvPr id="93" name="Graphique 92" descr="Amélioration continue contour">
              <a:extLst>
                <a:ext uri="{FF2B5EF4-FFF2-40B4-BE49-F238E27FC236}">
                  <a16:creationId xmlns:a16="http://schemas.microsoft.com/office/drawing/2014/main" id="{2FB8EAE9-3AAF-813C-06B6-7EB84EADABB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672758" y="2111071"/>
              <a:ext cx="396000" cy="396000"/>
            </a:xfrm>
            <a:prstGeom prst="rect">
              <a:avLst/>
            </a:prstGeom>
          </p:spPr>
        </p:pic>
        <p:pic>
          <p:nvPicPr>
            <p:cNvPr id="94" name="Graphique 93" descr="Internet avec un remplissage uni">
              <a:extLst>
                <a:ext uri="{FF2B5EF4-FFF2-40B4-BE49-F238E27FC236}">
                  <a16:creationId xmlns:a16="http://schemas.microsoft.com/office/drawing/2014/main" id="{6049C7AB-3B9B-5CFE-1335-339CB2CC75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95" name="Graphique 94" descr="Atome avec un remplissage uni">
              <a:extLst>
                <a:ext uri="{FF2B5EF4-FFF2-40B4-BE49-F238E27FC236}">
                  <a16:creationId xmlns:a16="http://schemas.microsoft.com/office/drawing/2014/main" id="{33ECEF05-28D0-35E1-3AB1-AE735EC73D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16" name="Groupe 115">
            <a:extLst>
              <a:ext uri="{FF2B5EF4-FFF2-40B4-BE49-F238E27FC236}">
                <a16:creationId xmlns:a16="http://schemas.microsoft.com/office/drawing/2014/main" id="{1D15AE27-5125-D8C6-2421-4561669DACC8}"/>
              </a:ext>
            </a:extLst>
          </p:cNvPr>
          <p:cNvGrpSpPr/>
          <p:nvPr/>
        </p:nvGrpSpPr>
        <p:grpSpPr>
          <a:xfrm>
            <a:off x="3139515" y="4481613"/>
            <a:ext cx="1171931" cy="297521"/>
            <a:chOff x="12672758" y="2111071"/>
            <a:chExt cx="1432219" cy="396000"/>
          </a:xfrm>
        </p:grpSpPr>
        <p:pic>
          <p:nvPicPr>
            <p:cNvPr id="117" name="Graphique 116" descr="Amélioration continue contour">
              <a:extLst>
                <a:ext uri="{FF2B5EF4-FFF2-40B4-BE49-F238E27FC236}">
                  <a16:creationId xmlns:a16="http://schemas.microsoft.com/office/drawing/2014/main" id="{FC2DE2B2-36B9-E644-3DAE-B6451A7E19A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18" name="Graphique 117" descr="Internet avec un remplissage uni">
              <a:extLst>
                <a:ext uri="{FF2B5EF4-FFF2-40B4-BE49-F238E27FC236}">
                  <a16:creationId xmlns:a16="http://schemas.microsoft.com/office/drawing/2014/main" id="{1E57BDF6-683A-A549-806D-98C363CBC1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19" name="Graphique 118" descr="Atome avec un remplissage uni">
              <a:extLst>
                <a:ext uri="{FF2B5EF4-FFF2-40B4-BE49-F238E27FC236}">
                  <a16:creationId xmlns:a16="http://schemas.microsoft.com/office/drawing/2014/main" id="{DE492440-A1B1-05B8-7693-4F2ED5E79C1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20" name="Groupe 119">
            <a:extLst>
              <a:ext uri="{FF2B5EF4-FFF2-40B4-BE49-F238E27FC236}">
                <a16:creationId xmlns:a16="http://schemas.microsoft.com/office/drawing/2014/main" id="{8D6EB9E9-D2CE-818C-DC3E-9BF1BBC28B24}"/>
              </a:ext>
            </a:extLst>
          </p:cNvPr>
          <p:cNvGrpSpPr/>
          <p:nvPr/>
        </p:nvGrpSpPr>
        <p:grpSpPr>
          <a:xfrm>
            <a:off x="5455643" y="4481613"/>
            <a:ext cx="1171931" cy="297521"/>
            <a:chOff x="12672758" y="2111071"/>
            <a:chExt cx="1432219" cy="396000"/>
          </a:xfrm>
        </p:grpSpPr>
        <p:pic>
          <p:nvPicPr>
            <p:cNvPr id="121" name="Graphique 120" descr="Amélioration continue contour">
              <a:extLst>
                <a:ext uri="{FF2B5EF4-FFF2-40B4-BE49-F238E27FC236}">
                  <a16:creationId xmlns:a16="http://schemas.microsoft.com/office/drawing/2014/main" id="{134C3B51-C984-A4B1-09A1-DCB1CDFCBC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22" name="Graphique 121" descr="Internet avec un remplissage uni">
              <a:extLst>
                <a:ext uri="{FF2B5EF4-FFF2-40B4-BE49-F238E27FC236}">
                  <a16:creationId xmlns:a16="http://schemas.microsoft.com/office/drawing/2014/main" id="{71F8371D-7A32-3195-5612-900716914A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23" name="Graphique 122" descr="Atome avec un remplissage uni">
              <a:extLst>
                <a:ext uri="{FF2B5EF4-FFF2-40B4-BE49-F238E27FC236}">
                  <a16:creationId xmlns:a16="http://schemas.microsoft.com/office/drawing/2014/main" id="{80C50FBC-7FBA-4266-39FD-9A1E08890D1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24" name="Groupe 123">
            <a:extLst>
              <a:ext uri="{FF2B5EF4-FFF2-40B4-BE49-F238E27FC236}">
                <a16:creationId xmlns:a16="http://schemas.microsoft.com/office/drawing/2014/main" id="{EB8A69C9-CABA-4CA0-27E8-0955445F08A3}"/>
              </a:ext>
            </a:extLst>
          </p:cNvPr>
          <p:cNvGrpSpPr/>
          <p:nvPr/>
        </p:nvGrpSpPr>
        <p:grpSpPr>
          <a:xfrm>
            <a:off x="9126948" y="4435367"/>
            <a:ext cx="1171931" cy="297521"/>
            <a:chOff x="12672758" y="2111071"/>
            <a:chExt cx="1432219" cy="396000"/>
          </a:xfrm>
        </p:grpSpPr>
        <p:pic>
          <p:nvPicPr>
            <p:cNvPr id="125" name="Graphique 124" descr="Amélioration continue contour">
              <a:extLst>
                <a:ext uri="{FF2B5EF4-FFF2-40B4-BE49-F238E27FC236}">
                  <a16:creationId xmlns:a16="http://schemas.microsoft.com/office/drawing/2014/main" id="{71258693-A67E-E90A-7F9C-0F1517113B4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672758" y="2111071"/>
              <a:ext cx="396000" cy="396000"/>
            </a:xfrm>
            <a:prstGeom prst="rect">
              <a:avLst/>
            </a:prstGeom>
          </p:spPr>
        </p:pic>
        <p:pic>
          <p:nvPicPr>
            <p:cNvPr id="126" name="Graphique 125" descr="Internet avec un remplissage uni">
              <a:extLst>
                <a:ext uri="{FF2B5EF4-FFF2-40B4-BE49-F238E27FC236}">
                  <a16:creationId xmlns:a16="http://schemas.microsoft.com/office/drawing/2014/main" id="{1747FDE7-3E5B-1E6B-91C3-54C32A5DB8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27" name="Graphique 126" descr="Atome avec un remplissage uni">
              <a:extLst>
                <a:ext uri="{FF2B5EF4-FFF2-40B4-BE49-F238E27FC236}">
                  <a16:creationId xmlns:a16="http://schemas.microsoft.com/office/drawing/2014/main" id="{E87A0BDF-B304-CD70-51A5-1F1E230499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aphicFrame>
        <p:nvGraphicFramePr>
          <p:cNvPr id="133" name="Tableau 132">
            <a:extLst>
              <a:ext uri="{FF2B5EF4-FFF2-40B4-BE49-F238E27FC236}">
                <a16:creationId xmlns:a16="http://schemas.microsoft.com/office/drawing/2014/main" id="{237C5BA3-F9EE-C6F5-B059-399675A4AC8B}"/>
              </a:ext>
            </a:extLst>
          </p:cNvPr>
          <p:cNvGraphicFramePr>
            <a:graphicFrameLocks noGrp="1"/>
          </p:cNvGraphicFramePr>
          <p:nvPr>
            <p:extLst>
              <p:ext uri="{D42A27DB-BD31-4B8C-83A1-F6EECF244321}">
                <p14:modId xmlns:p14="http://schemas.microsoft.com/office/powerpoint/2010/main" val="3125429200"/>
              </p:ext>
            </p:extLst>
          </p:nvPr>
        </p:nvGraphicFramePr>
        <p:xfrm>
          <a:off x="2646516" y="1327013"/>
          <a:ext cx="2120305" cy="1801283"/>
        </p:xfrm>
        <a:graphic>
          <a:graphicData uri="http://schemas.openxmlformats.org/drawingml/2006/table">
            <a:tbl>
              <a:tblPr firstRow="1" bandRow="1">
                <a:tableStyleId>{073A0DAA-6AF3-43AB-8588-CEC1D06C72B9}</a:tableStyleId>
              </a:tblPr>
              <a:tblGrid>
                <a:gridCol w="2120305">
                  <a:extLst>
                    <a:ext uri="{9D8B030D-6E8A-4147-A177-3AD203B41FA5}">
                      <a16:colId xmlns:a16="http://schemas.microsoft.com/office/drawing/2014/main" val="3214163808"/>
                    </a:ext>
                  </a:extLst>
                </a:gridCol>
              </a:tblGrid>
              <a:tr h="274883">
                <a:tc>
                  <a:txBody>
                    <a:bodyPr/>
                    <a:lstStyle/>
                    <a:p>
                      <a:pPr algn="ctr"/>
                      <a:r>
                        <a:rPr lang="fr-FR" sz="1200" dirty="0" err="1">
                          <a:solidFill>
                            <a:schemeClr val="bg2"/>
                          </a:solidFill>
                        </a:rPr>
                        <a:t>Quote</a:t>
                      </a:r>
                      <a:r>
                        <a:rPr lang="fr-FR" sz="1200" dirty="0">
                          <a:solidFill>
                            <a:schemeClr val="bg2"/>
                          </a:solidFill>
                        </a:rPr>
                        <a:t> state model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1260000">
                <a:tc>
                  <a:txBody>
                    <a:bodyPr/>
                    <a:lstStyle/>
                    <a:p>
                      <a:pPr marL="171450" indent="-171450">
                        <a:buFont typeface="Arial" panose="020B0604020202020204" pitchFamily="34" charset="0"/>
                        <a:buChar char="•"/>
                      </a:pPr>
                      <a:endParaRPr lang="en-US" sz="1050" dirty="0">
                        <a:solidFill>
                          <a:schemeClr val="tx1"/>
                        </a:solidFill>
                      </a:endParaRPr>
                    </a:p>
                    <a:p>
                      <a:pPr marL="171450" indent="-171450">
                        <a:buFont typeface="Arial" panose="020B0604020202020204" pitchFamily="34" charset="0"/>
                        <a:buChar char="•"/>
                      </a:pPr>
                      <a:r>
                        <a:rPr lang="en-US" sz="1050" dirty="0">
                          <a:solidFill>
                            <a:schemeClr val="tx1"/>
                          </a:solidFill>
                        </a:rPr>
                        <a:t>CTIO requirement for MVP</a:t>
                      </a:r>
                      <a:r>
                        <a:rPr lang="en-US" sz="1050" dirty="0">
                          <a:solidFill>
                            <a:schemeClr val="bg1"/>
                          </a:solidFill>
                        </a:rPr>
                        <a:t>.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282381"/>
                  </a:ext>
                </a:extLst>
              </a:tr>
            </a:tbl>
          </a:graphicData>
        </a:graphic>
      </p:graphicFrame>
      <p:graphicFrame>
        <p:nvGraphicFramePr>
          <p:cNvPr id="132" name="Tableau 131">
            <a:extLst>
              <a:ext uri="{FF2B5EF4-FFF2-40B4-BE49-F238E27FC236}">
                <a16:creationId xmlns:a16="http://schemas.microsoft.com/office/drawing/2014/main" id="{3B912D71-E6C3-1BA4-7920-F7E4D646E998}"/>
              </a:ext>
            </a:extLst>
          </p:cNvPr>
          <p:cNvGraphicFramePr>
            <a:graphicFrameLocks noGrp="1"/>
          </p:cNvGraphicFramePr>
          <p:nvPr>
            <p:extLst>
              <p:ext uri="{D42A27DB-BD31-4B8C-83A1-F6EECF244321}">
                <p14:modId xmlns:p14="http://schemas.microsoft.com/office/powerpoint/2010/main" val="3712331535"/>
              </p:ext>
            </p:extLst>
          </p:nvPr>
        </p:nvGraphicFramePr>
        <p:xfrm>
          <a:off x="315107" y="3233283"/>
          <a:ext cx="2208492" cy="1533600"/>
        </p:xfrm>
        <a:graphic>
          <a:graphicData uri="http://schemas.openxmlformats.org/drawingml/2006/table">
            <a:tbl>
              <a:tblPr firstRow="1" bandRow="1">
                <a:tableStyleId>{073A0DAA-6AF3-43AB-8588-CEC1D06C72B9}</a:tableStyleId>
              </a:tblPr>
              <a:tblGrid>
                <a:gridCol w="2208492">
                  <a:extLst>
                    <a:ext uri="{9D8B030D-6E8A-4147-A177-3AD203B41FA5}">
                      <a16:colId xmlns:a16="http://schemas.microsoft.com/office/drawing/2014/main" val="3214163808"/>
                    </a:ext>
                  </a:extLst>
                </a:gridCol>
              </a:tblGrid>
              <a:tr h="367200">
                <a:tc>
                  <a:txBody>
                    <a:bodyPr/>
                    <a:lstStyle/>
                    <a:p>
                      <a:pPr algn="ctr"/>
                      <a:r>
                        <a:rPr lang="fr-FR" sz="1200" dirty="0" err="1">
                          <a:solidFill>
                            <a:schemeClr val="bg2"/>
                          </a:solidFill>
                        </a:rPr>
                        <a:t>Retrieve</a:t>
                      </a:r>
                      <a:r>
                        <a:rPr lang="fr-FR" sz="1200" dirty="0">
                          <a:solidFill>
                            <a:schemeClr val="bg2"/>
                          </a:solidFill>
                        </a:rPr>
                        <a:t> </a:t>
                      </a:r>
                      <a:r>
                        <a:rPr lang="fr-FR" sz="1200" dirty="0" err="1">
                          <a:solidFill>
                            <a:schemeClr val="bg2"/>
                          </a:solidFill>
                        </a:rPr>
                        <a:t>eligible</a:t>
                      </a:r>
                      <a:r>
                        <a:rPr lang="fr-FR" sz="1200" dirty="0">
                          <a:solidFill>
                            <a:schemeClr val="bg2"/>
                          </a:solidFill>
                        </a:rPr>
                        <a:t> </a:t>
                      </a:r>
                      <a:r>
                        <a:rPr lang="fr-FR" sz="1200" dirty="0" err="1">
                          <a:solidFill>
                            <a:schemeClr val="bg2"/>
                          </a:solidFill>
                        </a:rPr>
                        <a:t>product</a:t>
                      </a:r>
                      <a:endParaRPr lang="fr-FR" sz="1200" dirty="0">
                        <a:solidFill>
                          <a:schemeClr val="bg2"/>
                        </a:solidFil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198696"/>
                  </a:ext>
                </a:extLst>
              </a:tr>
              <a:tr h="900000">
                <a:tc>
                  <a:txBody>
                    <a:bodyPr/>
                    <a:lstStyle/>
                    <a:p>
                      <a:endParaRPr lang="en-US" sz="1050" dirty="0">
                        <a:solidFill>
                          <a:schemeClr val="tx1"/>
                        </a:solidFill>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32614"/>
                  </a:ext>
                </a:extLst>
              </a:tr>
              <a:tr h="266400">
                <a:tc>
                  <a:txBody>
                    <a:bodyPr/>
                    <a:lstStyle/>
                    <a:p>
                      <a:endParaRPr lang="en-US" sz="1050"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282381"/>
                  </a:ext>
                </a:extLst>
              </a:tr>
            </a:tbl>
          </a:graphicData>
        </a:graphic>
      </p:graphicFrame>
      <p:sp>
        <p:nvSpPr>
          <p:cNvPr id="130" name="ZoneTexte 129">
            <a:extLst>
              <a:ext uri="{FF2B5EF4-FFF2-40B4-BE49-F238E27FC236}">
                <a16:creationId xmlns:a16="http://schemas.microsoft.com/office/drawing/2014/main" id="{5F093E91-122F-E895-09A7-70BEEE58164D}"/>
              </a:ext>
            </a:extLst>
          </p:cNvPr>
          <p:cNvSpPr txBox="1"/>
          <p:nvPr/>
        </p:nvSpPr>
        <p:spPr>
          <a:xfrm>
            <a:off x="5355476" y="5060066"/>
            <a:ext cx="1837023" cy="276999"/>
          </a:xfrm>
          <a:prstGeom prst="rect">
            <a:avLst/>
          </a:prstGeom>
          <a:noFill/>
        </p:spPr>
        <p:txBody>
          <a:bodyPr wrap="square">
            <a:spAutoFit/>
          </a:bodyPr>
          <a:lstStyle/>
          <a:p>
            <a:r>
              <a:rPr lang="fr-FR" sz="1200" b="1" dirty="0">
                <a:solidFill>
                  <a:srgbClr val="FF0000"/>
                </a:solidFill>
              </a:rPr>
              <a:t>D</a:t>
            </a:r>
            <a:r>
              <a:rPr lang="en-US" sz="1200" b="1" dirty="0" err="1">
                <a:solidFill>
                  <a:srgbClr val="FF0000"/>
                </a:solidFill>
              </a:rPr>
              <a:t>efined</a:t>
            </a:r>
            <a:r>
              <a:rPr lang="en-US" sz="1200" b="1" dirty="0">
                <a:solidFill>
                  <a:srgbClr val="FF0000"/>
                </a:solidFill>
              </a:rPr>
              <a:t> in Iteration 3</a:t>
            </a:r>
          </a:p>
        </p:txBody>
      </p:sp>
      <p:sp>
        <p:nvSpPr>
          <p:cNvPr id="131" name="ZoneTexte 130">
            <a:extLst>
              <a:ext uri="{FF2B5EF4-FFF2-40B4-BE49-F238E27FC236}">
                <a16:creationId xmlns:a16="http://schemas.microsoft.com/office/drawing/2014/main" id="{1A7696ED-7591-83CB-200D-864A83C3D1BE}"/>
              </a:ext>
            </a:extLst>
          </p:cNvPr>
          <p:cNvSpPr txBox="1"/>
          <p:nvPr/>
        </p:nvSpPr>
        <p:spPr>
          <a:xfrm>
            <a:off x="10199621" y="5050827"/>
            <a:ext cx="1837023" cy="276999"/>
          </a:xfrm>
          <a:prstGeom prst="rect">
            <a:avLst/>
          </a:prstGeom>
          <a:noFill/>
        </p:spPr>
        <p:txBody>
          <a:bodyPr wrap="square">
            <a:spAutoFit/>
          </a:bodyPr>
          <a:lstStyle/>
          <a:p>
            <a:r>
              <a:rPr lang="fr-FR" sz="1200" b="1" dirty="0">
                <a:solidFill>
                  <a:srgbClr val="FF0000"/>
                </a:solidFill>
              </a:rPr>
              <a:t>D</a:t>
            </a:r>
            <a:r>
              <a:rPr lang="en-US" sz="1200" b="1" dirty="0" err="1">
                <a:solidFill>
                  <a:srgbClr val="FF0000"/>
                </a:solidFill>
              </a:rPr>
              <a:t>efined</a:t>
            </a:r>
            <a:r>
              <a:rPr lang="en-US" sz="1200" b="1" dirty="0">
                <a:solidFill>
                  <a:srgbClr val="FF0000"/>
                </a:solidFill>
              </a:rPr>
              <a:t> in Iteration 3</a:t>
            </a:r>
          </a:p>
        </p:txBody>
      </p:sp>
      <p:grpSp>
        <p:nvGrpSpPr>
          <p:cNvPr id="67" name="Groupe 66">
            <a:extLst>
              <a:ext uri="{FF2B5EF4-FFF2-40B4-BE49-F238E27FC236}">
                <a16:creationId xmlns:a16="http://schemas.microsoft.com/office/drawing/2014/main" id="{148F8D12-C041-5138-0FDB-CCE547892593}"/>
              </a:ext>
            </a:extLst>
          </p:cNvPr>
          <p:cNvGrpSpPr/>
          <p:nvPr/>
        </p:nvGrpSpPr>
        <p:grpSpPr>
          <a:xfrm>
            <a:off x="3120685" y="2844273"/>
            <a:ext cx="1171931" cy="297521"/>
            <a:chOff x="12672758" y="2111071"/>
            <a:chExt cx="1432219" cy="396000"/>
          </a:xfrm>
        </p:grpSpPr>
        <p:pic>
          <p:nvPicPr>
            <p:cNvPr id="73" name="Graphique 72" descr="Amélioration continue contour">
              <a:extLst>
                <a:ext uri="{FF2B5EF4-FFF2-40B4-BE49-F238E27FC236}">
                  <a16:creationId xmlns:a16="http://schemas.microsoft.com/office/drawing/2014/main" id="{782009B4-23A7-766C-56F2-F39362D16B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74" name="Graphique 73" descr="Internet avec un remplissage uni">
              <a:extLst>
                <a:ext uri="{FF2B5EF4-FFF2-40B4-BE49-F238E27FC236}">
                  <a16:creationId xmlns:a16="http://schemas.microsoft.com/office/drawing/2014/main" id="{9E0C7020-35ED-D530-9A78-3CEE141D46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75" name="Graphique 74" descr="Atome avec un remplissage uni">
              <a:extLst>
                <a:ext uri="{FF2B5EF4-FFF2-40B4-BE49-F238E27FC236}">
                  <a16:creationId xmlns:a16="http://schemas.microsoft.com/office/drawing/2014/main" id="{B7F10B84-12E2-C48F-C0BF-EC9E7F7E01A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grpSp>
        <p:nvGrpSpPr>
          <p:cNvPr id="112" name="Groupe 111">
            <a:extLst>
              <a:ext uri="{FF2B5EF4-FFF2-40B4-BE49-F238E27FC236}">
                <a16:creationId xmlns:a16="http://schemas.microsoft.com/office/drawing/2014/main" id="{0803C366-F671-6EA4-867D-21A147A560FF}"/>
              </a:ext>
            </a:extLst>
          </p:cNvPr>
          <p:cNvGrpSpPr/>
          <p:nvPr/>
        </p:nvGrpSpPr>
        <p:grpSpPr>
          <a:xfrm>
            <a:off x="828808" y="4481613"/>
            <a:ext cx="1171931" cy="297521"/>
            <a:chOff x="12672758" y="2111071"/>
            <a:chExt cx="1432219" cy="396000"/>
          </a:xfrm>
        </p:grpSpPr>
        <p:pic>
          <p:nvPicPr>
            <p:cNvPr id="113" name="Graphique 112" descr="Amélioration continue contour">
              <a:extLst>
                <a:ext uri="{FF2B5EF4-FFF2-40B4-BE49-F238E27FC236}">
                  <a16:creationId xmlns:a16="http://schemas.microsoft.com/office/drawing/2014/main" id="{052C1B34-EBC8-509F-E74E-BB698BC7BDB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72758" y="2111071"/>
              <a:ext cx="396000" cy="396000"/>
            </a:xfrm>
            <a:prstGeom prst="rect">
              <a:avLst/>
            </a:prstGeom>
          </p:spPr>
        </p:pic>
        <p:pic>
          <p:nvPicPr>
            <p:cNvPr id="114" name="Graphique 113" descr="Internet avec un remplissage uni">
              <a:extLst>
                <a:ext uri="{FF2B5EF4-FFF2-40B4-BE49-F238E27FC236}">
                  <a16:creationId xmlns:a16="http://schemas.microsoft.com/office/drawing/2014/main" id="{EAEF834A-7106-7215-57B9-C647C4A420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4977" y="2129071"/>
              <a:ext cx="360000" cy="360000"/>
            </a:xfrm>
            <a:prstGeom prst="rect">
              <a:avLst/>
            </a:prstGeom>
          </p:spPr>
        </p:pic>
        <p:pic>
          <p:nvPicPr>
            <p:cNvPr id="115" name="Graphique 114" descr="Atome avec un remplissage uni">
              <a:extLst>
                <a:ext uri="{FF2B5EF4-FFF2-40B4-BE49-F238E27FC236}">
                  <a16:creationId xmlns:a16="http://schemas.microsoft.com/office/drawing/2014/main" id="{56784A97-11DD-19E1-9CBD-EC09819905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26868" y="2129071"/>
              <a:ext cx="360000" cy="360000"/>
            </a:xfrm>
            <a:prstGeom prst="rect">
              <a:avLst/>
            </a:prstGeom>
          </p:spPr>
        </p:pic>
      </p:grpSp>
    </p:spTree>
    <p:extLst>
      <p:ext uri="{BB962C8B-B14F-4D97-AF65-F5344CB8AC3E}">
        <p14:creationId xmlns:p14="http://schemas.microsoft.com/office/powerpoint/2010/main" val="2115796531"/>
      </p:ext>
    </p:extLst>
  </p:cSld>
  <p:clrMapOvr>
    <a:masterClrMapping/>
  </p:clrMapOvr>
  <p:transition spd="med">
    <p:fade/>
  </p:transition>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0A4032-383D-3C7E-C050-F62EFC0D345A}"/>
              </a:ext>
            </a:extLst>
          </p:cNvPr>
          <p:cNvSpPr>
            <a:spLocks noGrp="1"/>
          </p:cNvSpPr>
          <p:nvPr>
            <p:ph type="title"/>
          </p:nvPr>
        </p:nvSpPr>
        <p:spPr/>
        <p:txBody>
          <a:bodyPr/>
          <a:lstStyle/>
          <a:p>
            <a:r>
              <a:rPr lang="fr-FR" dirty="0"/>
              <a:t>L4- </a:t>
            </a:r>
            <a:r>
              <a:rPr lang="fr-FR" dirty="0" err="1"/>
              <a:t>Quote</a:t>
            </a:r>
            <a:r>
              <a:rPr lang="fr-FR" dirty="0"/>
              <a:t> </a:t>
            </a:r>
            <a:r>
              <a:rPr lang="fr-FR" dirty="0" err="1"/>
              <a:t>Offer</a:t>
            </a:r>
            <a:r>
              <a:rPr lang="fr-FR" dirty="0"/>
              <a:t> </a:t>
            </a:r>
            <a:r>
              <a:rPr lang="fr-FR" dirty="0" err="1"/>
              <a:t>Initialization</a:t>
            </a:r>
            <a:r>
              <a:rPr lang="fr-FR" dirty="0"/>
              <a:t> </a:t>
            </a:r>
            <a:endParaRPr lang="en-US" dirty="0"/>
          </a:p>
        </p:txBody>
      </p:sp>
      <p:sp>
        <p:nvSpPr>
          <p:cNvPr id="4" name="Rectangle : coins arrondis 3">
            <a:extLst>
              <a:ext uri="{FF2B5EF4-FFF2-40B4-BE49-F238E27FC236}">
                <a16:creationId xmlns:a16="http://schemas.microsoft.com/office/drawing/2014/main" id="{D339F250-B76A-0542-1714-3A2F3EFE3363}"/>
              </a:ext>
            </a:extLst>
          </p:cNvPr>
          <p:cNvSpPr/>
          <p:nvPr/>
        </p:nvSpPr>
        <p:spPr>
          <a:xfrm>
            <a:off x="1929638"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Create Quote </a:t>
            </a:r>
            <a:r>
              <a:rPr lang="en-US" sz="600" b="1" i="1" kern="0" dirty="0">
                <a:solidFill>
                  <a:schemeClr val="bg1"/>
                </a:solidFill>
                <a:latin typeface="Helvetica 75 Bold"/>
              </a:rPr>
              <a:t>(Internet MVP)</a:t>
            </a:r>
          </a:p>
        </p:txBody>
      </p:sp>
      <p:sp>
        <p:nvSpPr>
          <p:cNvPr id="5" name="Ellipse 4">
            <a:extLst>
              <a:ext uri="{FF2B5EF4-FFF2-40B4-BE49-F238E27FC236}">
                <a16:creationId xmlns:a16="http://schemas.microsoft.com/office/drawing/2014/main" id="{880D8785-90ED-BB60-5543-E23E1FA78C59}"/>
              </a:ext>
            </a:extLst>
          </p:cNvPr>
          <p:cNvSpPr/>
          <p:nvPr/>
        </p:nvSpPr>
        <p:spPr>
          <a:xfrm>
            <a:off x="659173" y="1493916"/>
            <a:ext cx="219643" cy="217271"/>
          </a:xfrm>
          <a:prstGeom prst="ellipse">
            <a:avLst/>
          </a:prstGeom>
          <a:solidFill>
            <a:srgbClr val="00B050"/>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cxnSp>
        <p:nvCxnSpPr>
          <p:cNvPr id="6" name="Connecteur droit avec flèche 5">
            <a:extLst>
              <a:ext uri="{FF2B5EF4-FFF2-40B4-BE49-F238E27FC236}">
                <a16:creationId xmlns:a16="http://schemas.microsoft.com/office/drawing/2014/main" id="{19C7DDD8-1AD5-9365-994D-005FC1F839BE}"/>
              </a:ext>
            </a:extLst>
          </p:cNvPr>
          <p:cNvCxnSpPr>
            <a:cxnSpLocks/>
            <a:stCxn id="5" idx="6"/>
            <a:endCxn id="4" idx="1"/>
          </p:cNvCxnSpPr>
          <p:nvPr/>
        </p:nvCxnSpPr>
        <p:spPr>
          <a:xfrm>
            <a:off x="878816" y="1602552"/>
            <a:ext cx="1050822"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391CDAA1-09DD-C40F-F6C4-127415F8B93B}"/>
              </a:ext>
            </a:extLst>
          </p:cNvPr>
          <p:cNvSpPr/>
          <p:nvPr/>
        </p:nvSpPr>
        <p:spPr>
          <a:xfrm>
            <a:off x="11867272" y="1493916"/>
            <a:ext cx="219643" cy="217271"/>
          </a:xfrm>
          <a:prstGeom prst="ellipse">
            <a:avLst/>
          </a:prstGeom>
          <a:solidFill>
            <a:srgbClr val="FF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sp>
        <p:nvSpPr>
          <p:cNvPr id="12" name="Rectangle : coins arrondis 11">
            <a:extLst>
              <a:ext uri="{FF2B5EF4-FFF2-40B4-BE49-F238E27FC236}">
                <a16:creationId xmlns:a16="http://schemas.microsoft.com/office/drawing/2014/main" id="{5131918D-AAB5-0A59-4D5F-61D2F0707A31}"/>
              </a:ext>
            </a:extLst>
          </p:cNvPr>
          <p:cNvSpPr/>
          <p:nvPr/>
        </p:nvSpPr>
        <p:spPr>
          <a:xfrm>
            <a:off x="3522052"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Status</a:t>
            </a:r>
          </a:p>
        </p:txBody>
      </p:sp>
      <p:sp>
        <p:nvSpPr>
          <p:cNvPr id="13" name="Rectangle : coins arrondis 12">
            <a:extLst>
              <a:ext uri="{FF2B5EF4-FFF2-40B4-BE49-F238E27FC236}">
                <a16:creationId xmlns:a16="http://schemas.microsoft.com/office/drawing/2014/main" id="{17CCFBA4-2771-2989-3609-164E9530B0A7}"/>
              </a:ext>
            </a:extLst>
          </p:cNvPr>
          <p:cNvSpPr/>
          <p:nvPr/>
        </p:nvSpPr>
        <p:spPr>
          <a:xfrm>
            <a:off x="5114466"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Link Quote to Customer Account (LE)</a:t>
            </a:r>
          </a:p>
        </p:txBody>
      </p:sp>
      <p:sp>
        <p:nvSpPr>
          <p:cNvPr id="14" name="Rectangle : coins arrondis 13">
            <a:extLst>
              <a:ext uri="{FF2B5EF4-FFF2-40B4-BE49-F238E27FC236}">
                <a16:creationId xmlns:a16="http://schemas.microsoft.com/office/drawing/2014/main" id="{A1A33B50-31D5-E641-F7F7-1426F9994AE6}"/>
              </a:ext>
            </a:extLst>
          </p:cNvPr>
          <p:cNvSpPr/>
          <p:nvPr/>
        </p:nvSpPr>
        <p:spPr>
          <a:xfrm>
            <a:off x="6706880"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Term</a:t>
            </a:r>
          </a:p>
        </p:txBody>
      </p:sp>
      <p:sp>
        <p:nvSpPr>
          <p:cNvPr id="15" name="Rectangle : coins arrondis 14">
            <a:extLst>
              <a:ext uri="{FF2B5EF4-FFF2-40B4-BE49-F238E27FC236}">
                <a16:creationId xmlns:a16="http://schemas.microsoft.com/office/drawing/2014/main" id="{B86A0304-A620-1913-02B4-140EB026C19A}"/>
              </a:ext>
            </a:extLst>
          </p:cNvPr>
          <p:cNvSpPr/>
          <p:nvPr/>
        </p:nvSpPr>
        <p:spPr>
          <a:xfrm>
            <a:off x="8299294"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Expiry</a:t>
            </a:r>
          </a:p>
        </p:txBody>
      </p:sp>
      <p:sp>
        <p:nvSpPr>
          <p:cNvPr id="16" name="Rectangle : coins arrondis 15">
            <a:extLst>
              <a:ext uri="{FF2B5EF4-FFF2-40B4-BE49-F238E27FC236}">
                <a16:creationId xmlns:a16="http://schemas.microsoft.com/office/drawing/2014/main" id="{70D58D29-FD82-D9CD-25CD-6683CE09B722}"/>
              </a:ext>
            </a:extLst>
          </p:cNvPr>
          <p:cNvSpPr/>
          <p:nvPr/>
        </p:nvSpPr>
        <p:spPr>
          <a:xfrm>
            <a:off x="9891708" y="1382751"/>
            <a:ext cx="979834" cy="439601"/>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Send Quote ID to digital portal </a:t>
            </a:r>
          </a:p>
        </p:txBody>
      </p:sp>
      <p:cxnSp>
        <p:nvCxnSpPr>
          <p:cNvPr id="18" name="Connecteur droit avec flèche 17">
            <a:extLst>
              <a:ext uri="{FF2B5EF4-FFF2-40B4-BE49-F238E27FC236}">
                <a16:creationId xmlns:a16="http://schemas.microsoft.com/office/drawing/2014/main" id="{0C780C3B-573D-1A53-56A3-2EFBF15C2DBB}"/>
              </a:ext>
            </a:extLst>
          </p:cNvPr>
          <p:cNvCxnSpPr>
            <a:cxnSpLocks/>
            <a:stCxn id="4" idx="3"/>
            <a:endCxn id="12" idx="1"/>
          </p:cNvCxnSpPr>
          <p:nvPr/>
        </p:nvCxnSpPr>
        <p:spPr>
          <a:xfrm>
            <a:off x="2909472" y="1602552"/>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54C2D4EC-E2DD-3A6E-07ED-09B6D60B49E3}"/>
              </a:ext>
            </a:extLst>
          </p:cNvPr>
          <p:cNvCxnSpPr>
            <a:cxnSpLocks/>
            <a:stCxn id="12" idx="3"/>
            <a:endCxn id="13" idx="1"/>
          </p:cNvCxnSpPr>
          <p:nvPr/>
        </p:nvCxnSpPr>
        <p:spPr>
          <a:xfrm>
            <a:off x="4501886" y="1602552"/>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AD4D5537-85FC-2209-B64E-C11573D5A7C9}"/>
              </a:ext>
            </a:extLst>
          </p:cNvPr>
          <p:cNvCxnSpPr>
            <a:cxnSpLocks/>
            <a:stCxn id="13" idx="3"/>
            <a:endCxn id="14" idx="1"/>
          </p:cNvCxnSpPr>
          <p:nvPr/>
        </p:nvCxnSpPr>
        <p:spPr>
          <a:xfrm>
            <a:off x="6094300" y="1602552"/>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546B876D-6067-170C-02EC-5FA14790E608}"/>
              </a:ext>
            </a:extLst>
          </p:cNvPr>
          <p:cNvCxnSpPr>
            <a:cxnSpLocks/>
            <a:stCxn id="14" idx="3"/>
            <a:endCxn id="15" idx="1"/>
          </p:cNvCxnSpPr>
          <p:nvPr/>
        </p:nvCxnSpPr>
        <p:spPr>
          <a:xfrm>
            <a:off x="7686714" y="1602552"/>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487C3C3C-1809-166A-EB45-89CFBAA8B28D}"/>
              </a:ext>
            </a:extLst>
          </p:cNvPr>
          <p:cNvCxnSpPr>
            <a:cxnSpLocks/>
            <a:stCxn id="15" idx="3"/>
            <a:endCxn id="16" idx="1"/>
          </p:cNvCxnSpPr>
          <p:nvPr/>
        </p:nvCxnSpPr>
        <p:spPr>
          <a:xfrm>
            <a:off x="9279128" y="1602552"/>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B26DE9DF-F118-5898-F655-B7A79618863A}"/>
              </a:ext>
            </a:extLst>
          </p:cNvPr>
          <p:cNvCxnSpPr>
            <a:cxnSpLocks/>
            <a:stCxn id="16" idx="3"/>
            <a:endCxn id="11" idx="2"/>
          </p:cNvCxnSpPr>
          <p:nvPr/>
        </p:nvCxnSpPr>
        <p:spPr>
          <a:xfrm>
            <a:off x="10871542" y="1602552"/>
            <a:ext cx="99573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45" name="Graphique 44" descr="Utilisateur avec un remplissage uni">
            <a:extLst>
              <a:ext uri="{FF2B5EF4-FFF2-40B4-BE49-F238E27FC236}">
                <a16:creationId xmlns:a16="http://schemas.microsoft.com/office/drawing/2014/main" id="{273C356F-6737-C552-DF00-8896FF7AD7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7908" y="4823320"/>
            <a:ext cx="229104" cy="229104"/>
          </a:xfrm>
          <a:prstGeom prst="rect">
            <a:avLst/>
          </a:prstGeom>
        </p:spPr>
      </p:pic>
      <p:pic>
        <p:nvPicPr>
          <p:cNvPr id="47" name="Graphique 46" descr="e-commerce avec un remplissage uni">
            <a:extLst>
              <a:ext uri="{FF2B5EF4-FFF2-40B4-BE49-F238E27FC236}">
                <a16:creationId xmlns:a16="http://schemas.microsoft.com/office/drawing/2014/main" id="{904A6C80-2C7D-F4A2-1C55-16E1ED7E1A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86639" y="1786886"/>
            <a:ext cx="229104" cy="229104"/>
          </a:xfrm>
          <a:prstGeom prst="rect">
            <a:avLst/>
          </a:prstGeom>
        </p:spPr>
      </p:pic>
      <p:sp>
        <p:nvSpPr>
          <p:cNvPr id="56" name="Rectangle : coins arrondis 55">
            <a:extLst>
              <a:ext uri="{FF2B5EF4-FFF2-40B4-BE49-F238E27FC236}">
                <a16:creationId xmlns:a16="http://schemas.microsoft.com/office/drawing/2014/main" id="{D2DDBA98-9AD2-A80A-D811-840FA8780C72}"/>
              </a:ext>
            </a:extLst>
          </p:cNvPr>
          <p:cNvSpPr/>
          <p:nvPr/>
        </p:nvSpPr>
        <p:spPr>
          <a:xfrm>
            <a:off x="420346" y="1066039"/>
            <a:ext cx="1509292"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lumMod val="95000"/>
                  </a:schemeClr>
                </a:solidFill>
                <a:latin typeface="Helvetica 75 Bold"/>
              </a:rPr>
              <a:t>Input:</a:t>
            </a:r>
          </a:p>
          <a:p>
            <a:pPr marL="171450" indent="-171450" defTabSz="1219170">
              <a:buFontTx/>
              <a:buChar char="-"/>
              <a:defRPr/>
            </a:pPr>
            <a:r>
              <a:rPr lang="fr-FR" sz="600" b="1" kern="0" dirty="0">
                <a:solidFill>
                  <a:schemeClr val="bg1">
                    <a:lumMod val="95000"/>
                  </a:schemeClr>
                </a:solidFill>
                <a:latin typeface="Helvetica 75 Bold"/>
              </a:rPr>
              <a:t>Customer ID</a:t>
            </a:r>
          </a:p>
          <a:p>
            <a:pPr marL="171450" indent="-171450" defTabSz="1219170">
              <a:buFontTx/>
              <a:buChar char="-"/>
              <a:defRPr/>
            </a:pPr>
            <a:r>
              <a:rPr lang="fr-FR" sz="600" b="1" kern="0" dirty="0">
                <a:solidFill>
                  <a:schemeClr val="bg1">
                    <a:lumMod val="95000"/>
                  </a:schemeClr>
                </a:solidFill>
                <a:latin typeface="Helvetica 75 Bold"/>
              </a:rPr>
              <a:t>Opportunity ID </a:t>
            </a:r>
          </a:p>
          <a:p>
            <a:pPr marL="171450" indent="-171450" defTabSz="1219170">
              <a:buFontTx/>
              <a:buChar char="-"/>
              <a:defRPr/>
            </a:pPr>
            <a:r>
              <a:rPr lang="fr-FR" sz="600" b="1" kern="0" dirty="0" err="1">
                <a:solidFill>
                  <a:schemeClr val="bg1">
                    <a:lumMod val="95000"/>
                  </a:schemeClr>
                </a:solidFill>
                <a:latin typeface="Helvetica 75 Bold"/>
              </a:rPr>
              <a:t>Quote</a:t>
            </a:r>
            <a:r>
              <a:rPr lang="fr-FR" sz="600" b="1" kern="0" dirty="0">
                <a:solidFill>
                  <a:schemeClr val="bg1">
                    <a:lumMod val="95000"/>
                  </a:schemeClr>
                </a:solidFill>
                <a:latin typeface="Helvetica 75 Bold"/>
              </a:rPr>
              <a:t> type (</a:t>
            </a:r>
            <a:r>
              <a:rPr lang="fr-FR" sz="600" b="1" kern="0" dirty="0" err="1">
                <a:solidFill>
                  <a:schemeClr val="bg1">
                    <a:lumMod val="95000"/>
                  </a:schemeClr>
                </a:solidFill>
                <a:latin typeface="Helvetica 75 Bold"/>
              </a:rPr>
              <a:t>only</a:t>
            </a:r>
            <a:r>
              <a:rPr lang="fr-FR" sz="600" b="1" kern="0" dirty="0">
                <a:solidFill>
                  <a:schemeClr val="bg1">
                    <a:lumMod val="95000"/>
                  </a:schemeClr>
                </a:solidFill>
                <a:latin typeface="Helvetica 75 Bold"/>
              </a:rPr>
              <a:t> </a:t>
            </a:r>
          </a:p>
          <a:p>
            <a:pPr marL="171450" indent="-171450" defTabSz="1219170">
              <a:buFontTx/>
              <a:buChar char="-"/>
              <a:defRPr/>
            </a:pPr>
            <a:r>
              <a:rPr lang="fr-FR" sz="600" b="1" kern="0" dirty="0">
                <a:solidFill>
                  <a:schemeClr val="bg1">
                    <a:lumMod val="95000"/>
                  </a:schemeClr>
                </a:solidFill>
                <a:latin typeface="Helvetica 75 Bold"/>
              </a:rPr>
              <a:t>«</a:t>
            </a:r>
            <a:r>
              <a:rPr lang="fr-FR" sz="600" b="1" kern="0" dirty="0" err="1">
                <a:solidFill>
                  <a:schemeClr val="bg1">
                    <a:lumMod val="95000"/>
                  </a:schemeClr>
                </a:solidFill>
                <a:latin typeface="Helvetica 75 Bold"/>
              </a:rPr>
              <a:t>firm</a:t>
            </a:r>
            <a:r>
              <a:rPr lang="fr-FR" sz="600" b="1" kern="0" dirty="0">
                <a:solidFill>
                  <a:schemeClr val="bg1">
                    <a:lumMod val="95000"/>
                  </a:schemeClr>
                </a:solidFill>
                <a:latin typeface="Helvetica 75 Bold"/>
              </a:rPr>
              <a:t> </a:t>
            </a:r>
            <a:r>
              <a:rPr lang="fr-FR" sz="600" b="1" kern="0" dirty="0" err="1">
                <a:solidFill>
                  <a:schemeClr val="bg1">
                    <a:lumMod val="95000"/>
                  </a:schemeClr>
                </a:solidFill>
                <a:latin typeface="Helvetica 75 Bold"/>
              </a:rPr>
              <a:t>quote</a:t>
            </a:r>
            <a:r>
              <a:rPr lang="fr-FR" sz="600" b="1" kern="0" dirty="0">
                <a:solidFill>
                  <a:schemeClr val="bg1">
                    <a:lumMod val="95000"/>
                  </a:schemeClr>
                </a:solidFill>
                <a:latin typeface="Helvetica 75 Bold"/>
              </a:rPr>
              <a:t> » for MVP) </a:t>
            </a:r>
          </a:p>
          <a:p>
            <a:pPr marL="171450" indent="-171450" defTabSz="1219170">
              <a:buFontTx/>
              <a:buChar char="-"/>
              <a:defRPr/>
            </a:pPr>
            <a:r>
              <a:rPr lang="fr-FR" sz="600" b="1" kern="0" dirty="0" err="1">
                <a:solidFill>
                  <a:schemeClr val="bg1">
                    <a:lumMod val="95000"/>
                  </a:schemeClr>
                </a:solidFill>
                <a:latin typeface="Helvetica 75 Bold"/>
              </a:rPr>
              <a:t>Quote</a:t>
            </a:r>
            <a:r>
              <a:rPr lang="fr-FR" sz="600" b="1" kern="0" dirty="0">
                <a:solidFill>
                  <a:schemeClr val="bg1">
                    <a:lumMod val="95000"/>
                  </a:schemeClr>
                </a:solidFill>
                <a:latin typeface="Helvetica 75 Bold"/>
              </a:rPr>
              <a:t> </a:t>
            </a:r>
            <a:r>
              <a:rPr lang="fr-FR" sz="600" b="1" kern="0" dirty="0" err="1">
                <a:solidFill>
                  <a:schemeClr val="bg1">
                    <a:lumMod val="95000"/>
                  </a:schemeClr>
                </a:solidFill>
                <a:latin typeface="Helvetica 75 Bold"/>
              </a:rPr>
              <a:t>term</a:t>
            </a:r>
            <a:r>
              <a:rPr lang="fr-FR" sz="600" b="1" kern="0" dirty="0">
                <a:solidFill>
                  <a:schemeClr val="bg1">
                    <a:lumMod val="95000"/>
                  </a:schemeClr>
                </a:solidFill>
                <a:latin typeface="Helvetica 75 Bold"/>
              </a:rPr>
              <a:t> (12/24/36 </a:t>
            </a:r>
            <a:r>
              <a:rPr lang="fr-FR" sz="600" b="1" kern="0" dirty="0" err="1">
                <a:solidFill>
                  <a:schemeClr val="bg1">
                    <a:lumMod val="95000"/>
                  </a:schemeClr>
                </a:solidFill>
                <a:latin typeface="Helvetica 75 Bold"/>
              </a:rPr>
              <a:t>months</a:t>
            </a:r>
            <a:r>
              <a:rPr lang="fr-FR" sz="600" b="1" kern="0" dirty="0">
                <a:solidFill>
                  <a:schemeClr val="bg1">
                    <a:lumMod val="95000"/>
                  </a:schemeClr>
                </a:solidFill>
                <a:latin typeface="Helvetica 75 Bold"/>
              </a:rPr>
              <a:t>)</a:t>
            </a:r>
            <a:endParaRPr lang="en-US" sz="600" b="1" kern="0" dirty="0">
              <a:solidFill>
                <a:schemeClr val="bg1">
                  <a:lumMod val="95000"/>
                </a:schemeClr>
              </a:solidFill>
              <a:latin typeface="Helvetica 75 Bold"/>
            </a:endParaRPr>
          </a:p>
        </p:txBody>
      </p:sp>
      <p:sp>
        <p:nvSpPr>
          <p:cNvPr id="58" name="Rectangle : coins arrondis 57">
            <a:extLst>
              <a:ext uri="{FF2B5EF4-FFF2-40B4-BE49-F238E27FC236}">
                <a16:creationId xmlns:a16="http://schemas.microsoft.com/office/drawing/2014/main" id="{44CFF773-96E0-9984-28A8-5D1B6FD0F4C6}"/>
              </a:ext>
            </a:extLst>
          </p:cNvPr>
          <p:cNvSpPr/>
          <p:nvPr/>
        </p:nvSpPr>
        <p:spPr>
          <a:xfrm>
            <a:off x="1850043" y="1059559"/>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67" name="Rectangle : coins arrondis 66">
            <a:extLst>
              <a:ext uri="{FF2B5EF4-FFF2-40B4-BE49-F238E27FC236}">
                <a16:creationId xmlns:a16="http://schemas.microsoft.com/office/drawing/2014/main" id="{FF4E2CD5-FCBD-9A75-2363-C18C163FE30D}"/>
              </a:ext>
            </a:extLst>
          </p:cNvPr>
          <p:cNvSpPr/>
          <p:nvPr/>
        </p:nvSpPr>
        <p:spPr>
          <a:xfrm>
            <a:off x="10884365" y="2115944"/>
            <a:ext cx="1381437"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lumMod val="95000"/>
                  </a:schemeClr>
                </a:solidFill>
                <a:latin typeface="Helvetica 75 Bold"/>
              </a:rPr>
              <a:t>Ouput</a:t>
            </a:r>
            <a:r>
              <a:rPr lang="fr-FR" sz="600" b="1" kern="0" dirty="0">
                <a:solidFill>
                  <a:schemeClr val="bg1">
                    <a:lumMod val="95000"/>
                  </a:schemeClr>
                </a:solidFill>
                <a:latin typeface="Helvetica 75 Bold"/>
              </a:rPr>
              <a:t>:</a:t>
            </a:r>
          </a:p>
          <a:p>
            <a:pPr marL="171450" indent="-171450" defTabSz="1219170">
              <a:buFontTx/>
              <a:buChar char="-"/>
              <a:defRPr/>
            </a:pPr>
            <a:r>
              <a:rPr lang="fr-FR" sz="600" b="1" kern="0" dirty="0" err="1">
                <a:solidFill>
                  <a:schemeClr val="bg1">
                    <a:lumMod val="95000"/>
                  </a:schemeClr>
                </a:solidFill>
                <a:latin typeface="Helvetica 75 Bold"/>
              </a:rPr>
              <a:t>Quote</a:t>
            </a:r>
            <a:r>
              <a:rPr lang="fr-FR" sz="600" b="1" kern="0" dirty="0">
                <a:solidFill>
                  <a:schemeClr val="bg1">
                    <a:lumMod val="95000"/>
                  </a:schemeClr>
                </a:solidFill>
                <a:latin typeface="Helvetica 75 Bold"/>
              </a:rPr>
              <a:t> </a:t>
            </a:r>
            <a:r>
              <a:rPr lang="fr-FR" sz="600" b="1" kern="0" dirty="0" err="1">
                <a:solidFill>
                  <a:schemeClr val="bg1">
                    <a:lumMod val="95000"/>
                  </a:schemeClr>
                </a:solidFill>
                <a:latin typeface="Helvetica 75 Bold"/>
              </a:rPr>
              <a:t>created</a:t>
            </a:r>
            <a:r>
              <a:rPr lang="fr-FR" sz="600" b="1" kern="0" dirty="0">
                <a:solidFill>
                  <a:schemeClr val="bg1">
                    <a:lumMod val="95000"/>
                  </a:schemeClr>
                </a:solidFill>
                <a:latin typeface="Helvetica 75 Bold"/>
              </a:rPr>
              <a:t> </a:t>
            </a:r>
            <a:r>
              <a:rPr lang="fr-FR" sz="600" b="1" kern="0" dirty="0" err="1">
                <a:solidFill>
                  <a:schemeClr val="bg1">
                    <a:lumMod val="95000"/>
                  </a:schemeClr>
                </a:solidFill>
                <a:latin typeface="Helvetica 75 Bold"/>
              </a:rPr>
              <a:t>under</a:t>
            </a:r>
            <a:r>
              <a:rPr lang="fr-FR" sz="600" b="1" kern="0" dirty="0">
                <a:solidFill>
                  <a:schemeClr val="bg1">
                    <a:lumMod val="95000"/>
                  </a:schemeClr>
                </a:solidFill>
                <a:latin typeface="Helvetica 75 Bold"/>
              </a:rPr>
              <a:t> the  </a:t>
            </a:r>
            <a:r>
              <a:rPr lang="fr-FR" sz="600" b="1" kern="0" dirty="0" err="1">
                <a:solidFill>
                  <a:schemeClr val="bg1">
                    <a:lumMod val="95000"/>
                  </a:schemeClr>
                </a:solidFill>
                <a:latin typeface="Helvetica 75 Bold"/>
              </a:rPr>
              <a:t>opportunity</a:t>
            </a:r>
            <a:r>
              <a:rPr lang="fr-FR" sz="600" b="1" kern="0" dirty="0">
                <a:solidFill>
                  <a:schemeClr val="bg1">
                    <a:lumMod val="95000"/>
                  </a:schemeClr>
                </a:solidFill>
                <a:latin typeface="Helvetica 75 Bold"/>
              </a:rPr>
              <a:t> </a:t>
            </a:r>
          </a:p>
          <a:p>
            <a:pPr marL="171450" indent="-171450" defTabSz="1219170">
              <a:buFontTx/>
              <a:buChar char="-"/>
              <a:defRPr/>
            </a:pPr>
            <a:r>
              <a:rPr lang="fr-FR" sz="600" b="1" kern="0" dirty="0" err="1">
                <a:solidFill>
                  <a:schemeClr val="bg1">
                    <a:lumMod val="95000"/>
                  </a:schemeClr>
                </a:solidFill>
                <a:latin typeface="Helvetica 75 Bold"/>
              </a:rPr>
              <a:t>Quote</a:t>
            </a:r>
            <a:r>
              <a:rPr lang="fr-FR" sz="600" b="1" kern="0" dirty="0">
                <a:solidFill>
                  <a:schemeClr val="bg1">
                    <a:lumMod val="95000"/>
                  </a:schemeClr>
                </a:solidFill>
                <a:latin typeface="Helvetica 75 Bold"/>
              </a:rPr>
              <a:t> ID sent to digital portal</a:t>
            </a:r>
          </a:p>
          <a:p>
            <a:pPr marL="171450" indent="-171450" defTabSz="1219170">
              <a:buFontTx/>
              <a:buChar char="-"/>
              <a:defRPr/>
            </a:pPr>
            <a:r>
              <a:rPr lang="fr-FR" sz="600" b="1" kern="0" dirty="0">
                <a:solidFill>
                  <a:schemeClr val="bg1">
                    <a:lumMod val="95000"/>
                  </a:schemeClr>
                </a:solidFill>
                <a:latin typeface="Helvetica 75 Bold"/>
              </a:rPr>
              <a:t>Set </a:t>
            </a:r>
            <a:r>
              <a:rPr lang="fr-FR" sz="600" b="1" kern="0" dirty="0" err="1">
                <a:solidFill>
                  <a:schemeClr val="bg1">
                    <a:lumMod val="95000"/>
                  </a:schemeClr>
                </a:solidFill>
                <a:latin typeface="Helvetica 75 Bold"/>
              </a:rPr>
              <a:t>qutoe</a:t>
            </a:r>
            <a:r>
              <a:rPr lang="fr-FR" sz="600" b="1" kern="0" dirty="0">
                <a:solidFill>
                  <a:schemeClr val="bg1">
                    <a:lumMod val="95000"/>
                  </a:schemeClr>
                </a:solidFill>
                <a:latin typeface="Helvetica 75 Bold"/>
              </a:rPr>
              <a:t> </a:t>
            </a:r>
            <a:r>
              <a:rPr lang="fr-FR" sz="600" b="1" kern="0" dirty="0" err="1">
                <a:solidFill>
                  <a:schemeClr val="bg1">
                    <a:lumMod val="95000"/>
                  </a:schemeClr>
                </a:solidFill>
                <a:latin typeface="Helvetica 75 Bold"/>
              </a:rPr>
              <a:t>status</a:t>
            </a:r>
            <a:r>
              <a:rPr lang="fr-FR" sz="600" b="1" kern="0" dirty="0">
                <a:solidFill>
                  <a:schemeClr val="bg1">
                    <a:lumMod val="95000"/>
                  </a:schemeClr>
                </a:solidFill>
                <a:latin typeface="Helvetica 75 Bold"/>
              </a:rPr>
              <a:t> to « DRAFT »</a:t>
            </a:r>
          </a:p>
          <a:p>
            <a:pPr marL="171450" indent="-171450" defTabSz="1219170">
              <a:buFontTx/>
              <a:buChar char="-"/>
              <a:defRPr/>
            </a:pPr>
            <a:r>
              <a:rPr lang="fr-FR" sz="600" b="1" kern="0" dirty="0" err="1">
                <a:solidFill>
                  <a:srgbClr val="FF0000"/>
                </a:solidFill>
                <a:latin typeface="Helvetica 75 Bold"/>
              </a:rPr>
              <a:t>Quote</a:t>
            </a:r>
            <a:r>
              <a:rPr lang="fr-FR" sz="600" b="1" kern="0" dirty="0">
                <a:solidFill>
                  <a:srgbClr val="FF0000"/>
                </a:solidFill>
                <a:latin typeface="Helvetica 75 Bold"/>
              </a:rPr>
              <a:t> </a:t>
            </a:r>
            <a:r>
              <a:rPr lang="fr-FR" sz="600" b="1" kern="0" dirty="0" err="1">
                <a:solidFill>
                  <a:srgbClr val="FF0000"/>
                </a:solidFill>
                <a:latin typeface="Helvetica 75 Bold"/>
              </a:rPr>
              <a:t>expiry</a:t>
            </a:r>
            <a:r>
              <a:rPr lang="fr-FR" sz="600" b="1" kern="0" dirty="0">
                <a:solidFill>
                  <a:srgbClr val="FF0000"/>
                </a:solidFill>
                <a:latin typeface="Helvetica 75 Bold"/>
              </a:rPr>
              <a:t> set to CPQ </a:t>
            </a:r>
            <a:r>
              <a:rPr lang="fr-FR" sz="600" b="1" kern="0" dirty="0" err="1">
                <a:solidFill>
                  <a:srgbClr val="FF0000"/>
                </a:solidFill>
                <a:latin typeface="Helvetica 75 Bold"/>
              </a:rPr>
              <a:t>tool</a:t>
            </a:r>
            <a:r>
              <a:rPr lang="fr-FR" sz="600" b="1" kern="0" dirty="0">
                <a:solidFill>
                  <a:srgbClr val="FF0000"/>
                </a:solidFill>
                <a:latin typeface="Helvetica 75 Bold"/>
              </a:rPr>
              <a:t> default </a:t>
            </a:r>
            <a:endParaRPr lang="en-US" sz="600" b="1" kern="0" dirty="0">
              <a:solidFill>
                <a:srgbClr val="FF0000"/>
              </a:solidFill>
              <a:latin typeface="Helvetica 75 Bold"/>
            </a:endParaRPr>
          </a:p>
        </p:txBody>
      </p:sp>
      <p:sp>
        <p:nvSpPr>
          <p:cNvPr id="68" name="Rectangle : coins arrondis 67">
            <a:extLst>
              <a:ext uri="{FF2B5EF4-FFF2-40B4-BE49-F238E27FC236}">
                <a16:creationId xmlns:a16="http://schemas.microsoft.com/office/drawing/2014/main" id="{989F33A2-551D-00BF-9293-90F052765E43}"/>
              </a:ext>
            </a:extLst>
          </p:cNvPr>
          <p:cNvSpPr/>
          <p:nvPr/>
        </p:nvSpPr>
        <p:spPr>
          <a:xfrm>
            <a:off x="1929638" y="1915023"/>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Input from portal</a:t>
            </a:r>
            <a:r>
              <a:rPr lang="en-US" sz="600" b="1" i="1" kern="0" dirty="0">
                <a:solidFill>
                  <a:schemeClr val="accent2">
                    <a:lumMod val="75000"/>
                  </a:schemeClr>
                </a:solidFill>
                <a:latin typeface="Helvetica 75 Bold"/>
              </a:rPr>
              <a:t>:</a:t>
            </a:r>
          </a:p>
          <a:p>
            <a:pPr marL="171450" indent="-171450" defTabSz="1219170">
              <a:buFontTx/>
              <a:buChar char="-"/>
              <a:defRPr/>
            </a:pPr>
            <a:r>
              <a:rPr lang="en-US" sz="600" b="1" i="1" kern="0" dirty="0">
                <a:solidFill>
                  <a:schemeClr val="accent2">
                    <a:lumMod val="75000"/>
                  </a:schemeClr>
                </a:solidFill>
                <a:latin typeface="Helvetica 75 Bold"/>
              </a:rPr>
              <a:t>Customer ID</a:t>
            </a:r>
          </a:p>
          <a:p>
            <a:pPr marL="171450" indent="-171450" defTabSz="1219170">
              <a:buFontTx/>
              <a:buChar char="-"/>
              <a:defRPr/>
            </a:pPr>
            <a:r>
              <a:rPr lang="en-US" sz="600" b="1" i="1" kern="0" dirty="0">
                <a:solidFill>
                  <a:schemeClr val="accent2">
                    <a:lumMod val="75000"/>
                  </a:schemeClr>
                </a:solidFill>
                <a:latin typeface="Helvetica 75 Bold"/>
              </a:rPr>
              <a:t>Opportunity ID </a:t>
            </a:r>
          </a:p>
          <a:p>
            <a:pPr marL="171450" indent="-171450" defTabSz="1219170">
              <a:buFontTx/>
              <a:buChar char="-"/>
              <a:defRPr/>
            </a:pPr>
            <a:r>
              <a:rPr lang="en-US" sz="600" b="1" i="1" kern="0" dirty="0">
                <a:solidFill>
                  <a:schemeClr val="accent2">
                    <a:lumMod val="75000"/>
                  </a:schemeClr>
                </a:solidFill>
                <a:latin typeface="Helvetica 75 Bold"/>
              </a:rPr>
              <a:t>Quote currency </a:t>
            </a:r>
          </a:p>
          <a:p>
            <a:pPr marL="171450" indent="-171450" defTabSz="1219170">
              <a:buFontTx/>
              <a:buChar char="-"/>
              <a:defRPr/>
            </a:pPr>
            <a:r>
              <a:rPr lang="en-US" sz="600" b="1" i="1" kern="0" dirty="0">
                <a:solidFill>
                  <a:schemeClr val="accent2">
                    <a:lumMod val="75000"/>
                  </a:schemeClr>
                </a:solidFill>
                <a:latin typeface="Helvetica 75 Bold"/>
              </a:rPr>
              <a:t>Quote term </a:t>
            </a:r>
          </a:p>
          <a:p>
            <a:pPr marL="171450" indent="-171450" defTabSz="1219170">
              <a:buFontTx/>
              <a:buChar char="-"/>
              <a:defRPr/>
            </a:pPr>
            <a:endParaRPr lang="en-US" sz="600" b="1" i="1" kern="0" dirty="0">
              <a:solidFill>
                <a:schemeClr val="accent2">
                  <a:lumMod val="75000"/>
                </a:schemeClr>
              </a:solidFill>
              <a:latin typeface="Helvetica 75 Bold"/>
            </a:endParaRPr>
          </a:p>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created </a:t>
            </a:r>
          </a:p>
          <a:p>
            <a:pPr marL="171450" indent="-171450" defTabSz="1219170">
              <a:buFontTx/>
              <a:buChar char="-"/>
              <a:defRPr/>
            </a:pPr>
            <a:r>
              <a:rPr lang="en-US" sz="600" b="1" i="1" kern="0" dirty="0">
                <a:solidFill>
                  <a:schemeClr val="accent2">
                    <a:lumMod val="75000"/>
                  </a:schemeClr>
                </a:solidFill>
                <a:latin typeface="Helvetica 75 Bold"/>
              </a:rPr>
              <a:t>Quote name auto-generated</a:t>
            </a:r>
          </a:p>
        </p:txBody>
      </p:sp>
      <p:sp>
        <p:nvSpPr>
          <p:cNvPr id="69" name="Rectangle : coins arrondis 68">
            <a:extLst>
              <a:ext uri="{FF2B5EF4-FFF2-40B4-BE49-F238E27FC236}">
                <a16:creationId xmlns:a16="http://schemas.microsoft.com/office/drawing/2014/main" id="{4CAAD629-83D9-533A-D66A-DF258825346E}"/>
              </a:ext>
            </a:extLst>
          </p:cNvPr>
          <p:cNvSpPr/>
          <p:nvPr/>
        </p:nvSpPr>
        <p:spPr>
          <a:xfrm>
            <a:off x="3522052" y="1915023"/>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status set to DRAFT</a:t>
            </a:r>
          </a:p>
        </p:txBody>
      </p:sp>
      <p:sp>
        <p:nvSpPr>
          <p:cNvPr id="70" name="Rectangle : coins arrondis 69">
            <a:extLst>
              <a:ext uri="{FF2B5EF4-FFF2-40B4-BE49-F238E27FC236}">
                <a16:creationId xmlns:a16="http://schemas.microsoft.com/office/drawing/2014/main" id="{A7C73717-5B32-EFC8-AC37-E42B2BD06245}"/>
              </a:ext>
            </a:extLst>
          </p:cNvPr>
          <p:cNvSpPr/>
          <p:nvPr/>
        </p:nvSpPr>
        <p:spPr>
          <a:xfrm>
            <a:off x="5114466" y="1922397"/>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Input from portal</a:t>
            </a:r>
            <a:r>
              <a:rPr lang="en-US" sz="600" b="1" i="1" kern="0" dirty="0">
                <a:solidFill>
                  <a:schemeClr val="accent2">
                    <a:lumMod val="75000"/>
                  </a:schemeClr>
                </a:solidFill>
                <a:latin typeface="Helvetica 75 Bold"/>
              </a:rPr>
              <a:t>:</a:t>
            </a:r>
          </a:p>
          <a:p>
            <a:pPr marL="171450" indent="-171450" defTabSz="1219170">
              <a:buFontTx/>
              <a:buChar char="-"/>
              <a:defRPr/>
            </a:pPr>
            <a:r>
              <a:rPr lang="en-US" sz="600" b="1" i="1" kern="0" dirty="0">
                <a:solidFill>
                  <a:schemeClr val="accent2">
                    <a:lumMod val="75000"/>
                  </a:schemeClr>
                </a:solidFill>
                <a:latin typeface="Helvetica 75 Bold"/>
              </a:rPr>
              <a:t>Customer ID</a:t>
            </a:r>
          </a:p>
          <a:p>
            <a:pPr marL="171450" indent="-171450" defTabSz="1219170">
              <a:buFontTx/>
              <a:buChar char="-"/>
              <a:defRPr/>
            </a:pPr>
            <a:endParaRPr lang="en-US" sz="600" b="1" i="1" kern="0" dirty="0">
              <a:solidFill>
                <a:schemeClr val="accent2">
                  <a:lumMod val="75000"/>
                </a:schemeClr>
              </a:solidFill>
              <a:latin typeface="Helvetica 75 Bold"/>
            </a:endParaRPr>
          </a:p>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linked to the customer account</a:t>
            </a:r>
          </a:p>
        </p:txBody>
      </p:sp>
      <p:sp>
        <p:nvSpPr>
          <p:cNvPr id="71" name="Rectangle : coins arrondis 70">
            <a:extLst>
              <a:ext uri="{FF2B5EF4-FFF2-40B4-BE49-F238E27FC236}">
                <a16:creationId xmlns:a16="http://schemas.microsoft.com/office/drawing/2014/main" id="{56A6B6AF-CA2D-1216-FFAF-3F4B99B9B990}"/>
              </a:ext>
            </a:extLst>
          </p:cNvPr>
          <p:cNvSpPr/>
          <p:nvPr/>
        </p:nvSpPr>
        <p:spPr>
          <a:xfrm>
            <a:off x="6706880" y="1922397"/>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Input from portal</a:t>
            </a:r>
            <a:r>
              <a:rPr lang="en-US" sz="600" b="1" i="1" kern="0" dirty="0">
                <a:solidFill>
                  <a:schemeClr val="accent2">
                    <a:lumMod val="75000"/>
                  </a:schemeClr>
                </a:solidFill>
                <a:latin typeface="Helvetica 75 Bold"/>
              </a:rPr>
              <a:t>:</a:t>
            </a:r>
          </a:p>
          <a:p>
            <a:pPr marL="171450" indent="-171450" defTabSz="1219170">
              <a:buFontTx/>
              <a:buChar char="-"/>
              <a:defRPr/>
            </a:pPr>
            <a:r>
              <a:rPr lang="en-US" sz="600" b="1" i="1" kern="0" dirty="0">
                <a:solidFill>
                  <a:schemeClr val="accent2">
                    <a:lumMod val="75000"/>
                  </a:schemeClr>
                </a:solidFill>
                <a:latin typeface="Helvetica 75 Bold"/>
              </a:rPr>
              <a:t>Quote term </a:t>
            </a:r>
          </a:p>
          <a:p>
            <a:pPr marL="171450" indent="-171450" defTabSz="1219170">
              <a:buFontTx/>
              <a:buChar char="-"/>
              <a:defRPr/>
            </a:pPr>
            <a:endParaRPr lang="en-US" sz="600" b="1" i="1" kern="0" dirty="0">
              <a:solidFill>
                <a:schemeClr val="accent2">
                  <a:lumMod val="75000"/>
                </a:schemeClr>
              </a:solidFill>
              <a:latin typeface="Helvetica 75 Bold"/>
            </a:endParaRPr>
          </a:p>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term is set as selected by the user on the digital portal </a:t>
            </a:r>
          </a:p>
        </p:txBody>
      </p:sp>
      <p:sp>
        <p:nvSpPr>
          <p:cNvPr id="72" name="Rectangle : coins arrondis 71">
            <a:extLst>
              <a:ext uri="{FF2B5EF4-FFF2-40B4-BE49-F238E27FC236}">
                <a16:creationId xmlns:a16="http://schemas.microsoft.com/office/drawing/2014/main" id="{64A0E250-5C70-D653-3320-547046BDE582}"/>
              </a:ext>
            </a:extLst>
          </p:cNvPr>
          <p:cNvSpPr/>
          <p:nvPr/>
        </p:nvSpPr>
        <p:spPr>
          <a:xfrm>
            <a:off x="8299294" y="1922397"/>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expiry is set to CPQ tool default </a:t>
            </a:r>
          </a:p>
        </p:txBody>
      </p:sp>
      <p:sp>
        <p:nvSpPr>
          <p:cNvPr id="73" name="Rectangle : coins arrondis 72">
            <a:extLst>
              <a:ext uri="{FF2B5EF4-FFF2-40B4-BE49-F238E27FC236}">
                <a16:creationId xmlns:a16="http://schemas.microsoft.com/office/drawing/2014/main" id="{5D8AFD67-6985-D847-44C8-A505D226E3A6}"/>
              </a:ext>
            </a:extLst>
          </p:cNvPr>
          <p:cNvSpPr/>
          <p:nvPr/>
        </p:nvSpPr>
        <p:spPr>
          <a:xfrm>
            <a:off x="9891708" y="1922397"/>
            <a:ext cx="979834" cy="1323728"/>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i="1" kern="0" dirty="0">
                <a:solidFill>
                  <a:schemeClr val="accent2">
                    <a:lumMod val="75000"/>
                  </a:schemeClr>
                </a:solidFill>
                <a:latin typeface="Helvetica 75 Bold"/>
              </a:rPr>
              <a:t>Output:</a:t>
            </a:r>
          </a:p>
          <a:p>
            <a:pPr marL="171450" indent="-171450" defTabSz="1219170">
              <a:buFontTx/>
              <a:buChar char="-"/>
              <a:defRPr/>
            </a:pPr>
            <a:r>
              <a:rPr lang="en-US" sz="600" b="1" i="1" kern="0" dirty="0">
                <a:solidFill>
                  <a:schemeClr val="accent2">
                    <a:lumMod val="75000"/>
                  </a:schemeClr>
                </a:solidFill>
                <a:latin typeface="Helvetica 75 Bold"/>
              </a:rPr>
              <a:t>Quote ID is sent to the digital portal </a:t>
            </a:r>
          </a:p>
        </p:txBody>
      </p:sp>
      <p:cxnSp>
        <p:nvCxnSpPr>
          <p:cNvPr id="75" name="Connecteur droit 74">
            <a:extLst>
              <a:ext uri="{FF2B5EF4-FFF2-40B4-BE49-F238E27FC236}">
                <a16:creationId xmlns:a16="http://schemas.microsoft.com/office/drawing/2014/main" id="{789D67C3-62E6-6C68-F5F4-7DEC56AF144B}"/>
              </a:ext>
            </a:extLst>
          </p:cNvPr>
          <p:cNvCxnSpPr>
            <a:cxnSpLocks/>
          </p:cNvCxnSpPr>
          <p:nvPr/>
        </p:nvCxnSpPr>
        <p:spPr>
          <a:xfrm>
            <a:off x="392101" y="1087492"/>
            <a:ext cx="30844" cy="237986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6" name="Rectangle : coins arrondis 75">
            <a:extLst>
              <a:ext uri="{FF2B5EF4-FFF2-40B4-BE49-F238E27FC236}">
                <a16:creationId xmlns:a16="http://schemas.microsoft.com/office/drawing/2014/main" id="{25AC6D0C-48BA-B4F8-5254-74E27FFECF03}"/>
              </a:ext>
            </a:extLst>
          </p:cNvPr>
          <p:cNvSpPr/>
          <p:nvPr/>
        </p:nvSpPr>
        <p:spPr>
          <a:xfrm rot="16200000">
            <a:off x="-572186" y="2263423"/>
            <a:ext cx="1509292" cy="204875"/>
          </a:xfrm>
          <a:prstGeom prst="roundRect">
            <a:avLst>
              <a:gd name="adj" fmla="val 7931"/>
            </a:avLst>
          </a:prstGeom>
          <a:noFill/>
          <a:ln w="25400" cap="flat" cmpd="sng" algn="ctr">
            <a:noFill/>
            <a:prstDash val="solid"/>
          </a:ln>
          <a:effectLst/>
        </p:spPr>
        <p:txBody>
          <a:bodyPr rtlCol="0" anchor="ctr"/>
          <a:lstStyle/>
          <a:p>
            <a:pPr algn="ctr" defTabSz="1219170">
              <a:defRPr/>
            </a:pPr>
            <a:r>
              <a:rPr lang="fr-FR" sz="1000" b="1" kern="0" dirty="0">
                <a:solidFill>
                  <a:schemeClr val="bg1">
                    <a:lumMod val="95000"/>
                  </a:schemeClr>
                </a:solidFill>
                <a:latin typeface="Helvetica 75 Bold"/>
              </a:rPr>
              <a:t>Self-serve</a:t>
            </a:r>
            <a:endParaRPr lang="en-US" sz="1000" b="1" kern="0" dirty="0">
              <a:solidFill>
                <a:schemeClr val="bg1">
                  <a:lumMod val="95000"/>
                </a:schemeClr>
              </a:solidFill>
              <a:latin typeface="Helvetica 75 Bold"/>
            </a:endParaRPr>
          </a:p>
        </p:txBody>
      </p:sp>
      <p:sp>
        <p:nvSpPr>
          <p:cNvPr id="77" name="Rectangle : coins arrondis 76">
            <a:extLst>
              <a:ext uri="{FF2B5EF4-FFF2-40B4-BE49-F238E27FC236}">
                <a16:creationId xmlns:a16="http://schemas.microsoft.com/office/drawing/2014/main" id="{D1E87F30-E8B1-97B7-C44B-0FE5F74D3120}"/>
              </a:ext>
            </a:extLst>
          </p:cNvPr>
          <p:cNvSpPr/>
          <p:nvPr/>
        </p:nvSpPr>
        <p:spPr>
          <a:xfrm>
            <a:off x="2793070"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Create Quote </a:t>
            </a:r>
            <a:r>
              <a:rPr lang="en-US" sz="600" b="1" i="1" kern="0" dirty="0">
                <a:solidFill>
                  <a:schemeClr val="bg1"/>
                </a:solidFill>
                <a:latin typeface="Helvetica 75 Bold"/>
              </a:rPr>
              <a:t>on CPQ tool </a:t>
            </a:r>
          </a:p>
        </p:txBody>
      </p:sp>
      <p:sp>
        <p:nvSpPr>
          <p:cNvPr id="78" name="Ellipse 77">
            <a:extLst>
              <a:ext uri="{FF2B5EF4-FFF2-40B4-BE49-F238E27FC236}">
                <a16:creationId xmlns:a16="http://schemas.microsoft.com/office/drawing/2014/main" id="{ECFA74AD-1979-F7E7-DDB3-24D6B3AE83D9}"/>
              </a:ext>
            </a:extLst>
          </p:cNvPr>
          <p:cNvSpPr/>
          <p:nvPr/>
        </p:nvSpPr>
        <p:spPr>
          <a:xfrm>
            <a:off x="541189" y="5391176"/>
            <a:ext cx="219643" cy="217271"/>
          </a:xfrm>
          <a:prstGeom prst="ellipse">
            <a:avLst/>
          </a:prstGeom>
          <a:solidFill>
            <a:srgbClr val="00B050"/>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cxnSp>
        <p:nvCxnSpPr>
          <p:cNvPr id="79" name="Connecteur droit avec flèche 78">
            <a:extLst>
              <a:ext uri="{FF2B5EF4-FFF2-40B4-BE49-F238E27FC236}">
                <a16:creationId xmlns:a16="http://schemas.microsoft.com/office/drawing/2014/main" id="{ABDB0008-7992-3E68-42E9-CD94B97B5963}"/>
              </a:ext>
            </a:extLst>
          </p:cNvPr>
          <p:cNvCxnSpPr>
            <a:cxnSpLocks/>
            <a:stCxn id="78" idx="6"/>
            <a:endCxn id="111" idx="1"/>
          </p:cNvCxnSpPr>
          <p:nvPr/>
        </p:nvCxnSpPr>
        <p:spPr>
          <a:xfrm>
            <a:off x="760832" y="5499812"/>
            <a:ext cx="298328" cy="585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0" name="Ellipse 79">
            <a:extLst>
              <a:ext uri="{FF2B5EF4-FFF2-40B4-BE49-F238E27FC236}">
                <a16:creationId xmlns:a16="http://schemas.microsoft.com/office/drawing/2014/main" id="{9F4C2B53-E3D8-43E4-287C-D0494843127C}"/>
              </a:ext>
            </a:extLst>
          </p:cNvPr>
          <p:cNvSpPr/>
          <p:nvPr/>
        </p:nvSpPr>
        <p:spPr>
          <a:xfrm>
            <a:off x="11866194" y="5391176"/>
            <a:ext cx="219643" cy="217271"/>
          </a:xfrm>
          <a:prstGeom prst="ellipse">
            <a:avLst/>
          </a:prstGeom>
          <a:solidFill>
            <a:srgbClr val="FF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800">
              <a:solidFill>
                <a:srgbClr val="000000"/>
              </a:solidFill>
              <a:latin typeface="Helvetica 75 Bold"/>
            </a:endParaRPr>
          </a:p>
        </p:txBody>
      </p:sp>
      <p:sp>
        <p:nvSpPr>
          <p:cNvPr id="81" name="Rectangle : coins arrondis 80">
            <a:extLst>
              <a:ext uri="{FF2B5EF4-FFF2-40B4-BE49-F238E27FC236}">
                <a16:creationId xmlns:a16="http://schemas.microsoft.com/office/drawing/2014/main" id="{5CD6D73F-3221-E6C8-D867-120422975A25}"/>
              </a:ext>
            </a:extLst>
          </p:cNvPr>
          <p:cNvSpPr/>
          <p:nvPr/>
        </p:nvSpPr>
        <p:spPr>
          <a:xfrm>
            <a:off x="4074022"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Enter Quote Details </a:t>
            </a:r>
          </a:p>
        </p:txBody>
      </p:sp>
      <p:sp>
        <p:nvSpPr>
          <p:cNvPr id="82" name="Rectangle : coins arrondis 81">
            <a:extLst>
              <a:ext uri="{FF2B5EF4-FFF2-40B4-BE49-F238E27FC236}">
                <a16:creationId xmlns:a16="http://schemas.microsoft.com/office/drawing/2014/main" id="{EC28E4F3-5FAD-46D3-AD74-7F337E7C08AE}"/>
              </a:ext>
            </a:extLst>
          </p:cNvPr>
          <p:cNvSpPr/>
          <p:nvPr/>
        </p:nvSpPr>
        <p:spPr>
          <a:xfrm>
            <a:off x="5379468"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Create Quote </a:t>
            </a:r>
          </a:p>
        </p:txBody>
      </p:sp>
      <p:sp>
        <p:nvSpPr>
          <p:cNvPr id="83" name="Rectangle : coins arrondis 82">
            <a:extLst>
              <a:ext uri="{FF2B5EF4-FFF2-40B4-BE49-F238E27FC236}">
                <a16:creationId xmlns:a16="http://schemas.microsoft.com/office/drawing/2014/main" id="{5D553EA8-6C9A-CC01-1CE6-93C0C3823865}"/>
              </a:ext>
            </a:extLst>
          </p:cNvPr>
          <p:cNvSpPr/>
          <p:nvPr/>
        </p:nvSpPr>
        <p:spPr>
          <a:xfrm>
            <a:off x="6698428"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Status</a:t>
            </a:r>
          </a:p>
        </p:txBody>
      </p:sp>
      <p:sp>
        <p:nvSpPr>
          <p:cNvPr id="84" name="Rectangle : coins arrondis 83">
            <a:extLst>
              <a:ext uri="{FF2B5EF4-FFF2-40B4-BE49-F238E27FC236}">
                <a16:creationId xmlns:a16="http://schemas.microsoft.com/office/drawing/2014/main" id="{43C8171F-E1E1-0393-8B30-C3D1E7BCB321}"/>
              </a:ext>
            </a:extLst>
          </p:cNvPr>
          <p:cNvSpPr/>
          <p:nvPr/>
        </p:nvSpPr>
        <p:spPr>
          <a:xfrm>
            <a:off x="8290842"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Term</a:t>
            </a:r>
          </a:p>
        </p:txBody>
      </p:sp>
      <p:sp>
        <p:nvSpPr>
          <p:cNvPr id="85" name="Rectangle : coins arrondis 84">
            <a:extLst>
              <a:ext uri="{FF2B5EF4-FFF2-40B4-BE49-F238E27FC236}">
                <a16:creationId xmlns:a16="http://schemas.microsoft.com/office/drawing/2014/main" id="{CC79A9FD-E48E-415A-9A63-94B34CB81E6A}"/>
              </a:ext>
            </a:extLst>
          </p:cNvPr>
          <p:cNvSpPr/>
          <p:nvPr/>
        </p:nvSpPr>
        <p:spPr>
          <a:xfrm>
            <a:off x="9883256" y="5334672"/>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Set Quote Expiry</a:t>
            </a:r>
          </a:p>
        </p:txBody>
      </p:sp>
      <p:cxnSp>
        <p:nvCxnSpPr>
          <p:cNvPr id="86" name="Connecteur droit avec flèche 85">
            <a:extLst>
              <a:ext uri="{FF2B5EF4-FFF2-40B4-BE49-F238E27FC236}">
                <a16:creationId xmlns:a16="http://schemas.microsoft.com/office/drawing/2014/main" id="{B59846F7-A0DF-660D-0145-3883E8C3AA7F}"/>
              </a:ext>
            </a:extLst>
          </p:cNvPr>
          <p:cNvCxnSpPr>
            <a:cxnSpLocks/>
            <a:stCxn id="77" idx="3"/>
            <a:endCxn id="81" idx="1"/>
          </p:cNvCxnSpPr>
          <p:nvPr/>
        </p:nvCxnSpPr>
        <p:spPr>
          <a:xfrm>
            <a:off x="3772904" y="5499811"/>
            <a:ext cx="301118"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CCD53725-C362-7430-E92F-B334ECA194CE}"/>
              </a:ext>
            </a:extLst>
          </p:cNvPr>
          <p:cNvCxnSpPr>
            <a:cxnSpLocks/>
            <a:stCxn id="81" idx="3"/>
            <a:endCxn id="82" idx="1"/>
          </p:cNvCxnSpPr>
          <p:nvPr/>
        </p:nvCxnSpPr>
        <p:spPr>
          <a:xfrm>
            <a:off x="5053856" y="5499811"/>
            <a:ext cx="325612"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CB17122F-D99B-C625-2CD5-53FC77FE9A02}"/>
              </a:ext>
            </a:extLst>
          </p:cNvPr>
          <p:cNvCxnSpPr>
            <a:cxnSpLocks/>
            <a:stCxn id="82" idx="3"/>
            <a:endCxn id="83" idx="1"/>
          </p:cNvCxnSpPr>
          <p:nvPr/>
        </p:nvCxnSpPr>
        <p:spPr>
          <a:xfrm>
            <a:off x="6359302" y="5499811"/>
            <a:ext cx="339126"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C560ECAD-4AAB-D27F-C5E3-60B93CA2392F}"/>
              </a:ext>
            </a:extLst>
          </p:cNvPr>
          <p:cNvCxnSpPr>
            <a:cxnSpLocks/>
            <a:stCxn id="83" idx="3"/>
            <a:endCxn id="84" idx="1"/>
          </p:cNvCxnSpPr>
          <p:nvPr/>
        </p:nvCxnSpPr>
        <p:spPr>
          <a:xfrm>
            <a:off x="7678262" y="5499811"/>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necteur droit avec flèche 89">
            <a:extLst>
              <a:ext uri="{FF2B5EF4-FFF2-40B4-BE49-F238E27FC236}">
                <a16:creationId xmlns:a16="http://schemas.microsoft.com/office/drawing/2014/main" id="{1BFEB742-BB2C-3285-3DDA-6E0DFC60DF30}"/>
              </a:ext>
            </a:extLst>
          </p:cNvPr>
          <p:cNvCxnSpPr>
            <a:cxnSpLocks/>
            <a:stCxn id="84" idx="3"/>
            <a:endCxn id="85" idx="1"/>
          </p:cNvCxnSpPr>
          <p:nvPr/>
        </p:nvCxnSpPr>
        <p:spPr>
          <a:xfrm>
            <a:off x="9270676" y="5499811"/>
            <a:ext cx="61258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eur droit avec flèche 90">
            <a:extLst>
              <a:ext uri="{FF2B5EF4-FFF2-40B4-BE49-F238E27FC236}">
                <a16:creationId xmlns:a16="http://schemas.microsoft.com/office/drawing/2014/main" id="{B2F78249-2D93-815C-1206-DDD8A829411E}"/>
              </a:ext>
            </a:extLst>
          </p:cNvPr>
          <p:cNvCxnSpPr>
            <a:cxnSpLocks/>
            <a:stCxn id="85" idx="3"/>
            <a:endCxn id="80" idx="2"/>
          </p:cNvCxnSpPr>
          <p:nvPr/>
        </p:nvCxnSpPr>
        <p:spPr>
          <a:xfrm>
            <a:off x="10863090" y="5499811"/>
            <a:ext cx="1003104" cy="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6" name="Rectangle : coins arrondis 95">
            <a:extLst>
              <a:ext uri="{FF2B5EF4-FFF2-40B4-BE49-F238E27FC236}">
                <a16:creationId xmlns:a16="http://schemas.microsoft.com/office/drawing/2014/main" id="{78CDE338-8FA7-43C2-3F59-22530496F335}"/>
              </a:ext>
            </a:extLst>
          </p:cNvPr>
          <p:cNvSpPr/>
          <p:nvPr/>
        </p:nvSpPr>
        <p:spPr>
          <a:xfrm>
            <a:off x="5294544" y="5058110"/>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 </a:t>
            </a:r>
            <a:r>
              <a:rPr lang="fr-FR" sz="600" b="1" kern="0" dirty="0" err="1">
                <a:solidFill>
                  <a:schemeClr val="bg1"/>
                </a:solidFill>
                <a:latin typeface="Helvetica 75 Bold"/>
              </a:rPr>
              <a:t>Automated</a:t>
            </a:r>
            <a:r>
              <a:rPr lang="fr-FR" sz="600" b="1" kern="0" dirty="0">
                <a:solidFill>
                  <a:schemeClr val="bg1"/>
                </a:solidFill>
                <a:latin typeface="Helvetica 75 Bold"/>
              </a:rPr>
              <a:t> (self-serve)</a:t>
            </a:r>
          </a:p>
          <a:p>
            <a:pPr defTabSz="1219170">
              <a:defRPr/>
            </a:pPr>
            <a:r>
              <a:rPr lang="fr-FR" sz="600" b="1" kern="0" dirty="0">
                <a:solidFill>
                  <a:schemeClr val="bg1"/>
                </a:solidFill>
                <a:latin typeface="Helvetica 75 Bold"/>
              </a:rPr>
              <a:t>Tool: CPQ </a:t>
            </a:r>
            <a:r>
              <a:rPr lang="fr-FR" sz="600" b="1" kern="0" dirty="0" err="1">
                <a:solidFill>
                  <a:schemeClr val="bg1"/>
                </a:solidFill>
                <a:latin typeface="Helvetica 75 Bold"/>
              </a:rPr>
              <a:t>tool</a:t>
            </a:r>
            <a:r>
              <a:rPr lang="fr-FR" sz="600" b="1" kern="0" dirty="0">
                <a:solidFill>
                  <a:schemeClr val="bg1"/>
                </a:solidFill>
                <a:latin typeface="Helvetica 75 Bold"/>
              </a:rPr>
              <a:t> </a:t>
            </a:r>
            <a:endParaRPr lang="en-US" sz="600" b="1" kern="0" dirty="0">
              <a:solidFill>
                <a:schemeClr val="bg1"/>
              </a:solidFill>
              <a:latin typeface="Helvetica 75 Bold"/>
            </a:endParaRPr>
          </a:p>
        </p:txBody>
      </p:sp>
      <p:sp>
        <p:nvSpPr>
          <p:cNvPr id="97" name="Rectangle : coins arrondis 96">
            <a:extLst>
              <a:ext uri="{FF2B5EF4-FFF2-40B4-BE49-F238E27FC236}">
                <a16:creationId xmlns:a16="http://schemas.microsoft.com/office/drawing/2014/main" id="{FA7046DD-4C03-F9EB-EF15-A9559237D7EA}"/>
              </a:ext>
            </a:extLst>
          </p:cNvPr>
          <p:cNvSpPr/>
          <p:nvPr/>
        </p:nvSpPr>
        <p:spPr>
          <a:xfrm>
            <a:off x="6621831" y="5058110"/>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 </a:t>
            </a:r>
            <a:r>
              <a:rPr lang="fr-FR" sz="600" b="1" kern="0" dirty="0" err="1">
                <a:solidFill>
                  <a:schemeClr val="bg1"/>
                </a:solidFill>
                <a:latin typeface="Helvetica 75 Bold"/>
              </a:rPr>
              <a:t>Automated</a:t>
            </a:r>
            <a:r>
              <a:rPr lang="fr-FR" sz="600" b="1" kern="0" dirty="0">
                <a:solidFill>
                  <a:schemeClr val="bg1"/>
                </a:solidFill>
                <a:latin typeface="Helvetica 75 Bold"/>
              </a:rPr>
              <a:t> (self-serve)</a:t>
            </a:r>
          </a:p>
          <a:p>
            <a:pPr defTabSz="1219170">
              <a:defRPr/>
            </a:pPr>
            <a:r>
              <a:rPr lang="fr-FR" sz="600" b="1" kern="0" dirty="0">
                <a:solidFill>
                  <a:schemeClr val="bg1"/>
                </a:solidFill>
                <a:latin typeface="Helvetica 75 Bold"/>
              </a:rPr>
              <a:t>Tool: CPQ </a:t>
            </a:r>
            <a:r>
              <a:rPr lang="fr-FR" sz="600" b="1" kern="0" dirty="0" err="1">
                <a:solidFill>
                  <a:schemeClr val="bg1"/>
                </a:solidFill>
                <a:latin typeface="Helvetica 75 Bold"/>
              </a:rPr>
              <a:t>tool</a:t>
            </a:r>
            <a:r>
              <a:rPr lang="fr-FR" sz="600" b="1" kern="0" dirty="0">
                <a:solidFill>
                  <a:schemeClr val="bg1"/>
                </a:solidFill>
                <a:latin typeface="Helvetica 75 Bold"/>
              </a:rPr>
              <a:t> </a:t>
            </a:r>
            <a:endParaRPr lang="en-US" sz="600" b="1" kern="0" dirty="0">
              <a:solidFill>
                <a:schemeClr val="bg1"/>
              </a:solidFill>
              <a:latin typeface="Helvetica 75 Bold"/>
            </a:endParaRPr>
          </a:p>
        </p:txBody>
      </p:sp>
      <p:sp>
        <p:nvSpPr>
          <p:cNvPr id="98" name="Rectangle : coins arrondis 97">
            <a:extLst>
              <a:ext uri="{FF2B5EF4-FFF2-40B4-BE49-F238E27FC236}">
                <a16:creationId xmlns:a16="http://schemas.microsoft.com/office/drawing/2014/main" id="{3B427BC3-5D22-570E-4930-14D05D4E0B17}"/>
              </a:ext>
            </a:extLst>
          </p:cNvPr>
          <p:cNvSpPr/>
          <p:nvPr/>
        </p:nvSpPr>
        <p:spPr>
          <a:xfrm>
            <a:off x="8216435" y="5070198"/>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 </a:t>
            </a:r>
            <a:r>
              <a:rPr lang="fr-FR" sz="600" b="1" kern="0" dirty="0" err="1">
                <a:solidFill>
                  <a:schemeClr val="bg1"/>
                </a:solidFill>
                <a:latin typeface="Helvetica 75 Bold"/>
              </a:rPr>
              <a:t>Automated</a:t>
            </a:r>
            <a:r>
              <a:rPr lang="fr-FR" sz="600" b="1" kern="0" dirty="0">
                <a:solidFill>
                  <a:schemeClr val="bg1"/>
                </a:solidFill>
                <a:latin typeface="Helvetica 75 Bold"/>
              </a:rPr>
              <a:t> (self-serve)</a:t>
            </a:r>
          </a:p>
          <a:p>
            <a:pPr defTabSz="1219170">
              <a:defRPr/>
            </a:pPr>
            <a:r>
              <a:rPr lang="fr-FR" sz="600" b="1" kern="0" dirty="0">
                <a:solidFill>
                  <a:schemeClr val="bg1"/>
                </a:solidFill>
                <a:latin typeface="Helvetica 75 Bold"/>
              </a:rPr>
              <a:t>Tool: CPQ </a:t>
            </a:r>
            <a:r>
              <a:rPr lang="fr-FR" sz="600" b="1" kern="0" dirty="0" err="1">
                <a:solidFill>
                  <a:schemeClr val="bg1"/>
                </a:solidFill>
                <a:latin typeface="Helvetica 75 Bold"/>
              </a:rPr>
              <a:t>tool</a:t>
            </a:r>
            <a:r>
              <a:rPr lang="fr-FR" sz="600" b="1" kern="0" dirty="0">
                <a:solidFill>
                  <a:schemeClr val="bg1"/>
                </a:solidFill>
                <a:latin typeface="Helvetica 75 Bold"/>
              </a:rPr>
              <a:t> </a:t>
            </a:r>
            <a:endParaRPr lang="en-US" sz="600" b="1" kern="0" dirty="0">
              <a:solidFill>
                <a:schemeClr val="bg1"/>
              </a:solidFill>
              <a:latin typeface="Helvetica 75 Bold"/>
            </a:endParaRPr>
          </a:p>
        </p:txBody>
      </p:sp>
      <p:sp>
        <p:nvSpPr>
          <p:cNvPr id="99" name="Rectangle : coins arrondis 98">
            <a:extLst>
              <a:ext uri="{FF2B5EF4-FFF2-40B4-BE49-F238E27FC236}">
                <a16:creationId xmlns:a16="http://schemas.microsoft.com/office/drawing/2014/main" id="{12C24043-B9CC-0564-7A2C-4122F75564C9}"/>
              </a:ext>
            </a:extLst>
          </p:cNvPr>
          <p:cNvSpPr/>
          <p:nvPr/>
        </p:nvSpPr>
        <p:spPr>
          <a:xfrm>
            <a:off x="9787897" y="5070198"/>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 </a:t>
            </a:r>
            <a:r>
              <a:rPr lang="fr-FR" sz="600" b="1" kern="0" dirty="0" err="1">
                <a:solidFill>
                  <a:schemeClr val="bg1"/>
                </a:solidFill>
                <a:latin typeface="Helvetica 75 Bold"/>
              </a:rPr>
              <a:t>Automated</a:t>
            </a:r>
            <a:r>
              <a:rPr lang="fr-FR" sz="600" b="1" kern="0" dirty="0">
                <a:solidFill>
                  <a:schemeClr val="bg1"/>
                </a:solidFill>
                <a:latin typeface="Helvetica 75 Bold"/>
              </a:rPr>
              <a:t> (self-serve)</a:t>
            </a:r>
          </a:p>
          <a:p>
            <a:pPr defTabSz="1219170">
              <a:defRPr/>
            </a:pPr>
            <a:r>
              <a:rPr lang="fr-FR" sz="600" b="1" kern="0" dirty="0">
                <a:solidFill>
                  <a:schemeClr val="bg1"/>
                </a:solidFill>
                <a:latin typeface="Helvetica 75 Bold"/>
              </a:rPr>
              <a:t>Tool: CPQ </a:t>
            </a:r>
            <a:r>
              <a:rPr lang="fr-FR" sz="600" b="1" kern="0" dirty="0" err="1">
                <a:solidFill>
                  <a:schemeClr val="bg1"/>
                </a:solidFill>
                <a:latin typeface="Helvetica 75 Bold"/>
              </a:rPr>
              <a:t>tool</a:t>
            </a:r>
            <a:r>
              <a:rPr lang="fr-FR" sz="600" b="1" kern="0" dirty="0">
                <a:solidFill>
                  <a:schemeClr val="bg1"/>
                </a:solidFill>
                <a:latin typeface="Helvetica 75 Bold"/>
              </a:rPr>
              <a:t> </a:t>
            </a:r>
            <a:endParaRPr lang="en-US" sz="600" b="1" kern="0" dirty="0">
              <a:solidFill>
                <a:schemeClr val="bg1"/>
              </a:solidFill>
              <a:latin typeface="Helvetica 75 Bold"/>
            </a:endParaRPr>
          </a:p>
        </p:txBody>
      </p:sp>
      <p:cxnSp>
        <p:nvCxnSpPr>
          <p:cNvPr id="107" name="Connecteur droit 106">
            <a:extLst>
              <a:ext uri="{FF2B5EF4-FFF2-40B4-BE49-F238E27FC236}">
                <a16:creationId xmlns:a16="http://schemas.microsoft.com/office/drawing/2014/main" id="{067E80E5-B98A-EE9E-96A6-BC9E41D5B72E}"/>
              </a:ext>
            </a:extLst>
          </p:cNvPr>
          <p:cNvCxnSpPr/>
          <p:nvPr/>
        </p:nvCxnSpPr>
        <p:spPr>
          <a:xfrm>
            <a:off x="419100" y="3660714"/>
            <a:ext cx="0" cy="314566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8" name="Rectangle : coins arrondis 107">
            <a:extLst>
              <a:ext uri="{FF2B5EF4-FFF2-40B4-BE49-F238E27FC236}">
                <a16:creationId xmlns:a16="http://schemas.microsoft.com/office/drawing/2014/main" id="{954A65CE-EB19-5F42-BC1A-9A05B8130026}"/>
              </a:ext>
            </a:extLst>
          </p:cNvPr>
          <p:cNvSpPr/>
          <p:nvPr/>
        </p:nvSpPr>
        <p:spPr>
          <a:xfrm rot="16200000">
            <a:off x="-572186" y="5269940"/>
            <a:ext cx="1509292" cy="204875"/>
          </a:xfrm>
          <a:prstGeom prst="roundRect">
            <a:avLst>
              <a:gd name="adj" fmla="val 7931"/>
            </a:avLst>
          </a:prstGeom>
          <a:noFill/>
          <a:ln w="25400" cap="flat" cmpd="sng" algn="ctr">
            <a:noFill/>
            <a:prstDash val="solid"/>
          </a:ln>
          <a:effectLst/>
        </p:spPr>
        <p:txBody>
          <a:bodyPr rtlCol="0" anchor="ctr"/>
          <a:lstStyle/>
          <a:p>
            <a:pPr algn="ctr" defTabSz="1219170">
              <a:defRPr/>
            </a:pPr>
            <a:r>
              <a:rPr lang="fr-FR" sz="1000" b="1" kern="0" dirty="0">
                <a:solidFill>
                  <a:schemeClr val="bg1">
                    <a:lumMod val="95000"/>
                  </a:schemeClr>
                </a:solidFill>
                <a:latin typeface="Helvetica 75 Bold"/>
              </a:rPr>
              <a:t>Self-serve</a:t>
            </a:r>
            <a:endParaRPr lang="en-US" sz="1000" b="1" kern="0" dirty="0">
              <a:solidFill>
                <a:schemeClr val="bg1">
                  <a:lumMod val="95000"/>
                </a:schemeClr>
              </a:solidFill>
              <a:latin typeface="Helvetica 75 Bold"/>
            </a:endParaRPr>
          </a:p>
        </p:txBody>
      </p:sp>
      <p:sp>
        <p:nvSpPr>
          <p:cNvPr id="111" name="Losange 110">
            <a:extLst>
              <a:ext uri="{FF2B5EF4-FFF2-40B4-BE49-F238E27FC236}">
                <a16:creationId xmlns:a16="http://schemas.microsoft.com/office/drawing/2014/main" id="{8ED7B29A-41C7-55D8-CE5D-875A7BA8C1F3}"/>
              </a:ext>
            </a:extLst>
          </p:cNvPr>
          <p:cNvSpPr/>
          <p:nvPr/>
        </p:nvSpPr>
        <p:spPr>
          <a:xfrm>
            <a:off x="1059160" y="5381293"/>
            <a:ext cx="349391" cy="248739"/>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fr-FR" sz="800" b="1" dirty="0">
                <a:solidFill>
                  <a:srgbClr val="FF7900"/>
                </a:solidFill>
                <a:latin typeface="Helvetica 75 Bold"/>
              </a:rPr>
              <a:t>X</a:t>
            </a:r>
            <a:endParaRPr lang="en-US" sz="800" b="1" dirty="0">
              <a:solidFill>
                <a:srgbClr val="FF7900"/>
              </a:solidFill>
              <a:latin typeface="Helvetica 75 Bold"/>
            </a:endParaRPr>
          </a:p>
        </p:txBody>
      </p:sp>
      <p:cxnSp>
        <p:nvCxnSpPr>
          <p:cNvPr id="113" name="Connecteur droit avec flèche 112">
            <a:extLst>
              <a:ext uri="{FF2B5EF4-FFF2-40B4-BE49-F238E27FC236}">
                <a16:creationId xmlns:a16="http://schemas.microsoft.com/office/drawing/2014/main" id="{CB4A193E-5BDC-7CF2-838A-94D63F7E287A}"/>
              </a:ext>
            </a:extLst>
          </p:cNvPr>
          <p:cNvCxnSpPr>
            <a:cxnSpLocks/>
            <a:stCxn id="111" idx="3"/>
            <a:endCxn id="77" idx="1"/>
          </p:cNvCxnSpPr>
          <p:nvPr/>
        </p:nvCxnSpPr>
        <p:spPr>
          <a:xfrm flipV="1">
            <a:off x="1408551" y="5499811"/>
            <a:ext cx="1384519" cy="585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 coins arrondis 115">
            <a:extLst>
              <a:ext uri="{FF2B5EF4-FFF2-40B4-BE49-F238E27FC236}">
                <a16:creationId xmlns:a16="http://schemas.microsoft.com/office/drawing/2014/main" id="{AB436080-D34B-33B0-8984-00008A2C991E}"/>
              </a:ext>
            </a:extLst>
          </p:cNvPr>
          <p:cNvSpPr/>
          <p:nvPr/>
        </p:nvSpPr>
        <p:spPr>
          <a:xfrm>
            <a:off x="1512118" y="3812127"/>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Create Opportunity </a:t>
            </a:r>
            <a:endParaRPr lang="en-US" sz="600" b="1" i="1" kern="0" dirty="0">
              <a:solidFill>
                <a:schemeClr val="bg1"/>
              </a:solidFill>
              <a:latin typeface="Helvetica 75 Bold"/>
            </a:endParaRPr>
          </a:p>
        </p:txBody>
      </p:sp>
      <p:sp>
        <p:nvSpPr>
          <p:cNvPr id="128" name="Rectangle : coins arrondis 127">
            <a:extLst>
              <a:ext uri="{FF2B5EF4-FFF2-40B4-BE49-F238E27FC236}">
                <a16:creationId xmlns:a16="http://schemas.microsoft.com/office/drawing/2014/main" id="{A9AAA4BD-26BD-77BD-1D87-15BAD08AC67E}"/>
              </a:ext>
            </a:extLst>
          </p:cNvPr>
          <p:cNvSpPr/>
          <p:nvPr/>
        </p:nvSpPr>
        <p:spPr>
          <a:xfrm>
            <a:off x="2793070" y="3812127"/>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Click on “Create quote” on Opportunity page </a:t>
            </a:r>
            <a:endParaRPr lang="en-US" sz="600" b="1" i="1" kern="0" dirty="0">
              <a:solidFill>
                <a:schemeClr val="bg1"/>
              </a:solidFill>
              <a:latin typeface="Helvetica 75 Bold"/>
            </a:endParaRPr>
          </a:p>
        </p:txBody>
      </p:sp>
      <p:sp>
        <p:nvSpPr>
          <p:cNvPr id="129" name="Rectangle : coins arrondis 128">
            <a:extLst>
              <a:ext uri="{FF2B5EF4-FFF2-40B4-BE49-F238E27FC236}">
                <a16:creationId xmlns:a16="http://schemas.microsoft.com/office/drawing/2014/main" id="{C92D4F51-76E1-FDDF-4928-155D9456F75D}"/>
              </a:ext>
            </a:extLst>
          </p:cNvPr>
          <p:cNvSpPr/>
          <p:nvPr/>
        </p:nvSpPr>
        <p:spPr>
          <a:xfrm>
            <a:off x="4074022" y="3812126"/>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fr-FR" sz="600" b="1" i="1" kern="0" dirty="0">
                <a:solidFill>
                  <a:schemeClr val="bg1"/>
                </a:solidFill>
                <a:latin typeface="Helvetica 75 Bold"/>
              </a:rPr>
              <a:t>E</a:t>
            </a:r>
            <a:r>
              <a:rPr lang="en-US" sz="600" b="1" i="1" kern="0" dirty="0" err="1">
                <a:solidFill>
                  <a:schemeClr val="bg1"/>
                </a:solidFill>
                <a:latin typeface="Helvetica 75 Bold"/>
              </a:rPr>
              <a:t>nter</a:t>
            </a:r>
            <a:r>
              <a:rPr lang="en-US" sz="600" b="1" i="1" kern="0" dirty="0">
                <a:solidFill>
                  <a:schemeClr val="bg1"/>
                </a:solidFill>
                <a:latin typeface="Helvetica 75 Bold"/>
              </a:rPr>
              <a:t> quote details</a:t>
            </a:r>
          </a:p>
        </p:txBody>
      </p:sp>
      <p:sp>
        <p:nvSpPr>
          <p:cNvPr id="130" name="Rectangle : coins arrondis 129">
            <a:extLst>
              <a:ext uri="{FF2B5EF4-FFF2-40B4-BE49-F238E27FC236}">
                <a16:creationId xmlns:a16="http://schemas.microsoft.com/office/drawing/2014/main" id="{536A3FD9-E36D-5D03-BC8F-AD200959A4AD}"/>
              </a:ext>
            </a:extLst>
          </p:cNvPr>
          <p:cNvSpPr/>
          <p:nvPr/>
        </p:nvSpPr>
        <p:spPr>
          <a:xfrm>
            <a:off x="5379468" y="3812126"/>
            <a:ext cx="979834" cy="330278"/>
          </a:xfrm>
          <a:prstGeom prst="roundRect">
            <a:avLst>
              <a:gd name="adj" fmla="val 7931"/>
            </a:avLst>
          </a:prstGeom>
          <a:solidFill>
            <a:schemeClr val="accent2">
              <a:lumMod val="75000"/>
            </a:schemeClr>
          </a:solidFill>
          <a:ln w="25400" cap="flat" cmpd="sng" algn="ctr">
            <a:solidFill>
              <a:schemeClr val="accent1"/>
            </a:solidFill>
            <a:prstDash val="solid"/>
          </a:ln>
          <a:effectLst/>
        </p:spPr>
        <p:txBody>
          <a:bodyPr rtlCol="0" anchor="ctr"/>
          <a:lstStyle/>
          <a:p>
            <a:pPr algn="ctr" defTabSz="1219170">
              <a:defRPr/>
            </a:pPr>
            <a:r>
              <a:rPr lang="en-US" sz="600" b="1" kern="0" dirty="0">
                <a:solidFill>
                  <a:schemeClr val="bg1"/>
                </a:solidFill>
                <a:latin typeface="Helvetica 75 Bold"/>
              </a:rPr>
              <a:t>Create Quote </a:t>
            </a:r>
            <a:endParaRPr lang="en-US" sz="600" b="1" i="1" kern="0" dirty="0">
              <a:solidFill>
                <a:schemeClr val="bg1"/>
              </a:solidFill>
              <a:latin typeface="Helvetica 75 Bold"/>
            </a:endParaRPr>
          </a:p>
        </p:txBody>
      </p:sp>
      <p:cxnSp>
        <p:nvCxnSpPr>
          <p:cNvPr id="139" name="Connecteur droit avec flèche 138">
            <a:extLst>
              <a:ext uri="{FF2B5EF4-FFF2-40B4-BE49-F238E27FC236}">
                <a16:creationId xmlns:a16="http://schemas.microsoft.com/office/drawing/2014/main" id="{44E9EA13-A0C4-207E-5C54-845F0D36D479}"/>
              </a:ext>
            </a:extLst>
          </p:cNvPr>
          <p:cNvCxnSpPr>
            <a:cxnSpLocks/>
            <a:stCxn id="116" idx="3"/>
            <a:endCxn id="128" idx="1"/>
          </p:cNvCxnSpPr>
          <p:nvPr/>
        </p:nvCxnSpPr>
        <p:spPr>
          <a:xfrm>
            <a:off x="2491952" y="3977266"/>
            <a:ext cx="301118"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A049EBF8-8326-D2C0-4C3E-7CF02FDA4E04}"/>
              </a:ext>
            </a:extLst>
          </p:cNvPr>
          <p:cNvCxnSpPr>
            <a:cxnSpLocks/>
            <a:stCxn id="128" idx="3"/>
            <a:endCxn id="129" idx="1"/>
          </p:cNvCxnSpPr>
          <p:nvPr/>
        </p:nvCxnSpPr>
        <p:spPr>
          <a:xfrm flipV="1">
            <a:off x="3772904" y="3977265"/>
            <a:ext cx="301118" cy="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Connecteur droit avec flèche 144">
            <a:extLst>
              <a:ext uri="{FF2B5EF4-FFF2-40B4-BE49-F238E27FC236}">
                <a16:creationId xmlns:a16="http://schemas.microsoft.com/office/drawing/2014/main" id="{CCB3BE29-01FC-AEB1-BBCD-26F353DD28ED}"/>
              </a:ext>
            </a:extLst>
          </p:cNvPr>
          <p:cNvCxnSpPr>
            <a:cxnSpLocks/>
            <a:stCxn id="129" idx="3"/>
            <a:endCxn id="130" idx="1"/>
          </p:cNvCxnSpPr>
          <p:nvPr/>
        </p:nvCxnSpPr>
        <p:spPr>
          <a:xfrm>
            <a:off x="5053856" y="3977265"/>
            <a:ext cx="325612"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eur : en angle 147">
            <a:extLst>
              <a:ext uri="{FF2B5EF4-FFF2-40B4-BE49-F238E27FC236}">
                <a16:creationId xmlns:a16="http://schemas.microsoft.com/office/drawing/2014/main" id="{BEDE0029-D6FE-8442-5AC6-308F5C4F81BB}"/>
              </a:ext>
            </a:extLst>
          </p:cNvPr>
          <p:cNvCxnSpPr>
            <a:cxnSpLocks/>
            <a:stCxn id="111" idx="0"/>
            <a:endCxn id="116" idx="1"/>
          </p:cNvCxnSpPr>
          <p:nvPr/>
        </p:nvCxnSpPr>
        <p:spPr>
          <a:xfrm rot="5400000" flipH="1" flipV="1">
            <a:off x="670974" y="4540149"/>
            <a:ext cx="1404027" cy="278262"/>
          </a:xfrm>
          <a:prstGeom prst="bentConnector2">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eur : en angle 150">
            <a:extLst>
              <a:ext uri="{FF2B5EF4-FFF2-40B4-BE49-F238E27FC236}">
                <a16:creationId xmlns:a16="http://schemas.microsoft.com/office/drawing/2014/main" id="{C9710CAE-97E2-D25C-443D-3508CCD81247}"/>
              </a:ext>
            </a:extLst>
          </p:cNvPr>
          <p:cNvCxnSpPr>
            <a:cxnSpLocks/>
            <a:stCxn id="130" idx="3"/>
            <a:endCxn id="83" idx="1"/>
          </p:cNvCxnSpPr>
          <p:nvPr/>
        </p:nvCxnSpPr>
        <p:spPr>
          <a:xfrm>
            <a:off x="6359302" y="3977265"/>
            <a:ext cx="339126" cy="1522546"/>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4" name="Rectangle : coins arrondis 153">
            <a:extLst>
              <a:ext uri="{FF2B5EF4-FFF2-40B4-BE49-F238E27FC236}">
                <a16:creationId xmlns:a16="http://schemas.microsoft.com/office/drawing/2014/main" id="{AB22FCED-DE3A-D8B7-9C4A-8E8AC234E5AC}"/>
              </a:ext>
            </a:extLst>
          </p:cNvPr>
          <p:cNvSpPr/>
          <p:nvPr/>
        </p:nvSpPr>
        <p:spPr>
          <a:xfrm>
            <a:off x="3424678" y="1058269"/>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55" name="Rectangle : coins arrondis 154">
            <a:extLst>
              <a:ext uri="{FF2B5EF4-FFF2-40B4-BE49-F238E27FC236}">
                <a16:creationId xmlns:a16="http://schemas.microsoft.com/office/drawing/2014/main" id="{7BEA5E4E-661D-AA35-47A0-8A744AFEC9B6}"/>
              </a:ext>
            </a:extLst>
          </p:cNvPr>
          <p:cNvSpPr/>
          <p:nvPr/>
        </p:nvSpPr>
        <p:spPr>
          <a:xfrm>
            <a:off x="5054934" y="1066039"/>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56" name="Rectangle : coins arrondis 155">
            <a:extLst>
              <a:ext uri="{FF2B5EF4-FFF2-40B4-BE49-F238E27FC236}">
                <a16:creationId xmlns:a16="http://schemas.microsoft.com/office/drawing/2014/main" id="{BCAF0C28-7363-5B7F-65C3-8B87FC5C7144}"/>
              </a:ext>
            </a:extLst>
          </p:cNvPr>
          <p:cNvSpPr/>
          <p:nvPr/>
        </p:nvSpPr>
        <p:spPr>
          <a:xfrm>
            <a:off x="6609626" y="1071670"/>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57" name="Rectangle : coins arrondis 156">
            <a:extLst>
              <a:ext uri="{FF2B5EF4-FFF2-40B4-BE49-F238E27FC236}">
                <a16:creationId xmlns:a16="http://schemas.microsoft.com/office/drawing/2014/main" id="{2C7E02DC-6512-DFCE-8B5E-3E9FD4407F6B}"/>
              </a:ext>
            </a:extLst>
          </p:cNvPr>
          <p:cNvSpPr/>
          <p:nvPr/>
        </p:nvSpPr>
        <p:spPr>
          <a:xfrm>
            <a:off x="8198786" y="1056817"/>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58" name="Rectangle : coins arrondis 157">
            <a:extLst>
              <a:ext uri="{FF2B5EF4-FFF2-40B4-BE49-F238E27FC236}">
                <a16:creationId xmlns:a16="http://schemas.microsoft.com/office/drawing/2014/main" id="{F914E808-9869-6932-C845-A041E1B24A25}"/>
              </a:ext>
            </a:extLst>
          </p:cNvPr>
          <p:cNvSpPr/>
          <p:nvPr/>
        </p:nvSpPr>
        <p:spPr>
          <a:xfrm>
            <a:off x="9788975" y="1056816"/>
            <a:ext cx="1300844" cy="204875"/>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r>
              <a:rPr lang="fr-FR" sz="600" kern="0" dirty="0">
                <a:solidFill>
                  <a:schemeClr val="bg1"/>
                </a:solidFill>
                <a:latin typeface="Helvetica 75 Bold"/>
              </a:rPr>
              <a:t> (self-serve)</a:t>
            </a: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59" name="Rectangle : coins arrondis 158">
            <a:extLst>
              <a:ext uri="{FF2B5EF4-FFF2-40B4-BE49-F238E27FC236}">
                <a16:creationId xmlns:a16="http://schemas.microsoft.com/office/drawing/2014/main" id="{8D3ABF06-34F7-8E4B-5BE6-D1BA187F334C}"/>
              </a:ext>
            </a:extLst>
          </p:cNvPr>
          <p:cNvSpPr/>
          <p:nvPr/>
        </p:nvSpPr>
        <p:spPr>
          <a:xfrm>
            <a:off x="1433310" y="3481700"/>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solidFill>
                <a:latin typeface="Helvetica 75 Bold"/>
              </a:rPr>
              <a:t>Persona: </a:t>
            </a:r>
            <a:r>
              <a:rPr lang="fr-FR" sz="600" kern="0" dirty="0">
                <a:solidFill>
                  <a:schemeClr val="bg1"/>
                </a:solidFill>
                <a:latin typeface="Helvetica 75 Bold"/>
              </a:rPr>
              <a:t>Sales user</a:t>
            </a:r>
            <a:endParaRPr lang="fr-FR" sz="600" b="1" kern="0" dirty="0">
              <a:solidFill>
                <a:schemeClr val="bg1"/>
              </a:solidFill>
              <a:latin typeface="Helvetica 75 Bold"/>
            </a:endParaRPr>
          </a:p>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manual</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CRM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0" name="Rectangle : coins arrondis 159">
            <a:extLst>
              <a:ext uri="{FF2B5EF4-FFF2-40B4-BE49-F238E27FC236}">
                <a16:creationId xmlns:a16="http://schemas.microsoft.com/office/drawing/2014/main" id="{28AA9755-E2A7-2053-4DE3-014AB1D14FA0}"/>
              </a:ext>
            </a:extLst>
          </p:cNvPr>
          <p:cNvSpPr/>
          <p:nvPr/>
        </p:nvSpPr>
        <p:spPr>
          <a:xfrm>
            <a:off x="2691918" y="3492696"/>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solidFill>
                <a:latin typeface="Helvetica 75 Bold"/>
              </a:rPr>
              <a:t>Persona: </a:t>
            </a:r>
            <a:r>
              <a:rPr lang="fr-FR" sz="600" kern="0" dirty="0">
                <a:solidFill>
                  <a:schemeClr val="bg1"/>
                </a:solidFill>
                <a:latin typeface="Helvetica 75 Bold"/>
              </a:rPr>
              <a:t>Sales user</a:t>
            </a:r>
            <a:endParaRPr lang="fr-FR" sz="600" b="1" kern="0" dirty="0">
              <a:solidFill>
                <a:schemeClr val="bg1"/>
              </a:solidFill>
              <a:latin typeface="Helvetica 75 Bold"/>
            </a:endParaRPr>
          </a:p>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manual</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CRM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1" name="Rectangle : coins arrondis 160">
            <a:extLst>
              <a:ext uri="{FF2B5EF4-FFF2-40B4-BE49-F238E27FC236}">
                <a16:creationId xmlns:a16="http://schemas.microsoft.com/office/drawing/2014/main" id="{F4DB23AD-0B3A-2603-CBFB-6DC2D19334D5}"/>
              </a:ext>
            </a:extLst>
          </p:cNvPr>
          <p:cNvSpPr/>
          <p:nvPr/>
        </p:nvSpPr>
        <p:spPr>
          <a:xfrm>
            <a:off x="4011969" y="3492695"/>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solidFill>
                <a:latin typeface="Helvetica 75 Bold"/>
              </a:rPr>
              <a:t>Persona: </a:t>
            </a:r>
            <a:r>
              <a:rPr lang="fr-FR" sz="600" kern="0" dirty="0">
                <a:solidFill>
                  <a:schemeClr val="bg1"/>
                </a:solidFill>
                <a:latin typeface="Helvetica 75 Bold"/>
              </a:rPr>
              <a:t>Sales user</a:t>
            </a:r>
            <a:endParaRPr lang="fr-FR" sz="600" b="1" kern="0" dirty="0">
              <a:solidFill>
                <a:schemeClr val="bg1"/>
              </a:solidFill>
              <a:latin typeface="Helvetica 75 Bold"/>
            </a:endParaRPr>
          </a:p>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manual</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2" name="Rectangle : coins arrondis 161">
            <a:extLst>
              <a:ext uri="{FF2B5EF4-FFF2-40B4-BE49-F238E27FC236}">
                <a16:creationId xmlns:a16="http://schemas.microsoft.com/office/drawing/2014/main" id="{6CFBA053-5F44-DC7B-7E14-CC7C194EFB56}"/>
              </a:ext>
            </a:extLst>
          </p:cNvPr>
          <p:cNvSpPr/>
          <p:nvPr/>
        </p:nvSpPr>
        <p:spPr>
          <a:xfrm>
            <a:off x="5338952" y="3541793"/>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automated</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CRM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3" name="Rectangle : coins arrondis 162">
            <a:extLst>
              <a:ext uri="{FF2B5EF4-FFF2-40B4-BE49-F238E27FC236}">
                <a16:creationId xmlns:a16="http://schemas.microsoft.com/office/drawing/2014/main" id="{C2E83A82-E9A8-EFD8-33EA-7D4405FDB155}"/>
              </a:ext>
            </a:extLst>
          </p:cNvPr>
          <p:cNvSpPr/>
          <p:nvPr/>
        </p:nvSpPr>
        <p:spPr>
          <a:xfrm>
            <a:off x="2712320" y="5036175"/>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solidFill>
                <a:latin typeface="Helvetica 75 Bold"/>
              </a:rPr>
              <a:t>Persona: </a:t>
            </a:r>
            <a:r>
              <a:rPr lang="fr-FR" sz="600" kern="0" dirty="0">
                <a:solidFill>
                  <a:schemeClr val="bg1"/>
                </a:solidFill>
                <a:latin typeface="Helvetica 75 Bold"/>
              </a:rPr>
              <a:t>Sales user</a:t>
            </a:r>
            <a:endParaRPr lang="fr-FR" sz="600" b="1" kern="0" dirty="0">
              <a:solidFill>
                <a:schemeClr val="bg1"/>
              </a:solidFill>
              <a:latin typeface="Helvetica 75 Bold"/>
            </a:endParaRPr>
          </a:p>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manual</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4" name="Rectangle : coins arrondis 163">
            <a:extLst>
              <a:ext uri="{FF2B5EF4-FFF2-40B4-BE49-F238E27FC236}">
                <a16:creationId xmlns:a16="http://schemas.microsoft.com/office/drawing/2014/main" id="{4F37CDEF-08D1-6424-FA3E-4B5E90615E91}"/>
              </a:ext>
            </a:extLst>
          </p:cNvPr>
          <p:cNvSpPr/>
          <p:nvPr/>
        </p:nvSpPr>
        <p:spPr>
          <a:xfrm>
            <a:off x="3992762" y="5027337"/>
            <a:ext cx="1300844" cy="266419"/>
          </a:xfrm>
          <a:prstGeom prst="roundRect">
            <a:avLst>
              <a:gd name="adj" fmla="val 7931"/>
            </a:avLst>
          </a:prstGeom>
          <a:noFill/>
          <a:ln w="25400" cap="flat" cmpd="sng" algn="ctr">
            <a:noFill/>
            <a:prstDash val="solid"/>
          </a:ln>
          <a:effectLst/>
        </p:spPr>
        <p:txBody>
          <a:bodyPr rtlCol="0" anchor="ctr"/>
          <a:lstStyle/>
          <a:p>
            <a:pPr defTabSz="1219170">
              <a:defRPr/>
            </a:pPr>
            <a:r>
              <a:rPr lang="fr-FR" sz="600" b="1" kern="0" dirty="0">
                <a:solidFill>
                  <a:schemeClr val="bg1"/>
                </a:solidFill>
                <a:latin typeface="Helvetica 75 Bold"/>
              </a:rPr>
              <a:t>Persona: </a:t>
            </a:r>
            <a:r>
              <a:rPr lang="fr-FR" sz="600" kern="0" dirty="0">
                <a:solidFill>
                  <a:schemeClr val="bg1"/>
                </a:solidFill>
                <a:latin typeface="Helvetica 75 Bold"/>
              </a:rPr>
              <a:t>Sales user</a:t>
            </a:r>
            <a:endParaRPr lang="fr-FR" sz="600" b="1" kern="0" dirty="0">
              <a:solidFill>
                <a:schemeClr val="bg1"/>
              </a:solidFill>
              <a:latin typeface="Helvetica 75 Bold"/>
            </a:endParaRPr>
          </a:p>
          <a:p>
            <a:pPr defTabSz="1219170">
              <a:defRPr/>
            </a:pPr>
            <a:r>
              <a:rPr lang="fr-FR" sz="600" b="1" kern="0" dirty="0" err="1">
                <a:solidFill>
                  <a:schemeClr val="bg1"/>
                </a:solidFill>
                <a:latin typeface="Helvetica 75 Bold"/>
              </a:rPr>
              <a:t>Task</a:t>
            </a:r>
            <a:r>
              <a:rPr lang="fr-FR" sz="600" b="1" kern="0" dirty="0">
                <a:solidFill>
                  <a:schemeClr val="bg1"/>
                </a:solidFill>
                <a:latin typeface="Helvetica 75 Bold"/>
              </a:rPr>
              <a:t> type</a:t>
            </a:r>
            <a:r>
              <a:rPr lang="fr-FR" sz="600" kern="0" dirty="0">
                <a:solidFill>
                  <a:schemeClr val="bg1"/>
                </a:solidFill>
                <a:latin typeface="Helvetica 75 Bold"/>
              </a:rPr>
              <a:t>: </a:t>
            </a:r>
            <a:r>
              <a:rPr lang="fr-FR" sz="600" kern="0" dirty="0" err="1">
                <a:solidFill>
                  <a:schemeClr val="bg1"/>
                </a:solidFill>
                <a:latin typeface="Helvetica 75 Bold"/>
              </a:rPr>
              <a:t>manual</a:t>
            </a:r>
            <a:endParaRPr lang="fr-FR" sz="600" kern="0" dirty="0">
              <a:solidFill>
                <a:schemeClr val="bg1"/>
              </a:solidFill>
              <a:latin typeface="Helvetica 75 Bold"/>
            </a:endParaRPr>
          </a:p>
          <a:p>
            <a:pPr defTabSz="1219170">
              <a:defRPr/>
            </a:pPr>
            <a:r>
              <a:rPr lang="fr-FR" sz="600" b="1" kern="0" dirty="0">
                <a:solidFill>
                  <a:schemeClr val="bg1"/>
                </a:solidFill>
                <a:latin typeface="Helvetica 75 Bold"/>
              </a:rPr>
              <a:t>Tool</a:t>
            </a:r>
            <a:r>
              <a:rPr lang="fr-FR" sz="600" kern="0" dirty="0">
                <a:solidFill>
                  <a:schemeClr val="bg1"/>
                </a:solidFill>
                <a:latin typeface="Helvetica 75 Bold"/>
              </a:rPr>
              <a:t>: CPQ </a:t>
            </a:r>
            <a:r>
              <a:rPr lang="fr-FR" sz="600" kern="0" dirty="0" err="1">
                <a:solidFill>
                  <a:schemeClr val="bg1"/>
                </a:solidFill>
                <a:latin typeface="Helvetica 75 Bold"/>
              </a:rPr>
              <a:t>tool</a:t>
            </a:r>
            <a:r>
              <a:rPr lang="fr-FR" sz="600" kern="0" dirty="0">
                <a:solidFill>
                  <a:schemeClr val="bg1"/>
                </a:solidFill>
                <a:latin typeface="Helvetica 75 Bold"/>
              </a:rPr>
              <a:t> </a:t>
            </a:r>
            <a:endParaRPr lang="en-US" sz="600" kern="0" dirty="0">
              <a:solidFill>
                <a:schemeClr val="bg1"/>
              </a:solidFill>
              <a:latin typeface="Helvetica 75 Bold"/>
            </a:endParaRPr>
          </a:p>
        </p:txBody>
      </p:sp>
      <p:sp>
        <p:nvSpPr>
          <p:cNvPr id="165" name="Rectangle : coins arrondis 164">
            <a:extLst>
              <a:ext uri="{FF2B5EF4-FFF2-40B4-BE49-F238E27FC236}">
                <a16:creationId xmlns:a16="http://schemas.microsoft.com/office/drawing/2014/main" id="{C9178C3B-32C2-D585-CC50-B4F2D61013CA}"/>
              </a:ext>
            </a:extLst>
          </p:cNvPr>
          <p:cNvSpPr/>
          <p:nvPr/>
        </p:nvSpPr>
        <p:spPr>
          <a:xfrm>
            <a:off x="4074022"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Input from the sales user</a:t>
            </a:r>
            <a:r>
              <a:rPr lang="en-US" sz="600" b="1" i="1" kern="0" dirty="0">
                <a:solidFill>
                  <a:schemeClr val="accent2">
                    <a:lumMod val="75000"/>
                  </a:schemeClr>
                </a:solidFill>
                <a:latin typeface="Helvetica 75 Bold"/>
              </a:rPr>
              <a:t>:</a:t>
            </a:r>
          </a:p>
          <a:p>
            <a:pPr marL="171450" indent="-171450" defTabSz="1219170">
              <a:buFontTx/>
              <a:buChar char="-"/>
              <a:defRPr/>
            </a:pPr>
            <a:r>
              <a:rPr lang="en-US" sz="600" b="1" i="1" kern="0" dirty="0">
                <a:solidFill>
                  <a:schemeClr val="accent2">
                    <a:lumMod val="75000"/>
                  </a:schemeClr>
                </a:solidFill>
                <a:latin typeface="Helvetica 75 Bold"/>
              </a:rPr>
              <a:t>Opportunity (from CRM)</a:t>
            </a:r>
          </a:p>
          <a:p>
            <a:pPr marL="171450" indent="-171450" defTabSz="1219170">
              <a:buFontTx/>
              <a:buChar char="-"/>
              <a:defRPr/>
            </a:pPr>
            <a:r>
              <a:rPr lang="en-US" sz="600" b="1" i="1" kern="0" dirty="0">
                <a:solidFill>
                  <a:schemeClr val="accent2">
                    <a:lumMod val="75000"/>
                  </a:schemeClr>
                </a:solidFill>
                <a:latin typeface="Helvetica 75 Bold"/>
              </a:rPr>
              <a:t>Quote name </a:t>
            </a:r>
          </a:p>
          <a:p>
            <a:pPr marL="171450" indent="-171450" defTabSz="1219170">
              <a:buFontTx/>
              <a:buChar char="-"/>
              <a:defRPr/>
            </a:pPr>
            <a:r>
              <a:rPr lang="en-US" sz="600" b="1" i="1" kern="0" dirty="0">
                <a:solidFill>
                  <a:schemeClr val="accent2">
                    <a:lumMod val="75000"/>
                  </a:schemeClr>
                </a:solidFill>
                <a:latin typeface="Helvetica 75 Bold"/>
              </a:rPr>
              <a:t>Quote term </a:t>
            </a:r>
          </a:p>
          <a:p>
            <a:pPr marL="171450" indent="-171450" defTabSz="1219170">
              <a:buFontTx/>
              <a:buChar char="-"/>
              <a:defRPr/>
            </a:pPr>
            <a:r>
              <a:rPr lang="en-US" sz="600" b="1" i="1" kern="0" dirty="0">
                <a:solidFill>
                  <a:schemeClr val="accent2">
                    <a:lumMod val="75000"/>
                  </a:schemeClr>
                </a:solidFill>
                <a:latin typeface="Helvetica 75 Bold"/>
              </a:rPr>
              <a:t>Quote currency </a:t>
            </a:r>
          </a:p>
          <a:p>
            <a:pPr marL="171450" indent="-171450" defTabSz="1219170">
              <a:buFontTx/>
              <a:buChar char="-"/>
              <a:defRPr/>
            </a:pPr>
            <a:r>
              <a:rPr lang="en-US" sz="600" b="1" i="1" kern="0" dirty="0">
                <a:solidFill>
                  <a:schemeClr val="accent2">
                    <a:lumMod val="75000"/>
                  </a:schemeClr>
                </a:solidFill>
                <a:latin typeface="Helvetica 75 Bold"/>
              </a:rPr>
              <a:t>Quote Type (Firm)</a:t>
            </a:r>
          </a:p>
        </p:txBody>
      </p:sp>
      <p:sp>
        <p:nvSpPr>
          <p:cNvPr id="166" name="Rectangle : coins arrondis 165">
            <a:extLst>
              <a:ext uri="{FF2B5EF4-FFF2-40B4-BE49-F238E27FC236}">
                <a16:creationId xmlns:a16="http://schemas.microsoft.com/office/drawing/2014/main" id="{3A4C8EA3-80C9-2D81-5A41-8FE9255CD885}"/>
              </a:ext>
            </a:extLst>
          </p:cNvPr>
          <p:cNvSpPr/>
          <p:nvPr/>
        </p:nvSpPr>
        <p:spPr>
          <a:xfrm>
            <a:off x="4062610" y="4208631"/>
            <a:ext cx="979834" cy="744237"/>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Input from the sales user</a:t>
            </a:r>
            <a:r>
              <a:rPr lang="en-US" sz="600" b="1" i="1" kern="0" dirty="0">
                <a:solidFill>
                  <a:schemeClr val="accent2">
                    <a:lumMod val="75000"/>
                  </a:schemeClr>
                </a:solidFill>
                <a:latin typeface="Helvetica 75 Bold"/>
              </a:rPr>
              <a:t>:</a:t>
            </a:r>
          </a:p>
          <a:p>
            <a:pPr marL="171450" indent="-171450" defTabSz="1219170">
              <a:buFontTx/>
              <a:buChar char="-"/>
              <a:defRPr/>
            </a:pPr>
            <a:r>
              <a:rPr lang="en-US" sz="600" b="1" i="1" kern="0" dirty="0">
                <a:solidFill>
                  <a:schemeClr val="accent2">
                    <a:lumMod val="75000"/>
                  </a:schemeClr>
                </a:solidFill>
                <a:latin typeface="Helvetica 75 Bold"/>
              </a:rPr>
              <a:t>Quote name </a:t>
            </a:r>
          </a:p>
          <a:p>
            <a:pPr marL="171450" indent="-171450" defTabSz="1219170">
              <a:buFontTx/>
              <a:buChar char="-"/>
              <a:defRPr/>
            </a:pPr>
            <a:r>
              <a:rPr lang="en-US" sz="600" b="1" i="1" kern="0" dirty="0">
                <a:solidFill>
                  <a:schemeClr val="accent2">
                    <a:lumMod val="75000"/>
                  </a:schemeClr>
                </a:solidFill>
                <a:latin typeface="Helvetica 75 Bold"/>
              </a:rPr>
              <a:t>Quote term </a:t>
            </a:r>
          </a:p>
          <a:p>
            <a:pPr marL="171450" indent="-171450" defTabSz="1219170">
              <a:buFontTx/>
              <a:buChar char="-"/>
              <a:defRPr/>
            </a:pPr>
            <a:r>
              <a:rPr lang="en-US" sz="600" b="1" i="1" kern="0" dirty="0">
                <a:solidFill>
                  <a:schemeClr val="accent2">
                    <a:lumMod val="75000"/>
                  </a:schemeClr>
                </a:solidFill>
                <a:latin typeface="Helvetica 75 Bold"/>
              </a:rPr>
              <a:t>Quote currency </a:t>
            </a:r>
          </a:p>
          <a:p>
            <a:pPr marL="171450" indent="-171450" defTabSz="1219170">
              <a:buFontTx/>
              <a:buChar char="-"/>
              <a:defRPr/>
            </a:pPr>
            <a:r>
              <a:rPr lang="en-US" sz="600" b="1" i="1" kern="0" dirty="0">
                <a:solidFill>
                  <a:schemeClr val="accent2">
                    <a:lumMod val="75000"/>
                  </a:schemeClr>
                </a:solidFill>
                <a:latin typeface="Helvetica 75 Bold"/>
              </a:rPr>
              <a:t>Quote Type (Firm)</a:t>
            </a:r>
          </a:p>
        </p:txBody>
      </p:sp>
      <p:sp>
        <p:nvSpPr>
          <p:cNvPr id="169" name="Rectangle : coins arrondis 168">
            <a:extLst>
              <a:ext uri="{FF2B5EF4-FFF2-40B4-BE49-F238E27FC236}">
                <a16:creationId xmlns:a16="http://schemas.microsoft.com/office/drawing/2014/main" id="{93937A70-CCBC-3F48-FF89-469C24D84CB8}"/>
              </a:ext>
            </a:extLst>
          </p:cNvPr>
          <p:cNvSpPr/>
          <p:nvPr/>
        </p:nvSpPr>
        <p:spPr>
          <a:xfrm>
            <a:off x="5379468" y="4208631"/>
            <a:ext cx="979834" cy="744237"/>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Action: </a:t>
            </a:r>
          </a:p>
          <a:p>
            <a:pPr marL="171450" indent="-171450" defTabSz="1219170">
              <a:buFontTx/>
              <a:buChar char="-"/>
              <a:defRPr/>
            </a:pPr>
            <a:r>
              <a:rPr lang="en-US" sz="600" b="1" i="1" kern="0" dirty="0">
                <a:solidFill>
                  <a:schemeClr val="accent2">
                    <a:lumMod val="75000"/>
                  </a:schemeClr>
                </a:solidFill>
                <a:latin typeface="Helvetica 75 Bold"/>
              </a:rPr>
              <a:t>Quote created </a:t>
            </a:r>
          </a:p>
          <a:p>
            <a:pPr marL="171450" indent="-171450" defTabSz="1219170">
              <a:buFontTx/>
              <a:buChar char="-"/>
              <a:defRPr/>
            </a:pPr>
            <a:r>
              <a:rPr lang="en-US" sz="600" b="1" i="1" kern="0" dirty="0">
                <a:solidFill>
                  <a:schemeClr val="accent2">
                    <a:lumMod val="75000"/>
                  </a:schemeClr>
                </a:solidFill>
                <a:latin typeface="Helvetica 75 Bold"/>
              </a:rPr>
              <a:t>Quote linked to Opportunity </a:t>
            </a:r>
          </a:p>
        </p:txBody>
      </p:sp>
      <p:sp>
        <p:nvSpPr>
          <p:cNvPr id="170" name="Rectangle : coins arrondis 169">
            <a:extLst>
              <a:ext uri="{FF2B5EF4-FFF2-40B4-BE49-F238E27FC236}">
                <a16:creationId xmlns:a16="http://schemas.microsoft.com/office/drawing/2014/main" id="{E1144847-E6D7-5130-5420-73B55CFCA46A}"/>
              </a:ext>
            </a:extLst>
          </p:cNvPr>
          <p:cNvSpPr/>
          <p:nvPr/>
        </p:nvSpPr>
        <p:spPr>
          <a:xfrm>
            <a:off x="2795603"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Action: </a:t>
            </a:r>
          </a:p>
          <a:p>
            <a:pPr defTabSz="1219170">
              <a:defRPr/>
            </a:pPr>
            <a:r>
              <a:rPr lang="en-US" sz="600" b="1" i="1" kern="0" dirty="0">
                <a:solidFill>
                  <a:schemeClr val="accent2">
                    <a:lumMod val="75000"/>
                  </a:schemeClr>
                </a:solidFill>
                <a:latin typeface="Helvetica 75 Bold"/>
              </a:rPr>
              <a:t>Sales user selects “create quote” on the CPQ tool </a:t>
            </a:r>
          </a:p>
        </p:txBody>
      </p:sp>
      <p:sp>
        <p:nvSpPr>
          <p:cNvPr id="171" name="Rectangle : coins arrondis 170">
            <a:extLst>
              <a:ext uri="{FF2B5EF4-FFF2-40B4-BE49-F238E27FC236}">
                <a16:creationId xmlns:a16="http://schemas.microsoft.com/office/drawing/2014/main" id="{9E152190-D162-EA3A-C411-D6ACA30D2178}"/>
              </a:ext>
            </a:extLst>
          </p:cNvPr>
          <p:cNvSpPr/>
          <p:nvPr/>
        </p:nvSpPr>
        <p:spPr>
          <a:xfrm>
            <a:off x="5375944"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Action: </a:t>
            </a:r>
          </a:p>
          <a:p>
            <a:pPr marL="171450" indent="-171450" defTabSz="1219170">
              <a:buFontTx/>
              <a:buChar char="-"/>
              <a:defRPr/>
            </a:pPr>
            <a:r>
              <a:rPr lang="en-US" sz="600" b="1" i="1" kern="0" dirty="0">
                <a:solidFill>
                  <a:schemeClr val="accent2">
                    <a:lumMod val="75000"/>
                  </a:schemeClr>
                </a:solidFill>
                <a:latin typeface="Helvetica 75 Bold"/>
              </a:rPr>
              <a:t>Quote created</a:t>
            </a:r>
          </a:p>
          <a:p>
            <a:pPr marL="171450" indent="-171450" defTabSz="1219170">
              <a:buFontTx/>
              <a:buChar char="-"/>
              <a:defRPr/>
            </a:pPr>
            <a:r>
              <a:rPr lang="en-US" sz="600" b="1" i="1" kern="0" dirty="0">
                <a:solidFill>
                  <a:schemeClr val="accent2">
                    <a:lumMod val="75000"/>
                  </a:schemeClr>
                </a:solidFill>
                <a:latin typeface="Helvetica 75 Bold"/>
              </a:rPr>
              <a:t>Quote linked to Opportunity </a:t>
            </a:r>
          </a:p>
        </p:txBody>
      </p:sp>
      <p:sp>
        <p:nvSpPr>
          <p:cNvPr id="172" name="Rectangle : coins arrondis 171">
            <a:extLst>
              <a:ext uri="{FF2B5EF4-FFF2-40B4-BE49-F238E27FC236}">
                <a16:creationId xmlns:a16="http://schemas.microsoft.com/office/drawing/2014/main" id="{F80E048E-B417-0A55-49B7-6C768C34652D}"/>
              </a:ext>
            </a:extLst>
          </p:cNvPr>
          <p:cNvSpPr/>
          <p:nvPr/>
        </p:nvSpPr>
        <p:spPr>
          <a:xfrm>
            <a:off x="6692915"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fr-FR" sz="600" b="1" i="1" kern="0" dirty="0">
                <a:solidFill>
                  <a:schemeClr val="accent2">
                    <a:lumMod val="75000"/>
                  </a:schemeClr>
                </a:solidFill>
                <a:latin typeface="Helvetica 75 Bold"/>
              </a:rPr>
              <a:t>A</a:t>
            </a:r>
            <a:r>
              <a:rPr lang="en-US" sz="600" b="1" i="1" kern="0" dirty="0" err="1">
                <a:solidFill>
                  <a:schemeClr val="accent2">
                    <a:lumMod val="75000"/>
                  </a:schemeClr>
                </a:solidFill>
                <a:latin typeface="Helvetica 75 Bold"/>
              </a:rPr>
              <a:t>ction</a:t>
            </a:r>
            <a:r>
              <a:rPr lang="en-US" sz="600" b="1" i="1" kern="0" dirty="0">
                <a:solidFill>
                  <a:schemeClr val="accent2">
                    <a:lumMod val="75000"/>
                  </a:schemeClr>
                </a:solidFill>
                <a:latin typeface="Helvetica 75 Bold"/>
              </a:rPr>
              <a:t>: </a:t>
            </a:r>
          </a:p>
          <a:p>
            <a:pPr defTabSz="1219170">
              <a:defRPr/>
            </a:pPr>
            <a:r>
              <a:rPr lang="en-US" sz="600" b="1" i="1" kern="0" dirty="0">
                <a:solidFill>
                  <a:schemeClr val="accent2">
                    <a:lumMod val="75000"/>
                  </a:schemeClr>
                </a:solidFill>
                <a:latin typeface="Helvetica 75 Bold"/>
              </a:rPr>
              <a:t>Quote status set to DRAFT</a:t>
            </a:r>
          </a:p>
        </p:txBody>
      </p:sp>
      <p:sp>
        <p:nvSpPr>
          <p:cNvPr id="173" name="Rectangle : coins arrondis 172">
            <a:extLst>
              <a:ext uri="{FF2B5EF4-FFF2-40B4-BE49-F238E27FC236}">
                <a16:creationId xmlns:a16="http://schemas.microsoft.com/office/drawing/2014/main" id="{8A3211BF-40AB-D1AD-245F-4E4035A5EFFD}"/>
              </a:ext>
            </a:extLst>
          </p:cNvPr>
          <p:cNvSpPr/>
          <p:nvPr/>
        </p:nvSpPr>
        <p:spPr>
          <a:xfrm>
            <a:off x="8290842"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Action: </a:t>
            </a:r>
          </a:p>
          <a:p>
            <a:pPr defTabSz="1219170">
              <a:defRPr/>
            </a:pPr>
            <a:r>
              <a:rPr lang="en-US" sz="600" b="1" i="1" kern="0" dirty="0">
                <a:solidFill>
                  <a:schemeClr val="accent2">
                    <a:lumMod val="75000"/>
                  </a:schemeClr>
                </a:solidFill>
                <a:latin typeface="Helvetica 75 Bold"/>
              </a:rPr>
              <a:t>- Quote term is set as selected by the user on the digital portal </a:t>
            </a:r>
          </a:p>
        </p:txBody>
      </p:sp>
      <p:sp>
        <p:nvSpPr>
          <p:cNvPr id="174" name="Rectangle : coins arrondis 173">
            <a:extLst>
              <a:ext uri="{FF2B5EF4-FFF2-40B4-BE49-F238E27FC236}">
                <a16:creationId xmlns:a16="http://schemas.microsoft.com/office/drawing/2014/main" id="{1BFB8B19-CEB0-13BA-7253-B2AE5AD8F065}"/>
              </a:ext>
            </a:extLst>
          </p:cNvPr>
          <p:cNvSpPr/>
          <p:nvPr/>
        </p:nvSpPr>
        <p:spPr>
          <a:xfrm>
            <a:off x="9883256" y="5732928"/>
            <a:ext cx="979834" cy="947666"/>
          </a:xfrm>
          <a:prstGeom prst="roundRect">
            <a:avLst>
              <a:gd name="adj" fmla="val 7931"/>
            </a:avLst>
          </a:prstGeom>
          <a:solidFill>
            <a:srgbClr val="146994">
              <a:alpha val="69804"/>
            </a:srgbClr>
          </a:solidFill>
          <a:ln w="3175" cap="flat" cmpd="sng" algn="ctr">
            <a:solidFill>
              <a:schemeClr val="bg2"/>
            </a:solidFill>
            <a:prstDash val="solid"/>
          </a:ln>
          <a:effectLst/>
        </p:spPr>
        <p:txBody>
          <a:bodyPr rtlCol="0" anchor="t"/>
          <a:lstStyle/>
          <a:p>
            <a:pPr defTabSz="1219170">
              <a:defRPr/>
            </a:pPr>
            <a:r>
              <a:rPr lang="en-US" sz="600" b="1" kern="0" dirty="0">
                <a:solidFill>
                  <a:schemeClr val="accent2">
                    <a:lumMod val="75000"/>
                  </a:schemeClr>
                </a:solidFill>
                <a:latin typeface="Helvetica 75 Bold"/>
              </a:rPr>
              <a:t>Action:</a:t>
            </a:r>
          </a:p>
          <a:p>
            <a:pPr defTabSz="1219170">
              <a:defRPr/>
            </a:pPr>
            <a:r>
              <a:rPr lang="en-US" sz="600" b="1" i="1" kern="0" dirty="0">
                <a:solidFill>
                  <a:schemeClr val="accent2">
                    <a:lumMod val="75000"/>
                  </a:schemeClr>
                </a:solidFill>
                <a:latin typeface="Helvetica 75 Bold"/>
              </a:rPr>
              <a:t>- Quote expiry is set to CPQ tool default.</a:t>
            </a:r>
          </a:p>
        </p:txBody>
      </p:sp>
    </p:spTree>
    <p:extLst>
      <p:ext uri="{BB962C8B-B14F-4D97-AF65-F5344CB8AC3E}">
        <p14:creationId xmlns:p14="http://schemas.microsoft.com/office/powerpoint/2010/main" val="3149773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R_template_restricted">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FR_OBS-template_external.potx" id="{8E63A4C0-0D5B-4AB0-9B17-28650E3A1109}" vid="{213D95EF-7056-43E0-9767-0E799F788926}"/>
    </a:ext>
  </a:extLst>
</a:theme>
</file>

<file path=ppt/theme/theme2.xml><?xml version="1.0" encoding="utf-8"?>
<a:theme xmlns:a="http://schemas.openxmlformats.org/drawingml/2006/main" name="2_OFR_template_restricted">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FR_OBS-template_external.potx" id="{8E63A4C0-0D5B-4AB0-9B17-28650E3A1109}" vid="{213D95EF-7056-43E0-9767-0E799F78892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Master_Noir_2023">
  <a:themeElements>
    <a:clrScheme name="Orange BLK Secondary">
      <a:dk1>
        <a:srgbClr val="FFFFFF"/>
      </a:dk1>
      <a:lt1>
        <a:srgbClr val="000000"/>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6600"/>
        </a:solidFill>
        <a:ln w="6350" cap="sq">
          <a:noFill/>
          <a:miter lim="800000"/>
        </a:ln>
      </a:spPr>
      <a:bodyPr rot="0" spcFirstLastPara="0" vertOverflow="overflow" horzOverflow="overflow" vert="horz" wrap="square" lIns="82296" tIns="91440" rIns="91440" bIns="45720" numCol="1" spcCol="0" rtlCol="0" fromWordArt="0" anchor="ctr" anchorCtr="0" forceAA="0" compatLnSpc="1">
        <a:prstTxWarp prst="textNoShape">
          <a:avLst/>
        </a:prstTxWarp>
        <a:noAutofit/>
      </a:bodyPr>
      <a:lstStyle>
        <a:defPPr algn="ctr">
          <a:defRPr sz="1000">
            <a:solidFill>
              <a:schemeClr val="tx1"/>
            </a:solidFill>
            <a:latin typeface="Helvetica 75 Bold" panose="020B08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nge_Business_PowerPoint_Template_2023_French_v2" id="{A2753847-4692-4982-98BC-580315E9A2F4}" vid="{689C4704-D8F2-46D0-A6A8-8B8F3C599DA1}"/>
    </a:ext>
  </a:extLst>
</a:theme>
</file>

<file path=ppt/theme/theme5.xml><?xml version="1.0" encoding="utf-8"?>
<a:theme xmlns:a="http://schemas.openxmlformats.org/drawingml/2006/main" name="Black_Master_2023">
  <a:themeElements>
    <a:clrScheme name="Orange BLK Secondary">
      <a:dk1>
        <a:srgbClr val="FFFFFF"/>
      </a:dk1>
      <a:lt1>
        <a:srgbClr val="000000"/>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nge_Business_PowerPoint_Template_2023_English_v1" id="{35AADC7B-DE87-457D-BEA7-12321E1B284B}" vid="{B2BCA818-2E52-4A31-84E9-BDBFA312FE29}"/>
    </a:ext>
  </a:extLst>
</a:theme>
</file>

<file path=ppt/theme/theme6.xml><?xml version="1.0" encoding="utf-8"?>
<a:theme xmlns:a="http://schemas.openxmlformats.org/drawingml/2006/main" name="9_OUK-Template">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_Template_Beta_external_110816.potx" id="{096397F8-02DF-40E4-AEB9-88A0052F30F0}" vid="{AA36791E-F7D8-46B6-BCF9-C51758B3B430}"/>
    </a:ext>
  </a:extLst>
</a:theme>
</file>

<file path=ppt/theme/theme7.xml><?xml version="1.0" encoding="utf-8"?>
<a:theme xmlns:a="http://schemas.openxmlformats.org/drawingml/2006/main" name="10_OUK-Template">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_Template_Beta_external_110816.potx" id="{096397F8-02DF-40E4-AEB9-88A0052F30F0}" vid="{AA36791E-F7D8-46B6-BCF9-C51758B3B430}"/>
    </a:ext>
  </a:extLst>
</a:theme>
</file>

<file path=ppt/theme/theme8.xml><?xml version="1.0" encoding="utf-8"?>
<a:theme xmlns:a="http://schemas.openxmlformats.org/drawingml/2006/main" name="3_OFR_template_restricted">
  <a:themeElements>
    <a:clrScheme name="OFR_template_restricted">
      <a:dk1>
        <a:srgbClr val="000000"/>
      </a:dk1>
      <a:lt1>
        <a:srgbClr val="000000"/>
      </a:lt1>
      <a:dk2>
        <a:srgbClr val="A7A7A7"/>
      </a:dk2>
      <a:lt2>
        <a:srgbClr val="535353"/>
      </a:lt2>
      <a:accent1>
        <a:srgbClr val="FF7900"/>
      </a:accent1>
      <a:accent2>
        <a:srgbClr val="4BB4E6"/>
      </a:accent2>
      <a:accent3>
        <a:srgbClr val="50BE87"/>
      </a:accent3>
      <a:accent4>
        <a:srgbClr val="FFB4E6"/>
      </a:accent4>
      <a:accent5>
        <a:srgbClr val="A885D8"/>
      </a:accent5>
      <a:accent6>
        <a:srgbClr val="FFD200"/>
      </a:accent6>
      <a:hlink>
        <a:srgbClr val="0000FF"/>
      </a:hlink>
      <a:folHlink>
        <a:srgbClr val="FF00FF"/>
      </a:folHlink>
    </a:clrScheme>
    <a:fontScheme name="OFR_template_restricted">
      <a:majorFont>
        <a:latin typeface="Helvetica 75 Bold"/>
        <a:ea typeface="Helvetica 75 Bold"/>
        <a:cs typeface="Helvetica 75 Bold"/>
      </a:majorFont>
      <a:minorFont>
        <a:latin typeface="Helvetica"/>
        <a:ea typeface="Helvetica"/>
        <a:cs typeface="Helvetica"/>
      </a:minorFont>
    </a:fontScheme>
    <a:fmtScheme name="OFR_template_restricte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76200" dist="381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50800" cap="flat">
          <a:solidFill>
            <a:schemeClr val="accent1"/>
          </a:solidFill>
          <a:prstDash val="solid"/>
          <a:round/>
        </a:ln>
        <a:effectLst/>
        <a:sp3d/>
      </a:spPr>
      <a:bodyPr rot="0" spcFirstLastPara="1" vertOverflow="overflow" horzOverflow="overflow" vert="horz" wrap="square" lIns="91439" tIns="91439" rIns="91439" bIns="91439" numCol="1" spcCol="38100" rtlCol="0" anchor="ctr">
        <a:spAutoFit/>
      </a:bodyPr>
      <a:lstStyle>
        <a:defPPr marL="0" marR="0" indent="0" algn="l" defTabSz="2438339" rtl="0" fontAlgn="auto" latinLnBrk="0"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mj-lt"/>
            <a:ea typeface="+mj-ea"/>
            <a:cs typeface="+mj-cs"/>
            <a:sym typeface="Helvetica 75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50800" cap="flat">
          <a:solidFill>
            <a:schemeClr val="accent1"/>
          </a:solidFill>
          <a:prstDash val="solid"/>
          <a:round/>
        </a:ln>
        <a:effectLst>
          <a:outerShdw blurRad="76200" dist="381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2438339" rtl="0" fontAlgn="auto" latinLnBrk="0" hangingPunct="0">
          <a:lnSpc>
            <a:spcPct val="100000"/>
          </a:lnSpc>
          <a:spcBef>
            <a:spcPts val="0"/>
          </a:spcBef>
          <a:spcAft>
            <a:spcPts val="0"/>
          </a:spcAft>
          <a:buClrTx/>
          <a:buSzTx/>
          <a:buFontTx/>
          <a:buNone/>
          <a:tabLst/>
          <a:defRPr kumimoji="0" sz="4800" b="0" i="0" u="none" strike="noStrike" cap="none" spc="0" normalizeH="0" baseline="0">
            <a:ln>
              <a:noFill/>
            </a:ln>
            <a:solidFill>
              <a:srgbClr val="000000"/>
            </a:solidFill>
            <a:effectLst/>
            <a:uFillTx/>
            <a:latin typeface="+mj-lt"/>
            <a:ea typeface="+mj-ea"/>
            <a:cs typeface="+mj-cs"/>
            <a:sym typeface="Helvetica 75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9.xml><?xml version="1.0" encoding="utf-8"?>
<a:theme xmlns:a="http://schemas.openxmlformats.org/drawingml/2006/main" name="4_OFR_template_restricted">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FR_OBS-template_external.potx" id="{8E63A4C0-0D5B-4AB0-9B17-28650E3A1109}" vid="{213D95EF-7056-43E0-9767-0E799F788926}"/>
    </a:ext>
  </a:extLst>
</a:theme>
</file>

<file path=ppt/theme/theme10.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0" ma:contentTypeDescription="Create a new document." ma:contentTypeScope="" ma:versionID="8eeb1f6fe5ef97e1055d5887c79916c8">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c636eaa07e9deb6e2eb9de282b363b46"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7de28ac-b190-4cd4-a606-47e679de9d2c" xsi:nil="true"/>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documentManagement>
</p:properties>
</file>

<file path=customXml/itemProps1.xml><?xml version="1.0" encoding="utf-8"?>
<ds:datastoreItem xmlns:ds="http://schemas.openxmlformats.org/officeDocument/2006/customXml" ds:itemID="{01BB962B-2688-4CC2-946F-484B4CF1E4A4}">
  <ds:schemaRefs>
    <ds:schemaRef ds:uri="http://schemas.microsoft.com/sharepoint/v3/contenttype/forms"/>
  </ds:schemaRefs>
</ds:datastoreItem>
</file>

<file path=customXml/itemProps2.xml><?xml version="1.0" encoding="utf-8"?>
<ds:datastoreItem xmlns:ds="http://schemas.openxmlformats.org/officeDocument/2006/customXml" ds:itemID="{FBDE0545-1FF8-47E5-A85A-B61669A5F9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03810B-8A68-447D-8AD9-869DD3BAABEE}">
  <ds:schemaRefs>
    <ds:schemaRef ds:uri="http://schemas.microsoft.com/office/infopath/2007/PartnerControls"/>
    <ds:schemaRef ds:uri="http://purl.org/dc/terms/"/>
    <ds:schemaRef ds:uri="http://purl.org/dc/elements/1.1/"/>
    <ds:schemaRef ds:uri="6a00c37a-6f72-4698-9b02-81ff9fa7b20d"/>
    <ds:schemaRef ds:uri="http://schemas.openxmlformats.org/package/2006/metadata/core-properties"/>
    <ds:schemaRef ds:uri="http://purl.org/dc/dcmitype/"/>
    <ds:schemaRef ds:uri="http://schemas.microsoft.com/office/2006/documentManagement/types"/>
    <ds:schemaRef ds:uri="17de28ac-b190-4cd4-a606-47e679de9d2c"/>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24249</TotalTime>
  <Words>13810</Words>
  <Application>Microsoft Office PowerPoint</Application>
  <PresentationFormat>Widescreen</PresentationFormat>
  <Paragraphs>2809</Paragraphs>
  <Slides>100</Slides>
  <Notes>61</Notes>
  <HiddenSlides>2</HiddenSlides>
  <MMClips>0</MMClips>
  <ScaleCrop>false</ScaleCrop>
  <HeadingPairs>
    <vt:vector size="8" baseType="variant">
      <vt:variant>
        <vt:lpstr>Fonts Used</vt:lpstr>
      </vt:variant>
      <vt:variant>
        <vt:i4>13</vt:i4>
      </vt:variant>
      <vt:variant>
        <vt:lpstr>Theme</vt:lpstr>
      </vt:variant>
      <vt:variant>
        <vt:i4>9</vt:i4>
      </vt:variant>
      <vt:variant>
        <vt:lpstr>Embedded OLE Servers</vt:lpstr>
      </vt:variant>
      <vt:variant>
        <vt:i4>1</vt:i4>
      </vt:variant>
      <vt:variant>
        <vt:lpstr>Slide Titles</vt:lpstr>
      </vt:variant>
      <vt:variant>
        <vt:i4>100</vt:i4>
      </vt:variant>
    </vt:vector>
  </HeadingPairs>
  <TitlesOfParts>
    <vt:vector size="123" baseType="lpstr">
      <vt:lpstr>Aptos</vt:lpstr>
      <vt:lpstr>Aptos Display</vt:lpstr>
      <vt:lpstr>Arial</vt:lpstr>
      <vt:lpstr>Arial,Sans-Serif</vt:lpstr>
      <vt:lpstr>Calibri</vt:lpstr>
      <vt:lpstr>Georgia</vt:lpstr>
      <vt:lpstr>Helvetica</vt:lpstr>
      <vt:lpstr>Helvetica 55 Roman</vt:lpstr>
      <vt:lpstr>Helvetica 75</vt:lpstr>
      <vt:lpstr>Helvetica 75 Bold</vt:lpstr>
      <vt:lpstr>Open Sans</vt:lpstr>
      <vt:lpstr>Symbol</vt:lpstr>
      <vt:lpstr>Wingdings</vt:lpstr>
      <vt:lpstr>1_OFR_template_restricted</vt:lpstr>
      <vt:lpstr>2_OFR_template_restricted</vt:lpstr>
      <vt:lpstr>Office Theme</vt:lpstr>
      <vt:lpstr>2_Master_Noir_2023</vt:lpstr>
      <vt:lpstr>Black_Master_2023</vt:lpstr>
      <vt:lpstr>9_OUK-Template</vt:lpstr>
      <vt:lpstr>10_OUK-Template</vt:lpstr>
      <vt:lpstr>3_OFR_template_restricted</vt:lpstr>
      <vt:lpstr>4_OFR_template_restricted</vt:lpstr>
      <vt:lpstr>think-cell Slide</vt:lpstr>
      <vt:lpstr>PowerPoint Presentation</vt:lpstr>
      <vt:lpstr>PowerPoint Presentation</vt:lpstr>
      <vt:lpstr> First of all, the aim is to provide a NextGen IT stack to support NextGen Products, NextGen Customer Journeys,  and operating models,  enhancing a digital-first Customer Experience.</vt:lpstr>
      <vt:lpstr>PowerPoint Presentation</vt:lpstr>
      <vt:lpstr>PowerPoint Presentation</vt:lpstr>
      <vt:lpstr>PowerPoint Presentation</vt:lpstr>
      <vt:lpstr>PowerPoint Presentation</vt:lpstr>
      <vt:lpstr>How we structure the backlog for IT assets using the artefacts we have been developing and refining within NewCo Customer Journey</vt:lpstr>
      <vt:lpstr>The foundations upon which NewCo is built</vt:lpstr>
      <vt:lpstr>PowerPoint Presentation</vt:lpstr>
      <vt:lpstr>PowerPoint Presentation</vt:lpstr>
      <vt:lpstr>PowerPoint Presentation</vt:lpstr>
      <vt:lpstr>Overall NewCo Flow – Lead to Quote, Quote to Order, Order to Bill</vt:lpstr>
      <vt:lpstr>PowerPoint Presentation</vt:lpstr>
      <vt:lpstr>PowerPoint Presentation</vt:lpstr>
      <vt:lpstr>PowerPoint Presentation</vt:lpstr>
      <vt:lpstr>PowerPoint Presentation</vt:lpstr>
      <vt:lpstr>PowerPoint Presentation</vt:lpstr>
      <vt:lpstr>End to End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Targeted MVP quotation journey - Scopeless Internet Underlying quotation processes supporting the customer/user experience</vt:lpstr>
      <vt:lpstr>Targeted MVP quotation journey – SD-WAN Underlying quotation processes supporting the customer/user experience</vt:lpstr>
      <vt:lpstr>Targeted MVP quotation journey - Scopeless Internet As an existing customer, I can select, configure and order Internet offers (silver, gold, platinium), in autonomy and I can request support if needed</vt:lpstr>
      <vt:lpstr>MMP scope (1/2) To build our MMP CJ, we need to be aligned with the target and synchronized across capabilities</vt:lpstr>
      <vt:lpstr>MMP scope (2/2) To build our MMP CJ, we need to be aligned with the target and synchronized across capabilities</vt:lpstr>
      <vt:lpstr>PowerPoint Presentation</vt:lpstr>
      <vt:lpstr>CPQ Features Dashboard Status as of 17th April 2025 (PI2, end of Iteration 1)</vt:lpstr>
      <vt:lpstr>L1 - Customer Quotation process</vt:lpstr>
      <vt:lpstr>CPQ L1-L3 Processes MVP We have defined MVP features and design an E2E L3 process flow for quote to order</vt:lpstr>
      <vt:lpstr>CPQ L1-L3 Processes MMP (1/2) We will define MPP features and design an E2E L3 process flow for quote to order</vt:lpstr>
      <vt:lpstr>CPQ L1-L3 Processes MMP (2/2) We will define MPP features and design an E2E L3 process flow for quote to order</vt:lpstr>
      <vt:lpstr>PowerPoint Presentation</vt:lpstr>
      <vt:lpstr>EPIC (L2)- Quote offer Creation (1/7) L4- Quote offer initialization   </vt:lpstr>
      <vt:lpstr>EPIC (L2)- Quote offer Creation (2/7) L4- add sites to quote </vt:lpstr>
      <vt:lpstr>EPIC (L2)- Quote offer Creation (3/7) L4- Retrieve eligible product  </vt:lpstr>
      <vt:lpstr>EPIC (L2)- Quote offer Creation (4/7) L4- add product to quote  </vt:lpstr>
      <vt:lpstr>EPIC (L2)- Quote offer Creation (5/7) L4- Modify, delete product in quote </vt:lpstr>
      <vt:lpstr>EPIC (L2)- Quote offer creation (6/7) L4- Retrieve quotes </vt:lpstr>
      <vt:lpstr>EPIC (L2)- Quote offer creation (7/7)  L4- save for later </vt:lpstr>
      <vt:lpstr>EPIC (L2)- Quote offer Pricing  L4- Configure, product &amp; view pricing</vt:lpstr>
      <vt:lpstr>EPIC (L2)- Quote offer Eligibility (1/2)  L4- Commercial eligibility</vt:lpstr>
      <vt:lpstr>EPIC (L2)- Quote offer Customer Approval (1/3)  L4- Request for contract  </vt:lpstr>
      <vt:lpstr>EPIC (L2)- Quote offer Customer Approval (2/3)  L4- generate quote document  </vt:lpstr>
      <vt:lpstr>EPIC (L2)- Quote offer Customer Approval (3/3)  L4- Convert quote to oder </vt:lpstr>
      <vt:lpstr>PowerPoint Presentation</vt:lpstr>
      <vt:lpstr>PowerPoint Presentation</vt:lpstr>
      <vt:lpstr>PowerPoint Presentation</vt:lpstr>
      <vt:lpstr>PowerPoint Presentation</vt:lpstr>
      <vt:lpstr>PowerPoint Presentation</vt:lpstr>
      <vt:lpstr>PowerPoint Presentation</vt:lpstr>
      <vt:lpstr>Quote Object Model</vt:lpstr>
      <vt:lpstr>PowerPoint Presentation</vt:lpstr>
      <vt:lpstr>PowerPoint Presentation</vt:lpstr>
      <vt:lpstr>Targeted MVP digital journey – « Save for later » option</vt:lpstr>
      <vt:lpstr>MMP digital journey – « Save for later » option</vt:lpstr>
      <vt:lpstr>Targeted MVP digital journey – « Save for later » option</vt:lpstr>
      <vt:lpstr>MMP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1: create a Sales Order  The content that guides the user through the quote journey and the order journey.</vt:lpstr>
      <vt:lpstr>PowerPoint Presentation</vt:lpstr>
      <vt:lpstr>Step 2: Add line items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MVP quotation scope For MVP, we need to define quotation processes that enable existing customers to place digital orders for Internet products and enable sales team push SD-wan orders for fulfillment</vt:lpstr>
      <vt:lpstr>MVP requirements for features Reflection on technical/Business debt</vt:lpstr>
      <vt:lpstr>MVP requirements for features Reflection on technical/Business debt</vt:lpstr>
      <vt:lpstr>L4- Quote Offer Initialization </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ROLLET, Solene</dc:creator>
  <cp:lastModifiedBy>Gaimukhe, Riya</cp:lastModifiedBy>
  <cp:revision>5</cp:revision>
  <dcterms:created xsi:type="dcterms:W3CDTF">2025-03-10T10:59:11Z</dcterms:created>
  <dcterms:modified xsi:type="dcterms:W3CDTF">2026-02-26T08:26:28Z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