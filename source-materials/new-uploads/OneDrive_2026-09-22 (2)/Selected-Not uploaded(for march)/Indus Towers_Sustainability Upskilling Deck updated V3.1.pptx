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4.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28" r:id="rId4"/>
    <p:sldMasterId id="2147484402" r:id="rId5"/>
    <p:sldMasterId id="2147484469" r:id="rId6"/>
    <p:sldMasterId id="2147484471" r:id="rId7"/>
  </p:sldMasterIdLst>
  <p:notesMasterIdLst>
    <p:notesMasterId r:id="rId27"/>
  </p:notesMasterIdLst>
  <p:handoutMasterIdLst>
    <p:handoutMasterId r:id="rId28"/>
  </p:handoutMasterIdLst>
  <p:sldIdLst>
    <p:sldId id="2147229185" r:id="rId8"/>
    <p:sldId id="2147478505" r:id="rId9"/>
    <p:sldId id="2147478542" r:id="rId10"/>
    <p:sldId id="2147478520" r:id="rId11"/>
    <p:sldId id="2147478543" r:id="rId12"/>
    <p:sldId id="2147478544" r:id="rId13"/>
    <p:sldId id="2147478545" r:id="rId14"/>
    <p:sldId id="2147478546" r:id="rId15"/>
    <p:sldId id="2147478547" r:id="rId16"/>
    <p:sldId id="2147478550" r:id="rId17"/>
    <p:sldId id="2147478519" r:id="rId18"/>
    <p:sldId id="2147478532" r:id="rId19"/>
    <p:sldId id="2147478551" r:id="rId20"/>
    <p:sldId id="2147478552" r:id="rId21"/>
    <p:sldId id="2147468842" r:id="rId22"/>
    <p:sldId id="2147468858" r:id="rId23"/>
    <p:sldId id="2147478539" r:id="rId24"/>
    <p:sldId id="2147478540" r:id="rId25"/>
    <p:sldId id="2147478524" r:id="rId26"/>
  </p:sldIdLst>
  <p:sldSz cx="12192000" cy="6858000"/>
  <p:notesSz cx="6858000" cy="9144000"/>
  <p:embeddedFontLst>
    <p:embeddedFont>
      <p:font typeface="Century Gothic" panose="020B0502020202020204" pitchFamily="34" charset="0"/>
      <p:regular r:id="rId29"/>
      <p:bold r:id="rId30"/>
      <p:italic r:id="rId31"/>
      <p:boldItalic r:id="rId32"/>
    </p:embeddedFont>
    <p:embeddedFont>
      <p:font typeface="Helvetica" panose="020B0604020202020204" pitchFamily="34" charset="0"/>
      <p:regular r:id="rId33"/>
      <p:bold r:id="rId34"/>
      <p:italic r:id="rId35"/>
      <p:boldItalic r:id="rId36"/>
    </p:embeddedFont>
    <p:embeddedFont>
      <p:font typeface="Microsoft Sans Serif" panose="020B0604020202020204" pitchFamily="34" charset="0"/>
      <p:regular r:id="rId37"/>
    </p:embeddedFont>
    <p:embeddedFont>
      <p:font typeface="Roboto" panose="02000000000000000000" pitchFamily="2" charset="0"/>
      <p:regular r:id="rId38"/>
      <p:bold r:id="rId39"/>
      <p:italic r:id="rId40"/>
      <p:boldItalic r:id="rId41"/>
    </p:embeddedFont>
    <p:embeddedFont>
      <p:font typeface="Ubuntu" panose="020B0504030602030204" pitchFamily="34" charset="0"/>
      <p:regular r:id="rId42"/>
      <p:bold r:id="rId43"/>
      <p:italic r:id="rId44"/>
      <p:boldItalic r:id="rId45"/>
    </p:embeddedFont>
    <p:embeddedFont>
      <p:font typeface="Ubuntu Light" panose="020B0304030602030204" pitchFamily="34" charset="0"/>
      <p:regular r:id="rId46"/>
      <p:italic r:id="rId47"/>
    </p:embeddedFont>
    <p:embeddedFont>
      <p:font typeface="Ubuntu Medium" panose="020B0604030602030204" pitchFamily="34" charset="0"/>
      <p:regular r:id="rId48"/>
      <p:italic r:id="rId49"/>
    </p:embeddedFont>
    <p:embeddedFont>
      <p:font typeface="Verdana" panose="020B0604030504040204" pitchFamily="34" charset="0"/>
      <p:regular r:id="rId50"/>
      <p:bold r:id="rId51"/>
      <p:italic r:id="rId52"/>
      <p:boldItalic r:id="rId53"/>
    </p:embeddedFont>
  </p:embeddedFontLst>
  <p:custDataLst>
    <p:tags r:id="rId54"/>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76"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EF39643-4D29-1417-EFCA-84C61F95E929}" name="Pande, Shreya" initials="PS" userId="S::shreya.pande@capgemini.com::c02c4f6b-81ff-4200-9f8e-b837dd58a230" providerId="AD"/>
  <p188:author id="{E16FA389-0CA5-A58E-4C1B-5E7429028458}" name="Pal, Rubina" initials="PR" userId="S::rubina.pal@capgemini.com::15bbe190-31ea-43e0-86b6-053ca5520045" providerId="AD"/>
  <p188:author id="{1FBC13DD-A2A3-5D96-B2F2-30131A414B74}" name="Mehta, Akanksha" initials="MA" userId="S::akanksha.mehta@capgemini.com::7eb18edd-46b2-4a69-9800-5d43d875b03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l, Rubina" initials="PR" lastIdx="1" clrIdx="0">
    <p:extLst>
      <p:ext uri="{19B8F6BF-5375-455C-9EA6-DF929625EA0E}">
        <p15:presenceInfo xmlns:p15="http://schemas.microsoft.com/office/powerpoint/2012/main" userId="S::rubina.pal@capgemini.com::15bbe190-31ea-43e0-86b6-053ca55200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E484"/>
    <a:srgbClr val="009E8F"/>
    <a:srgbClr val="2C8A62"/>
    <a:srgbClr val="00613E"/>
    <a:srgbClr val="008A7D"/>
    <a:srgbClr val="00B2A3"/>
    <a:srgbClr val="00BFBF"/>
    <a:srgbClr val="00925C"/>
    <a:srgbClr val="FFFFFF"/>
    <a:srgbClr val="0F87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112A8-3790-2806-AEEA-A4421DDF7DDA}" v="1" dt="2026-02-18T09:57:17.017"/>
    <p1510:client id="{4325E0C8-C9A4-4CDC-B6FF-3123B7070CB9}" v="1" dt="2026-02-18T10:19:34.703"/>
    <p1510:client id="{6A8C93E4-15F4-5572-6F14-171FDFC03664}" v="3" dt="2026-02-18T05:29:38.4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376"/>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11.fntdata"/><Relationship Id="rId21" Type="http://schemas.openxmlformats.org/officeDocument/2006/relationships/slide" Target="slides/slide14.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font" Target="fonts/font1.fntdata"/><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font" Target="fonts/font25.fntdata"/><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font" Target="fonts/font23.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font" Target="fonts/font13.fntdata"/><Relationship Id="rId54" Type="http://schemas.openxmlformats.org/officeDocument/2006/relationships/tags" Target="tags/tag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font" Target="fonts/font21.fntdata"/><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font" Target="fonts/font24.fntdata"/><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ade, Shripriya Vinay" userId="S::shripriya-vinay.ranade@capgemini.com::ab164fce-475d-4163-8d0e-76c773d24d62" providerId="AD" clId="Web-{6A8C93E4-15F4-5572-6F14-171FDFC03664}"/>
    <pc:docChg chg="modSld">
      <pc:chgData name="Ranade, Shripriya Vinay" userId="S::shripriya-vinay.ranade@capgemini.com::ab164fce-475d-4163-8d0e-76c773d24d62" providerId="AD" clId="Web-{6A8C93E4-15F4-5572-6F14-171FDFC03664}" dt="2026-02-18T05:29:16.054" v="1" actId="20577"/>
      <pc:docMkLst>
        <pc:docMk/>
      </pc:docMkLst>
      <pc:sldChg chg="modSp">
        <pc:chgData name="Ranade, Shripriya Vinay" userId="S::shripriya-vinay.ranade@capgemini.com::ab164fce-475d-4163-8d0e-76c773d24d62" providerId="AD" clId="Web-{6A8C93E4-15F4-5572-6F14-171FDFC03664}" dt="2026-02-18T05:29:16.054" v="1" actId="20577"/>
        <pc:sldMkLst>
          <pc:docMk/>
          <pc:sldMk cId="3294530057" sldId="2147229185"/>
        </pc:sldMkLst>
        <pc:spChg chg="mod">
          <ac:chgData name="Ranade, Shripriya Vinay" userId="S::shripriya-vinay.ranade@capgemini.com::ab164fce-475d-4163-8d0e-76c773d24d62" providerId="AD" clId="Web-{6A8C93E4-15F4-5572-6F14-171FDFC03664}" dt="2026-02-18T05:29:16.054" v="1" actId="20577"/>
          <ac:spMkLst>
            <pc:docMk/>
            <pc:sldMk cId="3294530057" sldId="2147229185"/>
            <ac:spMk id="5" creationId="{C4EF5E2F-2246-481E-BBB1-EB377260F39A}"/>
          </ac:spMkLst>
        </pc:spChg>
      </pc:sldChg>
    </pc:docChg>
  </pc:docChgLst>
  <pc:docChgLst>
    <pc:chgData clId="Web-{2E3112A8-3790-2806-AEEA-A4421DDF7DDA}"/>
    <pc:docChg chg="modSld">
      <pc:chgData name="" userId="" providerId="" clId="Web-{2E3112A8-3790-2806-AEEA-A4421DDF7DDA}" dt="2026-02-18T09:57:17.017" v="0"/>
      <pc:docMkLst>
        <pc:docMk/>
      </pc:docMkLst>
      <pc:sldChg chg="delSp">
        <pc:chgData name="" userId="" providerId="" clId="Web-{2E3112A8-3790-2806-AEEA-A4421DDF7DDA}" dt="2026-02-18T09:57:17.017" v="0"/>
        <pc:sldMkLst>
          <pc:docMk/>
          <pc:sldMk cId="3294530057" sldId="2147229185"/>
        </pc:sldMkLst>
        <pc:spChg chg="del">
          <ac:chgData name="" userId="" providerId="" clId="Web-{2E3112A8-3790-2806-AEEA-A4421DDF7DDA}" dt="2026-02-18T09:57:17.017" v="0"/>
          <ac:spMkLst>
            <pc:docMk/>
            <pc:sldMk cId="3294530057" sldId="2147229185"/>
            <ac:spMk id="3" creationId="{2302D1F7-E185-4605-9D9F-C05B7450F858}"/>
          </ac:spMkLst>
        </pc:spChg>
      </pc:sldChg>
    </pc:docChg>
  </pc:docChgLst>
  <pc:docChgLst>
    <pc:chgData name="Gaimukhe, Riya" userId="b8f55e00-efeb-4247-b928-f638a254fe55" providerId="ADAL" clId="{C48C6BA4-61B8-43ED-9B48-7BCC79A9D224}"/>
    <pc:docChg chg="custSel modSld modMainMaster">
      <pc:chgData name="Gaimukhe, Riya" userId="b8f55e00-efeb-4247-b928-f638a254fe55" providerId="ADAL" clId="{C48C6BA4-61B8-43ED-9B48-7BCC79A9D224}" dt="2026-02-18T10:19:34.703" v="8" actId="478"/>
      <pc:docMkLst>
        <pc:docMk/>
      </pc:docMkLst>
      <pc:sldChg chg="delSp">
        <pc:chgData name="Gaimukhe, Riya" userId="b8f55e00-efeb-4247-b928-f638a254fe55" providerId="ADAL" clId="{C48C6BA4-61B8-43ED-9B48-7BCC79A9D224}" dt="2026-02-18T10:19:34.703" v="8" actId="478"/>
        <pc:sldMkLst>
          <pc:docMk/>
          <pc:sldMk cId="2369108151" sldId="2147468842"/>
        </pc:sldMkLst>
        <pc:picChg chg="del">
          <ac:chgData name="Gaimukhe, Riya" userId="b8f55e00-efeb-4247-b928-f638a254fe55" providerId="ADAL" clId="{C48C6BA4-61B8-43ED-9B48-7BCC79A9D224}" dt="2026-02-18T10:19:34.703" v="8" actId="478"/>
          <ac:picMkLst>
            <pc:docMk/>
            <pc:sldMk cId="2369108151" sldId="2147468842"/>
            <ac:picMk id="1026" creationId="{5EC6779A-EF9D-8207-E92B-C1C98561BD5A}"/>
          </ac:picMkLst>
        </pc:picChg>
      </pc:sldChg>
      <pc:sldChg chg="modSp mod">
        <pc:chgData name="Gaimukhe, Riya" userId="b8f55e00-efeb-4247-b928-f638a254fe55" providerId="ADAL" clId="{C48C6BA4-61B8-43ED-9B48-7BCC79A9D224}" dt="2026-02-18T10:18:31.224" v="5" actId="1076"/>
        <pc:sldMkLst>
          <pc:docMk/>
          <pc:sldMk cId="800800324" sldId="2147478520"/>
        </pc:sldMkLst>
        <pc:spChg chg="mod">
          <ac:chgData name="Gaimukhe, Riya" userId="b8f55e00-efeb-4247-b928-f638a254fe55" providerId="ADAL" clId="{C48C6BA4-61B8-43ED-9B48-7BCC79A9D224}" dt="2026-02-18T10:18:31.224" v="5" actId="1076"/>
          <ac:spMkLst>
            <pc:docMk/>
            <pc:sldMk cId="800800324" sldId="2147478520"/>
            <ac:spMk id="2" creationId="{DD841162-6C50-8C3F-5718-2B242BC5B15E}"/>
          </ac:spMkLst>
        </pc:spChg>
      </pc:sldChg>
      <pc:sldChg chg="delSp mod">
        <pc:chgData name="Gaimukhe, Riya" userId="b8f55e00-efeb-4247-b928-f638a254fe55" providerId="ADAL" clId="{C48C6BA4-61B8-43ED-9B48-7BCC79A9D224}" dt="2026-02-18T10:18:59.397" v="6" actId="478"/>
        <pc:sldMkLst>
          <pc:docMk/>
          <pc:sldMk cId="2151168972" sldId="2147478550"/>
        </pc:sldMkLst>
        <pc:picChg chg="del">
          <ac:chgData name="Gaimukhe, Riya" userId="b8f55e00-efeb-4247-b928-f638a254fe55" providerId="ADAL" clId="{C48C6BA4-61B8-43ED-9B48-7BCC79A9D224}" dt="2026-02-18T10:18:59.397" v="6" actId="478"/>
          <ac:picMkLst>
            <pc:docMk/>
            <pc:sldMk cId="2151168972" sldId="2147478550"/>
            <ac:picMk id="4" creationId="{F9F85229-586D-923F-2D2B-A5BDD7AF00A8}"/>
          </ac:picMkLst>
        </pc:picChg>
      </pc:sldChg>
      <pc:sldChg chg="delSp mod">
        <pc:chgData name="Gaimukhe, Riya" userId="b8f55e00-efeb-4247-b928-f638a254fe55" providerId="ADAL" clId="{C48C6BA4-61B8-43ED-9B48-7BCC79A9D224}" dt="2026-02-18T10:19:18.835" v="7" actId="478"/>
        <pc:sldMkLst>
          <pc:docMk/>
          <pc:sldMk cId="2969809093" sldId="2147478551"/>
        </pc:sldMkLst>
        <pc:picChg chg="del">
          <ac:chgData name="Gaimukhe, Riya" userId="b8f55e00-efeb-4247-b928-f638a254fe55" providerId="ADAL" clId="{C48C6BA4-61B8-43ED-9B48-7BCC79A9D224}" dt="2026-02-18T10:19:18.835" v="7" actId="478"/>
          <ac:picMkLst>
            <pc:docMk/>
            <pc:sldMk cId="2969809093" sldId="2147478551"/>
            <ac:picMk id="4" creationId="{F9F85229-586D-923F-2D2B-A5BDD7AF00A8}"/>
          </ac:picMkLst>
        </pc:picChg>
      </pc:sldChg>
      <pc:sldMasterChg chg="delSp mod modSldLayout">
        <pc:chgData name="Gaimukhe, Riya" userId="b8f55e00-efeb-4247-b928-f638a254fe55" providerId="ADAL" clId="{C48C6BA4-61B8-43ED-9B48-7BCC79A9D224}" dt="2026-02-18T10:17:54.756" v="4" actId="478"/>
        <pc:sldMasterMkLst>
          <pc:docMk/>
          <pc:sldMasterMk cId="604553025" sldId="2147484028"/>
        </pc:sldMasterMkLst>
        <pc:picChg chg="del">
          <ac:chgData name="Gaimukhe, Riya" userId="b8f55e00-efeb-4247-b928-f638a254fe55" providerId="ADAL" clId="{C48C6BA4-61B8-43ED-9B48-7BCC79A9D224}" dt="2026-02-18T10:17:54.756" v="4" actId="478"/>
          <ac:picMkLst>
            <pc:docMk/>
            <pc:sldMasterMk cId="604553025" sldId="2147484028"/>
            <ac:picMk id="3" creationId="{C0764A29-2797-3070-7035-D863750E5782}"/>
          </ac:picMkLst>
        </pc:picChg>
        <pc:picChg chg="del">
          <ac:chgData name="Gaimukhe, Riya" userId="b8f55e00-efeb-4247-b928-f638a254fe55" providerId="ADAL" clId="{C48C6BA4-61B8-43ED-9B48-7BCC79A9D224}" dt="2026-02-18T10:17:52.298" v="2" actId="478"/>
          <ac:picMkLst>
            <pc:docMk/>
            <pc:sldMasterMk cId="604553025" sldId="2147484028"/>
            <ac:picMk id="15" creationId="{A4A83F2E-27AC-41DF-8C26-026D697DA22C}"/>
          </ac:picMkLst>
        </pc:picChg>
        <pc:cxnChg chg="del">
          <ac:chgData name="Gaimukhe, Riya" userId="b8f55e00-efeb-4247-b928-f638a254fe55" providerId="ADAL" clId="{C48C6BA4-61B8-43ED-9B48-7BCC79A9D224}" dt="2026-02-18T10:17:53.598" v="3" actId="478"/>
          <ac:cxnSpMkLst>
            <pc:docMk/>
            <pc:sldMasterMk cId="604553025" sldId="2147484028"/>
            <ac:cxnSpMk id="5" creationId="{16575031-8C48-E0C4-3D0F-EA7603B2698D}"/>
          </ac:cxnSpMkLst>
        </pc:cxnChg>
        <pc:sldLayoutChg chg="delSp modSp mod">
          <pc:chgData name="Gaimukhe, Riya" userId="b8f55e00-efeb-4247-b928-f638a254fe55" providerId="ADAL" clId="{C48C6BA4-61B8-43ED-9B48-7BCC79A9D224}" dt="2026-02-18T10:17:05.269" v="1" actId="1076"/>
          <pc:sldLayoutMkLst>
            <pc:docMk/>
            <pc:sldMasterMk cId="604553025" sldId="2147484028"/>
            <pc:sldLayoutMk cId="3152382757" sldId="2147484470"/>
          </pc:sldLayoutMkLst>
          <pc:spChg chg="mod">
            <ac:chgData name="Gaimukhe, Riya" userId="b8f55e00-efeb-4247-b928-f638a254fe55" providerId="ADAL" clId="{C48C6BA4-61B8-43ED-9B48-7BCC79A9D224}" dt="2026-02-18T10:17:05.269" v="1" actId="1076"/>
            <ac:spMkLst>
              <pc:docMk/>
              <pc:sldMasterMk cId="604553025" sldId="2147484028"/>
              <pc:sldLayoutMk cId="3152382757" sldId="2147484470"/>
              <ac:spMk id="11" creationId="{006B5C2B-B0BF-4136-9EC7-0E7F54D1D264}"/>
            </ac:spMkLst>
          </pc:spChg>
          <pc:picChg chg="del">
            <ac:chgData name="Gaimukhe, Riya" userId="b8f55e00-efeb-4247-b928-f638a254fe55" providerId="ADAL" clId="{C48C6BA4-61B8-43ED-9B48-7BCC79A9D224}" dt="2026-02-18T10:16:52.032" v="0" actId="478"/>
            <ac:picMkLst>
              <pc:docMk/>
              <pc:sldMasterMk cId="604553025" sldId="2147484028"/>
              <pc:sldLayoutMk cId="3152382757" sldId="2147484470"/>
              <ac:picMk id="5" creationId="{A4A83F2E-27AC-41DF-8C26-026D697DA22C}"/>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568390-1FD6-4C34-BD84-FE2B8D986792}"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5C1524CC-DCEE-46BA-BF20-3FD5095751C7}">
      <dgm:prSet phldrT="[Text]"/>
      <dgm:spPr/>
      <dgm:t>
        <a:bodyPr/>
        <a:lstStyle/>
        <a:p>
          <a:r>
            <a:rPr lang="en-IN"/>
            <a:t>Learning Module Development</a:t>
          </a:r>
          <a:endParaRPr lang="en-US"/>
        </a:p>
      </dgm:t>
    </dgm:pt>
    <dgm:pt modelId="{6EC354C1-DA97-4CEF-A5F1-D30CE73149E2}" type="parTrans" cxnId="{F5017473-F507-4D95-92AC-3EE1F9A96043}">
      <dgm:prSet/>
      <dgm:spPr/>
      <dgm:t>
        <a:bodyPr/>
        <a:lstStyle/>
        <a:p>
          <a:endParaRPr lang="en-US"/>
        </a:p>
      </dgm:t>
    </dgm:pt>
    <dgm:pt modelId="{1160469F-4138-472B-B59D-1C79D70064C5}" type="sibTrans" cxnId="{F5017473-F507-4D95-92AC-3EE1F9A96043}">
      <dgm:prSet/>
      <dgm:spPr/>
      <dgm:t>
        <a:bodyPr/>
        <a:lstStyle/>
        <a:p>
          <a:endParaRPr lang="en-US"/>
        </a:p>
      </dgm:t>
    </dgm:pt>
    <dgm:pt modelId="{E3F44E67-FA0A-4E11-9A96-503B31C45328}">
      <dgm:prSet phldrT="[Text]"/>
      <dgm:spPr/>
      <dgm:t>
        <a:bodyPr/>
        <a:lstStyle/>
        <a:p>
          <a:r>
            <a:rPr lang="en-IN"/>
            <a:t>Delivery of content to Master Trainers (40 participants)</a:t>
          </a:r>
          <a:endParaRPr lang="en-US"/>
        </a:p>
      </dgm:t>
    </dgm:pt>
    <dgm:pt modelId="{C585BE95-9BEC-4319-ADEC-12C4230D4E0E}" type="parTrans" cxnId="{1D3B4661-E6F9-481C-B82F-5F2708E7F5A8}">
      <dgm:prSet/>
      <dgm:spPr/>
      <dgm:t>
        <a:bodyPr/>
        <a:lstStyle/>
        <a:p>
          <a:endParaRPr lang="en-US"/>
        </a:p>
      </dgm:t>
    </dgm:pt>
    <dgm:pt modelId="{F2B59CEB-1B40-4094-BE18-A2962BBE5642}" type="sibTrans" cxnId="{1D3B4661-E6F9-481C-B82F-5F2708E7F5A8}">
      <dgm:prSet/>
      <dgm:spPr/>
      <dgm:t>
        <a:bodyPr/>
        <a:lstStyle/>
        <a:p>
          <a:endParaRPr lang="en-US"/>
        </a:p>
      </dgm:t>
    </dgm:pt>
    <dgm:pt modelId="{8BF1ECA2-1853-4CDD-8505-742884F9E0DA}">
      <dgm:prSet phldrT="[Text]"/>
      <dgm:spPr/>
      <dgm:t>
        <a:bodyPr/>
        <a:lstStyle/>
        <a:p>
          <a:r>
            <a:rPr lang="en-IN">
              <a:solidFill>
                <a:schemeClr val="bg1">
                  <a:lumMod val="50000"/>
                </a:schemeClr>
              </a:solidFill>
            </a:rPr>
            <a:t>Master trainers further provide training to employees (3160 participants)</a:t>
          </a:r>
          <a:endParaRPr lang="en-US">
            <a:solidFill>
              <a:schemeClr val="bg1">
                <a:lumMod val="50000"/>
              </a:schemeClr>
            </a:solidFill>
          </a:endParaRPr>
        </a:p>
      </dgm:t>
    </dgm:pt>
    <dgm:pt modelId="{7BBC8261-B14F-434D-B1DB-6CDA63386B21}" type="parTrans" cxnId="{CEE5751A-40CA-4B26-9375-43EE0EDF19E2}">
      <dgm:prSet/>
      <dgm:spPr/>
      <dgm:t>
        <a:bodyPr/>
        <a:lstStyle/>
        <a:p>
          <a:endParaRPr lang="en-US"/>
        </a:p>
      </dgm:t>
    </dgm:pt>
    <dgm:pt modelId="{A0B140A3-EB5C-4B00-823B-34A979BF6070}" type="sibTrans" cxnId="{CEE5751A-40CA-4B26-9375-43EE0EDF19E2}">
      <dgm:prSet/>
      <dgm:spPr/>
      <dgm:t>
        <a:bodyPr/>
        <a:lstStyle/>
        <a:p>
          <a:endParaRPr lang="en-US"/>
        </a:p>
      </dgm:t>
    </dgm:pt>
    <dgm:pt modelId="{793655BA-2553-418D-81F4-4058382A3B4C}" type="pres">
      <dgm:prSet presAssocID="{9F568390-1FD6-4C34-BD84-FE2B8D986792}" presName="Name0" presStyleCnt="0">
        <dgm:presLayoutVars>
          <dgm:chMax val="11"/>
          <dgm:chPref val="11"/>
          <dgm:dir/>
          <dgm:resizeHandles/>
        </dgm:presLayoutVars>
      </dgm:prSet>
      <dgm:spPr/>
    </dgm:pt>
    <dgm:pt modelId="{B187DD21-EF20-42AC-A691-E6FBD257F5AC}" type="pres">
      <dgm:prSet presAssocID="{8BF1ECA2-1853-4CDD-8505-742884F9E0DA}" presName="Accent3" presStyleCnt="0"/>
      <dgm:spPr/>
    </dgm:pt>
    <dgm:pt modelId="{007D19FB-CE70-4221-A9E9-14968D3E0045}" type="pres">
      <dgm:prSet presAssocID="{8BF1ECA2-1853-4CDD-8505-742884F9E0DA}" presName="Accent" presStyleLbl="node1" presStyleIdx="0" presStyleCnt="3"/>
      <dgm:spPr/>
    </dgm:pt>
    <dgm:pt modelId="{654DA256-D49A-4AA7-8348-EAAFF06457A5}" type="pres">
      <dgm:prSet presAssocID="{8BF1ECA2-1853-4CDD-8505-742884F9E0DA}" presName="ParentBackground3" presStyleCnt="0"/>
      <dgm:spPr/>
    </dgm:pt>
    <dgm:pt modelId="{4316140A-B252-46EA-B29C-EE3DAE29521D}" type="pres">
      <dgm:prSet presAssocID="{8BF1ECA2-1853-4CDD-8505-742884F9E0DA}" presName="ParentBackground" presStyleLbl="fgAcc1" presStyleIdx="0" presStyleCnt="3"/>
      <dgm:spPr/>
    </dgm:pt>
    <dgm:pt modelId="{E5F4E6F1-3206-495A-BB8C-69429DFD8CF2}" type="pres">
      <dgm:prSet presAssocID="{8BF1ECA2-1853-4CDD-8505-742884F9E0DA}" presName="Parent3" presStyleLbl="revTx" presStyleIdx="0" presStyleCnt="0">
        <dgm:presLayoutVars>
          <dgm:chMax val="1"/>
          <dgm:chPref val="1"/>
          <dgm:bulletEnabled val="1"/>
        </dgm:presLayoutVars>
      </dgm:prSet>
      <dgm:spPr/>
    </dgm:pt>
    <dgm:pt modelId="{71189C94-5504-47B6-84FA-2D47F396FEE0}" type="pres">
      <dgm:prSet presAssocID="{E3F44E67-FA0A-4E11-9A96-503B31C45328}" presName="Accent2" presStyleCnt="0"/>
      <dgm:spPr/>
    </dgm:pt>
    <dgm:pt modelId="{2162CE29-6D05-4AAE-81A9-C08329E2BA11}" type="pres">
      <dgm:prSet presAssocID="{E3F44E67-FA0A-4E11-9A96-503B31C45328}" presName="Accent" presStyleLbl="node1" presStyleIdx="1" presStyleCnt="3"/>
      <dgm:spPr/>
    </dgm:pt>
    <dgm:pt modelId="{7B66268A-A46C-45B9-AF4F-E830AD2E7500}" type="pres">
      <dgm:prSet presAssocID="{E3F44E67-FA0A-4E11-9A96-503B31C45328}" presName="ParentBackground2" presStyleCnt="0"/>
      <dgm:spPr/>
    </dgm:pt>
    <dgm:pt modelId="{023612B5-7557-4555-AC6C-05A641FFB2C7}" type="pres">
      <dgm:prSet presAssocID="{E3F44E67-FA0A-4E11-9A96-503B31C45328}" presName="ParentBackground" presStyleLbl="fgAcc1" presStyleIdx="1" presStyleCnt="3"/>
      <dgm:spPr/>
    </dgm:pt>
    <dgm:pt modelId="{2F6A4F19-A2A0-4E03-85CD-EDBCCD1C988F}" type="pres">
      <dgm:prSet presAssocID="{E3F44E67-FA0A-4E11-9A96-503B31C45328}" presName="Parent2" presStyleLbl="revTx" presStyleIdx="0" presStyleCnt="0">
        <dgm:presLayoutVars>
          <dgm:chMax val="1"/>
          <dgm:chPref val="1"/>
          <dgm:bulletEnabled val="1"/>
        </dgm:presLayoutVars>
      </dgm:prSet>
      <dgm:spPr/>
    </dgm:pt>
    <dgm:pt modelId="{ED177F9F-FCE6-4BD4-8A76-2431E0702EEE}" type="pres">
      <dgm:prSet presAssocID="{5C1524CC-DCEE-46BA-BF20-3FD5095751C7}" presName="Accent1" presStyleCnt="0"/>
      <dgm:spPr/>
    </dgm:pt>
    <dgm:pt modelId="{0C17C069-CFEF-4F77-8C2C-E3185947E201}" type="pres">
      <dgm:prSet presAssocID="{5C1524CC-DCEE-46BA-BF20-3FD5095751C7}" presName="Accent" presStyleLbl="node1" presStyleIdx="2" presStyleCnt="3"/>
      <dgm:spPr/>
    </dgm:pt>
    <dgm:pt modelId="{3FD730AF-F89F-450C-BFD4-261E3597EBB2}" type="pres">
      <dgm:prSet presAssocID="{5C1524CC-DCEE-46BA-BF20-3FD5095751C7}" presName="ParentBackground1" presStyleCnt="0"/>
      <dgm:spPr/>
    </dgm:pt>
    <dgm:pt modelId="{A3D1C30D-DD6D-4E63-AB33-943198A7644A}" type="pres">
      <dgm:prSet presAssocID="{5C1524CC-DCEE-46BA-BF20-3FD5095751C7}" presName="ParentBackground" presStyleLbl="fgAcc1" presStyleIdx="2" presStyleCnt="3"/>
      <dgm:spPr/>
    </dgm:pt>
    <dgm:pt modelId="{CEB6F229-906C-4A0F-983E-3DBD8C924A20}" type="pres">
      <dgm:prSet presAssocID="{5C1524CC-DCEE-46BA-BF20-3FD5095751C7}" presName="Parent1" presStyleLbl="revTx" presStyleIdx="0" presStyleCnt="0">
        <dgm:presLayoutVars>
          <dgm:chMax val="1"/>
          <dgm:chPref val="1"/>
          <dgm:bulletEnabled val="1"/>
        </dgm:presLayoutVars>
      </dgm:prSet>
      <dgm:spPr/>
    </dgm:pt>
  </dgm:ptLst>
  <dgm:cxnLst>
    <dgm:cxn modelId="{30C8E303-0AC7-4BB5-9EAE-774574D7686B}" type="presOf" srcId="{5C1524CC-DCEE-46BA-BF20-3FD5095751C7}" destId="{CEB6F229-906C-4A0F-983E-3DBD8C924A20}" srcOrd="1" destOrd="0" presId="urn:microsoft.com/office/officeart/2011/layout/CircleProcess"/>
    <dgm:cxn modelId="{CEE5751A-40CA-4B26-9375-43EE0EDF19E2}" srcId="{9F568390-1FD6-4C34-BD84-FE2B8D986792}" destId="{8BF1ECA2-1853-4CDD-8505-742884F9E0DA}" srcOrd="2" destOrd="0" parTransId="{7BBC8261-B14F-434D-B1DB-6CDA63386B21}" sibTransId="{A0B140A3-EB5C-4B00-823B-34A979BF6070}"/>
    <dgm:cxn modelId="{2180FA5D-1D95-4A33-91C5-ED2B7ABB015C}" type="presOf" srcId="{8BF1ECA2-1853-4CDD-8505-742884F9E0DA}" destId="{E5F4E6F1-3206-495A-BB8C-69429DFD8CF2}" srcOrd="1" destOrd="0" presId="urn:microsoft.com/office/officeart/2011/layout/CircleProcess"/>
    <dgm:cxn modelId="{1D3B4661-E6F9-481C-B82F-5F2708E7F5A8}" srcId="{9F568390-1FD6-4C34-BD84-FE2B8D986792}" destId="{E3F44E67-FA0A-4E11-9A96-503B31C45328}" srcOrd="1" destOrd="0" parTransId="{C585BE95-9BEC-4319-ADEC-12C4230D4E0E}" sibTransId="{F2B59CEB-1B40-4094-BE18-A2962BBE5642}"/>
    <dgm:cxn modelId="{F5017473-F507-4D95-92AC-3EE1F9A96043}" srcId="{9F568390-1FD6-4C34-BD84-FE2B8D986792}" destId="{5C1524CC-DCEE-46BA-BF20-3FD5095751C7}" srcOrd="0" destOrd="0" parTransId="{6EC354C1-DA97-4CEF-A5F1-D30CE73149E2}" sibTransId="{1160469F-4138-472B-B59D-1C79D70064C5}"/>
    <dgm:cxn modelId="{6B8D0D89-2282-4AD0-984E-B6FBB2035F62}" type="presOf" srcId="{E3F44E67-FA0A-4E11-9A96-503B31C45328}" destId="{2F6A4F19-A2A0-4E03-85CD-EDBCCD1C988F}" srcOrd="1" destOrd="0" presId="urn:microsoft.com/office/officeart/2011/layout/CircleProcess"/>
    <dgm:cxn modelId="{567501F1-238C-46BA-A3B1-5683EDD262C0}" type="presOf" srcId="{9F568390-1FD6-4C34-BD84-FE2B8D986792}" destId="{793655BA-2553-418D-81F4-4058382A3B4C}" srcOrd="0" destOrd="0" presId="urn:microsoft.com/office/officeart/2011/layout/CircleProcess"/>
    <dgm:cxn modelId="{5E3EB1F6-9793-4E13-830F-2993B0D624BE}" type="presOf" srcId="{8BF1ECA2-1853-4CDD-8505-742884F9E0DA}" destId="{4316140A-B252-46EA-B29C-EE3DAE29521D}" srcOrd="0" destOrd="0" presId="urn:microsoft.com/office/officeart/2011/layout/CircleProcess"/>
    <dgm:cxn modelId="{A03FC7FD-7BEC-48B4-BF9B-7360FFE101DB}" type="presOf" srcId="{E3F44E67-FA0A-4E11-9A96-503B31C45328}" destId="{023612B5-7557-4555-AC6C-05A641FFB2C7}" srcOrd="0" destOrd="0" presId="urn:microsoft.com/office/officeart/2011/layout/CircleProcess"/>
    <dgm:cxn modelId="{BC91D3FE-7423-4121-987A-4B0B51722046}" type="presOf" srcId="{5C1524CC-DCEE-46BA-BF20-3FD5095751C7}" destId="{A3D1C30D-DD6D-4E63-AB33-943198A7644A}" srcOrd="0" destOrd="0" presId="urn:microsoft.com/office/officeart/2011/layout/CircleProcess"/>
    <dgm:cxn modelId="{CEEA9BBF-5DE9-4528-B7F2-C1466E267FA5}" type="presParOf" srcId="{793655BA-2553-418D-81F4-4058382A3B4C}" destId="{B187DD21-EF20-42AC-A691-E6FBD257F5AC}" srcOrd="0" destOrd="0" presId="urn:microsoft.com/office/officeart/2011/layout/CircleProcess"/>
    <dgm:cxn modelId="{E1992CBA-2599-4794-95A2-DC67DC7C1283}" type="presParOf" srcId="{B187DD21-EF20-42AC-A691-E6FBD257F5AC}" destId="{007D19FB-CE70-4221-A9E9-14968D3E0045}" srcOrd="0" destOrd="0" presId="urn:microsoft.com/office/officeart/2011/layout/CircleProcess"/>
    <dgm:cxn modelId="{F6788B89-E4AC-4AE8-9B42-2225A74F632B}" type="presParOf" srcId="{793655BA-2553-418D-81F4-4058382A3B4C}" destId="{654DA256-D49A-4AA7-8348-EAAFF06457A5}" srcOrd="1" destOrd="0" presId="urn:microsoft.com/office/officeart/2011/layout/CircleProcess"/>
    <dgm:cxn modelId="{38403368-2848-4E06-B218-59957335A869}" type="presParOf" srcId="{654DA256-D49A-4AA7-8348-EAAFF06457A5}" destId="{4316140A-B252-46EA-B29C-EE3DAE29521D}" srcOrd="0" destOrd="0" presId="urn:microsoft.com/office/officeart/2011/layout/CircleProcess"/>
    <dgm:cxn modelId="{B3A5B258-1926-48D8-85B2-F905EE91DD6B}" type="presParOf" srcId="{793655BA-2553-418D-81F4-4058382A3B4C}" destId="{E5F4E6F1-3206-495A-BB8C-69429DFD8CF2}" srcOrd="2" destOrd="0" presId="urn:microsoft.com/office/officeart/2011/layout/CircleProcess"/>
    <dgm:cxn modelId="{4F9E020B-5686-48F8-9059-D4DC33AD7C5C}" type="presParOf" srcId="{793655BA-2553-418D-81F4-4058382A3B4C}" destId="{71189C94-5504-47B6-84FA-2D47F396FEE0}" srcOrd="3" destOrd="0" presId="urn:microsoft.com/office/officeart/2011/layout/CircleProcess"/>
    <dgm:cxn modelId="{E3001E21-D711-4FDA-9C63-513D0BE6885B}" type="presParOf" srcId="{71189C94-5504-47B6-84FA-2D47F396FEE0}" destId="{2162CE29-6D05-4AAE-81A9-C08329E2BA11}" srcOrd="0" destOrd="0" presId="urn:microsoft.com/office/officeart/2011/layout/CircleProcess"/>
    <dgm:cxn modelId="{65C8908A-C74D-4990-AE96-C04790E52E97}" type="presParOf" srcId="{793655BA-2553-418D-81F4-4058382A3B4C}" destId="{7B66268A-A46C-45B9-AF4F-E830AD2E7500}" srcOrd="4" destOrd="0" presId="urn:microsoft.com/office/officeart/2011/layout/CircleProcess"/>
    <dgm:cxn modelId="{F456CA66-5A26-472D-BE99-65C87BBFCF58}" type="presParOf" srcId="{7B66268A-A46C-45B9-AF4F-E830AD2E7500}" destId="{023612B5-7557-4555-AC6C-05A641FFB2C7}" srcOrd="0" destOrd="0" presId="urn:microsoft.com/office/officeart/2011/layout/CircleProcess"/>
    <dgm:cxn modelId="{911DB5E3-F22A-4113-9505-6B4FCFBC6B4D}" type="presParOf" srcId="{793655BA-2553-418D-81F4-4058382A3B4C}" destId="{2F6A4F19-A2A0-4E03-85CD-EDBCCD1C988F}" srcOrd="5" destOrd="0" presId="urn:microsoft.com/office/officeart/2011/layout/CircleProcess"/>
    <dgm:cxn modelId="{286A12A9-D3E4-4297-A82C-103A8DEBCF07}" type="presParOf" srcId="{793655BA-2553-418D-81F4-4058382A3B4C}" destId="{ED177F9F-FCE6-4BD4-8A76-2431E0702EEE}" srcOrd="6" destOrd="0" presId="urn:microsoft.com/office/officeart/2011/layout/CircleProcess"/>
    <dgm:cxn modelId="{DE7E2AB8-5218-4922-AE0C-18E94F93252C}" type="presParOf" srcId="{ED177F9F-FCE6-4BD4-8A76-2431E0702EEE}" destId="{0C17C069-CFEF-4F77-8C2C-E3185947E201}" srcOrd="0" destOrd="0" presId="urn:microsoft.com/office/officeart/2011/layout/CircleProcess"/>
    <dgm:cxn modelId="{BBF2684B-51BA-4D48-9791-BAC57FE57DC0}" type="presParOf" srcId="{793655BA-2553-418D-81F4-4058382A3B4C}" destId="{3FD730AF-F89F-450C-BFD4-261E3597EBB2}" srcOrd="7" destOrd="0" presId="urn:microsoft.com/office/officeart/2011/layout/CircleProcess"/>
    <dgm:cxn modelId="{92AC04C8-BE9D-4B5D-86AF-366FE3F8B3BA}" type="presParOf" srcId="{3FD730AF-F89F-450C-BFD4-261E3597EBB2}" destId="{A3D1C30D-DD6D-4E63-AB33-943198A7644A}" srcOrd="0" destOrd="0" presId="urn:microsoft.com/office/officeart/2011/layout/CircleProcess"/>
    <dgm:cxn modelId="{309A5AC9-B4BD-4581-A1CB-3AB0F99DE065}" type="presParOf" srcId="{793655BA-2553-418D-81F4-4058382A3B4C}" destId="{CEB6F229-906C-4A0F-983E-3DBD8C924A20}" srcOrd="8"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64DE34-D251-4DDF-8B28-78374FF8235E}" type="doc">
      <dgm:prSet loTypeId="urn:microsoft.com/office/officeart/2005/8/layout/process1" loCatId="process" qsTypeId="urn:microsoft.com/office/officeart/2005/8/quickstyle/simple1" qsCatId="simple" csTypeId="urn:microsoft.com/office/officeart/2005/8/colors/accent1_2" csCatId="accent1" phldr="1"/>
      <dgm:spPr/>
    </dgm:pt>
    <dgm:pt modelId="{128309EB-5542-4D92-8426-9FD749E6C032}">
      <dgm:prSet phldrT="[Text]" custT="1"/>
      <dgm:spPr>
        <a:solidFill>
          <a:srgbClr val="2C8A62"/>
        </a:solidFill>
      </dgm:spPr>
      <dgm:t>
        <a:bodyPr/>
        <a:lstStyle/>
        <a:p>
          <a:r>
            <a:rPr lang="en-IN" sz="2000"/>
            <a:t>Phase I </a:t>
          </a:r>
        </a:p>
        <a:p>
          <a:r>
            <a:rPr lang="en-IN" sz="2000"/>
            <a:t>(6 WEEKS)</a:t>
          </a:r>
          <a:endParaRPr lang="en-US" sz="2000"/>
        </a:p>
      </dgm:t>
    </dgm:pt>
    <dgm:pt modelId="{B5533FBE-8E98-434E-B4D0-86961A50E421}" type="parTrans" cxnId="{8B2A2315-8925-4733-8043-4F4352568DE5}">
      <dgm:prSet/>
      <dgm:spPr/>
      <dgm:t>
        <a:bodyPr/>
        <a:lstStyle/>
        <a:p>
          <a:endParaRPr lang="en-US" sz="2000"/>
        </a:p>
      </dgm:t>
    </dgm:pt>
    <dgm:pt modelId="{97BEB78B-F512-4933-9199-74AA45E2761F}" type="sibTrans" cxnId="{8B2A2315-8925-4733-8043-4F4352568DE5}">
      <dgm:prSet custT="1"/>
      <dgm:spPr/>
      <dgm:t>
        <a:bodyPr/>
        <a:lstStyle/>
        <a:p>
          <a:endParaRPr lang="en-US" sz="2000"/>
        </a:p>
      </dgm:t>
    </dgm:pt>
    <dgm:pt modelId="{2B35A6A1-3E4F-4152-8DD2-72DE08B2BD20}">
      <dgm:prSet phldrT="[Text]" custT="1"/>
      <dgm:spPr>
        <a:solidFill>
          <a:srgbClr val="2C8A62"/>
        </a:solidFill>
      </dgm:spPr>
      <dgm:t>
        <a:bodyPr/>
        <a:lstStyle/>
        <a:p>
          <a:r>
            <a:rPr lang="en-IN" sz="2000"/>
            <a:t>Phase II </a:t>
          </a:r>
        </a:p>
        <a:p>
          <a:r>
            <a:rPr lang="en-IN" sz="2000"/>
            <a:t>(1 DAY)</a:t>
          </a:r>
          <a:endParaRPr lang="en-US" sz="2000"/>
        </a:p>
      </dgm:t>
    </dgm:pt>
    <dgm:pt modelId="{82EE3372-242F-4845-8E3D-97B60B675CCF}" type="parTrans" cxnId="{DB8ED3FF-9C6F-4232-A0A4-6ADB31C4010D}">
      <dgm:prSet/>
      <dgm:spPr/>
      <dgm:t>
        <a:bodyPr/>
        <a:lstStyle/>
        <a:p>
          <a:endParaRPr lang="en-US" sz="2000"/>
        </a:p>
      </dgm:t>
    </dgm:pt>
    <dgm:pt modelId="{2D619F55-29CB-4C82-AECE-E83EA05D6127}" type="sibTrans" cxnId="{DB8ED3FF-9C6F-4232-A0A4-6ADB31C4010D}">
      <dgm:prSet custT="1"/>
      <dgm:spPr/>
      <dgm:t>
        <a:bodyPr/>
        <a:lstStyle/>
        <a:p>
          <a:endParaRPr lang="en-US" sz="2000"/>
        </a:p>
      </dgm:t>
    </dgm:pt>
    <dgm:pt modelId="{E239B8FF-2E26-42F5-B89A-E2B4ACDECF83}" type="pres">
      <dgm:prSet presAssocID="{7F64DE34-D251-4DDF-8B28-78374FF8235E}" presName="Name0" presStyleCnt="0">
        <dgm:presLayoutVars>
          <dgm:dir/>
          <dgm:resizeHandles val="exact"/>
        </dgm:presLayoutVars>
      </dgm:prSet>
      <dgm:spPr/>
    </dgm:pt>
    <dgm:pt modelId="{CBB7D313-D675-4C91-94A5-40B0C1164CBA}" type="pres">
      <dgm:prSet presAssocID="{128309EB-5542-4D92-8426-9FD749E6C032}" presName="node" presStyleLbl="node1" presStyleIdx="0" presStyleCnt="2">
        <dgm:presLayoutVars>
          <dgm:bulletEnabled val="1"/>
        </dgm:presLayoutVars>
      </dgm:prSet>
      <dgm:spPr/>
    </dgm:pt>
    <dgm:pt modelId="{E6BF66FF-612C-4984-84E3-F527F9E8558E}" type="pres">
      <dgm:prSet presAssocID="{97BEB78B-F512-4933-9199-74AA45E2761F}" presName="sibTrans" presStyleLbl="sibTrans2D1" presStyleIdx="0" presStyleCnt="1"/>
      <dgm:spPr/>
    </dgm:pt>
    <dgm:pt modelId="{1CA82676-0EAB-4C38-9FAC-19FCDE40C0B8}" type="pres">
      <dgm:prSet presAssocID="{97BEB78B-F512-4933-9199-74AA45E2761F}" presName="connectorText" presStyleLbl="sibTrans2D1" presStyleIdx="0" presStyleCnt="1"/>
      <dgm:spPr/>
    </dgm:pt>
    <dgm:pt modelId="{F1EC2FA8-4EDF-4759-B08B-3681A1723EE4}" type="pres">
      <dgm:prSet presAssocID="{2B35A6A1-3E4F-4152-8DD2-72DE08B2BD20}" presName="node" presStyleLbl="node1" presStyleIdx="1" presStyleCnt="2">
        <dgm:presLayoutVars>
          <dgm:bulletEnabled val="1"/>
        </dgm:presLayoutVars>
      </dgm:prSet>
      <dgm:spPr/>
    </dgm:pt>
  </dgm:ptLst>
  <dgm:cxnLst>
    <dgm:cxn modelId="{CD7B0B12-910C-4706-A408-3A8675B84E01}" type="presOf" srcId="{128309EB-5542-4D92-8426-9FD749E6C032}" destId="{CBB7D313-D675-4C91-94A5-40B0C1164CBA}" srcOrd="0" destOrd="0" presId="urn:microsoft.com/office/officeart/2005/8/layout/process1"/>
    <dgm:cxn modelId="{B527E812-B8EC-497C-83CB-A4E85A9BD107}" type="presOf" srcId="{2B35A6A1-3E4F-4152-8DD2-72DE08B2BD20}" destId="{F1EC2FA8-4EDF-4759-B08B-3681A1723EE4}" srcOrd="0" destOrd="0" presId="urn:microsoft.com/office/officeart/2005/8/layout/process1"/>
    <dgm:cxn modelId="{8B2A2315-8925-4733-8043-4F4352568DE5}" srcId="{7F64DE34-D251-4DDF-8B28-78374FF8235E}" destId="{128309EB-5542-4D92-8426-9FD749E6C032}" srcOrd="0" destOrd="0" parTransId="{B5533FBE-8E98-434E-B4D0-86961A50E421}" sibTransId="{97BEB78B-F512-4933-9199-74AA45E2761F}"/>
    <dgm:cxn modelId="{108BD436-931D-49CB-BAAF-BEECE7E44A10}" type="presOf" srcId="{7F64DE34-D251-4DDF-8B28-78374FF8235E}" destId="{E239B8FF-2E26-42F5-B89A-E2B4ACDECF83}" srcOrd="0" destOrd="0" presId="urn:microsoft.com/office/officeart/2005/8/layout/process1"/>
    <dgm:cxn modelId="{1FD24A6B-5978-4CA7-9772-3469BF4EFF44}" type="presOf" srcId="{97BEB78B-F512-4933-9199-74AA45E2761F}" destId="{E6BF66FF-612C-4984-84E3-F527F9E8558E}" srcOrd="0" destOrd="0" presId="urn:microsoft.com/office/officeart/2005/8/layout/process1"/>
    <dgm:cxn modelId="{3B370A56-8D97-4EC0-B095-1FEDEB4FE9BD}" type="presOf" srcId="{97BEB78B-F512-4933-9199-74AA45E2761F}" destId="{1CA82676-0EAB-4C38-9FAC-19FCDE40C0B8}" srcOrd="1" destOrd="0" presId="urn:microsoft.com/office/officeart/2005/8/layout/process1"/>
    <dgm:cxn modelId="{DB8ED3FF-9C6F-4232-A0A4-6ADB31C4010D}" srcId="{7F64DE34-D251-4DDF-8B28-78374FF8235E}" destId="{2B35A6A1-3E4F-4152-8DD2-72DE08B2BD20}" srcOrd="1" destOrd="0" parTransId="{82EE3372-242F-4845-8E3D-97B60B675CCF}" sibTransId="{2D619F55-29CB-4C82-AECE-E83EA05D6127}"/>
    <dgm:cxn modelId="{6923F640-85C6-4FE7-A722-325FD4C7FA2D}" type="presParOf" srcId="{E239B8FF-2E26-42F5-B89A-E2B4ACDECF83}" destId="{CBB7D313-D675-4C91-94A5-40B0C1164CBA}" srcOrd="0" destOrd="0" presId="urn:microsoft.com/office/officeart/2005/8/layout/process1"/>
    <dgm:cxn modelId="{7A706A21-96A5-4664-8C9A-F3E787AB6CA9}" type="presParOf" srcId="{E239B8FF-2E26-42F5-B89A-E2B4ACDECF83}" destId="{E6BF66FF-612C-4984-84E3-F527F9E8558E}" srcOrd="1" destOrd="0" presId="urn:microsoft.com/office/officeart/2005/8/layout/process1"/>
    <dgm:cxn modelId="{5E9AD7A8-A5C4-4FD9-A988-8C1F17DC70B5}" type="presParOf" srcId="{E6BF66FF-612C-4984-84E3-F527F9E8558E}" destId="{1CA82676-0EAB-4C38-9FAC-19FCDE40C0B8}" srcOrd="0" destOrd="0" presId="urn:microsoft.com/office/officeart/2005/8/layout/process1"/>
    <dgm:cxn modelId="{A02406F2-410C-4D51-B2B7-4C6F1BBC55FB}" type="presParOf" srcId="{E239B8FF-2E26-42F5-B89A-E2B4ACDECF83}" destId="{F1EC2FA8-4EDF-4759-B08B-3681A1723EE4}" srcOrd="2"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D19FB-CE70-4221-A9E9-14968D3E0045}">
      <dsp:nvSpPr>
        <dsp:cNvPr id="0" name=""/>
        <dsp:cNvSpPr/>
      </dsp:nvSpPr>
      <dsp:spPr>
        <a:xfrm>
          <a:off x="6530694" y="1284917"/>
          <a:ext cx="2848803" cy="28493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16140A-B252-46EA-B29C-EE3DAE29521D}">
      <dsp:nvSpPr>
        <dsp:cNvPr id="0" name=""/>
        <dsp:cNvSpPr/>
      </dsp:nvSpPr>
      <dsp:spPr>
        <a:xfrm>
          <a:off x="6625283" y="1379912"/>
          <a:ext cx="2659625" cy="2659342"/>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a:solidFill>
                <a:schemeClr val="bg1">
                  <a:lumMod val="50000"/>
                </a:schemeClr>
              </a:solidFill>
            </a:rPr>
            <a:t>Master trainers further provide training to employees (3160 participants)</a:t>
          </a:r>
          <a:endParaRPr lang="en-US" sz="2000" kern="1200">
            <a:solidFill>
              <a:schemeClr val="bg1">
                <a:lumMod val="50000"/>
              </a:schemeClr>
            </a:solidFill>
          </a:endParaRPr>
        </a:p>
      </dsp:txBody>
      <dsp:txXfrm>
        <a:off x="7005495" y="1759889"/>
        <a:ext cx="1899202" cy="1899387"/>
      </dsp:txXfrm>
    </dsp:sp>
    <dsp:sp modelId="{2162CE29-6D05-4AAE-81A9-C08329E2BA11}">
      <dsp:nvSpPr>
        <dsp:cNvPr id="0" name=""/>
        <dsp:cNvSpPr/>
      </dsp:nvSpPr>
      <dsp:spPr>
        <a:xfrm rot="2700000">
          <a:off x="3589804" y="1288362"/>
          <a:ext cx="2841942" cy="2841942"/>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612B5-7557-4555-AC6C-05A641FFB2C7}">
      <dsp:nvSpPr>
        <dsp:cNvPr id="0" name=""/>
        <dsp:cNvSpPr/>
      </dsp:nvSpPr>
      <dsp:spPr>
        <a:xfrm>
          <a:off x="3680963" y="1379912"/>
          <a:ext cx="2659625" cy="2659342"/>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a:t>Delivery of content to Master Trainers (40 participants)</a:t>
          </a:r>
          <a:endParaRPr lang="en-US" sz="2000" kern="1200"/>
        </a:p>
      </dsp:txBody>
      <dsp:txXfrm>
        <a:off x="4061174" y="1759889"/>
        <a:ext cx="1899202" cy="1899387"/>
      </dsp:txXfrm>
    </dsp:sp>
    <dsp:sp modelId="{0C17C069-CFEF-4F77-8C2C-E3185947E201}">
      <dsp:nvSpPr>
        <dsp:cNvPr id="0" name=""/>
        <dsp:cNvSpPr/>
      </dsp:nvSpPr>
      <dsp:spPr>
        <a:xfrm rot="2700000">
          <a:off x="645484" y="1288362"/>
          <a:ext cx="2841942" cy="2841942"/>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D1C30D-DD6D-4E63-AB33-943198A7644A}">
      <dsp:nvSpPr>
        <dsp:cNvPr id="0" name=""/>
        <dsp:cNvSpPr/>
      </dsp:nvSpPr>
      <dsp:spPr>
        <a:xfrm>
          <a:off x="736642" y="1379912"/>
          <a:ext cx="2659625" cy="2659342"/>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a:t>Learning Module Development</a:t>
          </a:r>
          <a:endParaRPr lang="en-US" sz="2000" kern="1200"/>
        </a:p>
      </dsp:txBody>
      <dsp:txXfrm>
        <a:off x="1116853" y="1759889"/>
        <a:ext cx="1899202" cy="18993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7D313-D675-4C91-94A5-40B0C1164CBA}">
      <dsp:nvSpPr>
        <dsp:cNvPr id="0" name=""/>
        <dsp:cNvSpPr/>
      </dsp:nvSpPr>
      <dsp:spPr>
        <a:xfrm>
          <a:off x="1067" y="1317553"/>
          <a:ext cx="2275470" cy="1365282"/>
        </a:xfrm>
        <a:prstGeom prst="roundRect">
          <a:avLst>
            <a:gd name="adj" fmla="val 10000"/>
          </a:avLst>
        </a:prstGeom>
        <a:solidFill>
          <a:srgbClr val="2C8A6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Phase I </a:t>
          </a:r>
        </a:p>
        <a:p>
          <a:pPr marL="0" lvl="0" indent="0" algn="ctr" defTabSz="889000">
            <a:lnSpc>
              <a:spcPct val="90000"/>
            </a:lnSpc>
            <a:spcBef>
              <a:spcPct val="0"/>
            </a:spcBef>
            <a:spcAft>
              <a:spcPct val="35000"/>
            </a:spcAft>
            <a:buNone/>
          </a:pPr>
          <a:r>
            <a:rPr lang="en-IN" sz="2000" kern="1200"/>
            <a:t>(6 WEEKS)</a:t>
          </a:r>
          <a:endParaRPr lang="en-US" sz="2000" kern="1200"/>
        </a:p>
      </dsp:txBody>
      <dsp:txXfrm>
        <a:off x="41055" y="1357541"/>
        <a:ext cx="2195494" cy="1285306"/>
      </dsp:txXfrm>
    </dsp:sp>
    <dsp:sp modelId="{E6BF66FF-612C-4984-84E3-F527F9E8558E}">
      <dsp:nvSpPr>
        <dsp:cNvPr id="0" name=""/>
        <dsp:cNvSpPr/>
      </dsp:nvSpPr>
      <dsp:spPr>
        <a:xfrm>
          <a:off x="2504084" y="1718036"/>
          <a:ext cx="482399" cy="5643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504084" y="1830899"/>
        <a:ext cx="337679" cy="338590"/>
      </dsp:txXfrm>
    </dsp:sp>
    <dsp:sp modelId="{F1EC2FA8-4EDF-4759-B08B-3681A1723EE4}">
      <dsp:nvSpPr>
        <dsp:cNvPr id="0" name=""/>
        <dsp:cNvSpPr/>
      </dsp:nvSpPr>
      <dsp:spPr>
        <a:xfrm>
          <a:off x="3186725" y="1317553"/>
          <a:ext cx="2275470" cy="1365282"/>
        </a:xfrm>
        <a:prstGeom prst="roundRect">
          <a:avLst>
            <a:gd name="adj" fmla="val 10000"/>
          </a:avLst>
        </a:prstGeom>
        <a:solidFill>
          <a:srgbClr val="2C8A6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Phase II </a:t>
          </a:r>
        </a:p>
        <a:p>
          <a:pPr marL="0" lvl="0" indent="0" algn="ctr" defTabSz="889000">
            <a:lnSpc>
              <a:spcPct val="90000"/>
            </a:lnSpc>
            <a:spcBef>
              <a:spcPct val="0"/>
            </a:spcBef>
            <a:spcAft>
              <a:spcPct val="35000"/>
            </a:spcAft>
            <a:buNone/>
          </a:pPr>
          <a:r>
            <a:rPr lang="en-IN" sz="2000" kern="1200"/>
            <a:t>(1 DAY)</a:t>
          </a:r>
          <a:endParaRPr lang="en-US" sz="2000" kern="1200"/>
        </a:p>
      </dsp:txBody>
      <dsp:txXfrm>
        <a:off x="3226713" y="1357541"/>
        <a:ext cx="2195494" cy="1285306"/>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18/02/2026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18/02/2026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07231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5</a:t>
            </a:fld>
            <a:endParaRPr lang="pt-BR"/>
          </a:p>
        </p:txBody>
      </p:sp>
    </p:spTree>
    <p:extLst>
      <p:ext uri="{BB962C8B-B14F-4D97-AF65-F5344CB8AC3E}">
        <p14:creationId xmlns:p14="http://schemas.microsoft.com/office/powerpoint/2010/main" val="246847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392317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6864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3986394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607840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966541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1390922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4264737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1.png"/><Relationship Id="rId5" Type="http://schemas.openxmlformats.org/officeDocument/2006/relationships/image" Target="../media/image20.emf"/><Relationship Id="rId4" Type="http://schemas.openxmlformats.org/officeDocument/2006/relationships/oleObject" Target="../embeddings/oleObject2.bin"/></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25.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hyperlink" Target="http://www.twitter.com/capgemini" TargetMode="Externa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Master" Target="../slideMasters/slideMaster2.xml"/><Relationship Id="rId6" Type="http://schemas.openxmlformats.org/officeDocument/2006/relationships/image" Target="../media/image25.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hyperlink" Target="http://www.twitter.com/capgemini" TargetMode="Externa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24.png"/><Relationship Id="rId5" Type="http://schemas.openxmlformats.org/officeDocument/2006/relationships/image" Target="../media/image2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8.png"/></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www.youtube.com/capgeminimedia" TargetMode="External"/><Relationship Id="rId3" Type="http://schemas.openxmlformats.org/officeDocument/2006/relationships/tags" Target="../tags/tag16.xml"/><Relationship Id="rId7" Type="http://schemas.openxmlformats.org/officeDocument/2006/relationships/hyperlink" Target="http://www.linkedin.com/company/capgemini" TargetMode="External"/><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tags" Target="../tags/tag15.xml"/><Relationship Id="rId16" Type="http://schemas.openxmlformats.org/officeDocument/2006/relationships/image" Target="../media/image24.png"/><Relationship Id="rId1" Type="http://schemas.openxmlformats.org/officeDocument/2006/relationships/tags" Target="../tags/tag14.xml"/><Relationship Id="rId6" Type="http://schemas.openxmlformats.org/officeDocument/2006/relationships/image" Target="../media/image2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26.png"/><Relationship Id="rId4" Type="http://schemas.openxmlformats.org/officeDocument/2006/relationships/tags" Target="../tags/tag17.xml"/><Relationship Id="rId9" Type="http://schemas.openxmlformats.org/officeDocument/2006/relationships/hyperlink" Target="http://www.slideshare.net/capgemini" TargetMode="External"/><Relationship Id="rId14" Type="http://schemas.openxmlformats.org/officeDocument/2006/relationships/image" Target="../media/image2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22.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23.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24.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26.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28.png"/><Relationship Id="rId18" Type="http://schemas.openxmlformats.org/officeDocument/2006/relationships/hyperlink" Target="http://www.capgemini.com/invent" TargetMode="External"/><Relationship Id="rId3" Type="http://schemas.openxmlformats.org/officeDocument/2006/relationships/image" Target="../media/image34.png"/><Relationship Id="rId7" Type="http://schemas.openxmlformats.org/officeDocument/2006/relationships/image" Target="../media/image25.png"/><Relationship Id="rId12" Type="http://schemas.openxmlformats.org/officeDocument/2006/relationships/hyperlink" Target="http://www.youtube.com/capgeminimedia" TargetMode="External"/><Relationship Id="rId17" Type="http://schemas.openxmlformats.org/officeDocument/2006/relationships/image" Target="../media/image35.png"/><Relationship Id="rId2" Type="http://schemas.openxmlformats.org/officeDocument/2006/relationships/slideMaster" Target="../slideMasters/slideMaster3.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27.xml"/><Relationship Id="rId6" Type="http://schemas.openxmlformats.org/officeDocument/2006/relationships/hyperlink" Target="http://www.linkedin.com/company/capgemini" TargetMode="External"/><Relationship Id="rId11" Type="http://schemas.openxmlformats.org/officeDocument/2006/relationships/image" Target="../media/image27.png"/><Relationship Id="rId5" Type="http://schemas.openxmlformats.org/officeDocument/2006/relationships/image" Target="../media/image1.emf"/><Relationship Id="rId15" Type="http://schemas.openxmlformats.org/officeDocument/2006/relationships/image" Target="../media/image24.png"/><Relationship Id="rId10" Type="http://schemas.openxmlformats.org/officeDocument/2006/relationships/hyperlink" Target="http://www.twitter.com/capgemini" TargetMode="External"/><Relationship Id="rId4" Type="http://schemas.openxmlformats.org/officeDocument/2006/relationships/oleObject" Target="../embeddings/oleObject18.bin"/><Relationship Id="rId9" Type="http://schemas.openxmlformats.org/officeDocument/2006/relationships/image" Target="../media/image26.png"/><Relationship Id="rId14" Type="http://schemas.openxmlformats.org/officeDocument/2006/relationships/hyperlink" Target="http://www.facebook.com/capgemini" TargetMode="Externa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Master" Target="../slideMasters/slideMaster3.xml"/><Relationship Id="rId1" Type="http://schemas.openxmlformats.org/officeDocument/2006/relationships/tags" Target="../tags/tag28.x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37.emf"/><Relationship Id="rId4" Type="http://schemas.openxmlformats.org/officeDocument/2006/relationships/oleObject" Target="../embeddings/oleObject20.bin"/></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24.png"/><Relationship Id="rId3" Type="http://schemas.openxmlformats.org/officeDocument/2006/relationships/image" Target="../media/image23.png"/><Relationship Id="rId7" Type="http://schemas.openxmlformats.org/officeDocument/2006/relationships/image" Target="../media/image26.png"/><Relationship Id="rId12" Type="http://schemas.openxmlformats.org/officeDocument/2006/relationships/hyperlink" Target="https://de-de.facebook.com/CapgeminiInventDACH/" TargetMode="External"/><Relationship Id="rId2" Type="http://schemas.openxmlformats.org/officeDocument/2006/relationships/image" Target="../media/image39.png"/><Relationship Id="rId1" Type="http://schemas.openxmlformats.org/officeDocument/2006/relationships/slideMaster" Target="../slideMasters/slideMaster4.xml"/><Relationship Id="rId6" Type="http://schemas.openxmlformats.org/officeDocument/2006/relationships/hyperlink" Target="http://www.slideshare.net/capgemini" TargetMode="External"/><Relationship Id="rId11" Type="http://schemas.openxmlformats.org/officeDocument/2006/relationships/image" Target="../media/image28.png"/><Relationship Id="rId5" Type="http://schemas.openxmlformats.org/officeDocument/2006/relationships/image" Target="../media/image25.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2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iapositive de titre">
    <p:bg>
      <p:bgPr>
        <a:solidFill>
          <a:schemeClr val="accent4"/>
        </a:solidFill>
        <a:effectLst/>
      </p:bgPr>
    </p:bg>
    <p:spTree>
      <p:nvGrpSpPr>
        <p:cNvPr id="1" name=""/>
        <p:cNvGrpSpPr/>
        <p:nvPr/>
      </p:nvGrpSpPr>
      <p:grpSpPr>
        <a:xfrm>
          <a:off x="0" y="0"/>
          <a:ext cx="0" cy="0"/>
          <a:chOff x="0" y="0"/>
          <a:chExt cx="0" cy="0"/>
        </a:xfrm>
      </p:grpSpPr>
      <p:pic>
        <p:nvPicPr>
          <p:cNvPr id="7" name="GettyImages-530845570.jpg" descr="Picture for internal use only">
            <a:extLst>
              <a:ext uri="{FF2B5EF4-FFF2-40B4-BE49-F238E27FC236}">
                <a16:creationId xmlns:a16="http://schemas.microsoft.com/office/drawing/2014/main" id="{114E643F-0461-4F5C-ACE9-91B40ECE42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8277" cy="6858000"/>
          </a:xfrm>
          <a:prstGeom prst="rect">
            <a:avLst/>
          </a:prstGeom>
          <a:ln w="3175">
            <a:miter lim="400000"/>
          </a:ln>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6" name="GettyImages-530845570.jpg" descr="Picture for internal use only">
            <a:extLst>
              <a:ext uri="{FF2B5EF4-FFF2-40B4-BE49-F238E27FC236}">
                <a16:creationId xmlns:a16="http://schemas.microsoft.com/office/drawing/2014/main" id="{2F7A1E2C-86F6-4249-A808-544DF8FD4BF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8277" cy="6858000"/>
          </a:xfrm>
          <a:prstGeom prst="rect">
            <a:avLst/>
          </a:prstGeom>
          <a:ln w="3175">
            <a:miter lim="400000"/>
          </a:ln>
        </p:spPr>
      </p:pic>
      <p:pic>
        <p:nvPicPr>
          <p:cNvPr id="9" name="3341_CapGeminiW_img.png" descr="3341_CapGeminiW_img.png">
            <a:extLst>
              <a:ext uri="{FF2B5EF4-FFF2-40B4-BE49-F238E27FC236}">
                <a16:creationId xmlns:a16="http://schemas.microsoft.com/office/drawing/2014/main" id="{ACBE2CA8-67ED-4A02-8403-900CE3D5484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109992777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3_Diapositive de titre">
    <p:bg>
      <p:bgPr>
        <a:solidFill>
          <a:schemeClr val="accent4"/>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9793F0-4030-45C2-965E-87A82421EF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6" name="Picture 5">
            <a:extLst>
              <a:ext uri="{FF2B5EF4-FFF2-40B4-BE49-F238E27FC236}">
                <a16:creationId xmlns:a16="http://schemas.microsoft.com/office/drawing/2014/main" id="{EF411504-E3ED-4A41-89BB-6EDB243A66C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7" name="3341_CapGeminiW_img.png" descr="3341_CapGeminiW_img.png">
            <a:extLst>
              <a:ext uri="{FF2B5EF4-FFF2-40B4-BE49-F238E27FC236}">
                <a16:creationId xmlns:a16="http://schemas.microsoft.com/office/drawing/2014/main" id="{28DA33B8-96FF-4D4C-B88F-B43E6343F86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343884882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4_Diapositive de titre">
    <p:spTree>
      <p:nvGrpSpPr>
        <p:cNvPr id="1" name=""/>
        <p:cNvGrpSpPr/>
        <p:nvPr/>
      </p:nvGrpSpPr>
      <p:grpSpPr>
        <a:xfrm>
          <a:off x="0" y="0"/>
          <a:ext cx="0" cy="0"/>
          <a:chOff x="0" y="0"/>
          <a:chExt cx="0" cy="0"/>
        </a:xfrm>
      </p:grpSpPr>
      <p:pic>
        <p:nvPicPr>
          <p:cNvPr id="6" name="GettyImages-1213747909.jpg" descr="GettyImages-1213747909.jpg">
            <a:extLst>
              <a:ext uri="{FF2B5EF4-FFF2-40B4-BE49-F238E27FC236}">
                <a16:creationId xmlns:a16="http://schemas.microsoft.com/office/drawing/2014/main" id="{D07F5A1F-F6F8-445C-9383-F069F1A5BD87}"/>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41" y="0"/>
            <a:ext cx="12191859" cy="6858000"/>
          </a:xfrm>
          <a:prstGeom prst="rect">
            <a:avLst/>
          </a:prstGeom>
          <a:ln w="3175">
            <a:miter lim="400000"/>
          </a:ln>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7" name="GettyImages-1213747909.jpg" descr="GettyImages-1213747909.jpg">
            <a:extLst>
              <a:ext uri="{FF2B5EF4-FFF2-40B4-BE49-F238E27FC236}">
                <a16:creationId xmlns:a16="http://schemas.microsoft.com/office/drawing/2014/main" id="{3344B788-472B-4B72-9A7E-7A4500BE5E3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41" y="0"/>
            <a:ext cx="12191859" cy="6858000"/>
          </a:xfrm>
          <a:prstGeom prst="rect">
            <a:avLst/>
          </a:prstGeom>
          <a:ln w="3175">
            <a:miter lim="400000"/>
          </a:ln>
        </p:spPr>
      </p:pic>
      <p:pic>
        <p:nvPicPr>
          <p:cNvPr id="13"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288599247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11_Diapositive de titre">
    <p:spTree>
      <p:nvGrpSpPr>
        <p:cNvPr id="1" name=""/>
        <p:cNvGrpSpPr/>
        <p:nvPr/>
      </p:nvGrpSpPr>
      <p:grpSpPr>
        <a:xfrm>
          <a:off x="0" y="0"/>
          <a:ext cx="0" cy="0"/>
          <a:chOff x="0" y="0"/>
          <a:chExt cx="0" cy="0"/>
        </a:xfrm>
      </p:grpSpPr>
      <p:pic>
        <p:nvPicPr>
          <p:cNvPr id="6" name="GettyImages-1213747909.jpg" descr="GettyImages-1213747909.jpg">
            <a:extLst>
              <a:ext uri="{FF2B5EF4-FFF2-40B4-BE49-F238E27FC236}">
                <a16:creationId xmlns:a16="http://schemas.microsoft.com/office/drawing/2014/main" id="{D07F5A1F-F6F8-445C-9383-F069F1A5BD87}"/>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41" y="0"/>
            <a:ext cx="12191859" cy="6858000"/>
          </a:xfrm>
          <a:prstGeom prst="rect">
            <a:avLst/>
          </a:prstGeom>
          <a:ln w="3175">
            <a:miter lim="400000"/>
          </a:ln>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7" name="GettyImages-1213747909.jpg" descr="GettyImages-1213747909.jpg">
            <a:extLst>
              <a:ext uri="{FF2B5EF4-FFF2-40B4-BE49-F238E27FC236}">
                <a16:creationId xmlns:a16="http://schemas.microsoft.com/office/drawing/2014/main" id="{3344B788-472B-4B72-9A7E-7A4500BE5E3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41" y="0"/>
            <a:ext cx="12191859" cy="6858000"/>
          </a:xfrm>
          <a:prstGeom prst="rect">
            <a:avLst/>
          </a:prstGeom>
          <a:ln w="3175">
            <a:miter lim="400000"/>
          </a:ln>
        </p:spPr>
      </p:pic>
      <p:pic>
        <p:nvPicPr>
          <p:cNvPr id="4" name="3341_CapGeminiW_img.png" descr="3341_CapGeminiW_img.png">
            <a:extLst>
              <a:ext uri="{FF2B5EF4-FFF2-40B4-BE49-F238E27FC236}">
                <a16:creationId xmlns:a16="http://schemas.microsoft.com/office/drawing/2014/main" id="{FDF9AD25-17CE-919B-EC31-D08B7C93CE7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pic>
        <p:nvPicPr>
          <p:cNvPr id="5" name="Picture 4" descr="A white unicorn with a horn&#10;&#10;Description automatically generated with low confidence">
            <a:extLst>
              <a:ext uri="{FF2B5EF4-FFF2-40B4-BE49-F238E27FC236}">
                <a16:creationId xmlns:a16="http://schemas.microsoft.com/office/drawing/2014/main" id="{5E6C0274-F728-AC57-34FA-CA51B2D325E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46881" y="7037"/>
            <a:ext cx="582504" cy="758053"/>
          </a:xfrm>
          <a:prstGeom prst="rect">
            <a:avLst/>
          </a:prstGeom>
        </p:spPr>
      </p:pic>
      <p:cxnSp>
        <p:nvCxnSpPr>
          <p:cNvPr id="10" name="Straight Connector 9">
            <a:extLst>
              <a:ext uri="{FF2B5EF4-FFF2-40B4-BE49-F238E27FC236}">
                <a16:creationId xmlns:a16="http://schemas.microsoft.com/office/drawing/2014/main" id="{63EFF815-5556-F535-CFDF-B319EDAC4AF2}"/>
              </a:ext>
            </a:extLst>
          </p:cNvPr>
          <p:cNvCxnSpPr>
            <a:cxnSpLocks/>
          </p:cNvCxnSpPr>
          <p:nvPr userDrawn="1"/>
        </p:nvCxnSpPr>
        <p:spPr>
          <a:xfrm>
            <a:off x="11529385" y="263491"/>
            <a:ext cx="0" cy="34684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82705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5_Diapositive de titre">
    <p:spTree>
      <p:nvGrpSpPr>
        <p:cNvPr id="1" name=""/>
        <p:cNvGrpSpPr/>
        <p:nvPr/>
      </p:nvGrpSpPr>
      <p:grpSpPr>
        <a:xfrm>
          <a:off x="0" y="0"/>
          <a:ext cx="0" cy="0"/>
          <a:chOff x="0" y="0"/>
          <a:chExt cx="0" cy="0"/>
        </a:xfrm>
      </p:grpSpPr>
      <p:pic>
        <p:nvPicPr>
          <p:cNvPr id="7" name="Image 13">
            <a:extLst>
              <a:ext uri="{FF2B5EF4-FFF2-40B4-BE49-F238E27FC236}">
                <a16:creationId xmlns:a16="http://schemas.microsoft.com/office/drawing/2014/main" id="{8A495507-85E2-46CD-9DE6-5403F8E94B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6"/>
          <a:stretch/>
        </p:blipFill>
        <p:spPr>
          <a:xfrm>
            <a:off x="0" y="0"/>
            <a:ext cx="12191999"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6" name="Image 13">
            <a:extLst>
              <a:ext uri="{FF2B5EF4-FFF2-40B4-BE49-F238E27FC236}">
                <a16:creationId xmlns:a16="http://schemas.microsoft.com/office/drawing/2014/main" id="{94072A73-1D7D-41AB-A330-9D0190396E5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
          <a:stretch/>
        </p:blipFill>
        <p:spPr>
          <a:xfrm>
            <a:off x="0" y="0"/>
            <a:ext cx="12191999" cy="6858000"/>
          </a:xfrm>
          <a:prstGeom prst="rect">
            <a:avLst/>
          </a:prstGeom>
        </p:spPr>
      </p:pic>
      <p:pic>
        <p:nvPicPr>
          <p:cNvPr id="9" name="3341_CapGeminiW_img.png" descr="3341_CapGeminiW_img.png">
            <a:extLst>
              <a:ext uri="{FF2B5EF4-FFF2-40B4-BE49-F238E27FC236}">
                <a16:creationId xmlns:a16="http://schemas.microsoft.com/office/drawing/2014/main" id="{6708FF6E-8397-4948-81D9-7FED07FC3C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368158156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6_Diapositive de titre">
    <p:spTree>
      <p:nvGrpSpPr>
        <p:cNvPr id="1" name=""/>
        <p:cNvGrpSpPr/>
        <p:nvPr/>
      </p:nvGrpSpPr>
      <p:grpSpPr>
        <a:xfrm>
          <a:off x="0" y="0"/>
          <a:ext cx="0" cy="0"/>
          <a:chOff x="0" y="0"/>
          <a:chExt cx="0" cy="0"/>
        </a:xfrm>
      </p:grpSpPr>
      <p:pic>
        <p:nvPicPr>
          <p:cNvPr id="6" name="Image 1">
            <a:extLst>
              <a:ext uri="{FF2B5EF4-FFF2-40B4-BE49-F238E27FC236}">
                <a16:creationId xmlns:a16="http://schemas.microsoft.com/office/drawing/2014/main" id="{60143223-4240-4BC5-AEDF-4F2B4665F13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7" name="Image 1">
            <a:extLst>
              <a:ext uri="{FF2B5EF4-FFF2-40B4-BE49-F238E27FC236}">
                <a16:creationId xmlns:a16="http://schemas.microsoft.com/office/drawing/2014/main" id="{D8A57331-9BC7-4FA4-AEC5-5BD09F2A06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3341_CapGeminiW_img.png" descr="3341_CapGeminiW_img.png">
            <a:extLst>
              <a:ext uri="{FF2B5EF4-FFF2-40B4-BE49-F238E27FC236}">
                <a16:creationId xmlns:a16="http://schemas.microsoft.com/office/drawing/2014/main" id="{D28418CC-960B-444A-ADFA-F3F93C98E60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24677458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7_Diapositive de titre">
    <p:spTree>
      <p:nvGrpSpPr>
        <p:cNvPr id="1" name=""/>
        <p:cNvGrpSpPr/>
        <p:nvPr/>
      </p:nvGrpSpPr>
      <p:grpSpPr>
        <a:xfrm>
          <a:off x="0" y="0"/>
          <a:ext cx="0" cy="0"/>
          <a:chOff x="0" y="0"/>
          <a:chExt cx="0" cy="0"/>
        </a:xfrm>
      </p:grpSpPr>
      <p:pic>
        <p:nvPicPr>
          <p:cNvPr id="6" name="Image 3">
            <a:extLst>
              <a:ext uri="{FF2B5EF4-FFF2-40B4-BE49-F238E27FC236}">
                <a16:creationId xmlns:a16="http://schemas.microsoft.com/office/drawing/2014/main" id="{069CCC25-D9A9-4FBA-A602-D419E08897BC}"/>
              </a:ext>
            </a:extLst>
          </p:cNvPr>
          <p:cNvPicPr>
            <a:picLocks noChangeAspect="1"/>
          </p:cNvPicPr>
          <p:nvPr/>
        </p:nvPicPr>
        <p:blipFill>
          <a:blip r:embed="rId2" cstate="email">
            <a:alphaModFix amt="54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7" name="Image 3">
            <a:extLst>
              <a:ext uri="{FF2B5EF4-FFF2-40B4-BE49-F238E27FC236}">
                <a16:creationId xmlns:a16="http://schemas.microsoft.com/office/drawing/2014/main" id="{1E72182D-DFD1-40D1-9068-C2E617987A80}"/>
              </a:ext>
            </a:extLst>
          </p:cNvPr>
          <p:cNvPicPr>
            <a:picLocks noChangeAspect="1"/>
          </p:cNvPicPr>
          <p:nvPr userDrawn="1"/>
        </p:nvPicPr>
        <p:blipFill>
          <a:blip r:embed="rId2" cstate="email">
            <a:alphaModFix amt="54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3341_CapGeminiW_img.png" descr="3341_CapGeminiW_img.png">
            <a:extLst>
              <a:ext uri="{FF2B5EF4-FFF2-40B4-BE49-F238E27FC236}">
                <a16:creationId xmlns:a16="http://schemas.microsoft.com/office/drawing/2014/main" id="{1C64B7A3-D886-4B38-820E-A417B7434B6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309799538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8_Diapositive de titre">
    <p:spTree>
      <p:nvGrpSpPr>
        <p:cNvPr id="1" name=""/>
        <p:cNvGrpSpPr/>
        <p:nvPr/>
      </p:nvGrpSpPr>
      <p:grpSpPr>
        <a:xfrm>
          <a:off x="0" y="0"/>
          <a:ext cx="0" cy="0"/>
          <a:chOff x="0" y="0"/>
          <a:chExt cx="0" cy="0"/>
        </a:xfrm>
      </p:grpSpPr>
      <p:pic>
        <p:nvPicPr>
          <p:cNvPr id="5" name="Image 8">
            <a:extLst>
              <a:ext uri="{FF2B5EF4-FFF2-40B4-BE49-F238E27FC236}">
                <a16:creationId xmlns:a16="http://schemas.microsoft.com/office/drawing/2014/main" id="{0CE59B87-06EF-43DF-81EC-61D68BDE5DF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6" name="Image 8">
            <a:extLst>
              <a:ext uri="{FF2B5EF4-FFF2-40B4-BE49-F238E27FC236}">
                <a16:creationId xmlns:a16="http://schemas.microsoft.com/office/drawing/2014/main" id="{6C39E1D0-F8D1-417D-9096-8D60F0C9C5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3341_CapGeminiW_img.png" descr="3341_CapGeminiW_img.png">
            <a:extLst>
              <a:ext uri="{FF2B5EF4-FFF2-40B4-BE49-F238E27FC236}">
                <a16:creationId xmlns:a16="http://schemas.microsoft.com/office/drawing/2014/main" id="{B563687D-5B7D-444F-87BF-C120AEA2202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30085262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9_Diapositive de titre">
    <p:spTree>
      <p:nvGrpSpPr>
        <p:cNvPr id="1" name=""/>
        <p:cNvGrpSpPr/>
        <p:nvPr/>
      </p:nvGrpSpPr>
      <p:grpSpPr>
        <a:xfrm>
          <a:off x="0" y="0"/>
          <a:ext cx="0" cy="0"/>
          <a:chOff x="0" y="0"/>
          <a:chExt cx="0" cy="0"/>
        </a:xfrm>
      </p:grpSpPr>
      <p:pic>
        <p:nvPicPr>
          <p:cNvPr id="5" name="Image 8">
            <a:extLst>
              <a:ext uri="{FF2B5EF4-FFF2-40B4-BE49-F238E27FC236}">
                <a16:creationId xmlns:a16="http://schemas.microsoft.com/office/drawing/2014/main" id="{ED3EB0B2-A0E5-4348-8973-FB81AA04375B}"/>
              </a:ext>
            </a:extLst>
          </p:cNvPr>
          <p:cNvPicPr>
            <a:picLocks noChangeAspect="1"/>
          </p:cNvPicPr>
          <p:nvPr/>
        </p:nvPicPr>
        <p:blipFill>
          <a:blip r:embed="rId2" cstate="email">
            <a:alphaModFix amt="6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6" name="Image 8">
            <a:extLst>
              <a:ext uri="{FF2B5EF4-FFF2-40B4-BE49-F238E27FC236}">
                <a16:creationId xmlns:a16="http://schemas.microsoft.com/office/drawing/2014/main" id="{C141416D-8EDC-443F-97A5-95FB510E3CD2}"/>
              </a:ext>
            </a:extLst>
          </p:cNvPr>
          <p:cNvPicPr>
            <a:picLocks noChangeAspect="1"/>
          </p:cNvPicPr>
          <p:nvPr userDrawn="1"/>
        </p:nvPicPr>
        <p:blipFill>
          <a:blip r:embed="rId2" cstate="email">
            <a:alphaModFix amt="6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3341_CapGeminiW_img.png" descr="3341_CapGeminiW_img.png">
            <a:extLst>
              <a:ext uri="{FF2B5EF4-FFF2-40B4-BE49-F238E27FC236}">
                <a16:creationId xmlns:a16="http://schemas.microsoft.com/office/drawing/2014/main" id="{5B24060F-F92D-49DB-9A02-274A6C5F4D3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290575654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0_Diapositive de titre">
    <p:spTree>
      <p:nvGrpSpPr>
        <p:cNvPr id="1" name=""/>
        <p:cNvGrpSpPr/>
        <p:nvPr/>
      </p:nvGrpSpPr>
      <p:grpSpPr>
        <a:xfrm>
          <a:off x="0" y="0"/>
          <a:ext cx="0" cy="0"/>
          <a:chOff x="0" y="0"/>
          <a:chExt cx="0" cy="0"/>
        </a:xfrm>
      </p:grpSpPr>
      <p:pic>
        <p:nvPicPr>
          <p:cNvPr id="5" name="Image 1">
            <a:extLst>
              <a:ext uri="{FF2B5EF4-FFF2-40B4-BE49-F238E27FC236}">
                <a16:creationId xmlns:a16="http://schemas.microsoft.com/office/drawing/2014/main" id="{54253CEF-C430-4E11-A516-C0DA4772891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652"/>
            <a:ext cx="12192000" cy="6852696"/>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6" name="Image 1">
            <a:extLst>
              <a:ext uri="{FF2B5EF4-FFF2-40B4-BE49-F238E27FC236}">
                <a16:creationId xmlns:a16="http://schemas.microsoft.com/office/drawing/2014/main" id="{ECD106A6-E5DB-473A-A425-6C53A9A1648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652"/>
            <a:ext cx="12192000" cy="6852696"/>
          </a:xfrm>
          <a:prstGeom prst="rect">
            <a:avLst/>
          </a:prstGeom>
        </p:spPr>
      </p:pic>
      <p:pic>
        <p:nvPicPr>
          <p:cNvPr id="7" name="3341_CapGeminiW_img.png" descr="3341_CapGeminiW_img.png">
            <a:extLst>
              <a:ext uri="{FF2B5EF4-FFF2-40B4-BE49-F238E27FC236}">
                <a16:creationId xmlns:a16="http://schemas.microsoft.com/office/drawing/2014/main" id="{FE668B14-563F-4F48-A509-4C97EC860B5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164888118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_Diapositive de titre">
    <p:bg>
      <p:bgPr>
        <a:solidFill>
          <a:schemeClr val="accent4"/>
        </a:solidFill>
        <a:effectLst/>
      </p:bgPr>
    </p:bg>
    <p:spTree>
      <p:nvGrpSpPr>
        <p:cNvPr id="1" name=""/>
        <p:cNvGrpSpPr/>
        <p:nvPr/>
      </p:nvGrpSpPr>
      <p:grpSpPr>
        <a:xfrm>
          <a:off x="0" y="0"/>
          <a:ext cx="0" cy="0"/>
          <a:chOff x="0" y="0"/>
          <a:chExt cx="0" cy="0"/>
        </a:xfrm>
      </p:grpSpPr>
      <p:pic>
        <p:nvPicPr>
          <p:cNvPr id="9" name="Picture 6" descr="aerial photography of beach and land">
            <a:extLst>
              <a:ext uri="{FF2B5EF4-FFF2-40B4-BE49-F238E27FC236}">
                <a16:creationId xmlns:a16="http://schemas.microsoft.com/office/drawing/2014/main" id="{7C146F67-0A8F-494F-A05C-AB815382F234}"/>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35EA1215-7D98-4461-9498-657E21A766F6}"/>
              </a:ext>
            </a:extLst>
          </p:cNvPr>
          <p:cNvSpPr/>
          <p:nvPr/>
        </p:nvSpPr>
        <p:spPr>
          <a:xfrm>
            <a:off x="-1587" y="-1589"/>
            <a:ext cx="12192000" cy="6859588"/>
          </a:xfrm>
          <a:prstGeom prst="rect">
            <a:avLst/>
          </a:prstGeom>
          <a:solidFill>
            <a:srgbClr val="0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Verdana"/>
              <a:ea typeface="+mn-ea"/>
              <a:cs typeface="+mn-cs"/>
            </a:endParaRP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pic>
        <p:nvPicPr>
          <p:cNvPr id="7" name="Picture 6" descr="aerial photography of beach and land">
            <a:extLst>
              <a:ext uri="{FF2B5EF4-FFF2-40B4-BE49-F238E27FC236}">
                <a16:creationId xmlns:a16="http://schemas.microsoft.com/office/drawing/2014/main" id="{3F885A82-A4E9-4FA8-A725-137B081C48B0}"/>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1C05CB00-A0D4-4219-90DA-8E4775635547}"/>
              </a:ext>
            </a:extLst>
          </p:cNvPr>
          <p:cNvSpPr/>
          <p:nvPr userDrawn="1"/>
        </p:nvSpPr>
        <p:spPr>
          <a:xfrm>
            <a:off x="-3174" y="-1589"/>
            <a:ext cx="12192000" cy="6859588"/>
          </a:xfrm>
          <a:prstGeom prst="rect">
            <a:avLst/>
          </a:prstGeom>
          <a:solidFill>
            <a:srgbClr val="00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Verdana"/>
              <a:ea typeface="+mn-ea"/>
              <a:cs typeface="+mn-cs"/>
            </a:endParaRPr>
          </a:p>
        </p:txBody>
      </p:sp>
      <p:pic>
        <p:nvPicPr>
          <p:cNvPr id="12" name="3341_CapGeminiW_img.png" descr="3341_CapGeminiW_img.png">
            <a:extLst>
              <a:ext uri="{FF2B5EF4-FFF2-40B4-BE49-F238E27FC236}">
                <a16:creationId xmlns:a16="http://schemas.microsoft.com/office/drawing/2014/main" id="{8E04F155-059B-4223-99EB-A5546BFA02A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351149718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2_Diapositive de titre">
    <p:bg>
      <p:bgPr>
        <a:solidFill>
          <a:schemeClr val="accent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2DA7D92-E236-4F00-BD03-C73F2F91309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6D9D8352-75ED-4C4A-9E7D-2CDFC2837170}"/>
              </a:ext>
            </a:extLst>
          </p:cNvPr>
          <p:cNvSpPr/>
          <p:nvPr/>
        </p:nvSpPr>
        <p:spPr>
          <a:xfrm>
            <a:off x="-1587" y="13276"/>
            <a:ext cx="12192000" cy="6868886"/>
          </a:xfrm>
          <a:prstGeom prst="rect">
            <a:avLst/>
          </a:prstGeom>
          <a:gradFill>
            <a:gsLst>
              <a:gs pos="0">
                <a:schemeClr val="tx1">
                  <a:alpha val="79000"/>
                </a:schemeClr>
              </a:gs>
              <a:gs pos="100000">
                <a:schemeClr val="tx1">
                  <a:alpha val="20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9" name="Picture 8">
            <a:extLst>
              <a:ext uri="{FF2B5EF4-FFF2-40B4-BE49-F238E27FC236}">
                <a16:creationId xmlns:a16="http://schemas.microsoft.com/office/drawing/2014/main" id="{D35F5821-63D1-4720-83AB-4E24671F8D2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8D80015A-93F8-4495-810A-B5DF4CCE394B}"/>
              </a:ext>
            </a:extLst>
          </p:cNvPr>
          <p:cNvSpPr/>
          <p:nvPr userDrawn="1"/>
        </p:nvSpPr>
        <p:spPr>
          <a:xfrm>
            <a:off x="1" y="13276"/>
            <a:ext cx="12190412" cy="6868886"/>
          </a:xfrm>
          <a:prstGeom prst="rect">
            <a:avLst/>
          </a:prstGeom>
          <a:gradFill>
            <a:gsLst>
              <a:gs pos="0">
                <a:schemeClr val="tx1">
                  <a:alpha val="79000"/>
                </a:schemeClr>
              </a:gs>
              <a:gs pos="100000">
                <a:schemeClr val="tx1">
                  <a:alpha val="20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pic>
        <p:nvPicPr>
          <p:cNvPr id="4" name="3341_CapGeminiW_img.png" descr="3341_CapGeminiW_img.png">
            <a:extLst>
              <a:ext uri="{FF2B5EF4-FFF2-40B4-BE49-F238E27FC236}">
                <a16:creationId xmlns:a16="http://schemas.microsoft.com/office/drawing/2014/main" id="{E26F3563-25CE-4FBA-E98A-B01F514B7E5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cxnSp>
        <p:nvCxnSpPr>
          <p:cNvPr id="6" name="Straight Connector 5">
            <a:extLst>
              <a:ext uri="{FF2B5EF4-FFF2-40B4-BE49-F238E27FC236}">
                <a16:creationId xmlns:a16="http://schemas.microsoft.com/office/drawing/2014/main" id="{E7BA199E-F4DD-C4D1-695E-B69A9171DFA3}"/>
              </a:ext>
            </a:extLst>
          </p:cNvPr>
          <p:cNvCxnSpPr>
            <a:cxnSpLocks/>
          </p:cNvCxnSpPr>
          <p:nvPr userDrawn="1"/>
        </p:nvCxnSpPr>
        <p:spPr>
          <a:xfrm>
            <a:off x="11529385" y="263491"/>
            <a:ext cx="0" cy="34684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5361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
        <p:nvSpPr>
          <p:cNvPr id="4" name="Retângulo 43">
            <a:extLst>
              <a:ext uri="{FF2B5EF4-FFF2-40B4-BE49-F238E27FC236}">
                <a16:creationId xmlns:a16="http://schemas.microsoft.com/office/drawing/2014/main" id="{9BBCFA70-3A35-4801-8733-FA5F77613D9E}"/>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1"/>
                </a:solidFill>
                <a:latin typeface="Ubuntu" panose="020B0504030602030204" pitchFamily="34" charset="0"/>
                <a:cs typeface="Arial" panose="020B0604020202020204" pitchFamily="34" charset="0"/>
              </a:rPr>
              <a:pPr algn="r"/>
              <a:t>‹#›</a:t>
            </a:fld>
            <a:endParaRPr lang="en-US" sz="800">
              <a:solidFill>
                <a:schemeClr val="bg1"/>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272394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 bullets with highlights">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prstClr val="white"/>
              </a:solidFill>
            </a:endParaRPr>
          </a:p>
        </p:txBody>
      </p:sp>
      <p:pic>
        <p:nvPicPr>
          <p:cNvPr id="14" name="Graphic 41">
            <a:extLst>
              <a:ext uri="{FF2B5EF4-FFF2-40B4-BE49-F238E27FC236}">
                <a16:creationId xmlns:a16="http://schemas.microsoft.com/office/drawing/2014/main" id="{39882BC4-7320-49FC-B1BE-AEB377EFC01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a:xfrm rot="7221508" flipH="1" flipV="1">
            <a:off x="-680387" y="-1161480"/>
            <a:ext cx="5164464" cy="4860430"/>
          </a:xfrm>
          <a:custGeom>
            <a:avLst/>
            <a:gdLst>
              <a:gd name="connsiteX0" fmla="*/ 0 w 6728158"/>
              <a:gd name="connsiteY0" fmla="*/ 6332069 h 6332069"/>
              <a:gd name="connsiteX1" fmla="*/ 6728158 w 6728158"/>
              <a:gd name="connsiteY1" fmla="*/ 6332069 h 6332069"/>
              <a:gd name="connsiteX2" fmla="*/ 6728158 w 6728158"/>
              <a:gd name="connsiteY2" fmla="*/ 5480387 h 6332069"/>
              <a:gd name="connsiteX3" fmla="*/ 3518172 w 6728158"/>
              <a:gd name="connsiteY3" fmla="*/ 0 h 6332069"/>
              <a:gd name="connsiteX4" fmla="*/ 0 w 6728158"/>
              <a:gd name="connsiteY4" fmla="*/ 2060673 h 6332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58" h="6332069">
                <a:moveTo>
                  <a:pt x="0" y="6332069"/>
                </a:moveTo>
                <a:lnTo>
                  <a:pt x="6728158" y="6332069"/>
                </a:lnTo>
                <a:lnTo>
                  <a:pt x="6728158" y="5480387"/>
                </a:lnTo>
                <a:lnTo>
                  <a:pt x="3518172" y="0"/>
                </a:lnTo>
                <a:lnTo>
                  <a:pt x="0" y="2060673"/>
                </a:lnTo>
                <a:close/>
              </a:path>
            </a:pathLst>
          </a:custGeom>
        </p:spPr>
      </p:pic>
      <p:sp>
        <p:nvSpPr>
          <p:cNvPr id="27"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426716" y="3367132"/>
            <a:ext cx="3670826" cy="2993216"/>
          </a:xfrm>
          <a:prstGeom prst="rect">
            <a:avLst/>
          </a:prstGeom>
        </p:spPr>
        <p:txBody>
          <a:bodyPr>
            <a:noAutofit/>
          </a:bodyPr>
          <a:lstStyle>
            <a:lvl1pPr>
              <a:lnSpc>
                <a:spcPts val="2200"/>
              </a:lnSpc>
              <a:defRPr sz="1800"/>
            </a:lvl1pPr>
            <a:lvl2pPr>
              <a:lnSpc>
                <a:spcPts val="1800"/>
              </a:lnSpc>
              <a:buClr>
                <a:schemeClr val="accent3"/>
              </a:buClr>
              <a:defRPr sz="1600"/>
            </a:lvl2pPr>
            <a:lvl3pPr>
              <a:lnSpc>
                <a:spcPts val="1600"/>
              </a:lnSpc>
              <a:buClr>
                <a:schemeClr val="accent3"/>
              </a:buClr>
              <a:defRPr sz="1400"/>
            </a:lvl3pPr>
            <a:lvl4pPr>
              <a:lnSpc>
                <a:spcPts val="1400"/>
              </a:lnSpc>
              <a:buClr>
                <a:schemeClr val="accent3"/>
              </a:buClr>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2"/>
            <a:ext cx="2663676" cy="1584027"/>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a:t>Click to add title</a:t>
            </a:r>
            <a:endParaRPr lang="pt-PT"/>
          </a:p>
        </p:txBody>
      </p:sp>
      <p:sp>
        <p:nvSpPr>
          <p:cNvPr id="16"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6917889" y="825195"/>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a:t>Click to insert title</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6917889" y="1268413"/>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33" name="Text Placeholder 4">
            <a:extLst>
              <a:ext uri="{FF2B5EF4-FFF2-40B4-BE49-F238E27FC236}">
                <a16:creationId xmlns:a16="http://schemas.microsoft.com/office/drawing/2014/main" id="{04C1CAD0-39C3-4CE2-A9E9-8CA99EFF5357}"/>
              </a:ext>
            </a:extLst>
          </p:cNvPr>
          <p:cNvSpPr>
            <a:spLocks noGrp="1"/>
          </p:cNvSpPr>
          <p:nvPr>
            <p:ph type="body" sz="quarter" idx="39" hasCustomPrompt="1"/>
          </p:nvPr>
        </p:nvSpPr>
        <p:spPr>
          <a:xfrm>
            <a:off x="6917889" y="2583858"/>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a:t>Click to insert title</a:t>
            </a:r>
          </a:p>
        </p:txBody>
      </p:sp>
      <p:sp>
        <p:nvSpPr>
          <p:cNvPr id="34" name="Text Placeholder 7">
            <a:extLst>
              <a:ext uri="{FF2B5EF4-FFF2-40B4-BE49-F238E27FC236}">
                <a16:creationId xmlns:a16="http://schemas.microsoft.com/office/drawing/2014/main" id="{9228FC83-C11D-47F2-8BDE-B10D125E5E87}"/>
              </a:ext>
            </a:extLst>
          </p:cNvPr>
          <p:cNvSpPr>
            <a:spLocks noGrp="1"/>
          </p:cNvSpPr>
          <p:nvPr>
            <p:ph type="body" sz="quarter" idx="40" hasCustomPrompt="1"/>
          </p:nvPr>
        </p:nvSpPr>
        <p:spPr>
          <a:xfrm>
            <a:off x="6917889" y="3027076"/>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35" name="Text Placeholder 4">
            <a:extLst>
              <a:ext uri="{FF2B5EF4-FFF2-40B4-BE49-F238E27FC236}">
                <a16:creationId xmlns:a16="http://schemas.microsoft.com/office/drawing/2014/main" id="{04C1CAD0-39C3-4CE2-A9E9-8CA99EFF5357}"/>
              </a:ext>
            </a:extLst>
          </p:cNvPr>
          <p:cNvSpPr>
            <a:spLocks noGrp="1"/>
          </p:cNvSpPr>
          <p:nvPr>
            <p:ph type="body" sz="quarter" idx="41" hasCustomPrompt="1"/>
          </p:nvPr>
        </p:nvSpPr>
        <p:spPr>
          <a:xfrm>
            <a:off x="6917889" y="4361680"/>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a:t>Click to insert title</a:t>
            </a:r>
          </a:p>
        </p:txBody>
      </p:sp>
      <p:sp>
        <p:nvSpPr>
          <p:cNvPr id="36"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6917889" y="4804898"/>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5306240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re seul">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066501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First Slide - FR">
    <p:spTree>
      <p:nvGrpSpPr>
        <p:cNvPr id="1" name=""/>
        <p:cNvGrpSpPr/>
        <p:nvPr/>
      </p:nvGrpSpPr>
      <p:grpSpPr>
        <a:xfrm>
          <a:off x="0" y="0"/>
          <a:ext cx="0" cy="0"/>
          <a:chOff x="0" y="0"/>
          <a:chExt cx="0" cy="0"/>
        </a:xfrm>
      </p:grpSpPr>
      <p:sp>
        <p:nvSpPr>
          <p:cNvPr id="19" name="Footer Placeholder 9">
            <a:extLst>
              <a:ext uri="{FF2B5EF4-FFF2-40B4-BE49-F238E27FC236}">
                <a16:creationId xmlns:a16="http://schemas.microsoft.com/office/drawing/2014/main" id="{48B2D5C0-DBAD-46C8-A0B8-5CB5A4070C90}"/>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2">
                    <a:lumMod val="90000"/>
                  </a:schemeClr>
                </a:solidFill>
              </a:defRPr>
            </a:lvl1pPr>
          </a:lstStyle>
          <a:p>
            <a:pPr>
              <a:spcBef>
                <a:spcPts val="1000"/>
              </a:spcBef>
              <a:buFont typeface="Arial" panose="020B0604020202020204" pitchFamily="34" charset="0"/>
              <a:buNone/>
            </a:pPr>
            <a:r>
              <a:rPr lang="en-GB"/>
              <a:t>Sustainability Upskilling for Shell </a:t>
            </a:r>
            <a:endParaRPr lang="en-US"/>
          </a:p>
        </p:txBody>
      </p:sp>
      <p:pic>
        <p:nvPicPr>
          <p:cNvPr id="24" name="Picture Placeholder 5">
            <a:extLst>
              <a:ext uri="{FF2B5EF4-FFF2-40B4-BE49-F238E27FC236}">
                <a16:creationId xmlns:a16="http://schemas.microsoft.com/office/drawing/2014/main" id="{9AD64C39-05B7-49C9-835C-82F3707A4D18}"/>
              </a:ext>
              <a:ext uri="{C183D7F6-B498-43B3-948B-1728B52AA6E4}">
                <adec:decorative xmlns:adec="http://schemas.microsoft.com/office/drawing/2017/decorative" val="1"/>
              </a:ext>
            </a:extLst>
          </p:cNvPr>
          <p:cNvPicPr>
            <a:picLocks noChangeAspect="1"/>
          </p:cNvPicPr>
          <p:nvPr userDrawn="1"/>
        </p:nvPicPr>
        <p:blipFill>
          <a:blip r:embed="rId2">
            <a:alphaModFix/>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a:xfrm>
            <a:off x="-10725" y="-7475"/>
            <a:ext cx="12192000" cy="6858000"/>
          </a:xfrm>
          <a:prstGeom prst="rect">
            <a:avLst/>
          </a:prstGeom>
        </p:spPr>
      </p:pic>
      <p:pic>
        <p:nvPicPr>
          <p:cNvPr id="25" name="Picture 24" descr="A picture containing lamp, light&#10;&#10;Description automatically generated">
            <a:extLst>
              <a:ext uri="{FF2B5EF4-FFF2-40B4-BE49-F238E27FC236}">
                <a16:creationId xmlns:a16="http://schemas.microsoft.com/office/drawing/2014/main" id="{C35D79D9-2244-4559-84A8-BA9CFF52C55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046864" y="98652"/>
            <a:ext cx="9699607" cy="6858000"/>
          </a:xfrm>
          <a:prstGeom prst="rect">
            <a:avLst/>
          </a:prstGeom>
        </p:spPr>
      </p:pic>
      <p:grpSp>
        <p:nvGrpSpPr>
          <p:cNvPr id="31" name="Graphic 5">
            <a:extLst>
              <a:ext uri="{FF2B5EF4-FFF2-40B4-BE49-F238E27FC236}">
                <a16:creationId xmlns:a16="http://schemas.microsoft.com/office/drawing/2014/main" id="{158C25FF-3AF7-4C3F-B9CF-849527EE3808}"/>
              </a:ext>
            </a:extLst>
          </p:cNvPr>
          <p:cNvGrpSpPr/>
          <p:nvPr userDrawn="1"/>
        </p:nvGrpSpPr>
        <p:grpSpPr>
          <a:xfrm>
            <a:off x="8191098" y="5618457"/>
            <a:ext cx="4088797" cy="1234354"/>
            <a:chOff x="2766219" y="16933069"/>
            <a:chExt cx="7067550" cy="2133600"/>
          </a:xfrm>
        </p:grpSpPr>
        <p:sp>
          <p:nvSpPr>
            <p:cNvPr id="32" name="Freeform: Shape 31">
              <a:extLst>
                <a:ext uri="{FF2B5EF4-FFF2-40B4-BE49-F238E27FC236}">
                  <a16:creationId xmlns:a16="http://schemas.microsoft.com/office/drawing/2014/main" id="{35F75E33-5A07-4128-B639-BF719A69D4E3}"/>
                </a:ext>
              </a:extLst>
            </p:cNvPr>
            <p:cNvSpPr/>
            <p:nvPr/>
          </p:nvSpPr>
          <p:spPr>
            <a:xfrm>
              <a:off x="8928418" y="17659350"/>
              <a:ext cx="228600"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3" name="Freeform: Shape 32">
              <a:extLst>
                <a:ext uri="{FF2B5EF4-FFF2-40B4-BE49-F238E27FC236}">
                  <a16:creationId xmlns:a16="http://schemas.microsoft.com/office/drawing/2014/main" id="{CE87759A-9AD5-459B-8D24-09BC7E540EB7}"/>
                </a:ext>
              </a:extLst>
            </p:cNvPr>
            <p:cNvSpPr/>
            <p:nvPr/>
          </p:nvSpPr>
          <p:spPr>
            <a:xfrm>
              <a:off x="8234045" y="17759363"/>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4" name="Freeform: Shape 33">
              <a:extLst>
                <a:ext uri="{FF2B5EF4-FFF2-40B4-BE49-F238E27FC236}">
                  <a16:creationId xmlns:a16="http://schemas.microsoft.com/office/drawing/2014/main" id="{067B6274-451D-4CBD-9BCD-377C1E371609}"/>
                </a:ext>
              </a:extLst>
            </p:cNvPr>
            <p:cNvSpPr/>
            <p:nvPr/>
          </p:nvSpPr>
          <p:spPr>
            <a:xfrm>
              <a:off x="7443470" y="17615535"/>
              <a:ext cx="114300" cy="114300"/>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5" name="Freeform: Shape 34">
              <a:extLst>
                <a:ext uri="{FF2B5EF4-FFF2-40B4-BE49-F238E27FC236}">
                  <a16:creationId xmlns:a16="http://schemas.microsoft.com/office/drawing/2014/main" id="{5BF26B07-B117-47EC-AD9E-230B2B204D8B}"/>
                </a:ext>
              </a:extLst>
            </p:cNvPr>
            <p:cNvSpPr/>
            <p:nvPr/>
          </p:nvSpPr>
          <p:spPr>
            <a:xfrm>
              <a:off x="7453948" y="1777174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6" name="Freeform: Shape 35">
              <a:extLst>
                <a:ext uri="{FF2B5EF4-FFF2-40B4-BE49-F238E27FC236}">
                  <a16:creationId xmlns:a16="http://schemas.microsoft.com/office/drawing/2014/main" id="{591F5E2F-40A3-4C1D-9940-0F7A7B37CF3B}"/>
                </a:ext>
              </a:extLst>
            </p:cNvPr>
            <p:cNvSpPr/>
            <p:nvPr/>
          </p:nvSpPr>
          <p:spPr>
            <a:xfrm>
              <a:off x="7898765" y="17772698"/>
              <a:ext cx="352425"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7" name="Freeform: Shape 36">
              <a:extLst>
                <a:ext uri="{FF2B5EF4-FFF2-40B4-BE49-F238E27FC236}">
                  <a16:creationId xmlns:a16="http://schemas.microsoft.com/office/drawing/2014/main" id="{29C5D7AF-CAC6-43FA-8447-1DC93BE466B8}"/>
                </a:ext>
              </a:extLst>
            </p:cNvPr>
            <p:cNvSpPr/>
            <p:nvPr/>
          </p:nvSpPr>
          <p:spPr>
            <a:xfrm>
              <a:off x="7587298" y="17763173"/>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8" name="Freeform: Shape 37">
              <a:extLst>
                <a:ext uri="{FF2B5EF4-FFF2-40B4-BE49-F238E27FC236}">
                  <a16:creationId xmlns:a16="http://schemas.microsoft.com/office/drawing/2014/main" id="{361C824E-7087-47F4-B50F-15E958A085B2}"/>
                </a:ext>
              </a:extLst>
            </p:cNvPr>
            <p:cNvSpPr/>
            <p:nvPr/>
          </p:nvSpPr>
          <p:spPr>
            <a:xfrm>
              <a:off x="8593138" y="17763173"/>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9" name="Freeform: Shape 38">
              <a:extLst>
                <a:ext uri="{FF2B5EF4-FFF2-40B4-BE49-F238E27FC236}">
                  <a16:creationId xmlns:a16="http://schemas.microsoft.com/office/drawing/2014/main" id="{E755C343-C706-41C7-A1E0-D99898BD8346}"/>
                </a:ext>
              </a:extLst>
            </p:cNvPr>
            <p:cNvSpPr/>
            <p:nvPr/>
          </p:nvSpPr>
          <p:spPr>
            <a:xfrm>
              <a:off x="3437255" y="17566958"/>
              <a:ext cx="3171825" cy="8667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0" name="Freeform: Shape 39">
              <a:extLst>
                <a:ext uri="{FF2B5EF4-FFF2-40B4-BE49-F238E27FC236}">
                  <a16:creationId xmlns:a16="http://schemas.microsoft.com/office/drawing/2014/main" id="{9F5177DF-B141-4C64-9705-D2767D432F59}"/>
                </a:ext>
              </a:extLst>
            </p:cNvPr>
            <p:cNvSpPr/>
            <p:nvPr/>
          </p:nvSpPr>
          <p:spPr>
            <a:xfrm>
              <a:off x="5827047" y="1760978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1" name="Freeform: Shape 40">
              <a:extLst>
                <a:ext uri="{FF2B5EF4-FFF2-40B4-BE49-F238E27FC236}">
                  <a16:creationId xmlns:a16="http://schemas.microsoft.com/office/drawing/2014/main" id="{8C356AFB-CF9D-4242-B9BC-25AED55780E5}"/>
                </a:ext>
              </a:extLst>
            </p:cNvPr>
            <p:cNvSpPr/>
            <p:nvPr/>
          </p:nvSpPr>
          <p:spPr>
            <a:xfrm>
              <a:off x="6448108" y="17627883"/>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2" name="Freeform: Shape 41">
              <a:extLst>
                <a:ext uri="{FF2B5EF4-FFF2-40B4-BE49-F238E27FC236}">
                  <a16:creationId xmlns:a16="http://schemas.microsoft.com/office/drawing/2014/main" id="{F3E59E9C-4137-4813-87AE-FED4325C52A7}"/>
                </a:ext>
              </a:extLst>
            </p:cNvPr>
            <p:cNvSpPr/>
            <p:nvPr/>
          </p:nvSpPr>
          <p:spPr>
            <a:xfrm>
              <a:off x="6647180" y="17555528"/>
              <a:ext cx="676275" cy="581025"/>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3" name="Freeform: Shape 42">
              <a:extLst>
                <a:ext uri="{FF2B5EF4-FFF2-40B4-BE49-F238E27FC236}">
                  <a16:creationId xmlns:a16="http://schemas.microsoft.com/office/drawing/2014/main" id="{4C652C4E-B6A3-4FA0-9034-557F969EF323}"/>
                </a:ext>
              </a:extLst>
            </p:cNvPr>
            <p:cNvSpPr/>
            <p:nvPr/>
          </p:nvSpPr>
          <p:spPr>
            <a:xfrm>
              <a:off x="6886258" y="17824935"/>
              <a:ext cx="457200" cy="371475"/>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grpSp>
    </p:spTree>
    <p:extLst>
      <p:ext uri="{BB962C8B-B14F-4D97-AF65-F5344CB8AC3E}">
        <p14:creationId xmlns:p14="http://schemas.microsoft.com/office/powerpoint/2010/main" val="51727649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64050B3-4C6B-4B8B-AB7F-004801BF3427}"/>
              </a:ext>
            </a:extLst>
          </p:cNvPr>
          <p:cNvGraphicFramePr>
            <a:graphicFrameLocks noChangeAspect="1"/>
          </p:cNvGraphicFramePr>
          <p:nvPr userDrawn="1">
            <p:custDataLst>
              <p:tags r:id="rId1"/>
            </p:custDataLst>
            <p:extLst>
              <p:ext uri="{D42A27DB-BD31-4B8C-83A1-F6EECF244321}">
                <p14:modId xmlns:p14="http://schemas.microsoft.com/office/powerpoint/2010/main" val="37809212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664050B3-4C6B-4B8B-AB7F-004801BF34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5DCB80F-3242-44E5-9991-350FE7364BEF}"/>
              </a:ext>
            </a:extLst>
          </p:cNvPr>
          <p:cNvSpPr/>
          <p:nvPr userDrawn="1">
            <p:custDataLst>
              <p:tags r:id="rId2"/>
            </p:custDataLst>
          </p:nvPr>
        </p:nvSpPr>
        <p:spPr>
          <a:xfrm>
            <a:off x="0" y="0"/>
            <a:ext cx="158750" cy="15875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0" i="0" baseline="0">
              <a:solidFill>
                <a:schemeClr val="tx1"/>
              </a:solidFill>
              <a:latin typeface="Ubuntu" panose="020B0504030602030204" pitchFamily="34" charset="0"/>
              <a:ea typeface="+mn-ea"/>
              <a:cs typeface="+mn-cs"/>
              <a:sym typeface="Ubuntu" panose="020B0504030602030204" pitchFamily="34" charset="0"/>
            </a:endParaRPr>
          </a:p>
        </p:txBody>
      </p:sp>
      <p:pic>
        <p:nvPicPr>
          <p:cNvPr id="3" name="Picture 2">
            <a:extLst>
              <a:ext uri="{FF2B5EF4-FFF2-40B4-BE49-F238E27FC236}">
                <a16:creationId xmlns:a16="http://schemas.microsoft.com/office/drawing/2014/main" id="{4C3838DB-DD02-4394-9288-6241B74BBDDC}"/>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b="6806"/>
          <a:stretch/>
        </p:blipFill>
        <p:spPr>
          <a:xfrm rot="16200000">
            <a:off x="2770730" y="-2563271"/>
            <a:ext cx="6650542" cy="12191998"/>
          </a:xfrm>
          <a:prstGeom prst="rect">
            <a:avLst/>
          </a:prstGeom>
        </p:spPr>
      </p:pic>
      <p:sp>
        <p:nvSpPr>
          <p:cNvPr id="22" name="Subtitle 2"/>
          <p:cNvSpPr>
            <a:spLocks noGrp="1"/>
          </p:cNvSpPr>
          <p:nvPr>
            <p:ph type="subTitle" idx="1" hasCustomPrompt="1"/>
          </p:nvPr>
        </p:nvSpPr>
        <p:spPr>
          <a:xfrm>
            <a:off x="1080000" y="5435302"/>
            <a:ext cx="6234859" cy="369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lvl1pPr>
              <a:lnSpc>
                <a:spcPct val="100000"/>
              </a:lnSpc>
              <a:spcBef>
                <a:spcPts val="0"/>
              </a:spcBef>
              <a:defRPr lang="en-US" sz="2000" spc="0" baseline="0" dirty="0">
                <a:solidFill>
                  <a:schemeClr val="bg1"/>
                </a:solidFill>
              </a:defRPr>
            </a:lvl1pPr>
          </a:lstStyle>
          <a:p>
            <a:pPr marR="0" lvl="0" fontAlgn="auto">
              <a:spcAft>
                <a:spcPts val="0"/>
              </a:spcAft>
              <a:buClrTx/>
              <a:buSzTx/>
              <a:tabLst/>
            </a:pPr>
            <a:r>
              <a:rPr lang="en-US"/>
              <a:t>Click to insert location and date</a:t>
            </a:r>
          </a:p>
        </p:txBody>
      </p:sp>
      <p:grpSp>
        <p:nvGrpSpPr>
          <p:cNvPr id="24" name="Graphic 4">
            <a:extLst>
              <a:ext uri="{FF2B5EF4-FFF2-40B4-BE49-F238E27FC236}">
                <a16:creationId xmlns:a16="http://schemas.microsoft.com/office/drawing/2014/main" id="{2866234A-554F-4BBB-A5CF-58DAAC7A7927}"/>
              </a:ext>
            </a:extLst>
          </p:cNvPr>
          <p:cNvGrpSpPr>
            <a:grpSpLocks/>
          </p:cNvGrpSpPr>
          <p:nvPr userDrawn="1"/>
        </p:nvGrpSpPr>
        <p:grpSpPr>
          <a:xfrm>
            <a:off x="8109338" y="486661"/>
            <a:ext cx="3557061" cy="546150"/>
            <a:chOff x="3176111" y="1257136"/>
            <a:chExt cx="5719756" cy="878207"/>
          </a:xfrm>
        </p:grpSpPr>
        <p:sp>
          <p:nvSpPr>
            <p:cNvPr id="25" name="Freeform: Shape 24">
              <a:extLst>
                <a:ext uri="{FF2B5EF4-FFF2-40B4-BE49-F238E27FC236}">
                  <a16:creationId xmlns:a16="http://schemas.microsoft.com/office/drawing/2014/main" id="{48A48368-23F7-435B-9C36-2DB5837D88E6}"/>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F823941-B648-418E-B46F-23726D3EC4CE}"/>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F0DDDCC1-860C-4945-8B70-CB8FE5BAA464}"/>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8" name="Freeform: Shape 27">
              <a:extLst>
                <a:ext uri="{FF2B5EF4-FFF2-40B4-BE49-F238E27FC236}">
                  <a16:creationId xmlns:a16="http://schemas.microsoft.com/office/drawing/2014/main" id="{C087AF91-C341-4CEE-9EEF-42CD356BCA8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0FFAD3AB-1B8D-4DCE-8040-514FBE18CCF8}"/>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FB5A9034-EBBB-4FEA-9CF9-86A220F932DC}"/>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5C7C0D9E-8588-453F-A5CF-C2800171BD3E}"/>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2" name="Freeform: Shape 31">
              <a:extLst>
                <a:ext uri="{FF2B5EF4-FFF2-40B4-BE49-F238E27FC236}">
                  <a16:creationId xmlns:a16="http://schemas.microsoft.com/office/drawing/2014/main" id="{38D15F60-3C20-437A-AC32-E3F31953F8D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09E32212-A802-47EC-A9CF-ADC9656D088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420F68B9-AD51-4ED7-8602-A5B10D62DCFB}"/>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918D92F8-44A3-4D30-AA4B-735DA73F2CE6}"/>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DC992723-DD27-4C2D-B33E-BA86F4AD289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6" name="Text Placeholder 5">
            <a:extLst>
              <a:ext uri="{FF2B5EF4-FFF2-40B4-BE49-F238E27FC236}">
                <a16:creationId xmlns:a16="http://schemas.microsoft.com/office/drawing/2014/main" id="{450A95E3-5780-42DC-9996-E26F09FF5EBD}"/>
              </a:ext>
            </a:extLst>
          </p:cNvPr>
          <p:cNvSpPr>
            <a:spLocks noGrp="1"/>
          </p:cNvSpPr>
          <p:nvPr>
            <p:ph type="body" sz="quarter" idx="12" hasCustomPrompt="1"/>
          </p:nvPr>
        </p:nvSpPr>
        <p:spPr>
          <a:xfrm>
            <a:off x="1080000" y="5949281"/>
            <a:ext cx="6240136" cy="503908"/>
          </a:xfrm>
          <a:prstGeom prst="rect">
            <a:avLst/>
          </a:prstGeom>
        </p:spPr>
        <p:txBody>
          <a:bodyPr lIns="0" rIns="0" anchor="b" anchorCtr="0">
            <a:noAutofit/>
          </a:bodyPr>
          <a:lstStyle>
            <a:lvl1pPr>
              <a:spcBef>
                <a:spcPts val="0"/>
              </a:spcBef>
              <a:defRPr sz="1600" b="0">
                <a:solidFill>
                  <a:schemeClr val="bg1"/>
                </a:solidFill>
              </a:defRPr>
            </a:lvl1pPr>
            <a:lvl2pPr>
              <a:defRPr sz="1400"/>
            </a:lvl2pPr>
            <a:lvl3pPr>
              <a:defRPr sz="1400"/>
            </a:lvl3pPr>
            <a:lvl4pPr>
              <a:defRPr sz="1400"/>
            </a:lvl4pPr>
            <a:lvl5pPr>
              <a:defRPr sz="1400"/>
            </a:lvl5pPr>
          </a:lstStyle>
          <a:p>
            <a:pPr lvl="0"/>
            <a:r>
              <a:rPr lang="en-US"/>
              <a:t>Optional: Click to insert name</a:t>
            </a:r>
          </a:p>
        </p:txBody>
      </p:sp>
      <p:sp>
        <p:nvSpPr>
          <p:cNvPr id="5" name="Title 4">
            <a:extLst>
              <a:ext uri="{FF2B5EF4-FFF2-40B4-BE49-F238E27FC236}">
                <a16:creationId xmlns:a16="http://schemas.microsoft.com/office/drawing/2014/main" id="{26E8D06D-29A8-47AF-A4B7-3EF420F61462}"/>
              </a:ext>
            </a:extLst>
          </p:cNvPr>
          <p:cNvSpPr>
            <a:spLocks noGrp="1"/>
          </p:cNvSpPr>
          <p:nvPr>
            <p:ph type="title"/>
          </p:nvPr>
        </p:nvSpPr>
        <p:spPr>
          <a:xfrm>
            <a:off x="1080000" y="3979863"/>
            <a:ext cx="6234859" cy="1295400"/>
          </a:xfrm>
        </p:spPr>
        <p:txBody>
          <a:bodyPr vert="horz" lIns="0" tIns="0" rIns="0" bIns="0" rtlCol="0" anchor="b" anchorCtr="0">
            <a:noAutofit/>
          </a:bodyPr>
          <a:lstStyle>
            <a:lvl1pPr>
              <a:defRPr lang="de-DE" sz="3000" cap="all" spc="800">
                <a:solidFill>
                  <a:schemeClr val="bg1"/>
                </a:solidFill>
                <a:latin typeface="Verdana" panose="020B0604030504040204" pitchFamily="34" charset="0"/>
                <a:ea typeface="Verdana" panose="020B0604030504040204" pitchFamily="34" charset="0"/>
                <a:cs typeface="+mn-cs"/>
              </a:defRPr>
            </a:lvl1pPr>
          </a:lstStyle>
          <a:p>
            <a:pPr lvl="0">
              <a:spcBef>
                <a:spcPts val="0"/>
              </a:spcBef>
              <a:buFont typeface="Arial" panose="020B0604020202020204" pitchFamily="34" charset="0"/>
            </a:pPr>
            <a:r>
              <a:rPr lang="en-US"/>
              <a:t>Click to edit Master title style</a:t>
            </a:r>
            <a:endParaRPr lang="de-DE"/>
          </a:p>
        </p:txBody>
      </p:sp>
    </p:spTree>
    <p:extLst>
      <p:ext uri="{BB962C8B-B14F-4D97-AF65-F5344CB8AC3E}">
        <p14:creationId xmlns:p14="http://schemas.microsoft.com/office/powerpoint/2010/main" val="788288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840CCF19-906F-894B-ABE2-D5AFA41841B6}"/>
              </a:ext>
            </a:extLst>
          </p:cNvPr>
          <p:cNvSpPr>
            <a:spLocks noGrp="1"/>
          </p:cNvSpPr>
          <p:nvPr>
            <p:ph type="body" sz="quarter" idx="11"/>
          </p:nvPr>
        </p:nvSpPr>
        <p:spPr>
          <a:xfrm>
            <a:off x="470829" y="487136"/>
            <a:ext cx="7507018" cy="438150"/>
          </a:xfrm>
          <a:prstGeom prst="rect">
            <a:avLst/>
          </a:prstGeom>
        </p:spPr>
        <p:txBody>
          <a:bodyPr lIns="0" tIns="72000" rIns="180000" bIns="0" anchor="t"/>
          <a:lstStyle>
            <a:lvl1pPr>
              <a:lnSpc>
                <a:spcPts val="2800"/>
              </a:lnSpc>
              <a:spcBef>
                <a:spcPts val="0"/>
              </a:spcBef>
              <a:defRPr sz="2600" b="0" i="0" spc="0" baseline="0">
                <a:solidFill>
                  <a:schemeClr val="accent1"/>
                </a:solidFill>
                <a:latin typeface="Ubuntu Light" panose="020B0304030602030204" pitchFamily="34" charset="0"/>
              </a:defRPr>
            </a:lvl1pPr>
          </a:lstStyle>
          <a:p>
            <a:pPr lvl="0"/>
            <a:endParaRPr lang="en-GB"/>
          </a:p>
        </p:txBody>
      </p:sp>
      <p:sp>
        <p:nvSpPr>
          <p:cNvPr id="9" name="Text Placeholder 7">
            <a:extLst>
              <a:ext uri="{FF2B5EF4-FFF2-40B4-BE49-F238E27FC236}">
                <a16:creationId xmlns:a16="http://schemas.microsoft.com/office/drawing/2014/main" id="{723EA322-FCE8-414E-AF16-E04ADAF7B363}"/>
              </a:ext>
            </a:extLst>
          </p:cNvPr>
          <p:cNvSpPr>
            <a:spLocks noGrp="1"/>
          </p:cNvSpPr>
          <p:nvPr>
            <p:ph type="body" sz="quarter" idx="10"/>
          </p:nvPr>
        </p:nvSpPr>
        <p:spPr>
          <a:xfrm>
            <a:off x="488358" y="2457450"/>
            <a:ext cx="3780884" cy="3924300"/>
          </a:xfrm>
          <a:prstGeom prst="rect">
            <a:avLst/>
          </a:prstGeom>
        </p:spPr>
        <p:txBody>
          <a:bodyPr wrap="square" lIns="0" rIns="180000">
            <a:noAutofit/>
          </a:bodyPr>
          <a:lstStyle>
            <a:lvl1pPr>
              <a:lnSpc>
                <a:spcPct val="100000"/>
              </a:lnSpc>
              <a:spcBef>
                <a:spcPts val="0"/>
              </a:spcBef>
              <a:spcAft>
                <a:spcPts val="1200"/>
              </a:spcAft>
              <a:defRPr sz="1200">
                <a:latin typeface="Ubuntu" panose="020B0504030602030204" pitchFamily="34" charset="0"/>
              </a:defRPr>
            </a:lvl1pPr>
            <a:lvl2pPr>
              <a:lnSpc>
                <a:spcPct val="100000"/>
              </a:lnSpc>
              <a:spcBef>
                <a:spcPts val="0"/>
              </a:spcBef>
              <a:defRPr sz="1050"/>
            </a:lvl2pPr>
            <a:lvl3pPr>
              <a:lnSpc>
                <a:spcPct val="100000"/>
              </a:lnSpc>
              <a:spcBef>
                <a:spcPts val="0"/>
              </a:spcBef>
              <a:defRPr sz="1050"/>
            </a:lvl3pPr>
            <a:lvl4pPr>
              <a:lnSpc>
                <a:spcPct val="100000"/>
              </a:lnSpc>
              <a:spcBef>
                <a:spcPts val="0"/>
              </a:spcBef>
              <a:defRPr sz="1050"/>
            </a:lvl4pPr>
            <a:lvl5pPr>
              <a:lnSpc>
                <a:spcPct val="100000"/>
              </a:lnSpc>
              <a:spcBef>
                <a:spcPts val="0"/>
              </a:spcBef>
              <a:defRPr sz="1050"/>
            </a:lvl5pPr>
          </a:lstStyle>
          <a:p>
            <a:pPr lvl="0"/>
            <a:endParaRPr lang="en-US"/>
          </a:p>
        </p:txBody>
      </p:sp>
      <p:sp>
        <p:nvSpPr>
          <p:cNvPr id="10" name="Text Placeholder 7">
            <a:extLst>
              <a:ext uri="{FF2B5EF4-FFF2-40B4-BE49-F238E27FC236}">
                <a16:creationId xmlns:a16="http://schemas.microsoft.com/office/drawing/2014/main" id="{11A344B6-A281-7242-9629-FDBCD2B9D9DF}"/>
              </a:ext>
            </a:extLst>
          </p:cNvPr>
          <p:cNvSpPr>
            <a:spLocks noGrp="1"/>
          </p:cNvSpPr>
          <p:nvPr>
            <p:ph type="body" sz="quarter" idx="12" hasCustomPrompt="1"/>
          </p:nvPr>
        </p:nvSpPr>
        <p:spPr>
          <a:xfrm>
            <a:off x="507138" y="2116872"/>
            <a:ext cx="3780884" cy="340578"/>
          </a:xfrm>
          <a:prstGeom prst="rect">
            <a:avLst/>
          </a:prstGeom>
        </p:spPr>
        <p:txBody>
          <a:bodyPr vert="horz" wrap="square" lIns="0" tIns="0" rIns="180000" bIns="0" rtlCol="0" anchor="ctr" anchorCtr="0">
            <a:noAutofit/>
          </a:bodyPr>
          <a:lstStyle>
            <a:lvl1pPr algn="l">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87DA0346-F057-084D-A012-4344E1AC81B9}"/>
              </a:ext>
            </a:extLst>
          </p:cNvPr>
          <p:cNvSpPr>
            <a:spLocks noGrp="1"/>
          </p:cNvSpPr>
          <p:nvPr>
            <p:ph type="body" sz="quarter" idx="13"/>
          </p:nvPr>
        </p:nvSpPr>
        <p:spPr>
          <a:xfrm>
            <a:off x="4254815" y="2457450"/>
            <a:ext cx="3780884" cy="3924300"/>
          </a:xfrm>
          <a:prstGeom prst="rect">
            <a:avLst/>
          </a:prstGeom>
        </p:spPr>
        <p:txBody>
          <a:bodyPr wrap="square" lIns="0" rIns="180000">
            <a:noAutofit/>
          </a:bodyPr>
          <a:lstStyle>
            <a:lvl1pPr>
              <a:lnSpc>
                <a:spcPct val="100000"/>
              </a:lnSpc>
              <a:spcBef>
                <a:spcPts val="0"/>
              </a:spcBef>
              <a:spcAft>
                <a:spcPts val="1200"/>
              </a:spcAft>
              <a:defRPr sz="1200">
                <a:latin typeface="Ubuntu" panose="020B0504030602030204" pitchFamily="34" charset="0"/>
              </a:defRPr>
            </a:lvl1pPr>
            <a:lvl2pPr>
              <a:lnSpc>
                <a:spcPct val="100000"/>
              </a:lnSpc>
              <a:spcBef>
                <a:spcPts val="0"/>
              </a:spcBef>
              <a:defRPr sz="1050"/>
            </a:lvl2pPr>
            <a:lvl3pPr>
              <a:lnSpc>
                <a:spcPct val="100000"/>
              </a:lnSpc>
              <a:spcBef>
                <a:spcPts val="0"/>
              </a:spcBef>
              <a:defRPr sz="1050"/>
            </a:lvl3pPr>
            <a:lvl4pPr>
              <a:lnSpc>
                <a:spcPct val="100000"/>
              </a:lnSpc>
              <a:spcBef>
                <a:spcPts val="0"/>
              </a:spcBef>
              <a:defRPr sz="1050"/>
            </a:lvl4pPr>
            <a:lvl5pPr>
              <a:lnSpc>
                <a:spcPct val="100000"/>
              </a:lnSpc>
              <a:spcBef>
                <a:spcPts val="0"/>
              </a:spcBef>
              <a:defRPr sz="1050"/>
            </a:lvl5pPr>
          </a:lstStyle>
          <a:p>
            <a:pPr lvl="0"/>
            <a:endParaRPr lang="en-US"/>
          </a:p>
        </p:txBody>
      </p:sp>
      <p:sp>
        <p:nvSpPr>
          <p:cNvPr id="12" name="Text Placeholder 7">
            <a:extLst>
              <a:ext uri="{FF2B5EF4-FFF2-40B4-BE49-F238E27FC236}">
                <a16:creationId xmlns:a16="http://schemas.microsoft.com/office/drawing/2014/main" id="{94883626-62E5-9A45-9E8D-098F9F0B3975}"/>
              </a:ext>
            </a:extLst>
          </p:cNvPr>
          <p:cNvSpPr>
            <a:spLocks noGrp="1"/>
          </p:cNvSpPr>
          <p:nvPr>
            <p:ph type="body" sz="quarter" idx="14" hasCustomPrompt="1"/>
          </p:nvPr>
        </p:nvSpPr>
        <p:spPr>
          <a:xfrm>
            <a:off x="4273595" y="2116872"/>
            <a:ext cx="3780884" cy="340578"/>
          </a:xfrm>
          <a:prstGeom prst="rect">
            <a:avLst/>
          </a:prstGeom>
        </p:spPr>
        <p:txBody>
          <a:bodyPr vert="horz" wrap="square" lIns="0" tIns="0" rIns="180000" bIns="0" rtlCol="0" anchor="ctr" anchorCtr="0">
            <a:noAutofit/>
          </a:bodyPr>
          <a:lstStyle>
            <a:lvl1pPr algn="l">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pic>
        <p:nvPicPr>
          <p:cNvPr id="13" name="Picture 12">
            <a:extLst>
              <a:ext uri="{FF2B5EF4-FFF2-40B4-BE49-F238E27FC236}">
                <a16:creationId xmlns:a16="http://schemas.microsoft.com/office/drawing/2014/main" id="{D05217CA-0155-4547-BA58-A0214510CBF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0706" r="24729"/>
          <a:stretch/>
        </p:blipFill>
        <p:spPr>
          <a:xfrm>
            <a:off x="7977846" y="0"/>
            <a:ext cx="4214153" cy="6858000"/>
          </a:xfrm>
          <a:prstGeom prst="rect">
            <a:avLst/>
          </a:prstGeom>
        </p:spPr>
      </p:pic>
    </p:spTree>
    <p:extLst>
      <p:ext uri="{BB962C8B-B14F-4D97-AF65-F5344CB8AC3E}">
        <p14:creationId xmlns:p14="http://schemas.microsoft.com/office/powerpoint/2010/main" val="8543232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2276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63592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Only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72D8E9-467E-B7A5-FF49-CA9DD244D9A3}"/>
              </a:ext>
            </a:extLst>
          </p:cNvPr>
          <p:cNvSpPr>
            <a:spLocks noGrp="1"/>
          </p:cNvSpPr>
          <p:nvPr>
            <p:ph type="title"/>
          </p:nvPr>
        </p:nvSpPr>
        <p:spPr>
          <a:xfrm>
            <a:off x="413439" y="597034"/>
            <a:ext cx="10947772" cy="716711"/>
          </a:xfrm>
        </p:spPr>
        <p:txBody>
          <a:bodyPr/>
          <a:lstStyle/>
          <a:p>
            <a:r>
              <a:rPr lang="en-US"/>
              <a:t>Click to edit Master title style</a:t>
            </a:r>
            <a:endParaRPr lang="en-IN"/>
          </a:p>
        </p:txBody>
      </p:sp>
    </p:spTree>
    <p:extLst>
      <p:ext uri="{BB962C8B-B14F-4D97-AF65-F5344CB8AC3E}">
        <p14:creationId xmlns:p14="http://schemas.microsoft.com/office/powerpoint/2010/main" val="2856660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hasCustomPrompt="1"/>
          </p:nvPr>
        </p:nvSpPr>
        <p:spPr>
          <a:xfrm>
            <a:off x="404813" y="1080113"/>
            <a:ext cx="10947772" cy="716711"/>
          </a:xfrm>
        </p:spPr>
        <p:txBody>
          <a:bodyPr/>
          <a:lstStyle/>
          <a:p>
            <a:r>
              <a:rPr lang="en-US" dirty="0"/>
              <a:t>CLICK TO EDIT MASTER TITLE STYLE</a:t>
            </a:r>
            <a:endParaRPr lang="en-GB" dirty="0"/>
          </a:p>
        </p:txBody>
      </p:sp>
    </p:spTree>
    <p:custDataLst>
      <p:tags r:id="rId1"/>
    </p:custDataLst>
    <p:extLst>
      <p:ext uri="{BB962C8B-B14F-4D97-AF65-F5344CB8AC3E}">
        <p14:creationId xmlns:p14="http://schemas.microsoft.com/office/powerpoint/2010/main" val="31523827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22" name="Group 21">
            <a:extLst>
              <a:ext uri="{FF2B5EF4-FFF2-40B4-BE49-F238E27FC236}">
                <a16:creationId xmlns:a16="http://schemas.microsoft.com/office/drawing/2014/main" id="{C6F47D28-10A2-4B42-807F-338834C78503}"/>
              </a:ext>
            </a:extLst>
          </p:cNvPr>
          <p:cNvGrpSpPr>
            <a:grpSpLocks noChangeAspect="1"/>
          </p:cNvGrpSpPr>
          <p:nvPr userDrawn="1"/>
        </p:nvGrpSpPr>
        <p:grpSpPr>
          <a:xfrm>
            <a:off x="411020" y="984393"/>
            <a:ext cx="2231297" cy="501650"/>
            <a:chOff x="9550400" y="612775"/>
            <a:chExt cx="2231297" cy="501650"/>
          </a:xfrm>
        </p:grpSpPr>
        <p:sp>
          <p:nvSpPr>
            <p:cNvPr id="24" name="Freeform: Shape 23">
              <a:extLst>
                <a:ext uri="{FF2B5EF4-FFF2-40B4-BE49-F238E27FC236}">
                  <a16:creationId xmlns:a16="http://schemas.microsoft.com/office/drawing/2014/main" id="{A5107D01-0BA0-4B87-9537-95A64DA90258}"/>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21959F94-C962-4DDF-9A2A-A5BB37E50EC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21F5C50-2688-4B19-AECF-E792EB19D60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03E0E593-E3BD-4CF0-9539-6F4DAFC34A2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864A858C-D1AB-464D-BB1B-0EA6D10A999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415710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4" name="Picture 3" descr="Background pattern&#10;&#10;Description automatically generated with low confidence">
            <a:extLst>
              <a:ext uri="{FF2B5EF4-FFF2-40B4-BE49-F238E27FC236}">
                <a16:creationId xmlns:a16="http://schemas.microsoft.com/office/drawing/2014/main" id="{3E1FEDD5-7B3D-AD44-90E1-559338E79E1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781800" y="0"/>
            <a:ext cx="5410200" cy="6858000"/>
          </a:xfrm>
          <a:prstGeom prst="rect">
            <a:avLst/>
          </a:prstGeom>
        </p:spPr>
      </p:pic>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37611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12_Diapositive de titre">
    <p:bg>
      <p:bgPr>
        <a:solidFill>
          <a:schemeClr val="accent4"/>
        </a:solidFill>
        <a:effectLst/>
      </p:bgPr>
    </p:bg>
    <p:spTree>
      <p:nvGrpSpPr>
        <p:cNvPr id="1" name=""/>
        <p:cNvGrpSpPr/>
        <p:nvPr/>
      </p:nvGrpSpPr>
      <p:grpSpPr>
        <a:xfrm>
          <a:off x="0" y="0"/>
          <a:ext cx="0" cy="0"/>
          <a:chOff x="0" y="0"/>
          <a:chExt cx="0" cy="0"/>
        </a:xfrm>
      </p:grpSpPr>
      <p:pic>
        <p:nvPicPr>
          <p:cNvPr id="13" name="Picture 12" descr="A person and person in a field&#10;&#10;Description automatically generated with low confidence">
            <a:extLst>
              <a:ext uri="{FF2B5EF4-FFF2-40B4-BE49-F238E27FC236}">
                <a16:creationId xmlns:a16="http://schemas.microsoft.com/office/drawing/2014/main" id="{5C25553E-CB8D-4699-81F8-9FA540471EB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2A3F91C1-D6AC-4403-BDFE-BE27A326E327}"/>
              </a:ext>
            </a:extLst>
          </p:cNvPr>
          <p:cNvSpPr/>
          <p:nvPr userDrawn="1"/>
        </p:nvSpPr>
        <p:spPr>
          <a:xfrm>
            <a:off x="0" y="0"/>
            <a:ext cx="12192000" cy="6858000"/>
          </a:xfrm>
          <a:prstGeom prst="rect">
            <a:avLst/>
          </a:prstGeom>
          <a:solidFill>
            <a:srgbClr val="1C3141">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11747" y="4284407"/>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245820"/>
            <a:ext cx="11386134" cy="769441"/>
          </a:xfrm>
        </p:spPr>
        <p:txBody>
          <a:bodyPr wrap="square" lIns="36000" rIns="36000" bIns="0" anchor="b" anchorCtr="0">
            <a:spAutoFit/>
          </a:bodyPr>
          <a:lstStyle>
            <a:lvl1pPr algn="l">
              <a:lnSpc>
                <a:spcPct val="100000"/>
              </a:lnSpc>
              <a:defRPr sz="50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66886" y="339735"/>
            <a:ext cx="2474508" cy="580232"/>
          </a:xfrm>
          <a:prstGeom prst="rect">
            <a:avLst/>
          </a:prstGeom>
          <a:ln w="3175">
            <a:miter lim="400000"/>
          </a:ln>
        </p:spPr>
      </p:pic>
    </p:spTree>
    <p:extLst>
      <p:ext uri="{BB962C8B-B14F-4D97-AF65-F5344CB8AC3E}">
        <p14:creationId xmlns:p14="http://schemas.microsoft.com/office/powerpoint/2010/main" val="426778360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13_Diapositive de titre">
    <p:bg>
      <p:bgPr>
        <a:solidFill>
          <a:schemeClr val="accent4"/>
        </a:solidFill>
        <a:effectLst/>
      </p:bgPr>
    </p:bg>
    <p:spTree>
      <p:nvGrpSpPr>
        <p:cNvPr id="1" name=""/>
        <p:cNvGrpSpPr/>
        <p:nvPr/>
      </p:nvGrpSpPr>
      <p:grpSpPr>
        <a:xfrm>
          <a:off x="0" y="0"/>
          <a:ext cx="0" cy="0"/>
          <a:chOff x="0" y="0"/>
          <a:chExt cx="0" cy="0"/>
        </a:xfrm>
      </p:grpSpPr>
      <p:pic>
        <p:nvPicPr>
          <p:cNvPr id="5" name="Picture 4" descr="A picture containing grass, outdoor, plant, field&#10;&#10;Description automatically generated">
            <a:extLst>
              <a:ext uri="{FF2B5EF4-FFF2-40B4-BE49-F238E27FC236}">
                <a16:creationId xmlns:a16="http://schemas.microsoft.com/office/drawing/2014/main" id="{4280FDAE-72DA-401E-AEB6-8100292318F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32" y="-5531"/>
            <a:ext cx="12211664" cy="6869062"/>
          </a:xfrm>
          <a:prstGeom prst="rect">
            <a:avLst/>
          </a:prstGeom>
        </p:spPr>
      </p:pic>
      <p:sp>
        <p:nvSpPr>
          <p:cNvPr id="14" name="Rectangle 13">
            <a:extLst>
              <a:ext uri="{FF2B5EF4-FFF2-40B4-BE49-F238E27FC236}">
                <a16:creationId xmlns:a16="http://schemas.microsoft.com/office/drawing/2014/main" id="{2A3F91C1-D6AC-4403-BDFE-BE27A326E327}"/>
              </a:ext>
            </a:extLst>
          </p:cNvPr>
          <p:cNvSpPr/>
          <p:nvPr userDrawn="1"/>
        </p:nvSpPr>
        <p:spPr>
          <a:xfrm>
            <a:off x="0" y="0"/>
            <a:ext cx="12192000" cy="6858000"/>
          </a:xfrm>
          <a:prstGeom prst="rect">
            <a:avLst/>
          </a:prstGeom>
          <a:solidFill>
            <a:srgbClr val="1C3141">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11747" y="5631427"/>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4592840"/>
            <a:ext cx="11386134" cy="769441"/>
          </a:xfrm>
        </p:spPr>
        <p:txBody>
          <a:bodyPr wrap="square" lIns="36000" rIns="36000" bIns="0" anchor="b" anchorCtr="0">
            <a:spAutoFit/>
          </a:bodyPr>
          <a:lstStyle>
            <a:lvl1pPr algn="l">
              <a:lnSpc>
                <a:spcPct val="100000"/>
              </a:lnSpc>
              <a:defRPr sz="50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66886" y="339735"/>
            <a:ext cx="2474508" cy="580232"/>
          </a:xfrm>
          <a:prstGeom prst="rect">
            <a:avLst/>
          </a:prstGeom>
          <a:ln w="3175">
            <a:miter lim="400000"/>
          </a:ln>
        </p:spPr>
      </p:pic>
    </p:spTree>
    <p:extLst>
      <p:ext uri="{BB962C8B-B14F-4D97-AF65-F5344CB8AC3E}">
        <p14:creationId xmlns:p14="http://schemas.microsoft.com/office/powerpoint/2010/main" val="3378173635"/>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4_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77775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329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inal Slide 1">
    <p:bg>
      <p:bgPr>
        <a:solidFill>
          <a:srgbClr val="1C3141"/>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D1172FCC-BD9F-47B2-A01C-7A58ED74806E}"/>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9" name="Picture 7" descr="facebook">
            <a:hlinkClick r:id="rId3"/>
            <a:extLst>
              <a:ext uri="{FF2B5EF4-FFF2-40B4-BE49-F238E27FC236}">
                <a16:creationId xmlns:a16="http://schemas.microsoft.com/office/drawing/2014/main" id="{DCF1315D-1B75-4789-AFB9-ED731B991B50}"/>
              </a:ext>
            </a:extLst>
          </p:cNvPr>
          <p:cNvPicPr>
            <a:picLocks noChangeAspect="1" noChangeArrowheads="1"/>
          </p:cNvPicPr>
          <p:nvPr userDrawn="1"/>
        </p:nvPicPr>
        <p:blipFill>
          <a:blip r:embed="rId4" cstate="print"/>
          <a:srcRect/>
          <a:stretch>
            <a:fillRect/>
          </a:stretch>
        </p:blipFill>
        <p:spPr bwMode="auto">
          <a:xfrm>
            <a:off x="426720" y="4968013"/>
            <a:ext cx="333195" cy="333195"/>
          </a:xfrm>
          <a:prstGeom prst="rect">
            <a:avLst/>
          </a:prstGeom>
          <a:noFill/>
        </p:spPr>
      </p:pic>
      <p:pic>
        <p:nvPicPr>
          <p:cNvPr id="30" name="Picture 2" descr="LinkedIn">
            <a:hlinkClick r:id="rId5"/>
            <a:extLst>
              <a:ext uri="{FF2B5EF4-FFF2-40B4-BE49-F238E27FC236}">
                <a16:creationId xmlns:a16="http://schemas.microsoft.com/office/drawing/2014/main" id="{2706941E-7992-47E1-BCBE-95E894C9B090}"/>
              </a:ext>
            </a:extLst>
          </p:cNvPr>
          <p:cNvPicPr>
            <a:picLocks noChangeAspect="1" noChangeArrowheads="1"/>
          </p:cNvPicPr>
          <p:nvPr userDrawn="1"/>
        </p:nvPicPr>
        <p:blipFill>
          <a:blip r:embed="rId6" cstate="print"/>
          <a:srcRect/>
          <a:stretch>
            <a:fillRect/>
          </a:stretch>
        </p:blipFill>
        <p:spPr bwMode="auto">
          <a:xfrm>
            <a:off x="810097" y="4968013"/>
            <a:ext cx="333195" cy="333195"/>
          </a:xfrm>
          <a:prstGeom prst="rect">
            <a:avLst/>
          </a:prstGeom>
          <a:noFill/>
        </p:spPr>
      </p:pic>
      <p:pic>
        <p:nvPicPr>
          <p:cNvPr id="31" name="Picture 4" descr="SlideShare">
            <a:hlinkClick r:id="rId7"/>
            <a:extLst>
              <a:ext uri="{FF2B5EF4-FFF2-40B4-BE49-F238E27FC236}">
                <a16:creationId xmlns:a16="http://schemas.microsoft.com/office/drawing/2014/main" id="{7F41FACF-27D7-4315-8A20-4A7029FAD3A0}"/>
              </a:ext>
            </a:extLst>
          </p:cNvPr>
          <p:cNvPicPr>
            <a:picLocks noChangeAspect="1" noChangeArrowheads="1"/>
          </p:cNvPicPr>
          <p:nvPr userDrawn="1"/>
        </p:nvPicPr>
        <p:blipFill>
          <a:blip r:embed="rId8" cstate="print"/>
          <a:srcRect/>
          <a:stretch>
            <a:fillRect/>
          </a:stretch>
        </p:blipFill>
        <p:spPr bwMode="auto">
          <a:xfrm>
            <a:off x="1193474" y="4968013"/>
            <a:ext cx="333195" cy="333195"/>
          </a:xfrm>
          <a:prstGeom prst="rect">
            <a:avLst/>
          </a:prstGeom>
          <a:noFill/>
        </p:spPr>
      </p:pic>
      <p:pic>
        <p:nvPicPr>
          <p:cNvPr id="32" name="Picture 5" descr="Twitter">
            <a:hlinkClick r:id="rId9"/>
            <a:extLst>
              <a:ext uri="{FF2B5EF4-FFF2-40B4-BE49-F238E27FC236}">
                <a16:creationId xmlns:a16="http://schemas.microsoft.com/office/drawing/2014/main" id="{5DA19E89-B956-4287-AB9B-F4A9F313CECA}"/>
              </a:ext>
            </a:extLst>
          </p:cNvPr>
          <p:cNvPicPr>
            <a:picLocks noChangeAspect="1" noChangeArrowheads="1"/>
          </p:cNvPicPr>
          <p:nvPr userDrawn="1"/>
        </p:nvPicPr>
        <p:blipFill>
          <a:blip r:embed="rId10" cstate="print"/>
          <a:srcRect/>
          <a:stretch>
            <a:fillRect/>
          </a:stretch>
        </p:blipFill>
        <p:spPr bwMode="auto">
          <a:xfrm>
            <a:off x="1576851" y="4968013"/>
            <a:ext cx="333195" cy="333195"/>
          </a:xfrm>
          <a:prstGeom prst="rect">
            <a:avLst/>
          </a:prstGeom>
          <a:noFill/>
        </p:spPr>
      </p:pic>
      <p:pic>
        <p:nvPicPr>
          <p:cNvPr id="33" name="Picture 6" descr="YouTube">
            <a:hlinkClick r:id="rId11"/>
            <a:extLst>
              <a:ext uri="{FF2B5EF4-FFF2-40B4-BE49-F238E27FC236}">
                <a16:creationId xmlns:a16="http://schemas.microsoft.com/office/drawing/2014/main" id="{CF79AEE6-A64D-48D8-ADB8-5266F463B056}"/>
              </a:ext>
            </a:extLst>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34" name="Rectangle 33">
            <a:extLst>
              <a:ext uri="{FF2B5EF4-FFF2-40B4-BE49-F238E27FC236}">
                <a16:creationId xmlns:a16="http://schemas.microsoft.com/office/drawing/2014/main" id="{576C1420-9CEA-4647-B386-3187A4BC17C7}"/>
              </a:ext>
            </a:extLst>
          </p:cNvPr>
          <p:cNvSpPr/>
          <p:nvPr userDrawn="1"/>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grpSp>
        <p:nvGrpSpPr>
          <p:cNvPr id="35" name="Group 34">
            <a:extLst>
              <a:ext uri="{FF2B5EF4-FFF2-40B4-BE49-F238E27FC236}">
                <a16:creationId xmlns:a16="http://schemas.microsoft.com/office/drawing/2014/main" id="{3D470467-7F0E-4050-BFDB-B7A953B5C88B}"/>
              </a:ext>
            </a:extLst>
          </p:cNvPr>
          <p:cNvGrpSpPr>
            <a:grpSpLocks noChangeAspect="1"/>
          </p:cNvGrpSpPr>
          <p:nvPr userDrawn="1"/>
        </p:nvGrpSpPr>
        <p:grpSpPr>
          <a:xfrm>
            <a:off x="411020" y="984393"/>
            <a:ext cx="2231297" cy="501650"/>
            <a:chOff x="9550400" y="612775"/>
            <a:chExt cx="2231297" cy="501650"/>
          </a:xfrm>
        </p:grpSpPr>
        <p:sp>
          <p:nvSpPr>
            <p:cNvPr id="36" name="Freeform: Shape 35">
              <a:extLst>
                <a:ext uri="{FF2B5EF4-FFF2-40B4-BE49-F238E27FC236}">
                  <a16:creationId xmlns:a16="http://schemas.microsoft.com/office/drawing/2014/main" id="{468B7A80-2A4A-4C2D-8B05-0BA27B0DFE94}"/>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7" name="Freeform: Shape 36">
              <a:extLst>
                <a:ext uri="{FF2B5EF4-FFF2-40B4-BE49-F238E27FC236}">
                  <a16:creationId xmlns:a16="http://schemas.microsoft.com/office/drawing/2014/main" id="{D1DBC9E7-3FCB-4EB3-9564-65A7CE917511}"/>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8" name="Freeform: Shape 37">
              <a:extLst>
                <a:ext uri="{FF2B5EF4-FFF2-40B4-BE49-F238E27FC236}">
                  <a16:creationId xmlns:a16="http://schemas.microsoft.com/office/drawing/2014/main" id="{74F2E9C8-2901-4E24-8F6D-FB2743356B45}"/>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9" name="Freeform: Shape 38">
              <a:extLst>
                <a:ext uri="{FF2B5EF4-FFF2-40B4-BE49-F238E27FC236}">
                  <a16:creationId xmlns:a16="http://schemas.microsoft.com/office/drawing/2014/main" id="{4E2ED387-CC82-4AED-AADD-9989B748C00A}"/>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0" name="Freeform: Shape 39">
              <a:extLst>
                <a:ext uri="{FF2B5EF4-FFF2-40B4-BE49-F238E27FC236}">
                  <a16:creationId xmlns:a16="http://schemas.microsoft.com/office/drawing/2014/main" id="{140C5145-7CC4-4A2D-B112-6AE30BB0ADC8}"/>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01025881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3843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
        <p:nvSpPr>
          <p:cNvPr id="4" name="Retângulo 43">
            <a:extLst>
              <a:ext uri="{FF2B5EF4-FFF2-40B4-BE49-F238E27FC236}">
                <a16:creationId xmlns:a16="http://schemas.microsoft.com/office/drawing/2014/main" id="{9BBCFA70-3A35-4801-8733-FA5F77613D9E}"/>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1"/>
                </a:solidFill>
                <a:latin typeface="Ubuntu" panose="020B0504030602030204" pitchFamily="34" charset="0"/>
                <a:cs typeface="Arial" panose="020B0604020202020204" pitchFamily="34" charset="0"/>
              </a:rPr>
              <a:pPr algn="r"/>
              <a:t>‹#›</a:t>
            </a:fld>
            <a:endParaRPr lang="en-US" sz="800">
              <a:solidFill>
                <a:schemeClr val="bg1"/>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8833193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7" name="Retângulo 43">
            <a:extLst>
              <a:ext uri="{FF2B5EF4-FFF2-40B4-BE49-F238E27FC236}">
                <a16:creationId xmlns:a16="http://schemas.microsoft.com/office/drawing/2014/main" id="{D57E773C-AF21-45BF-94D4-4D95381A98E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9" name="Rectangle 27">
            <a:extLst>
              <a:ext uri="{FF2B5EF4-FFF2-40B4-BE49-F238E27FC236}">
                <a16:creationId xmlns:a16="http://schemas.microsoft.com/office/drawing/2014/main" id="{B2FA79E9-62C7-4D48-B4D0-7B0511D4C0DE}"/>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4504603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964474443"/>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Placeholder">
            <a:extLst>
              <a:ext uri="{FF2B5EF4-FFF2-40B4-BE49-F238E27FC236}">
                <a16:creationId xmlns:a16="http://schemas.microsoft.com/office/drawing/2014/main" id="{57F0C9DF-D1FA-45A1-91F6-147FDC3E7341}"/>
              </a:ext>
            </a:extLst>
          </p:cNvPr>
          <p:cNvSpPr>
            <a:spLocks noGrp="1"/>
          </p:cNvSpPr>
          <p:nvPr>
            <p:ph type="title" hasCustomPrompt="1"/>
          </p:nvPr>
        </p:nvSpPr>
        <p:spPr>
          <a:xfrm>
            <a:off x="406400" y="388188"/>
            <a:ext cx="10944597" cy="716711"/>
          </a:xfrm>
          <a:prstGeom prst="rect">
            <a:avLst/>
          </a:prstGeom>
        </p:spPr>
        <p:txBody>
          <a:bodyPr anchor="t"/>
          <a:lstStyle/>
          <a:p>
            <a:r>
              <a:rPr lang="fr-FR"/>
              <a:t>CLICK TO INSERT TITLE</a:t>
            </a:r>
            <a:endParaRPr lang="de-DE"/>
          </a:p>
        </p:txBody>
      </p:sp>
    </p:spTree>
    <p:extLst>
      <p:ext uri="{BB962C8B-B14F-4D97-AF65-F5344CB8AC3E}">
        <p14:creationId xmlns:p14="http://schemas.microsoft.com/office/powerpoint/2010/main" val="24634909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en-GB" noProof="0"/>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GB" noProof="0"/>
              <a:t>Click to edit Master title style</a:t>
            </a:r>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337487808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en-GB" noProof="0"/>
              <a:t>Insert Picture and send to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GB" noProof="0"/>
              <a:t>Click to edit Master title style</a:t>
            </a:r>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226871415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GB"/>
              <a:t>Click to edit Master title style</a:t>
            </a:r>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91107327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32794183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9561454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GB" noProof="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8654135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GB" noProof="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21111781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GB" noProof="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GB" noProof="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19722842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GB" noProof="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GB" noProof="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GB" noProof="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38142872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mp; Content Black BG">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GB" noProof="0"/>
              <a:t>Click to edit Master title style</a:t>
            </a:r>
          </a:p>
        </p:txBody>
      </p:sp>
    </p:spTree>
    <p:extLst>
      <p:ext uri="{BB962C8B-B14F-4D97-AF65-F5344CB8AC3E}">
        <p14:creationId xmlns:p14="http://schemas.microsoft.com/office/powerpoint/2010/main" val="1936097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Grey BG">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GB" noProof="0"/>
              <a:t>Click to edit Master title style</a:t>
            </a:r>
          </a:p>
        </p:txBody>
      </p:sp>
    </p:spTree>
    <p:extLst>
      <p:ext uri="{BB962C8B-B14F-4D97-AF65-F5344CB8AC3E}">
        <p14:creationId xmlns:p14="http://schemas.microsoft.com/office/powerpoint/2010/main" val="35128943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GB" noProof="0"/>
              <a:t>Click to edit Master title style</a:t>
            </a:r>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en-GB" noProof="0"/>
              <a:t>INSERT A LABEL/ALBEIT</a:t>
            </a:r>
          </a:p>
        </p:txBody>
      </p:sp>
    </p:spTree>
    <p:extLst>
      <p:ext uri="{BB962C8B-B14F-4D97-AF65-F5344CB8AC3E}">
        <p14:creationId xmlns:p14="http://schemas.microsoft.com/office/powerpoint/2010/main" val="9226925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GB" noProof="0"/>
              <a:t>Click icon to add picture and arrange the picture in the background</a:t>
            </a:r>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GB" noProof="0"/>
              <a:t>Click to edit Master title style</a:t>
            </a:r>
          </a:p>
        </p:txBody>
      </p:sp>
    </p:spTree>
    <p:extLst>
      <p:ext uri="{BB962C8B-B14F-4D97-AF65-F5344CB8AC3E}">
        <p14:creationId xmlns:p14="http://schemas.microsoft.com/office/powerpoint/2010/main" val="1821131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urple BG">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9802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logo">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en-GB" noProof="0"/>
              <a:t>Insert Picture and send to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GB" noProof="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GB" noProof="0"/>
            </a:p>
          </p:txBody>
        </p:sp>
      </p:grpSp>
    </p:spTree>
    <p:extLst>
      <p:ext uri="{BB962C8B-B14F-4D97-AF65-F5344CB8AC3E}">
        <p14:creationId xmlns:p14="http://schemas.microsoft.com/office/powerpoint/2010/main" val="20295193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ull picture blue logo">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GB" noProof="0"/>
              <a:t>Insert Picture and send to back</a:t>
            </a:r>
          </a:p>
        </p:txBody>
      </p:sp>
    </p:spTree>
    <p:extLst>
      <p:ext uri="{BB962C8B-B14F-4D97-AF65-F5344CB8AC3E}">
        <p14:creationId xmlns:p14="http://schemas.microsoft.com/office/powerpoint/2010/main" val="27853488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GB"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GB"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noProof="0">
                <a:solidFill>
                  <a:schemeClr val="lt1"/>
                </a:solidFill>
                <a:effectLst/>
                <a:latin typeface="+mn-lt"/>
                <a:ea typeface="+mn-ea"/>
                <a:cs typeface="+mn-cs"/>
              </a:rPr>
              <a:t>As the digital innovation, design and transformation brand of the Capgemini Group, Capgemini Invent enables CxOs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a:t>
            </a:r>
          </a:p>
          <a:p>
            <a:pPr algn="just"/>
            <a:r>
              <a:rPr lang="en-GB" sz="900" kern="1200" noProof="0">
                <a:solidFill>
                  <a:schemeClr val="lt1"/>
                </a:solidFill>
                <a:effectLst/>
                <a:latin typeface="+mn-lt"/>
                <a:ea typeface="+mn-ea"/>
                <a:cs typeface="+mn-cs"/>
              </a:rPr>
              <a:t> </a:t>
            </a:r>
          </a:p>
          <a:p>
            <a:pPr algn="just"/>
            <a:r>
              <a:rPr lang="en-GB" sz="900" kern="1200" noProof="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GB" sz="1400" noProof="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noProof="0">
                <a:solidFill>
                  <a:schemeClr val="bg1"/>
                </a:solidFill>
                <a:effectLst/>
                <a:latin typeface="Ubuntu" panose="020B0504030602030204" pitchFamily="34" charset="0"/>
              </a:rPr>
              <a:t>Get the Future You Want | </a:t>
            </a:r>
            <a:r>
              <a:rPr lang="en-GB" sz="1050" noProof="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cstate="hqprint">
            <a:extLst>
              <a:ext uri="{28A0092B-C50C-407E-A947-70E740481C1C}">
                <a14:useLocalDpi xmlns:a14="http://schemas.microsoft.com/office/drawing/2010/main"/>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43399345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GB"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GB"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GB" sz="1400" noProof="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GB" sz="1200" b="1" noProof="0">
                <a:solidFill>
                  <a:schemeClr val="bg1"/>
                </a:solidFill>
                <a:latin typeface="Ubuntu" panose="020B0504030602030204" pitchFamily="34" charset="0"/>
                <a:cs typeface="Arial"/>
              </a:rPr>
              <a:t>Name, Last Name</a:t>
            </a:r>
          </a:p>
          <a:p>
            <a:pPr>
              <a:lnSpc>
                <a:spcPts val="1200"/>
              </a:lnSpc>
            </a:pPr>
            <a:r>
              <a:rPr lang="en-GB" sz="1000" noProof="0">
                <a:solidFill>
                  <a:schemeClr val="bg1"/>
                </a:solidFill>
                <a:latin typeface="Ubuntu" panose="020B0504030602030204" pitchFamily="34" charset="0"/>
                <a:cs typeface="Arial"/>
              </a:rPr>
              <a:t>Title/Role</a:t>
            </a:r>
          </a:p>
          <a:p>
            <a:pPr>
              <a:lnSpc>
                <a:spcPts val="1200"/>
              </a:lnSpc>
            </a:pPr>
            <a:r>
              <a:rPr lang="en-GB" sz="1000" noProof="0">
                <a:solidFill>
                  <a:schemeClr val="bg1"/>
                </a:solidFill>
                <a:latin typeface="Ubuntu" panose="020B0504030602030204" pitchFamily="34" charset="0"/>
                <a:cs typeface="Arial"/>
              </a:rPr>
              <a:t>Capgemini Office (Optional)</a:t>
            </a:r>
          </a:p>
          <a:p>
            <a:pPr>
              <a:lnSpc>
                <a:spcPts val="1200"/>
              </a:lnSpc>
            </a:pPr>
            <a:r>
              <a:rPr lang="en-GB" sz="1000" noProof="0">
                <a:solidFill>
                  <a:schemeClr val="bg1"/>
                </a:solidFill>
                <a:latin typeface="Ubuntu" panose="020B0504030602030204" pitchFamily="34" charset="0"/>
                <a:cs typeface="Arial"/>
              </a:rPr>
              <a:t>Address Line 1</a:t>
            </a:r>
          </a:p>
          <a:p>
            <a:pPr>
              <a:lnSpc>
                <a:spcPts val="1200"/>
              </a:lnSpc>
            </a:pPr>
            <a:r>
              <a:rPr lang="en-GB" sz="1000" noProof="0">
                <a:solidFill>
                  <a:schemeClr val="bg1"/>
                </a:solidFill>
                <a:latin typeface="Ubuntu" panose="020B0504030602030204" pitchFamily="34" charset="0"/>
                <a:cs typeface="Arial"/>
              </a:rPr>
              <a:t>Address Line 2 </a:t>
            </a:r>
          </a:p>
          <a:p>
            <a:pPr>
              <a:lnSpc>
                <a:spcPts val="1200"/>
              </a:lnSpc>
            </a:pPr>
            <a:r>
              <a:rPr lang="en-GB" sz="1000" noProof="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GB" sz="1200" b="1" noProof="0">
                <a:solidFill>
                  <a:schemeClr val="bg1"/>
                </a:solidFill>
                <a:latin typeface="Ubuntu" panose="020B0504030602030204" pitchFamily="34" charset="0"/>
                <a:cs typeface="Arial"/>
              </a:rPr>
              <a:t>Name, Last Name</a:t>
            </a:r>
          </a:p>
          <a:p>
            <a:pPr>
              <a:lnSpc>
                <a:spcPts val="1200"/>
              </a:lnSpc>
            </a:pPr>
            <a:r>
              <a:rPr lang="en-GB" sz="1000" noProof="0">
                <a:solidFill>
                  <a:schemeClr val="bg1"/>
                </a:solidFill>
                <a:latin typeface="Ubuntu" panose="020B0504030602030204" pitchFamily="34" charset="0"/>
                <a:cs typeface="Arial"/>
              </a:rPr>
              <a:t>Title/Role</a:t>
            </a:r>
          </a:p>
          <a:p>
            <a:pPr>
              <a:lnSpc>
                <a:spcPts val="1200"/>
              </a:lnSpc>
            </a:pPr>
            <a:r>
              <a:rPr lang="en-GB" sz="1000" noProof="0">
                <a:solidFill>
                  <a:schemeClr val="bg1"/>
                </a:solidFill>
                <a:latin typeface="Ubuntu" panose="020B0504030602030204" pitchFamily="34" charset="0"/>
                <a:cs typeface="Arial"/>
              </a:rPr>
              <a:t>Capgemini Office (Optional)</a:t>
            </a:r>
          </a:p>
          <a:p>
            <a:pPr>
              <a:lnSpc>
                <a:spcPts val="1200"/>
              </a:lnSpc>
            </a:pPr>
            <a:r>
              <a:rPr lang="en-GB" sz="1000" noProof="0">
                <a:solidFill>
                  <a:schemeClr val="bg1"/>
                </a:solidFill>
                <a:latin typeface="Ubuntu" panose="020B0504030602030204" pitchFamily="34" charset="0"/>
                <a:cs typeface="Arial"/>
              </a:rPr>
              <a:t>Address Line 1</a:t>
            </a:r>
          </a:p>
          <a:p>
            <a:pPr>
              <a:lnSpc>
                <a:spcPts val="1200"/>
              </a:lnSpc>
            </a:pPr>
            <a:r>
              <a:rPr lang="en-GB" sz="1000" noProof="0">
                <a:solidFill>
                  <a:schemeClr val="bg1"/>
                </a:solidFill>
                <a:latin typeface="Ubuntu" panose="020B0504030602030204" pitchFamily="34" charset="0"/>
                <a:cs typeface="Arial"/>
              </a:rPr>
              <a:t>Address Line 2 </a:t>
            </a:r>
          </a:p>
          <a:p>
            <a:pPr>
              <a:lnSpc>
                <a:spcPts val="1200"/>
              </a:lnSpc>
            </a:pPr>
            <a:r>
              <a:rPr lang="en-GB" sz="1000" noProof="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GB" sz="1200" b="1" noProof="0">
                <a:solidFill>
                  <a:schemeClr val="bg1"/>
                </a:solidFill>
                <a:latin typeface="Ubuntu" panose="020B0504030602030204" pitchFamily="34" charset="0"/>
                <a:cs typeface="Arial"/>
              </a:rPr>
              <a:t>Name, Last Name</a:t>
            </a:r>
          </a:p>
          <a:p>
            <a:pPr>
              <a:lnSpc>
                <a:spcPts val="1200"/>
              </a:lnSpc>
            </a:pPr>
            <a:r>
              <a:rPr lang="en-GB" sz="1000" noProof="0">
                <a:solidFill>
                  <a:schemeClr val="bg1"/>
                </a:solidFill>
                <a:latin typeface="Ubuntu" panose="020B0504030602030204" pitchFamily="34" charset="0"/>
                <a:cs typeface="Arial"/>
              </a:rPr>
              <a:t>Title/Role</a:t>
            </a:r>
          </a:p>
          <a:p>
            <a:pPr>
              <a:lnSpc>
                <a:spcPts val="1200"/>
              </a:lnSpc>
            </a:pPr>
            <a:r>
              <a:rPr lang="en-GB" sz="1000" noProof="0">
                <a:solidFill>
                  <a:schemeClr val="bg1"/>
                </a:solidFill>
                <a:latin typeface="Ubuntu" panose="020B0504030602030204" pitchFamily="34" charset="0"/>
                <a:cs typeface="Arial"/>
              </a:rPr>
              <a:t>Capgemini Office (Optional)</a:t>
            </a:r>
          </a:p>
          <a:p>
            <a:pPr>
              <a:lnSpc>
                <a:spcPts val="1200"/>
              </a:lnSpc>
            </a:pPr>
            <a:r>
              <a:rPr lang="en-GB" sz="1000" noProof="0">
                <a:solidFill>
                  <a:schemeClr val="bg1"/>
                </a:solidFill>
                <a:latin typeface="Ubuntu" panose="020B0504030602030204" pitchFamily="34" charset="0"/>
                <a:cs typeface="Arial"/>
              </a:rPr>
              <a:t>Address Line 1</a:t>
            </a:r>
          </a:p>
          <a:p>
            <a:pPr>
              <a:lnSpc>
                <a:spcPts val="1200"/>
              </a:lnSpc>
            </a:pPr>
            <a:r>
              <a:rPr lang="en-GB" sz="1000" noProof="0">
                <a:solidFill>
                  <a:schemeClr val="bg1"/>
                </a:solidFill>
                <a:latin typeface="Ubuntu" panose="020B0504030602030204" pitchFamily="34" charset="0"/>
                <a:cs typeface="Arial"/>
              </a:rPr>
              <a:t>Address Line 2 </a:t>
            </a:r>
          </a:p>
          <a:p>
            <a:pPr>
              <a:lnSpc>
                <a:spcPts val="1200"/>
              </a:lnSpc>
            </a:pPr>
            <a:r>
              <a:rPr lang="en-GB" sz="1000" noProof="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GB" sz="1200" b="1" noProof="0">
                <a:solidFill>
                  <a:schemeClr val="bg1"/>
                </a:solidFill>
                <a:latin typeface="Ubuntu" panose="020B0504030602030204" pitchFamily="34" charset="0"/>
                <a:cs typeface="Arial"/>
              </a:rPr>
              <a:t>Name, Last Name</a:t>
            </a:r>
          </a:p>
          <a:p>
            <a:pPr>
              <a:lnSpc>
                <a:spcPts val="1200"/>
              </a:lnSpc>
            </a:pPr>
            <a:r>
              <a:rPr lang="en-GB" sz="1000" noProof="0">
                <a:solidFill>
                  <a:schemeClr val="bg1"/>
                </a:solidFill>
                <a:latin typeface="Ubuntu" panose="020B0504030602030204" pitchFamily="34" charset="0"/>
                <a:cs typeface="Arial"/>
              </a:rPr>
              <a:t>Title/Role</a:t>
            </a:r>
          </a:p>
          <a:p>
            <a:pPr>
              <a:lnSpc>
                <a:spcPts val="1200"/>
              </a:lnSpc>
            </a:pPr>
            <a:r>
              <a:rPr lang="en-GB" sz="1000" noProof="0">
                <a:solidFill>
                  <a:schemeClr val="bg1"/>
                </a:solidFill>
                <a:latin typeface="Ubuntu" panose="020B0504030602030204" pitchFamily="34" charset="0"/>
                <a:cs typeface="Arial"/>
              </a:rPr>
              <a:t>Capgemini Office (Optional)</a:t>
            </a:r>
          </a:p>
          <a:p>
            <a:pPr>
              <a:lnSpc>
                <a:spcPts val="1200"/>
              </a:lnSpc>
            </a:pPr>
            <a:r>
              <a:rPr lang="en-GB" sz="1000" noProof="0">
                <a:solidFill>
                  <a:schemeClr val="bg1"/>
                </a:solidFill>
                <a:latin typeface="Ubuntu" panose="020B0504030602030204" pitchFamily="34" charset="0"/>
                <a:cs typeface="Arial"/>
              </a:rPr>
              <a:t>Address Line 1</a:t>
            </a:r>
          </a:p>
          <a:p>
            <a:pPr>
              <a:lnSpc>
                <a:spcPts val="1200"/>
              </a:lnSpc>
            </a:pPr>
            <a:r>
              <a:rPr lang="en-GB" sz="1000" noProof="0">
                <a:solidFill>
                  <a:schemeClr val="bg1"/>
                </a:solidFill>
                <a:latin typeface="Ubuntu" panose="020B0504030602030204" pitchFamily="34" charset="0"/>
                <a:cs typeface="Arial"/>
              </a:rPr>
              <a:t>Address Line 2 </a:t>
            </a:r>
          </a:p>
          <a:p>
            <a:pPr>
              <a:lnSpc>
                <a:spcPts val="1200"/>
              </a:lnSpc>
            </a:pPr>
            <a:r>
              <a:rPr lang="en-GB" sz="1000" noProof="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80578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noProof="0">
                <a:solidFill>
                  <a:schemeClr val="bg1"/>
                </a:solidFill>
                <a:effectLst/>
                <a:latin typeface="Ubuntu" panose="020B0504030602030204" pitchFamily="34" charset="0"/>
              </a:rPr>
              <a:t>Get the Future You Want | </a:t>
            </a:r>
            <a:r>
              <a:rPr lang="en-GB" sz="1050" noProof="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noProof="0">
                <a:solidFill>
                  <a:schemeClr val="lt1"/>
                </a:solidFill>
                <a:effectLst/>
                <a:latin typeface="+mn-lt"/>
                <a:ea typeface="+mn-ea"/>
                <a:cs typeface="+mn-cs"/>
              </a:rPr>
              <a:t>As the digital innovation, design and transformation brand of the Capgemini Group, Capgemini Invent enables CxOs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a:t>
            </a:r>
          </a:p>
          <a:p>
            <a:pPr algn="just"/>
            <a:r>
              <a:rPr lang="en-GB" sz="900" kern="1200" noProof="0">
                <a:solidFill>
                  <a:schemeClr val="lt1"/>
                </a:solidFill>
                <a:effectLst/>
                <a:latin typeface="+mn-lt"/>
                <a:ea typeface="+mn-ea"/>
                <a:cs typeface="+mn-cs"/>
              </a:rPr>
              <a:t> </a:t>
            </a:r>
          </a:p>
          <a:p>
            <a:pPr algn="just"/>
            <a:r>
              <a:rPr lang="en-GB" sz="900" kern="1200" noProof="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GB" sz="1400" noProof="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cstate="hqprint">
            <a:extLst>
              <a:ext uri="{28A0092B-C50C-407E-A947-70E740481C1C}">
                <a14:useLocalDpi xmlns:a14="http://schemas.microsoft.com/office/drawing/2010/main"/>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32222434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617517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5223774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3493384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userDrawn="1"/>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6" name="Retângulo 43">
            <a:extLst>
              <a:ext uri="{FF2B5EF4-FFF2-40B4-BE49-F238E27FC236}">
                <a16:creationId xmlns:a16="http://schemas.microsoft.com/office/drawing/2014/main" id="{9A8BE18E-6B02-49FC-9EDA-027B71177C98}"/>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7" name="Text Placeholder 7">
            <a:extLst>
              <a:ext uri="{FF2B5EF4-FFF2-40B4-BE49-F238E27FC236}">
                <a16:creationId xmlns:a16="http://schemas.microsoft.com/office/drawing/2014/main" id="{BF6C4208-023E-4F1D-AD16-64681E184BC6}"/>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Invent 2018. All rights reserved </a:t>
            </a:r>
            <a:r>
              <a:rPr lang="en-US">
                <a:solidFill>
                  <a:schemeClr val="accent2"/>
                </a:solidFill>
              </a:rPr>
              <a:t>|</a:t>
            </a:r>
          </a:p>
        </p:txBody>
      </p:sp>
      <p:grpSp>
        <p:nvGrpSpPr>
          <p:cNvPr id="8" name="Groupe 1">
            <a:extLst>
              <a:ext uri="{FF2B5EF4-FFF2-40B4-BE49-F238E27FC236}">
                <a16:creationId xmlns:a16="http://schemas.microsoft.com/office/drawing/2014/main" id="{BD253023-E874-4939-9941-B04B48BBB28B}"/>
              </a:ext>
            </a:extLst>
          </p:cNvPr>
          <p:cNvGrpSpPr/>
          <p:nvPr userDrawn="1"/>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776860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57867843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679682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2">
            <a:normAutofit/>
          </a:bodyPr>
          <a:lstStyle>
            <a:lvl1pPr>
              <a:defRPr sz="2000"/>
            </a:lvl1pPr>
            <a:lvl2pPr marL="273050" indent="-273050">
              <a:defRPr sz="1800"/>
            </a:lvl2pPr>
            <a:lvl3pPr marL="531813" indent="-258763">
              <a:buClr>
                <a:schemeClr val="accent1"/>
              </a:buClr>
              <a:defRPr sz="1600"/>
            </a:lvl3pPr>
            <a:lvl4pPr marL="723900" indent="-192088">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0852826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64455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514672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9_Vide">
    <p:bg>
      <p:bgPr>
        <a:solidFill>
          <a:schemeClr val="accent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7">
            <a:extLst>
              <a:ext uri="{FF2B5EF4-FFF2-40B4-BE49-F238E27FC236}">
                <a16:creationId xmlns:a16="http://schemas.microsoft.com/office/drawing/2014/main" id="{D4FBCFDE-74C0-437D-A599-2DBE30E875B1}"/>
              </a:ext>
            </a:extLst>
          </p:cNvPr>
          <p:cNvGrpSpPr/>
          <p:nvPr userDrawn="1"/>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DB21AEB-579C-480C-ACC1-1264171B1846}"/>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E3508132-3864-4D62-BDFD-482ACEDA819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608803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userDrawn="1"/>
        </p:nvSpPr>
        <p:spPr>
          <a:xfrm>
            <a:off x="0"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5843971"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1119081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userDrawn="1"/>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14724017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916175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Agenda with Bullets">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4F5FF1-6629-4C84-8FC8-BF7A8B3B7E0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7440" t="5864" r="13386" b="11273"/>
          <a:stretch/>
        </p:blipFill>
        <p:spPr>
          <a:xfrm rot="16200000" flipH="1">
            <a:off x="-377132" y="377132"/>
            <a:ext cx="6858000" cy="6103736"/>
          </a:xfrm>
          <a:prstGeom prst="rect">
            <a:avLst/>
          </a:prstGeom>
        </p:spPr>
      </p:pic>
      <p:sp>
        <p:nvSpPr>
          <p:cNvPr id="20" name="Text Placeholder 7">
            <a:extLst>
              <a:ext uri="{FF2B5EF4-FFF2-40B4-BE49-F238E27FC236}">
                <a16:creationId xmlns:a16="http://schemas.microsoft.com/office/drawing/2014/main" id="{9AFD87C0-70C2-43AC-9DA3-160A95F947F3}"/>
              </a:ext>
            </a:extLst>
          </p:cNvPr>
          <p:cNvSpPr>
            <a:spLocks noGrp="1"/>
          </p:cNvSpPr>
          <p:nvPr>
            <p:ph type="body" sz="quarter" idx="11" hasCustomPrompt="1"/>
          </p:nvPr>
        </p:nvSpPr>
        <p:spPr>
          <a:xfrm>
            <a:off x="5812038" y="13010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3BC068EE-22F5-4ABE-B3BF-88CF841C40E2}"/>
              </a:ext>
            </a:extLst>
          </p:cNvPr>
          <p:cNvSpPr>
            <a:spLocks noGrp="1"/>
          </p:cNvSpPr>
          <p:nvPr>
            <p:ph type="body" sz="quarter" idx="12" hasCustomPrompt="1"/>
          </p:nvPr>
        </p:nvSpPr>
        <p:spPr>
          <a:xfrm>
            <a:off x="5812038" y="1960142"/>
            <a:ext cx="6103736" cy="555448"/>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22" name="Text Placeholder 7">
            <a:extLst>
              <a:ext uri="{FF2B5EF4-FFF2-40B4-BE49-F238E27FC236}">
                <a16:creationId xmlns:a16="http://schemas.microsoft.com/office/drawing/2014/main" id="{59382DC9-351D-40C2-ABD1-40AADDBBA7C6}"/>
              </a:ext>
            </a:extLst>
          </p:cNvPr>
          <p:cNvSpPr>
            <a:spLocks noGrp="1"/>
          </p:cNvSpPr>
          <p:nvPr>
            <p:ph type="body" sz="quarter" idx="13" hasCustomPrompt="1"/>
          </p:nvPr>
        </p:nvSpPr>
        <p:spPr>
          <a:xfrm>
            <a:off x="5812038" y="26192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3" name="Text Placeholder 7">
            <a:extLst>
              <a:ext uri="{FF2B5EF4-FFF2-40B4-BE49-F238E27FC236}">
                <a16:creationId xmlns:a16="http://schemas.microsoft.com/office/drawing/2014/main" id="{0710CA76-E2C0-4713-AB03-B2222F2BF9C1}"/>
              </a:ext>
            </a:extLst>
          </p:cNvPr>
          <p:cNvSpPr>
            <a:spLocks noGrp="1"/>
          </p:cNvSpPr>
          <p:nvPr>
            <p:ph type="body" sz="quarter" idx="14" hasCustomPrompt="1"/>
          </p:nvPr>
        </p:nvSpPr>
        <p:spPr>
          <a:xfrm>
            <a:off x="5812038" y="52557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4" name="Text Placeholder 7">
            <a:extLst>
              <a:ext uri="{FF2B5EF4-FFF2-40B4-BE49-F238E27FC236}">
                <a16:creationId xmlns:a16="http://schemas.microsoft.com/office/drawing/2014/main" id="{2DED1719-919F-4F18-8CBC-B81012FF4F1E}"/>
              </a:ext>
            </a:extLst>
          </p:cNvPr>
          <p:cNvSpPr>
            <a:spLocks noGrp="1"/>
          </p:cNvSpPr>
          <p:nvPr>
            <p:ph type="body" sz="quarter" idx="15" hasCustomPrompt="1"/>
          </p:nvPr>
        </p:nvSpPr>
        <p:spPr>
          <a:xfrm>
            <a:off x="5812038" y="39375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5" name="Text Placeholder 7">
            <a:extLst>
              <a:ext uri="{FF2B5EF4-FFF2-40B4-BE49-F238E27FC236}">
                <a16:creationId xmlns:a16="http://schemas.microsoft.com/office/drawing/2014/main" id="{5630E427-AF1A-49D9-91D1-0349578FAF19}"/>
              </a:ext>
            </a:extLst>
          </p:cNvPr>
          <p:cNvSpPr>
            <a:spLocks noGrp="1"/>
          </p:cNvSpPr>
          <p:nvPr>
            <p:ph type="body" sz="quarter" idx="16" hasCustomPrompt="1"/>
          </p:nvPr>
        </p:nvSpPr>
        <p:spPr>
          <a:xfrm>
            <a:off x="5812038" y="459664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7" name="Text Placeholder 7">
            <a:extLst>
              <a:ext uri="{FF2B5EF4-FFF2-40B4-BE49-F238E27FC236}">
                <a16:creationId xmlns:a16="http://schemas.microsoft.com/office/drawing/2014/main" id="{05B0F0D2-9B59-4DCE-A7F0-46C6C94F904A}"/>
              </a:ext>
            </a:extLst>
          </p:cNvPr>
          <p:cNvSpPr>
            <a:spLocks noGrp="1"/>
          </p:cNvSpPr>
          <p:nvPr>
            <p:ph type="body" sz="quarter" idx="18" hasCustomPrompt="1"/>
          </p:nvPr>
        </p:nvSpPr>
        <p:spPr>
          <a:xfrm>
            <a:off x="5812038" y="5914890"/>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9" name="Text Placeholder 7">
            <a:extLst>
              <a:ext uri="{FF2B5EF4-FFF2-40B4-BE49-F238E27FC236}">
                <a16:creationId xmlns:a16="http://schemas.microsoft.com/office/drawing/2014/main" id="{BEFAEF53-DFEE-4C56-9A89-479FA76B100A}"/>
              </a:ext>
            </a:extLst>
          </p:cNvPr>
          <p:cNvSpPr>
            <a:spLocks noGrp="1"/>
          </p:cNvSpPr>
          <p:nvPr>
            <p:ph type="body" sz="quarter" idx="19" hasCustomPrompt="1"/>
          </p:nvPr>
        </p:nvSpPr>
        <p:spPr>
          <a:xfrm>
            <a:off x="5219040" y="13010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31" name="Text Placeholder 7">
            <a:extLst>
              <a:ext uri="{FF2B5EF4-FFF2-40B4-BE49-F238E27FC236}">
                <a16:creationId xmlns:a16="http://schemas.microsoft.com/office/drawing/2014/main" id="{2AAD1C81-8340-4E04-8BEA-69F2DD76C1B0}"/>
              </a:ext>
            </a:extLst>
          </p:cNvPr>
          <p:cNvSpPr>
            <a:spLocks noGrp="1"/>
          </p:cNvSpPr>
          <p:nvPr>
            <p:ph type="body" sz="quarter" idx="20" hasCustomPrompt="1"/>
          </p:nvPr>
        </p:nvSpPr>
        <p:spPr>
          <a:xfrm>
            <a:off x="5219040" y="19601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02</a:t>
            </a:r>
          </a:p>
        </p:txBody>
      </p:sp>
      <p:sp>
        <p:nvSpPr>
          <p:cNvPr id="33" name="Text Placeholder 7">
            <a:extLst>
              <a:ext uri="{FF2B5EF4-FFF2-40B4-BE49-F238E27FC236}">
                <a16:creationId xmlns:a16="http://schemas.microsoft.com/office/drawing/2014/main" id="{E08C5D12-CB21-4E9A-B574-43221F42B836}"/>
              </a:ext>
            </a:extLst>
          </p:cNvPr>
          <p:cNvSpPr>
            <a:spLocks noGrp="1"/>
          </p:cNvSpPr>
          <p:nvPr>
            <p:ph type="body" sz="quarter" idx="21" hasCustomPrompt="1"/>
          </p:nvPr>
        </p:nvSpPr>
        <p:spPr>
          <a:xfrm>
            <a:off x="5219040" y="26192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03</a:t>
            </a:r>
          </a:p>
        </p:txBody>
      </p:sp>
      <p:sp>
        <p:nvSpPr>
          <p:cNvPr id="35" name="Text Placeholder 7">
            <a:extLst>
              <a:ext uri="{FF2B5EF4-FFF2-40B4-BE49-F238E27FC236}">
                <a16:creationId xmlns:a16="http://schemas.microsoft.com/office/drawing/2014/main" id="{9D51691D-12CC-40BE-AB48-50F4ADC75971}"/>
              </a:ext>
            </a:extLst>
          </p:cNvPr>
          <p:cNvSpPr>
            <a:spLocks noGrp="1"/>
          </p:cNvSpPr>
          <p:nvPr>
            <p:ph type="body" sz="quarter" idx="22" hasCustomPrompt="1"/>
          </p:nvPr>
        </p:nvSpPr>
        <p:spPr>
          <a:xfrm>
            <a:off x="5219040" y="327839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04</a:t>
            </a:r>
          </a:p>
        </p:txBody>
      </p:sp>
      <p:sp>
        <p:nvSpPr>
          <p:cNvPr id="43" name="Text Placeholder 7">
            <a:extLst>
              <a:ext uri="{FF2B5EF4-FFF2-40B4-BE49-F238E27FC236}">
                <a16:creationId xmlns:a16="http://schemas.microsoft.com/office/drawing/2014/main" id="{10E2D5DB-B531-4A82-BD73-9C29EF1EB46B}"/>
              </a:ext>
            </a:extLst>
          </p:cNvPr>
          <p:cNvSpPr>
            <a:spLocks noGrp="1"/>
          </p:cNvSpPr>
          <p:nvPr>
            <p:ph type="body" sz="quarter" idx="23" hasCustomPrompt="1"/>
          </p:nvPr>
        </p:nvSpPr>
        <p:spPr>
          <a:xfrm>
            <a:off x="5219040" y="39375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05</a:t>
            </a:r>
          </a:p>
        </p:txBody>
      </p:sp>
      <p:sp>
        <p:nvSpPr>
          <p:cNvPr id="50" name="Text Placeholder 7">
            <a:extLst>
              <a:ext uri="{FF2B5EF4-FFF2-40B4-BE49-F238E27FC236}">
                <a16:creationId xmlns:a16="http://schemas.microsoft.com/office/drawing/2014/main" id="{919CCC07-FAD6-47A5-A77D-9AA0E2F2A552}"/>
              </a:ext>
            </a:extLst>
          </p:cNvPr>
          <p:cNvSpPr>
            <a:spLocks noGrp="1"/>
          </p:cNvSpPr>
          <p:nvPr>
            <p:ph type="body" sz="quarter" idx="24" hasCustomPrompt="1"/>
          </p:nvPr>
        </p:nvSpPr>
        <p:spPr>
          <a:xfrm>
            <a:off x="5219040" y="45966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06</a:t>
            </a:r>
          </a:p>
        </p:txBody>
      </p:sp>
      <p:sp>
        <p:nvSpPr>
          <p:cNvPr id="55" name="Text Placeholder 7">
            <a:extLst>
              <a:ext uri="{FF2B5EF4-FFF2-40B4-BE49-F238E27FC236}">
                <a16:creationId xmlns:a16="http://schemas.microsoft.com/office/drawing/2014/main" id="{2C3CBBC2-7099-4832-8F7F-DE82F4964E9A}"/>
              </a:ext>
            </a:extLst>
          </p:cNvPr>
          <p:cNvSpPr>
            <a:spLocks noGrp="1"/>
          </p:cNvSpPr>
          <p:nvPr>
            <p:ph type="body" sz="quarter" idx="25" hasCustomPrompt="1"/>
          </p:nvPr>
        </p:nvSpPr>
        <p:spPr>
          <a:xfrm>
            <a:off x="5219040" y="52557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07</a:t>
            </a:r>
          </a:p>
        </p:txBody>
      </p:sp>
      <p:grpSp>
        <p:nvGrpSpPr>
          <p:cNvPr id="7" name="Group 6">
            <a:extLst>
              <a:ext uri="{FF2B5EF4-FFF2-40B4-BE49-F238E27FC236}">
                <a16:creationId xmlns:a16="http://schemas.microsoft.com/office/drawing/2014/main" id="{2CCD6DB2-2B82-4319-B1B7-23B970C97C8E}"/>
              </a:ext>
            </a:extLst>
          </p:cNvPr>
          <p:cNvGrpSpPr/>
          <p:nvPr userDrawn="1"/>
        </p:nvGrpSpPr>
        <p:grpSpPr>
          <a:xfrm>
            <a:off x="5219040" y="1911057"/>
            <a:ext cx="6696734" cy="3954750"/>
            <a:chOff x="5075004" y="1856465"/>
            <a:chExt cx="648072" cy="3954750"/>
          </a:xfrm>
        </p:grpSpPr>
        <p:cxnSp>
          <p:nvCxnSpPr>
            <p:cNvPr id="28" name="Straight Connector 27">
              <a:extLst>
                <a:ext uri="{FF2B5EF4-FFF2-40B4-BE49-F238E27FC236}">
                  <a16:creationId xmlns:a16="http://schemas.microsoft.com/office/drawing/2014/main" id="{B534ADE6-229C-45AE-8546-284CE33CC9B4}"/>
                </a:ext>
              </a:extLst>
            </p:cNvPr>
            <p:cNvCxnSpPr>
              <a:cxnSpLocks/>
            </p:cNvCxnSpPr>
            <p:nvPr userDrawn="1"/>
          </p:nvCxnSpPr>
          <p:spPr>
            <a:xfrm>
              <a:off x="5075004" y="18564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23473B-CB12-42A2-99E7-B0357969A148}"/>
                </a:ext>
              </a:extLst>
            </p:cNvPr>
            <p:cNvCxnSpPr>
              <a:cxnSpLocks/>
            </p:cNvCxnSpPr>
            <p:nvPr userDrawn="1"/>
          </p:nvCxnSpPr>
          <p:spPr>
            <a:xfrm>
              <a:off x="5075004" y="25155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444121-3011-49CE-AFE2-72AC5775DC28}"/>
                </a:ext>
              </a:extLst>
            </p:cNvPr>
            <p:cNvCxnSpPr>
              <a:cxnSpLocks/>
            </p:cNvCxnSpPr>
            <p:nvPr userDrawn="1"/>
          </p:nvCxnSpPr>
          <p:spPr>
            <a:xfrm>
              <a:off x="5075004" y="31747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BA3C9-4728-46E5-A2EE-9BBF5C466798}"/>
                </a:ext>
              </a:extLst>
            </p:cNvPr>
            <p:cNvCxnSpPr>
              <a:cxnSpLocks/>
            </p:cNvCxnSpPr>
            <p:nvPr userDrawn="1"/>
          </p:nvCxnSpPr>
          <p:spPr>
            <a:xfrm>
              <a:off x="5075004" y="383384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9F45924-729F-4E26-AF65-82B72177222E}"/>
                </a:ext>
              </a:extLst>
            </p:cNvPr>
            <p:cNvCxnSpPr>
              <a:cxnSpLocks/>
            </p:cNvCxnSpPr>
            <p:nvPr userDrawn="1"/>
          </p:nvCxnSpPr>
          <p:spPr>
            <a:xfrm>
              <a:off x="5075004" y="44929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3AFAC14-AFA1-4754-A546-F85476AE23C7}"/>
                </a:ext>
              </a:extLst>
            </p:cNvPr>
            <p:cNvCxnSpPr>
              <a:cxnSpLocks/>
            </p:cNvCxnSpPr>
            <p:nvPr userDrawn="1"/>
          </p:nvCxnSpPr>
          <p:spPr>
            <a:xfrm>
              <a:off x="5075004" y="51520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CC7878F-8FEF-4B70-866B-EB4879D13E0D}"/>
                </a:ext>
              </a:extLst>
            </p:cNvPr>
            <p:cNvCxnSpPr>
              <a:cxnSpLocks/>
            </p:cNvCxnSpPr>
            <p:nvPr userDrawn="1"/>
          </p:nvCxnSpPr>
          <p:spPr>
            <a:xfrm>
              <a:off x="5075004" y="58112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57" name="Text Placeholder 7">
            <a:extLst>
              <a:ext uri="{FF2B5EF4-FFF2-40B4-BE49-F238E27FC236}">
                <a16:creationId xmlns:a16="http://schemas.microsoft.com/office/drawing/2014/main" id="{72CE600F-15D2-44E8-AD6D-1A2D098DEB39}"/>
              </a:ext>
            </a:extLst>
          </p:cNvPr>
          <p:cNvSpPr>
            <a:spLocks noGrp="1"/>
          </p:cNvSpPr>
          <p:nvPr>
            <p:ph type="body" sz="quarter" idx="26" hasCustomPrompt="1"/>
          </p:nvPr>
        </p:nvSpPr>
        <p:spPr>
          <a:xfrm>
            <a:off x="5219040" y="591489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08</a:t>
            </a:r>
          </a:p>
        </p:txBody>
      </p:sp>
      <p:sp>
        <p:nvSpPr>
          <p:cNvPr id="58" name="Text Placeholder 7">
            <a:extLst>
              <a:ext uri="{FF2B5EF4-FFF2-40B4-BE49-F238E27FC236}">
                <a16:creationId xmlns:a16="http://schemas.microsoft.com/office/drawing/2014/main" id="{9882A830-7DD4-4F53-BED4-14CBCA526AB6}"/>
              </a:ext>
            </a:extLst>
          </p:cNvPr>
          <p:cNvSpPr>
            <a:spLocks noGrp="1"/>
          </p:cNvSpPr>
          <p:nvPr>
            <p:ph type="body" sz="quarter" idx="27" hasCustomPrompt="1"/>
          </p:nvPr>
        </p:nvSpPr>
        <p:spPr>
          <a:xfrm>
            <a:off x="5812038" y="327839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37" name="Text Placeholder 4">
            <a:extLst>
              <a:ext uri="{FF2B5EF4-FFF2-40B4-BE49-F238E27FC236}">
                <a16:creationId xmlns:a16="http://schemas.microsoft.com/office/drawing/2014/main" id="{E9B1F08F-851F-46CD-88FB-F8D1183BA3C1}"/>
              </a:ext>
            </a:extLst>
          </p:cNvPr>
          <p:cNvSpPr>
            <a:spLocks noGrp="1"/>
          </p:cNvSpPr>
          <p:nvPr>
            <p:ph type="body" sz="quarter" idx="28"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
        <p:nvSpPr>
          <p:cNvPr id="2" name="Rectangle 1">
            <a:extLst>
              <a:ext uri="{FF2B5EF4-FFF2-40B4-BE49-F238E27FC236}">
                <a16:creationId xmlns:a16="http://schemas.microsoft.com/office/drawing/2014/main" id="{F853E5B2-DD0F-4E78-8C24-3522F3F9C92C}"/>
              </a:ext>
            </a:extLst>
          </p:cNvPr>
          <p:cNvSpPr/>
          <p:nvPr userDrawn="1"/>
        </p:nvSpPr>
        <p:spPr>
          <a:xfrm>
            <a:off x="11532604" y="116632"/>
            <a:ext cx="540060" cy="7200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37">
            <a:extLst>
              <a:ext uri="{FF2B5EF4-FFF2-40B4-BE49-F238E27FC236}">
                <a16:creationId xmlns:a16="http://schemas.microsoft.com/office/drawing/2014/main" id="{E34FD80E-D1B0-4500-B043-A1E764361D52}"/>
              </a:ext>
            </a:extLst>
          </p:cNvPr>
          <p:cNvGrpSpPr/>
          <p:nvPr userDrawn="1"/>
        </p:nvGrpSpPr>
        <p:grpSpPr>
          <a:xfrm>
            <a:off x="11501102" y="171573"/>
            <a:ext cx="419436" cy="388087"/>
            <a:chOff x="5481638" y="2859088"/>
            <a:chExt cx="1231900" cy="1139825"/>
          </a:xfrm>
          <a:solidFill>
            <a:schemeClr val="bg1"/>
          </a:solidFill>
        </p:grpSpPr>
        <p:sp>
          <p:nvSpPr>
            <p:cNvPr id="47" name="Freeform 320">
              <a:extLst>
                <a:ext uri="{FF2B5EF4-FFF2-40B4-BE49-F238E27FC236}">
                  <a16:creationId xmlns:a16="http://schemas.microsoft.com/office/drawing/2014/main" id="{74812CD3-5DA0-4D3A-B306-DF6A884345C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321">
              <a:extLst>
                <a:ext uri="{FF2B5EF4-FFF2-40B4-BE49-F238E27FC236}">
                  <a16:creationId xmlns:a16="http://schemas.microsoft.com/office/drawing/2014/main" id="{E8258C6B-3183-486B-9FC3-695C079BC68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780650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Boiler Plate 1">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6549"/>
          <a:stretch/>
        </p:blipFill>
        <p:spPr>
          <a:xfrm rot="10800000">
            <a:off x="0" y="-2176"/>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a:solidFill>
                  <a:schemeClr val="bg1"/>
                </a:solidFill>
                <a:latin typeface="+mj-lt"/>
              </a:rPr>
              <a:t>ABOUT CAPGEMINI INVENT</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print"/>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print"/>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print"/>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print"/>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print"/>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j-lt"/>
                <a:cs typeface="Arial"/>
              </a:rPr>
              <a:t>This presentation contains information that may be privileged or confidential and is the property of the Capgemini Group.</a:t>
            </a:r>
          </a:p>
          <a:p>
            <a:pPr>
              <a:spcAft>
                <a:spcPts val="600"/>
              </a:spcAft>
            </a:pPr>
            <a:r>
              <a:rPr lang="en-US" sz="800" noProof="0">
                <a:solidFill>
                  <a:schemeClr val="bg1"/>
                </a:solidFill>
                <a:latin typeface="+mj-lt"/>
                <a:cs typeface="Arial"/>
              </a:rPr>
              <a:t>Copyright © 2018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mj-lt"/>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grpSp>
      <p:pic>
        <p:nvPicPr>
          <p:cNvPr id="53" name="Picture 52">
            <a:extLst>
              <a:ext uri="{FF2B5EF4-FFF2-40B4-BE49-F238E27FC236}">
                <a16:creationId xmlns:a16="http://schemas.microsoft.com/office/drawing/2014/main" id="{D5BF4DE0-6F5F-46E6-B698-1D6B6DC223CD}"/>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0" y="0"/>
            <a:ext cx="5497530" cy="1656011"/>
          </a:xfrm>
          <a:prstGeom prst="rect">
            <a:avLst/>
          </a:prstGeom>
        </p:spPr>
      </p:pic>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10 creative studios around the world, its 6,000+ strong team combines strategy, technology, data science and creative design with deep industry expertise and insights, to develop new digital solutions and business models of the future.</a:t>
            </a:r>
            <a:endParaRPr lang="fr-FR" sz="900" kern="1200">
              <a:solidFill>
                <a:schemeClr val="lt1"/>
              </a:solidFill>
              <a:effectLst/>
              <a:latin typeface="+mn-lt"/>
              <a:ea typeface="+mn-ea"/>
              <a:cs typeface="+mn-cs"/>
            </a:endParaRPr>
          </a:p>
          <a:p>
            <a:r>
              <a:rPr lang="en-GB" sz="900" b="1" i="1" kern="1200">
                <a:solidFill>
                  <a:schemeClr val="lt1"/>
                </a:solidFill>
                <a:effectLst/>
                <a:latin typeface="+mn-lt"/>
                <a:ea typeface="+mn-ea"/>
                <a:cs typeface="+mn-cs"/>
              </a:rPr>
              <a:t> </a:t>
            </a:r>
            <a:endParaRPr lang="fr-FR" sz="900" kern="1200">
              <a:solidFill>
                <a:schemeClr val="lt1"/>
              </a:solidFill>
              <a:effectLst/>
              <a:latin typeface="+mn-lt"/>
              <a:ea typeface="+mn-ea"/>
              <a:cs typeface="+mn-cs"/>
            </a:endParaRPr>
          </a:p>
          <a:p>
            <a:r>
              <a:rPr lang="en-GB" sz="900" kern="1200">
                <a:solidFill>
                  <a:schemeClr val="lt1"/>
                </a:solidFill>
                <a:effectLst/>
                <a:latin typeface="+mn-lt"/>
                <a:ea typeface="+mn-ea"/>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2017 global revenues of EUR 12.8 billion.</a:t>
            </a:r>
            <a:endParaRPr lang="en-US" sz="900" i="1" kern="1200">
              <a:solidFill>
                <a:schemeClr val="lt1"/>
              </a:solidFill>
              <a:effectLst/>
              <a:latin typeface="+mn-lt"/>
              <a:ea typeface="+mn-ea"/>
              <a:cs typeface="+mn-cs"/>
            </a:endParaRPr>
          </a:p>
          <a:p>
            <a:r>
              <a:rPr lang="en-GB" sz="900" kern="1200">
                <a:solidFill>
                  <a:schemeClr val="lt1"/>
                </a:solidFill>
                <a:effectLst/>
                <a:latin typeface="+mn-lt"/>
                <a:ea typeface="+mn-ea"/>
                <a:cs typeface="+mn-cs"/>
              </a:rPr>
              <a:t> </a:t>
            </a:r>
            <a:endParaRPr lang="fr-FR" sz="900" kern="1200">
              <a:solidFill>
                <a:schemeClr val="lt1"/>
              </a:solidFill>
              <a:effectLst/>
              <a:latin typeface="+mn-lt"/>
              <a:ea typeface="+mn-ea"/>
              <a:cs typeface="+mn-cs"/>
            </a:endParaRPr>
          </a:p>
          <a:p>
            <a:r>
              <a:rPr lang="en-US" sz="900" kern="1200">
                <a:solidFill>
                  <a:schemeClr val="lt1"/>
                </a:solidFill>
                <a:effectLst/>
                <a:latin typeface="+mn-lt"/>
                <a:ea typeface="+mn-ea"/>
                <a:cs typeface="+mn-cs"/>
              </a:rPr>
              <a:t>Visit us at </a:t>
            </a:r>
            <a:r>
              <a:rPr lang="en-US" sz="900" u="sng" kern="1200">
                <a:solidFill>
                  <a:schemeClr val="lt1"/>
                </a:solidFill>
                <a:effectLst/>
                <a:latin typeface="+mn-lt"/>
                <a:ea typeface="+mn-ea"/>
                <a:cs typeface="+mn-cs"/>
                <a:hlinkClick r:id="rId18"/>
              </a:rPr>
              <a:t>www.capgemini.com/invent</a:t>
            </a:r>
            <a:endParaRPr lang="en-US" sz="900" kern="1200">
              <a:solidFill>
                <a:schemeClr val="bg1"/>
              </a:solidFill>
              <a:effectLst/>
              <a:latin typeface="+mj-lt"/>
              <a:ea typeface="+mn-ea"/>
              <a:cs typeface="+mn-cs"/>
            </a:endParaRPr>
          </a:p>
        </p:txBody>
      </p:sp>
    </p:spTree>
    <p:extLst>
      <p:ext uri="{BB962C8B-B14F-4D97-AF65-F5344CB8AC3E}">
        <p14:creationId xmlns:p14="http://schemas.microsoft.com/office/powerpoint/2010/main" val="2504465116"/>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Divider Slide 4">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397746-D2E0-44C5-A682-404421E28AC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9440" b="21702"/>
          <a:stretch/>
        </p:blipFill>
        <p:spPr>
          <a:xfrm flipH="1">
            <a:off x="441908" y="0"/>
            <a:ext cx="11750092" cy="6858000"/>
          </a:xfrm>
          <a:prstGeom prst="rect">
            <a:avLst/>
          </a:prstGeom>
        </p:spPr>
      </p:pic>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4" name="Object 1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Placeholder 4">
            <a:extLst>
              <a:ext uri="{FF2B5EF4-FFF2-40B4-BE49-F238E27FC236}">
                <a16:creationId xmlns:a16="http://schemas.microsoft.com/office/drawing/2014/main" id="{9AAA2175-205B-44CC-B0EB-0BD4096F38C4}"/>
              </a:ext>
            </a:extLst>
          </p:cNvPr>
          <p:cNvSpPr>
            <a:spLocks noGrp="1"/>
          </p:cNvSpPr>
          <p:nvPr>
            <p:ph type="body" sz="quarter" idx="11" hasCustomPrompt="1"/>
          </p:nvPr>
        </p:nvSpPr>
        <p:spPr>
          <a:xfrm>
            <a:off x="3317171" y="2231572"/>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023331415"/>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Title only short dar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7C19934-9ABB-4798-9018-28E3FFBEC07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17C19934-9ABB-4798-9018-28E3FFBEC0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32B6BB-7B1D-4110-968D-DC63370CB739}"/>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Rectangle 2">
            <a:extLst>
              <a:ext uri="{FF2B5EF4-FFF2-40B4-BE49-F238E27FC236}">
                <a16:creationId xmlns:a16="http://schemas.microsoft.com/office/drawing/2014/main" id="{2D5B34BB-1992-4B44-A595-77386543451E}"/>
              </a:ext>
            </a:extLst>
          </p:cNvPr>
          <p:cNvSpPr/>
          <p:nvPr userDrawn="1"/>
        </p:nvSpPr>
        <p:spPr>
          <a:xfrm>
            <a:off x="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r>
              <a:rPr lang="en-US"/>
              <a:t>© Capgemini Invent 2019. All rights reserved.</a:t>
            </a:r>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863" y="6907"/>
            <a:ext cx="5545137" cy="1116000"/>
          </a:xfrm>
        </p:spPr>
        <p:txBody>
          <a:bodyPr rIns="72000"/>
          <a:lstStyle>
            <a:lvl1pPr>
              <a:defRPr>
                <a:solidFill>
                  <a:schemeClr val="bg1"/>
                </a:solidFill>
              </a:defRPr>
            </a:lvl1p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550200" y="1126800"/>
            <a:ext cx="5545800" cy="246221"/>
          </a:xfr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10" name="Content Placeholder 7">
            <a:extLst>
              <a:ext uri="{FF2B5EF4-FFF2-40B4-BE49-F238E27FC236}">
                <a16:creationId xmlns:a16="http://schemas.microsoft.com/office/drawing/2014/main" id="{824D0424-ABA0-4663-A62C-3D368C2B66C7}"/>
              </a:ext>
            </a:extLst>
          </p:cNvPr>
          <p:cNvSpPr>
            <a:spLocks noGrp="1"/>
          </p:cNvSpPr>
          <p:nvPr>
            <p:ph sz="quarter" idx="16" hasCustomPrompt="1"/>
          </p:nvPr>
        </p:nvSpPr>
        <p:spPr>
          <a:xfrm>
            <a:off x="6096000" y="0"/>
            <a:ext cx="6096000" cy="6851650"/>
          </a:xfrm>
        </p:spPr>
        <p:txBody>
          <a:bodyPr rIns="0" anchor="ctr"/>
          <a:lstStyle>
            <a:lvl1pPr algn="ctr">
              <a:defRPr>
                <a:solidFill>
                  <a:schemeClr val="bg2">
                    <a:lumMod val="50000"/>
                  </a:schemeClr>
                </a:solidFill>
              </a:defRPr>
            </a:lvl1pPr>
          </a:lstStyle>
          <a:p>
            <a:pPr lvl="0" algn="ctr"/>
            <a:r>
              <a:rPr lang="en-US"/>
              <a:t>add content (chart, picture etc.),</a:t>
            </a:r>
            <a:br>
              <a:rPr lang="en-US"/>
            </a:br>
            <a:r>
              <a:rPr lang="en-US"/>
              <a:t> position the picture in the background or delete the placeholder.</a:t>
            </a:r>
            <a:br>
              <a:rPr lang="en-US"/>
            </a:br>
            <a:r>
              <a:rPr lang="en-US"/>
              <a:t>If you enter a photo, you may put a rectangle with a gradient </a:t>
            </a:r>
            <a:br>
              <a:rPr lang="en-US"/>
            </a:br>
            <a:r>
              <a:rPr lang="en-US"/>
              <a:t>from template color to transparent before it.</a:t>
            </a:r>
          </a:p>
          <a:p>
            <a:pPr lvl="0" algn="ctr"/>
            <a:endParaRPr lang="en-US"/>
          </a:p>
          <a:p>
            <a:pPr lvl="0" algn="ctr"/>
            <a:endParaRPr lang="en-US"/>
          </a:p>
          <a:p>
            <a:pPr lvl="0" algn="ctr"/>
            <a:endParaRPr lang="en-US"/>
          </a:p>
          <a:p>
            <a:pPr lvl="0"/>
            <a:endParaRPr lang="de-DE"/>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550863" y="1627200"/>
            <a:ext cx="5545137" cy="4538650"/>
          </a:xfrm>
        </p:spPr>
        <p:txBody>
          <a:bodyPr vert="horz" lIns="0" tIns="0" rIns="216000" bIns="0" rtlCol="0">
            <a:normAutofit/>
          </a:bodyPr>
          <a:lstStyle>
            <a:lvl1pPr>
              <a:defRPr lang="en-US" sz="1200" smtClean="0">
                <a:solidFill>
                  <a:schemeClr val="bg1"/>
                </a:solidFill>
              </a:defRPr>
            </a:lvl1pPr>
            <a:lvl2pPr>
              <a:defRPr lang="en-US" sz="1200" smtClean="0">
                <a:solidFill>
                  <a:schemeClr val="bg1"/>
                </a:solidFill>
              </a:defRPr>
            </a:lvl2pPr>
            <a:lvl3pPr>
              <a:defRPr lang="en-US" sz="1200" smtClean="0">
                <a:solidFill>
                  <a:schemeClr val="bg1"/>
                </a:solidFill>
              </a:defRPr>
            </a:lvl3pPr>
            <a:lvl4pPr>
              <a:defRPr lang="en-US" sz="1100" smtClean="0">
                <a:solidFill>
                  <a:schemeClr val="bg1"/>
                </a:solidFill>
              </a:defRPr>
            </a:lvl4pPr>
            <a:lvl5pPr>
              <a:defRPr lang="en-US"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35813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plai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8556208"/>
      </p:ext>
    </p:extLst>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4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28205708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2" name="Picture 1" descr="Logo, icon, company name&#10;&#10;Description automatically generated">
            <a:extLst>
              <a:ext uri="{FF2B5EF4-FFF2-40B4-BE49-F238E27FC236}">
                <a16:creationId xmlns:a16="http://schemas.microsoft.com/office/drawing/2014/main" id="{D30A61F8-5C52-415D-F943-8846FC1762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78274" y="165482"/>
            <a:ext cx="484856" cy="449300"/>
          </a:xfrm>
          <a:prstGeom prst="rect">
            <a:avLst/>
          </a:prstGeom>
        </p:spPr>
      </p:pic>
    </p:spTree>
    <p:extLst>
      <p:ext uri="{BB962C8B-B14F-4D97-AF65-F5344CB8AC3E}">
        <p14:creationId xmlns:p14="http://schemas.microsoft.com/office/powerpoint/2010/main" val="370446407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39224766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63210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53588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Only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72D8E9-467E-B7A5-FF49-CA9DD244D9A3}"/>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6416568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1107" y="533779"/>
            <a:ext cx="4024242" cy="1212215"/>
          </a:xfrm>
          <a:prstGeom prst="rect">
            <a:avLst/>
          </a:prstGeom>
        </p:spPr>
      </p:pic>
      <p:pic>
        <p:nvPicPr>
          <p:cNvPr id="2" name="Image 27">
            <a:extLst>
              <a:ext uri="{FF2B5EF4-FFF2-40B4-BE49-F238E27FC236}">
                <a16:creationId xmlns:a16="http://schemas.microsoft.com/office/drawing/2014/main" id="{C1B5AB16-9C7E-3F30-E6D3-8616C6C5A1AD}"/>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4" name="Rectangle 3">
            <a:extLst>
              <a:ext uri="{FF2B5EF4-FFF2-40B4-BE49-F238E27FC236}">
                <a16:creationId xmlns:a16="http://schemas.microsoft.com/office/drawing/2014/main" id="{A119DDF2-85C9-9FCF-30A1-478D9B4905B5}"/>
              </a:ext>
            </a:extLst>
          </p:cNvPr>
          <p:cNvSpPr/>
          <p:nvPr userDrawn="1"/>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5" name="Image 27">
            <a:extLst>
              <a:ext uri="{FF2B5EF4-FFF2-40B4-BE49-F238E27FC236}">
                <a16:creationId xmlns:a16="http://schemas.microsoft.com/office/drawing/2014/main" id="{9B1EE1A4-12D6-5ACF-7A5B-54B18D45641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pic>
        <p:nvPicPr>
          <p:cNvPr id="6" name="Picture 7">
            <a:extLst>
              <a:ext uri="{FF2B5EF4-FFF2-40B4-BE49-F238E27FC236}">
                <a16:creationId xmlns:a16="http://schemas.microsoft.com/office/drawing/2014/main" id="{BADCCFC1-1A6A-704F-750C-76F0E1D8493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1107" y="533779"/>
            <a:ext cx="4024242" cy="1212215"/>
          </a:xfrm>
          <a:prstGeom prst="rect">
            <a:avLst/>
          </a:prstGeom>
        </p:spPr>
      </p:pic>
      <p:grpSp>
        <p:nvGrpSpPr>
          <p:cNvPr id="8" name="Group 7">
            <a:extLst>
              <a:ext uri="{FF2B5EF4-FFF2-40B4-BE49-F238E27FC236}">
                <a16:creationId xmlns:a16="http://schemas.microsoft.com/office/drawing/2014/main" id="{4CA75300-CA7D-5E1C-AD2F-0EE1F9AD11FD}"/>
              </a:ext>
            </a:extLst>
          </p:cNvPr>
          <p:cNvGrpSpPr/>
          <p:nvPr userDrawn="1"/>
        </p:nvGrpSpPr>
        <p:grpSpPr>
          <a:xfrm>
            <a:off x="425840" y="4968013"/>
            <a:ext cx="1866702" cy="333195"/>
            <a:chOff x="426720" y="4976083"/>
            <a:chExt cx="1866702" cy="333195"/>
          </a:xfrm>
        </p:grpSpPr>
        <p:pic>
          <p:nvPicPr>
            <p:cNvPr id="9" name="Picture 2">
              <a:hlinkClick r:id="rId4"/>
              <a:extLst>
                <a:ext uri="{FF2B5EF4-FFF2-40B4-BE49-F238E27FC236}">
                  <a16:creationId xmlns:a16="http://schemas.microsoft.com/office/drawing/2014/main" id="{74C47DAA-ECF5-805B-A3D4-D776E5A9122D}"/>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0" name="Picture 4">
              <a:hlinkClick r:id="rId6"/>
              <a:extLst>
                <a:ext uri="{FF2B5EF4-FFF2-40B4-BE49-F238E27FC236}">
                  <a16:creationId xmlns:a16="http://schemas.microsoft.com/office/drawing/2014/main" id="{C018E906-DAC2-FACB-7798-CD1A1148DB38}"/>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11" name="Picture 5">
              <a:hlinkClick r:id="rId8"/>
              <a:extLst>
                <a:ext uri="{FF2B5EF4-FFF2-40B4-BE49-F238E27FC236}">
                  <a16:creationId xmlns:a16="http://schemas.microsoft.com/office/drawing/2014/main" id="{74C39B6C-955C-ADF5-D32C-69AB80CFE4CD}"/>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12" name="Picture 6">
              <a:hlinkClick r:id="rId10"/>
              <a:extLst>
                <a:ext uri="{FF2B5EF4-FFF2-40B4-BE49-F238E27FC236}">
                  <a16:creationId xmlns:a16="http://schemas.microsoft.com/office/drawing/2014/main" id="{C86B4F27-3E2B-9129-9324-A4209E947AF6}"/>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13" name="Picture 7">
              <a:hlinkClick r:id="rId12"/>
              <a:extLst>
                <a:ext uri="{FF2B5EF4-FFF2-40B4-BE49-F238E27FC236}">
                  <a16:creationId xmlns:a16="http://schemas.microsoft.com/office/drawing/2014/main" id="{D74CC192-31AB-FCEA-7177-D2AE61A0F7EE}"/>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
        <p:nvSpPr>
          <p:cNvPr id="14" name="Rectangle 13">
            <a:extLst>
              <a:ext uri="{FF2B5EF4-FFF2-40B4-BE49-F238E27FC236}">
                <a16:creationId xmlns:a16="http://schemas.microsoft.com/office/drawing/2014/main" id="{820F158A-5373-B94E-E8F6-8CA74BA09767}"/>
              </a:ext>
            </a:extLst>
          </p:cNvPr>
          <p:cNvSpPr/>
          <p:nvPr userDrawn="1"/>
        </p:nvSpPr>
        <p:spPr>
          <a:xfrm>
            <a:off x="6536185" y="2920221"/>
            <a:ext cx="4672383"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a:solidFill>
                  <a:schemeClr val="lt1"/>
                </a:solidFill>
                <a:effectLst/>
                <a:latin typeface="+mn-lt"/>
                <a:ea typeface="+mn-ea"/>
                <a:cs typeface="+mn-cs"/>
              </a:rPr>
              <a:t>As the digital innovation, design and transformation brand of the Capgemini Group, Capgemini Invent enables CxOs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a:t>
            </a:r>
          </a:p>
          <a:p>
            <a:pPr algn="just"/>
            <a:endParaRPr lang="en-US"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300,000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a:extLst>
              <a:ext uri="{FF2B5EF4-FFF2-40B4-BE49-F238E27FC236}">
                <a16:creationId xmlns:a16="http://schemas.microsoft.com/office/drawing/2014/main" id="{8B12CBEC-FC7B-C9D9-A499-A43EB3999286}"/>
              </a:ext>
            </a:extLst>
          </p:cNvPr>
          <p:cNvSpPr/>
          <p:nvPr userDrawn="1"/>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a:extLst>
              <a:ext uri="{FF2B5EF4-FFF2-40B4-BE49-F238E27FC236}">
                <a16:creationId xmlns:a16="http://schemas.microsoft.com/office/drawing/2014/main" id="{F2B6F763-00F9-C258-9F28-2A826EDA0703}"/>
              </a:ext>
            </a:extLst>
          </p:cNvPr>
          <p:cNvSpPr/>
          <p:nvPr userDrawn="1"/>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spTree>
    <p:extLst>
      <p:ext uri="{BB962C8B-B14F-4D97-AF65-F5344CB8AC3E}">
        <p14:creationId xmlns:p14="http://schemas.microsoft.com/office/powerpoint/2010/main" val="3198459549"/>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438193"/>
            <a:ext cx="11386134" cy="707886"/>
          </a:xfrm>
        </p:spPr>
        <p:txBody>
          <a:bodyPr wrap="square" lIns="36000" rIns="36000" bIns="0" anchor="b" anchorCtr="0">
            <a:spAutoFit/>
          </a:bodyPr>
          <a:lstStyle>
            <a:lvl1pPr algn="l">
              <a:lnSpc>
                <a:spcPct val="100000"/>
              </a:lnSpc>
              <a:defRPr sz="4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44286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48611816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4499195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lgn="l">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41543217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re 2"/>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10892107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atin typeface="Ubuntu" panose="020B0504030602030204" pitchFamily="34" charset="0"/>
              </a:defRPr>
            </a:lvl1pPr>
            <a:lvl2pPr>
              <a:lnSpc>
                <a:spcPct val="100000"/>
              </a:lnSpc>
              <a:spcBef>
                <a:spcPts val="0"/>
              </a:spcBef>
              <a:spcAft>
                <a:spcPts val="600"/>
              </a:spcAft>
              <a:defRPr sz="1600">
                <a:latin typeface="Ubuntu" panose="020B0504030602030204" pitchFamily="34" charset="0"/>
              </a:defRPr>
            </a:lvl2pPr>
            <a:lvl3pPr>
              <a:lnSpc>
                <a:spcPct val="100000"/>
              </a:lnSpc>
              <a:spcBef>
                <a:spcPts val="0"/>
              </a:spcBef>
              <a:spcAft>
                <a:spcPts val="600"/>
              </a:spcAft>
              <a:defRPr sz="1600">
                <a:latin typeface="Ubuntu" panose="020B0504030602030204" pitchFamily="34" charset="0"/>
              </a:defRPr>
            </a:lvl3pPr>
            <a:lvl4pPr>
              <a:lnSpc>
                <a:spcPct val="100000"/>
              </a:lnSpc>
              <a:spcBef>
                <a:spcPts val="0"/>
              </a:spcBef>
              <a:spcAft>
                <a:spcPts val="600"/>
              </a:spcAft>
              <a:defRPr sz="1600">
                <a:latin typeface="Ubuntu" panose="020B0504030602030204" pitchFamily="34" charset="0"/>
              </a:defRPr>
            </a:lvl4pPr>
            <a:lvl5pPr>
              <a:lnSpc>
                <a:spcPct val="100000"/>
              </a:lnSpc>
              <a:spcBef>
                <a:spcPts val="0"/>
              </a:spcBef>
              <a:spcAft>
                <a:spcPts val="600"/>
              </a:spcAft>
              <a:defRPr sz="1600">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atin typeface="Ubuntu" panose="020B0504030602030204" pitchFamily="34" charset="0"/>
              </a:defRPr>
            </a:lvl1pPr>
            <a:lvl2pPr>
              <a:lnSpc>
                <a:spcPct val="100000"/>
              </a:lnSpc>
              <a:spcBef>
                <a:spcPts val="0"/>
              </a:spcBef>
              <a:spcAft>
                <a:spcPts val="600"/>
              </a:spcAft>
              <a:defRPr sz="1600">
                <a:latin typeface="Ubuntu" panose="020B0504030602030204" pitchFamily="34" charset="0"/>
              </a:defRPr>
            </a:lvl2pPr>
            <a:lvl3pPr>
              <a:lnSpc>
                <a:spcPct val="100000"/>
              </a:lnSpc>
              <a:spcBef>
                <a:spcPts val="0"/>
              </a:spcBef>
              <a:spcAft>
                <a:spcPts val="600"/>
              </a:spcAft>
              <a:defRPr sz="1600">
                <a:latin typeface="Ubuntu" panose="020B0504030602030204" pitchFamily="34" charset="0"/>
              </a:defRPr>
            </a:lvl3pPr>
            <a:lvl4pPr>
              <a:lnSpc>
                <a:spcPct val="100000"/>
              </a:lnSpc>
              <a:spcBef>
                <a:spcPts val="0"/>
              </a:spcBef>
              <a:spcAft>
                <a:spcPts val="600"/>
              </a:spcAft>
              <a:defRPr sz="1600">
                <a:latin typeface="Ubuntu" panose="020B0504030602030204" pitchFamily="34" charset="0"/>
              </a:defRPr>
            </a:lvl4pPr>
            <a:lvl5pPr>
              <a:lnSpc>
                <a:spcPct val="100000"/>
              </a:lnSpc>
              <a:spcBef>
                <a:spcPts val="0"/>
              </a:spcBef>
              <a:spcAft>
                <a:spcPts val="600"/>
              </a:spcAft>
              <a:defRPr sz="1600">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17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emf"/><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oleObject" Target="../embeddings/oleObject1.bin"/><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tags" Target="../tags/tag6.xml"/><Relationship Id="rId5" Type="http://schemas.openxmlformats.org/officeDocument/2006/relationships/slideLayout" Target="../slideLayouts/slideLayout29.xml"/><Relationship Id="rId10" Type="http://schemas.openxmlformats.org/officeDocument/2006/relationships/theme" Target="../theme/theme2.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9" Type="http://schemas.openxmlformats.org/officeDocument/2006/relationships/theme" Target="../theme/theme3.xml"/><Relationship Id="rId21" Type="http://schemas.openxmlformats.org/officeDocument/2006/relationships/slideLayout" Target="../slideLayouts/slideLayout54.xml"/><Relationship Id="rId34" Type="http://schemas.openxmlformats.org/officeDocument/2006/relationships/slideLayout" Target="../slideLayouts/slideLayout67.xml"/><Relationship Id="rId42" Type="http://schemas.openxmlformats.org/officeDocument/2006/relationships/image" Target="../media/image1.emf"/><Relationship Id="rId7" Type="http://schemas.openxmlformats.org/officeDocument/2006/relationships/slideLayout" Target="../slideLayouts/slideLayout4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41" Type="http://schemas.openxmlformats.org/officeDocument/2006/relationships/oleObject" Target="../embeddings/oleObject5.bin"/><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37" Type="http://schemas.openxmlformats.org/officeDocument/2006/relationships/slideLayout" Target="../slideLayouts/slideLayout70.xml"/><Relationship Id="rId40" Type="http://schemas.openxmlformats.org/officeDocument/2006/relationships/tags" Target="../tags/tag10.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36" Type="http://schemas.openxmlformats.org/officeDocument/2006/relationships/slideLayout" Target="../slideLayouts/slideLayout69.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slideLayout" Target="../slideLayouts/slideLayout68.xml"/><Relationship Id="rId8" Type="http://schemas.openxmlformats.org/officeDocument/2006/relationships/slideLayout" Target="../slideLayouts/slideLayout41.xml"/><Relationship Id="rId3" Type="http://schemas.openxmlformats.org/officeDocument/2006/relationships/slideLayout" Target="../slideLayouts/slideLayout36.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slideLayout" Target="../slideLayouts/slideLayout66.xml"/><Relationship Id="rId38" Type="http://schemas.openxmlformats.org/officeDocument/2006/relationships/slideLayout" Target="../slideLayouts/slideLayout7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oleObject" Target="../embeddings/oleObject22.bin"/><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tags" Target="../tags/tag32.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theme" Target="../theme/theme4.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C314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2614470386"/>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9" name="Title Placeholder 1"/>
          <p:cNvSpPr>
            <a:spLocks noGrp="1"/>
          </p:cNvSpPr>
          <p:nvPr>
            <p:ph type="title"/>
          </p:nvPr>
        </p:nvSpPr>
        <p:spPr>
          <a:xfrm>
            <a:off x="404813" y="251977"/>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64" name="Rectangle 63">
            <a:extLst>
              <a:ext uri="{FF2B5EF4-FFF2-40B4-BE49-F238E27FC236}">
                <a16:creationId xmlns:a16="http://schemas.microsoft.com/office/drawing/2014/main" id="{FA30B5DB-3DC5-4488-AAD2-97E53DBB4E06}"/>
              </a:ext>
            </a:extLst>
          </p:cNvPr>
          <p:cNvSpPr/>
          <p:nvPr/>
        </p:nvSpPr>
        <p:spPr>
          <a:xfrm>
            <a:off x="12288689" y="0"/>
            <a:ext cx="288032" cy="297517"/>
          </a:xfrm>
          <a:prstGeom prst="rect">
            <a:avLst/>
          </a:prstGeom>
          <a:solidFill>
            <a:srgbClr val="3DE48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7" name="Rectangle 86">
            <a:extLst>
              <a:ext uri="{FF2B5EF4-FFF2-40B4-BE49-F238E27FC236}">
                <a16:creationId xmlns:a16="http://schemas.microsoft.com/office/drawing/2014/main" id="{DBF82E96-0CC9-409C-9CC1-413A96123382}"/>
              </a:ext>
            </a:extLst>
          </p:cNvPr>
          <p:cNvSpPr/>
          <p:nvPr/>
        </p:nvSpPr>
        <p:spPr>
          <a:xfrm>
            <a:off x="12288689" y="591828"/>
            <a:ext cx="288032" cy="297517"/>
          </a:xfrm>
          <a:prstGeom prst="rect">
            <a:avLst/>
          </a:prstGeom>
          <a:solidFill>
            <a:srgbClr val="2C8A6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0" name="Rectangle 89">
            <a:extLst>
              <a:ext uri="{FF2B5EF4-FFF2-40B4-BE49-F238E27FC236}">
                <a16:creationId xmlns:a16="http://schemas.microsoft.com/office/drawing/2014/main" id="{675FE29F-FB2A-4DC5-87E5-54D7C71BD50D}"/>
              </a:ext>
            </a:extLst>
          </p:cNvPr>
          <p:cNvSpPr/>
          <p:nvPr/>
        </p:nvSpPr>
        <p:spPr>
          <a:xfrm>
            <a:off x="12288689" y="297517"/>
            <a:ext cx="288032" cy="297517"/>
          </a:xfrm>
          <a:prstGeom prst="rect">
            <a:avLst/>
          </a:prstGeom>
          <a:solidFill>
            <a:srgbClr val="00925C"/>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1" name="Rectangle 90">
            <a:extLst>
              <a:ext uri="{FF2B5EF4-FFF2-40B4-BE49-F238E27FC236}">
                <a16:creationId xmlns:a16="http://schemas.microsoft.com/office/drawing/2014/main" id="{E8EC6407-0E86-48EB-B92C-923F531A6722}"/>
              </a:ext>
            </a:extLst>
          </p:cNvPr>
          <p:cNvSpPr/>
          <p:nvPr/>
        </p:nvSpPr>
        <p:spPr>
          <a:xfrm>
            <a:off x="12288689" y="889345"/>
            <a:ext cx="288032" cy="297517"/>
          </a:xfrm>
          <a:prstGeom prst="rect">
            <a:avLst/>
          </a:prstGeom>
          <a:solidFill>
            <a:srgbClr val="00613E"/>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823FF1DE-BB11-42E2-9E73-A64FD174F4C0}"/>
              </a:ext>
            </a:extLst>
          </p:cNvPr>
          <p:cNvSpPr/>
          <p:nvPr userDrawn="1"/>
        </p:nvSpPr>
        <p:spPr>
          <a:xfrm>
            <a:off x="12288689" y="0"/>
            <a:ext cx="288032" cy="297517"/>
          </a:xfrm>
          <a:prstGeom prst="rect">
            <a:avLst/>
          </a:prstGeom>
          <a:solidFill>
            <a:srgbClr val="3DE48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496F3958-4E97-4F62-9E7C-4DC189D8673A}"/>
              </a:ext>
            </a:extLst>
          </p:cNvPr>
          <p:cNvSpPr/>
          <p:nvPr userDrawn="1"/>
        </p:nvSpPr>
        <p:spPr>
          <a:xfrm>
            <a:off x="12288689" y="591828"/>
            <a:ext cx="288032" cy="297517"/>
          </a:xfrm>
          <a:prstGeom prst="rect">
            <a:avLst/>
          </a:prstGeom>
          <a:solidFill>
            <a:srgbClr val="2C8A6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3C63BC44-4344-4BD5-A2C2-CA85649069FC}"/>
              </a:ext>
            </a:extLst>
          </p:cNvPr>
          <p:cNvSpPr/>
          <p:nvPr userDrawn="1"/>
        </p:nvSpPr>
        <p:spPr>
          <a:xfrm>
            <a:off x="12288689" y="297517"/>
            <a:ext cx="288032" cy="297517"/>
          </a:xfrm>
          <a:prstGeom prst="rect">
            <a:avLst/>
          </a:prstGeom>
          <a:solidFill>
            <a:srgbClr val="00925C"/>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4F81101C-8534-49F2-B964-48DFFF106AF8}"/>
              </a:ext>
            </a:extLst>
          </p:cNvPr>
          <p:cNvSpPr/>
          <p:nvPr userDrawn="1"/>
        </p:nvSpPr>
        <p:spPr>
          <a:xfrm>
            <a:off x="12288689" y="889345"/>
            <a:ext cx="288032" cy="297517"/>
          </a:xfrm>
          <a:prstGeom prst="rect">
            <a:avLst/>
          </a:prstGeom>
          <a:solidFill>
            <a:srgbClr val="00613E"/>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Indus Towers | Sustainability Upskilling</a:t>
            </a:r>
          </a:p>
        </p:txBody>
      </p:sp>
      <p:sp>
        <p:nvSpPr>
          <p:cNvPr id="17"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sp>
        <p:nvSpPr>
          <p:cNvPr id="18"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Company Confidential © Capgemini 2023. All rights reserved  |</a:t>
            </a:r>
          </a:p>
        </p:txBody>
      </p:sp>
    </p:spTree>
    <p:extLst>
      <p:ext uri="{BB962C8B-B14F-4D97-AF65-F5344CB8AC3E}">
        <p14:creationId xmlns:p14="http://schemas.microsoft.com/office/powerpoint/2010/main" val="604553025"/>
      </p:ext>
    </p:extLst>
  </p:cSld>
  <p:clrMap bg1="lt1" tx1="dk1" bg2="lt2" tx2="dk2" accent1="accent1" accent2="accent2" accent3="accent3" accent4="accent4" accent5="accent5" accent6="accent6" hlink="hlink" folHlink="folHlink"/>
  <p:sldLayoutIdLst>
    <p:sldLayoutId id="2147484029" r:id="rId1"/>
    <p:sldLayoutId id="2147484031" r:id="rId2"/>
    <p:sldLayoutId id="2147484032" r:id="rId3"/>
    <p:sldLayoutId id="2147484045" r:id="rId4"/>
    <p:sldLayoutId id="2147484033" r:id="rId5"/>
    <p:sldLayoutId id="2147484034" r:id="rId6"/>
    <p:sldLayoutId id="2147484035" r:id="rId7"/>
    <p:sldLayoutId id="2147484036" r:id="rId8"/>
    <p:sldLayoutId id="2147484037" r:id="rId9"/>
    <p:sldLayoutId id="2147484038" r:id="rId10"/>
    <p:sldLayoutId id="2147484039" r:id="rId11"/>
    <p:sldLayoutId id="2147484040" r:id="rId12"/>
    <p:sldLayoutId id="2147484047" r:id="rId13"/>
    <p:sldLayoutId id="2147484091" r:id="rId14"/>
    <p:sldLayoutId id="2147484093" r:id="rId15"/>
    <p:sldLayoutId id="2147484423" r:id="rId16"/>
    <p:sldLayoutId id="2147484414" r:id="rId17"/>
    <p:sldLayoutId id="2147484417" r:id="rId18"/>
    <p:sldLayoutId id="2147484424" r:id="rId19"/>
    <p:sldLayoutId id="2147484428" r:id="rId20"/>
    <p:sldLayoutId id="2147484429" r:id="rId21"/>
    <p:sldLayoutId id="2147484470" r:id="rId22"/>
    <p:sldLayoutId id="2147484501" r:id="rId23"/>
    <p:sldLayoutId id="2147484502"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C314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1"/>
            </p:custDataLst>
            <p:extLst>
              <p:ext uri="{D42A27DB-BD31-4B8C-83A1-F6EECF244321}">
                <p14:modId xmlns:p14="http://schemas.microsoft.com/office/powerpoint/2010/main" val="2614470386"/>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2" imgW="270" imgH="270" progId="TCLayout.ActiveDocument.1">
                  <p:embed/>
                </p:oleObj>
              </mc:Choice>
              <mc:Fallback>
                <p:oleObj name="think-cell Slide" r:id="rId12" imgW="270" imgH="270" progId="TCLayout.ActiveDocument.1">
                  <p:embed/>
                  <p:pic>
                    <p:nvPicPr>
                      <p:cNvPr id="21" name="Object 20"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9" name="Title Placeholder 1"/>
          <p:cNvSpPr>
            <a:spLocks noGrp="1"/>
          </p:cNvSpPr>
          <p:nvPr>
            <p:ph type="title"/>
          </p:nvPr>
        </p:nvSpPr>
        <p:spPr>
          <a:xfrm>
            <a:off x="404813" y="397934"/>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64" name="Rectangle 63">
            <a:extLst>
              <a:ext uri="{FF2B5EF4-FFF2-40B4-BE49-F238E27FC236}">
                <a16:creationId xmlns:a16="http://schemas.microsoft.com/office/drawing/2014/main" id="{FA30B5DB-3DC5-4488-AAD2-97E53DBB4E06}"/>
              </a:ext>
            </a:extLst>
          </p:cNvPr>
          <p:cNvSpPr/>
          <p:nvPr/>
        </p:nvSpPr>
        <p:spPr>
          <a:xfrm>
            <a:off x="12288689" y="0"/>
            <a:ext cx="288032" cy="297517"/>
          </a:xfrm>
          <a:prstGeom prst="rect">
            <a:avLst/>
          </a:prstGeom>
          <a:solidFill>
            <a:srgbClr val="3DE48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87" name="Rectangle 86">
            <a:extLst>
              <a:ext uri="{FF2B5EF4-FFF2-40B4-BE49-F238E27FC236}">
                <a16:creationId xmlns:a16="http://schemas.microsoft.com/office/drawing/2014/main" id="{DBF82E96-0CC9-409C-9CC1-413A96123382}"/>
              </a:ext>
            </a:extLst>
          </p:cNvPr>
          <p:cNvSpPr/>
          <p:nvPr/>
        </p:nvSpPr>
        <p:spPr>
          <a:xfrm>
            <a:off x="12288689" y="591828"/>
            <a:ext cx="288032" cy="297517"/>
          </a:xfrm>
          <a:prstGeom prst="rect">
            <a:avLst/>
          </a:prstGeom>
          <a:solidFill>
            <a:srgbClr val="2C8A6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90" name="Rectangle 89">
            <a:extLst>
              <a:ext uri="{FF2B5EF4-FFF2-40B4-BE49-F238E27FC236}">
                <a16:creationId xmlns:a16="http://schemas.microsoft.com/office/drawing/2014/main" id="{675FE29F-FB2A-4DC5-87E5-54D7C71BD50D}"/>
              </a:ext>
            </a:extLst>
          </p:cNvPr>
          <p:cNvSpPr/>
          <p:nvPr/>
        </p:nvSpPr>
        <p:spPr>
          <a:xfrm>
            <a:off x="12288689" y="297517"/>
            <a:ext cx="288032" cy="297517"/>
          </a:xfrm>
          <a:prstGeom prst="rect">
            <a:avLst/>
          </a:prstGeom>
          <a:solidFill>
            <a:srgbClr val="00925C"/>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91" name="Rectangle 90">
            <a:extLst>
              <a:ext uri="{FF2B5EF4-FFF2-40B4-BE49-F238E27FC236}">
                <a16:creationId xmlns:a16="http://schemas.microsoft.com/office/drawing/2014/main" id="{E8EC6407-0E86-48EB-B92C-923F531A6722}"/>
              </a:ext>
            </a:extLst>
          </p:cNvPr>
          <p:cNvSpPr/>
          <p:nvPr/>
        </p:nvSpPr>
        <p:spPr>
          <a:xfrm>
            <a:off x="12288689" y="889345"/>
            <a:ext cx="288032" cy="297517"/>
          </a:xfrm>
          <a:prstGeom prst="rect">
            <a:avLst/>
          </a:prstGeom>
          <a:solidFill>
            <a:srgbClr val="00613E"/>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823FF1DE-BB11-42E2-9E73-A64FD174F4C0}"/>
              </a:ext>
            </a:extLst>
          </p:cNvPr>
          <p:cNvSpPr/>
          <p:nvPr userDrawn="1"/>
        </p:nvSpPr>
        <p:spPr>
          <a:xfrm>
            <a:off x="12288689" y="0"/>
            <a:ext cx="288032" cy="297517"/>
          </a:xfrm>
          <a:prstGeom prst="rect">
            <a:avLst/>
          </a:prstGeom>
          <a:solidFill>
            <a:srgbClr val="3DE48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496F3958-4E97-4F62-9E7C-4DC189D8673A}"/>
              </a:ext>
            </a:extLst>
          </p:cNvPr>
          <p:cNvSpPr/>
          <p:nvPr userDrawn="1"/>
        </p:nvSpPr>
        <p:spPr>
          <a:xfrm>
            <a:off x="12288689" y="591828"/>
            <a:ext cx="288032" cy="297517"/>
          </a:xfrm>
          <a:prstGeom prst="rect">
            <a:avLst/>
          </a:prstGeom>
          <a:solidFill>
            <a:srgbClr val="2C8A6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3C63BC44-4344-4BD5-A2C2-CA85649069FC}"/>
              </a:ext>
            </a:extLst>
          </p:cNvPr>
          <p:cNvSpPr/>
          <p:nvPr userDrawn="1"/>
        </p:nvSpPr>
        <p:spPr>
          <a:xfrm>
            <a:off x="12288689" y="297517"/>
            <a:ext cx="288032" cy="297517"/>
          </a:xfrm>
          <a:prstGeom prst="rect">
            <a:avLst/>
          </a:prstGeom>
          <a:solidFill>
            <a:srgbClr val="00925C"/>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4F81101C-8534-49F2-B964-48DFFF106AF8}"/>
              </a:ext>
            </a:extLst>
          </p:cNvPr>
          <p:cNvSpPr/>
          <p:nvPr userDrawn="1"/>
        </p:nvSpPr>
        <p:spPr>
          <a:xfrm>
            <a:off x="12288689" y="889345"/>
            <a:ext cx="288032" cy="297517"/>
          </a:xfrm>
          <a:prstGeom prst="rect">
            <a:avLst/>
          </a:prstGeom>
          <a:solidFill>
            <a:srgbClr val="00613E"/>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Ubuntu" panose="020B0504030602030204" pitchFamily="34" charset="0"/>
              <a:ea typeface="Helvetica Neue Medium"/>
              <a:cs typeface="Helvetica Neue Medium"/>
              <a:sym typeface="Helvetica Neue Medium"/>
            </a:endParaRPr>
          </a:p>
        </p:txBody>
      </p:sp>
      <p:pic>
        <p:nvPicPr>
          <p:cNvPr id="1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
        <p:nvSpPr>
          <p:cNvPr id="17"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sp>
        <p:nvSpPr>
          <p:cNvPr id="18"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Company Confidential © Capgemini 2023. All rights reserved  |</a:t>
            </a:r>
          </a:p>
        </p:txBody>
      </p:sp>
      <p:sp>
        <p:nvSpPr>
          <p:cNvPr id="2" name="Rectangle 27">
            <a:extLst>
              <a:ext uri="{FF2B5EF4-FFF2-40B4-BE49-F238E27FC236}">
                <a16:creationId xmlns:a16="http://schemas.microsoft.com/office/drawing/2014/main" id="{F28DDD34-005A-B073-7EC6-18A64849788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Indus Towers | Sustainability Upskilling</a:t>
            </a:r>
          </a:p>
        </p:txBody>
      </p:sp>
    </p:spTree>
    <p:extLst>
      <p:ext uri="{BB962C8B-B14F-4D97-AF65-F5344CB8AC3E}">
        <p14:creationId xmlns:p14="http://schemas.microsoft.com/office/powerpoint/2010/main" val="1765553187"/>
      </p:ext>
    </p:extLst>
  </p:cSld>
  <p:clrMap bg1="lt1" tx1="dk1" bg2="lt2" tx2="dk2" accent1="accent1" accent2="accent2" accent3="accent3" accent4="accent4" accent5="accent5" accent6="accent6" hlink="hlink" folHlink="folHlink"/>
  <p:sldLayoutIdLst>
    <p:sldLayoutId id="2147484403" r:id="rId1"/>
    <p:sldLayoutId id="2147484404" r:id="rId2"/>
    <p:sldLayoutId id="2147484405" r:id="rId3"/>
    <p:sldLayoutId id="2147484407" r:id="rId4"/>
    <p:sldLayoutId id="2147484408" r:id="rId5"/>
    <p:sldLayoutId id="2147484409" r:id="rId6"/>
    <p:sldLayoutId id="2147484410" r:id="rId7"/>
    <p:sldLayoutId id="2147484411" r:id="rId8"/>
    <p:sldLayoutId id="2147484412" r:id="rId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0"/>
            </p:custDataLst>
            <p:extLst>
              <p:ext uri="{D42A27DB-BD31-4B8C-83A1-F6EECF244321}">
                <p14:modId xmlns:p14="http://schemas.microsoft.com/office/powerpoint/2010/main" val="192644459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1" imgW="270" imgH="270" progId="TCLayout.ActiveDocument.1">
                  <p:embed/>
                </p:oleObj>
              </mc:Choice>
              <mc:Fallback>
                <p:oleObj name="think-cell Slide" r:id="rId41" imgW="270" imgH="270" progId="TCLayout.ActiveDocument.1">
                  <p:embed/>
                  <p:pic>
                    <p:nvPicPr>
                      <p:cNvPr id="21" name="Object 20" hidden="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en-GB" noProof="0"/>
              <a:t>Click to modify text</a:t>
            </a:r>
          </a:p>
          <a:p>
            <a:pPr lvl="1"/>
            <a:r>
              <a:rPr lang="en-GB" noProof="0"/>
              <a:t>Bullet point</a:t>
            </a:r>
          </a:p>
          <a:p>
            <a:pPr lvl="2"/>
            <a:r>
              <a:rPr lang="en-GB" noProof="0"/>
              <a:t>Bullet point</a:t>
            </a:r>
          </a:p>
          <a:p>
            <a:pPr lvl="3"/>
            <a:r>
              <a:rPr lang="en-GB" noProof="0"/>
              <a:t>Bullet Point</a:t>
            </a:r>
          </a:p>
          <a:p>
            <a:pPr lvl="4"/>
            <a:r>
              <a:rPr lang="en-GB" noProof="0"/>
              <a:t>Bullet Point</a:t>
            </a:r>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GB" noProof="0"/>
              <a:t>CLICK TO INSERT TITLE</a:t>
            </a:r>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noProof="0">
                  <a:latin typeface="Ubuntu" panose="020B0504030602030204" pitchFamily="34" charset="0"/>
                </a:rPr>
                <a:t>1</a:t>
              </a:r>
            </a:p>
            <a:p>
              <a:pPr algn="ctr">
                <a:lnSpc>
                  <a:spcPct val="90000"/>
                </a:lnSpc>
                <a:spcAft>
                  <a:spcPts val="0"/>
                </a:spcAft>
              </a:pPr>
              <a:r>
                <a:rPr lang="en-GB" sz="700" noProof="0">
                  <a:latin typeface="Ubuntu" panose="020B0504030602030204" pitchFamily="34" charset="0"/>
                </a:rPr>
                <a:t>112</a:t>
              </a:r>
            </a:p>
            <a:p>
              <a:pPr algn="ctr">
                <a:lnSpc>
                  <a:spcPct val="90000"/>
                </a:lnSpc>
                <a:spcAft>
                  <a:spcPts val="0"/>
                </a:spcAft>
              </a:pPr>
              <a:r>
                <a:rPr lang="en-GB" sz="700" noProof="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noProof="0">
                  <a:solidFill>
                    <a:schemeClr val="tx1"/>
                  </a:solidFill>
                  <a:latin typeface="Ubuntu" panose="020B0504030602030204" pitchFamily="34" charset="0"/>
                </a:rPr>
                <a:t>18</a:t>
              </a:r>
            </a:p>
            <a:p>
              <a:pPr algn="ctr">
                <a:lnSpc>
                  <a:spcPct val="90000"/>
                </a:lnSpc>
                <a:spcAft>
                  <a:spcPts val="0"/>
                </a:spcAft>
              </a:pPr>
              <a:r>
                <a:rPr lang="en-GB" sz="700" noProof="0">
                  <a:solidFill>
                    <a:schemeClr val="tx1"/>
                  </a:solidFill>
                  <a:latin typeface="Ubuntu" panose="020B0504030602030204" pitchFamily="34" charset="0"/>
                </a:rPr>
                <a:t>171</a:t>
              </a:r>
            </a:p>
            <a:p>
              <a:pPr algn="ctr">
                <a:lnSpc>
                  <a:spcPct val="90000"/>
                </a:lnSpc>
                <a:spcAft>
                  <a:spcPts val="0"/>
                </a:spcAft>
              </a:pPr>
              <a:r>
                <a:rPr lang="en-GB" sz="700" noProof="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noProof="0">
                  <a:latin typeface="Ubuntu" panose="020B0504030602030204" pitchFamily="34" charset="0"/>
                </a:rPr>
                <a:t>43</a:t>
              </a:r>
            </a:p>
            <a:p>
              <a:pPr algn="ctr">
                <a:lnSpc>
                  <a:spcPct val="90000"/>
                </a:lnSpc>
                <a:spcAft>
                  <a:spcPts val="0"/>
                </a:spcAft>
              </a:pPr>
              <a:r>
                <a:rPr lang="en-GB" sz="700" noProof="0">
                  <a:latin typeface="Ubuntu" panose="020B0504030602030204" pitchFamily="34" charset="0"/>
                </a:rPr>
                <a:t>10</a:t>
              </a:r>
            </a:p>
            <a:p>
              <a:pPr algn="ctr">
                <a:lnSpc>
                  <a:spcPct val="90000"/>
                </a:lnSpc>
                <a:spcAft>
                  <a:spcPts val="0"/>
                </a:spcAft>
              </a:pPr>
              <a:r>
                <a:rPr lang="en-GB" sz="700" noProof="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noProof="0">
                  <a:latin typeface="Ubuntu" panose="020B0504030602030204" pitchFamily="34" charset="0"/>
                </a:rPr>
                <a:t>39</a:t>
              </a:r>
            </a:p>
            <a:p>
              <a:pPr algn="ctr">
                <a:lnSpc>
                  <a:spcPct val="90000"/>
                </a:lnSpc>
                <a:spcAft>
                  <a:spcPts val="0"/>
                </a:spcAft>
              </a:pPr>
              <a:r>
                <a:rPr lang="en-GB" sz="700" noProof="0">
                  <a:latin typeface="Ubuntu" panose="020B0504030602030204" pitchFamily="34" charset="0"/>
                </a:rPr>
                <a:t>41</a:t>
              </a:r>
            </a:p>
            <a:p>
              <a:pPr algn="ctr">
                <a:lnSpc>
                  <a:spcPct val="90000"/>
                </a:lnSpc>
                <a:spcAft>
                  <a:spcPts val="0"/>
                </a:spcAft>
              </a:pPr>
              <a:r>
                <a:rPr lang="en-GB" sz="700" noProof="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noProof="0">
                  <a:solidFill>
                    <a:schemeClr val="tx1"/>
                  </a:solidFill>
                  <a:latin typeface="Ubuntu" panose="020B0504030602030204" pitchFamily="34" charset="0"/>
                </a:rPr>
                <a:t>236</a:t>
              </a:r>
            </a:p>
            <a:p>
              <a:pPr algn="ctr">
                <a:lnSpc>
                  <a:spcPct val="90000"/>
                </a:lnSpc>
                <a:spcAft>
                  <a:spcPts val="0"/>
                </a:spcAft>
              </a:pPr>
              <a:r>
                <a:rPr lang="en-GB" sz="700" noProof="0">
                  <a:solidFill>
                    <a:schemeClr val="tx1"/>
                  </a:solidFill>
                  <a:latin typeface="Ubuntu" panose="020B0504030602030204" pitchFamily="34" charset="0"/>
                </a:rPr>
                <a:t>236</a:t>
              </a:r>
            </a:p>
            <a:p>
              <a:pPr algn="ctr">
                <a:lnSpc>
                  <a:spcPct val="90000"/>
                </a:lnSpc>
                <a:spcAft>
                  <a:spcPts val="0"/>
                </a:spcAft>
              </a:pPr>
              <a:r>
                <a:rPr lang="en-GB" sz="700" noProof="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142</a:t>
              </a:r>
            </a:p>
            <a:p>
              <a:pPr algn="ctr">
                <a:lnSpc>
                  <a:spcPct val="90000"/>
                </a:lnSpc>
                <a:spcAft>
                  <a:spcPts val="0"/>
                </a:spcAft>
              </a:pPr>
              <a:r>
                <a:rPr lang="en-GB" sz="700" noProof="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156</a:t>
              </a:r>
            </a:p>
            <a:p>
              <a:pPr algn="ctr">
                <a:lnSpc>
                  <a:spcPct val="90000"/>
                </a:lnSpc>
                <a:spcAft>
                  <a:spcPts val="0"/>
                </a:spcAft>
              </a:pPr>
              <a:r>
                <a:rPr lang="en-GB" sz="700" noProof="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178</a:t>
              </a:r>
            </a:p>
            <a:p>
              <a:pPr algn="ctr">
                <a:lnSpc>
                  <a:spcPct val="90000"/>
                </a:lnSpc>
                <a:spcAft>
                  <a:spcPts val="0"/>
                </a:spcAft>
              </a:pPr>
              <a:r>
                <a:rPr lang="en-GB" sz="700" noProof="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208</a:t>
              </a:r>
            </a:p>
            <a:p>
              <a:pPr algn="ctr">
                <a:lnSpc>
                  <a:spcPct val="90000"/>
                </a:lnSpc>
                <a:spcAft>
                  <a:spcPts val="0"/>
                </a:spcAft>
              </a:pPr>
              <a:r>
                <a:rPr lang="en-GB" sz="700" noProof="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218</a:t>
              </a:r>
            </a:p>
            <a:p>
              <a:pPr algn="ctr">
                <a:lnSpc>
                  <a:spcPct val="90000"/>
                </a:lnSpc>
                <a:spcAft>
                  <a:spcPts val="0"/>
                </a:spcAft>
              </a:pPr>
              <a:r>
                <a:rPr lang="en-GB" sz="700" noProof="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66</a:t>
              </a:r>
            </a:p>
            <a:p>
              <a:pPr algn="ctr">
                <a:lnSpc>
                  <a:spcPct val="90000"/>
                </a:lnSpc>
                <a:spcAft>
                  <a:spcPts val="0"/>
                </a:spcAft>
              </a:pPr>
              <a:r>
                <a:rPr lang="en-GB" sz="700" noProof="0">
                  <a:solidFill>
                    <a:schemeClr val="bg1"/>
                  </a:solidFill>
                  <a:latin typeface="Ubuntu" panose="020B0504030602030204" pitchFamily="34" charset="0"/>
                </a:rPr>
                <a:t>20</a:t>
              </a:r>
            </a:p>
            <a:p>
              <a:pPr algn="ctr">
                <a:lnSpc>
                  <a:spcPct val="90000"/>
                </a:lnSpc>
                <a:spcAft>
                  <a:spcPts val="0"/>
                </a:spcAft>
              </a:pPr>
              <a:r>
                <a:rPr lang="en-GB" sz="700" noProof="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89</a:t>
              </a:r>
            </a:p>
            <a:p>
              <a:pPr algn="ctr">
                <a:lnSpc>
                  <a:spcPct val="90000"/>
                </a:lnSpc>
                <a:spcAft>
                  <a:spcPts val="0"/>
                </a:spcAft>
              </a:pPr>
              <a:r>
                <a:rPr lang="en-GB" sz="700" noProof="0">
                  <a:solidFill>
                    <a:schemeClr val="bg1"/>
                  </a:solidFill>
                  <a:latin typeface="Ubuntu" panose="020B0504030602030204" pitchFamily="34" charset="0"/>
                </a:rPr>
                <a:t>10</a:t>
              </a:r>
            </a:p>
            <a:p>
              <a:pPr algn="ctr">
                <a:lnSpc>
                  <a:spcPct val="90000"/>
                </a:lnSpc>
                <a:spcAft>
                  <a:spcPts val="0"/>
                </a:spcAft>
              </a:pPr>
              <a:r>
                <a:rPr lang="en-GB" sz="700" noProof="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117</a:t>
              </a:r>
            </a:p>
            <a:p>
              <a:pPr algn="ctr">
                <a:lnSpc>
                  <a:spcPct val="90000"/>
                </a:lnSpc>
                <a:spcAft>
                  <a:spcPts val="0"/>
                </a:spcAft>
              </a:pPr>
              <a:r>
                <a:rPr lang="en-GB" sz="700" noProof="0">
                  <a:solidFill>
                    <a:schemeClr val="bg1"/>
                  </a:solidFill>
                  <a:latin typeface="Ubuntu" panose="020B0504030602030204" pitchFamily="34" charset="0"/>
                </a:rPr>
                <a:t>13</a:t>
              </a:r>
            </a:p>
            <a:p>
              <a:pPr algn="ctr">
                <a:lnSpc>
                  <a:spcPct val="90000"/>
                </a:lnSpc>
                <a:spcAft>
                  <a:spcPts val="0"/>
                </a:spcAft>
              </a:pPr>
              <a:r>
                <a:rPr lang="en-GB" sz="700" noProof="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128</a:t>
              </a:r>
            </a:p>
            <a:p>
              <a:pPr algn="ctr">
                <a:lnSpc>
                  <a:spcPct val="90000"/>
                </a:lnSpc>
                <a:spcAft>
                  <a:spcPts val="0"/>
                </a:spcAft>
              </a:pPr>
              <a:r>
                <a:rPr lang="en-GB" sz="700" noProof="0">
                  <a:solidFill>
                    <a:schemeClr val="bg1"/>
                  </a:solidFill>
                  <a:latin typeface="Ubuntu" panose="020B0504030602030204" pitchFamily="34" charset="0"/>
                </a:rPr>
                <a:t>43</a:t>
              </a:r>
            </a:p>
            <a:p>
              <a:pPr algn="ctr">
                <a:lnSpc>
                  <a:spcPct val="90000"/>
                </a:lnSpc>
                <a:spcAft>
                  <a:spcPts val="0"/>
                </a:spcAft>
              </a:pPr>
              <a:r>
                <a:rPr lang="en-GB" sz="700" noProof="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158</a:t>
              </a:r>
            </a:p>
            <a:p>
              <a:pPr algn="ctr">
                <a:lnSpc>
                  <a:spcPct val="90000"/>
                </a:lnSpc>
                <a:spcAft>
                  <a:spcPts val="0"/>
                </a:spcAft>
              </a:pPr>
              <a:r>
                <a:rPr lang="en-GB" sz="700" noProof="0">
                  <a:solidFill>
                    <a:schemeClr val="bg1"/>
                  </a:solidFill>
                  <a:latin typeface="Ubuntu" panose="020B0504030602030204" pitchFamily="34" charset="0"/>
                </a:rPr>
                <a:t>71</a:t>
              </a:r>
            </a:p>
            <a:p>
              <a:pPr algn="ctr">
                <a:lnSpc>
                  <a:spcPct val="90000"/>
                </a:lnSpc>
                <a:spcAft>
                  <a:spcPts val="0"/>
                </a:spcAft>
              </a:pPr>
              <a:r>
                <a:rPr lang="en-GB" sz="700" noProof="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166</a:t>
              </a:r>
            </a:p>
            <a:p>
              <a:pPr algn="ctr">
                <a:lnSpc>
                  <a:spcPct val="90000"/>
                </a:lnSpc>
                <a:spcAft>
                  <a:spcPts val="0"/>
                </a:spcAft>
              </a:pPr>
              <a:r>
                <a:rPr lang="en-GB" sz="700" noProof="0">
                  <a:solidFill>
                    <a:schemeClr val="bg1"/>
                  </a:solidFill>
                  <a:latin typeface="Ubuntu" panose="020B0504030602030204" pitchFamily="34" charset="0"/>
                </a:rPr>
                <a:t>0</a:t>
              </a:r>
            </a:p>
            <a:p>
              <a:pPr algn="ctr">
                <a:lnSpc>
                  <a:spcPct val="90000"/>
                </a:lnSpc>
                <a:spcAft>
                  <a:spcPts val="0"/>
                </a:spcAft>
              </a:pPr>
              <a:r>
                <a:rPr lang="en-GB" sz="700" noProof="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227</a:t>
              </a:r>
            </a:p>
            <a:p>
              <a:pPr algn="ctr">
                <a:lnSpc>
                  <a:spcPct val="90000"/>
                </a:lnSpc>
                <a:spcAft>
                  <a:spcPts val="0"/>
                </a:spcAft>
              </a:pPr>
              <a:r>
                <a:rPr lang="en-GB" sz="700" noProof="0">
                  <a:solidFill>
                    <a:schemeClr val="bg1"/>
                  </a:solidFill>
                  <a:latin typeface="Ubuntu" panose="020B0504030602030204" pitchFamily="34" charset="0"/>
                </a:rPr>
                <a:t>03</a:t>
              </a:r>
            </a:p>
            <a:p>
              <a:pPr algn="ctr">
                <a:lnSpc>
                  <a:spcPct val="90000"/>
                </a:lnSpc>
                <a:spcAft>
                  <a:spcPts val="0"/>
                </a:spcAft>
              </a:pPr>
              <a:r>
                <a:rPr lang="en-GB" sz="700" noProof="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48</a:t>
              </a:r>
            </a:p>
            <a:p>
              <a:pPr algn="ctr">
                <a:lnSpc>
                  <a:spcPct val="90000"/>
                </a:lnSpc>
                <a:spcAft>
                  <a:spcPts val="0"/>
                </a:spcAft>
              </a:pPr>
              <a:r>
                <a:rPr lang="en-GB" sz="700" noProof="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69</a:t>
              </a:r>
            </a:p>
            <a:p>
              <a:pPr algn="ctr">
                <a:lnSpc>
                  <a:spcPct val="90000"/>
                </a:lnSpc>
                <a:spcAft>
                  <a:spcPts val="0"/>
                </a:spcAft>
              </a:pPr>
              <a:r>
                <a:rPr lang="en-GB" sz="700" noProof="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255</a:t>
              </a:r>
            </a:p>
            <a:p>
              <a:pPr algn="ctr">
                <a:lnSpc>
                  <a:spcPct val="90000"/>
                </a:lnSpc>
                <a:spcAft>
                  <a:spcPts val="0"/>
                </a:spcAft>
              </a:pPr>
              <a:r>
                <a:rPr lang="en-GB" sz="700" noProof="0">
                  <a:latin typeface="Ubuntu" panose="020B0504030602030204" pitchFamily="34" charset="0"/>
                </a:rPr>
                <a:t>87</a:t>
              </a:r>
            </a:p>
            <a:p>
              <a:pPr algn="ctr">
                <a:lnSpc>
                  <a:spcPct val="90000"/>
                </a:lnSpc>
                <a:spcAft>
                  <a:spcPts val="0"/>
                </a:spcAft>
              </a:pPr>
              <a:r>
                <a:rPr lang="en-GB" sz="700" noProof="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129</a:t>
              </a:r>
            </a:p>
            <a:p>
              <a:pPr algn="ctr">
                <a:lnSpc>
                  <a:spcPct val="90000"/>
                </a:lnSpc>
                <a:spcAft>
                  <a:spcPts val="0"/>
                </a:spcAft>
              </a:pPr>
              <a:r>
                <a:rPr lang="en-GB" sz="700" noProof="0">
                  <a:solidFill>
                    <a:schemeClr val="bg1"/>
                  </a:solidFill>
                  <a:latin typeface="Ubuntu" panose="020B0504030602030204" pitchFamily="34" charset="0"/>
                </a:rPr>
                <a:t>27</a:t>
              </a:r>
            </a:p>
            <a:p>
              <a:pPr algn="ctr">
                <a:lnSpc>
                  <a:spcPct val="90000"/>
                </a:lnSpc>
                <a:spcAft>
                  <a:spcPts val="0"/>
                </a:spcAft>
              </a:pPr>
              <a:r>
                <a:rPr lang="en-GB" sz="700" noProof="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161</a:t>
              </a:r>
            </a:p>
            <a:p>
              <a:pPr algn="ctr">
                <a:lnSpc>
                  <a:spcPct val="90000"/>
                </a:lnSpc>
                <a:spcAft>
                  <a:spcPts val="0"/>
                </a:spcAft>
              </a:pPr>
              <a:r>
                <a:rPr lang="en-GB" sz="700" noProof="0">
                  <a:solidFill>
                    <a:schemeClr val="bg1"/>
                  </a:solidFill>
                  <a:latin typeface="Ubuntu" panose="020B0504030602030204" pitchFamily="34" charset="0"/>
                </a:rPr>
                <a:t>41</a:t>
              </a:r>
            </a:p>
            <a:p>
              <a:pPr algn="ctr">
                <a:lnSpc>
                  <a:spcPct val="90000"/>
                </a:lnSpc>
                <a:spcAft>
                  <a:spcPts val="0"/>
                </a:spcAft>
              </a:pPr>
              <a:r>
                <a:rPr lang="en-GB" sz="700" noProof="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GB" sz="700" noProof="0">
                  <a:solidFill>
                    <a:schemeClr val="bg1"/>
                  </a:solidFill>
                  <a:latin typeface="Ubuntu" panose="020B0504030602030204" pitchFamily="34" charset="0"/>
                </a:rPr>
                <a:t>186</a:t>
              </a:r>
            </a:p>
            <a:p>
              <a:pPr algn="ctr">
                <a:lnSpc>
                  <a:spcPct val="90000"/>
                </a:lnSpc>
                <a:spcAft>
                  <a:spcPts val="0"/>
                </a:spcAft>
              </a:pPr>
              <a:r>
                <a:rPr lang="en-GB" sz="700" noProof="0">
                  <a:solidFill>
                    <a:schemeClr val="bg1"/>
                  </a:solidFill>
                  <a:latin typeface="Ubuntu" panose="020B0504030602030204" pitchFamily="34" charset="0"/>
                </a:rPr>
                <a:t>41</a:t>
              </a:r>
            </a:p>
            <a:p>
              <a:pPr algn="ctr">
                <a:lnSpc>
                  <a:spcPct val="90000"/>
                </a:lnSpc>
                <a:spcAft>
                  <a:spcPts val="0"/>
                </a:spcAft>
              </a:pPr>
              <a:r>
                <a:rPr lang="en-GB" sz="700" noProof="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209</a:t>
              </a:r>
            </a:p>
            <a:p>
              <a:pPr algn="ctr">
                <a:lnSpc>
                  <a:spcPct val="90000"/>
                </a:lnSpc>
                <a:spcAft>
                  <a:spcPts val="0"/>
                </a:spcAft>
              </a:pPr>
              <a:r>
                <a:rPr lang="en-GB" sz="700" noProof="0">
                  <a:latin typeface="Ubuntu" panose="020B0504030602030204" pitchFamily="34" charset="0"/>
                </a:rPr>
                <a:t>58</a:t>
              </a:r>
            </a:p>
            <a:p>
              <a:pPr algn="ctr">
                <a:lnSpc>
                  <a:spcPct val="90000"/>
                </a:lnSpc>
                <a:spcAft>
                  <a:spcPts val="0"/>
                </a:spcAft>
              </a:pPr>
              <a:r>
                <a:rPr lang="en-GB" sz="700" noProof="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GB" sz="700" noProof="0">
                  <a:latin typeface="Ubuntu" panose="020B0504030602030204" pitchFamily="34" charset="0"/>
                </a:rPr>
                <a:t>229</a:t>
              </a:r>
            </a:p>
            <a:p>
              <a:pPr algn="ctr">
                <a:lnSpc>
                  <a:spcPct val="90000"/>
                </a:lnSpc>
                <a:spcAft>
                  <a:spcPts val="0"/>
                </a:spcAft>
              </a:pPr>
              <a:r>
                <a:rPr lang="en-GB" sz="700" noProof="0">
                  <a:latin typeface="Ubuntu" panose="020B0504030602030204" pitchFamily="34" charset="0"/>
                </a:rPr>
                <a:t>87</a:t>
              </a:r>
            </a:p>
            <a:p>
              <a:pPr algn="ctr">
                <a:lnSpc>
                  <a:spcPct val="90000"/>
                </a:lnSpc>
                <a:spcAft>
                  <a:spcPts val="0"/>
                </a:spcAft>
              </a:pPr>
              <a:r>
                <a:rPr lang="en-GB" sz="700" noProof="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noProof="0">
                <a:latin typeface="Ubuntu" panose="020B0504030602030204" pitchFamily="34" charset="0"/>
              </a:rPr>
              <a:t>Security Classification:</a:t>
            </a:r>
          </a:p>
          <a:p>
            <a:r>
              <a:rPr lang="en-GB" sz="800" noProof="0">
                <a:latin typeface="Ubuntu" panose="020B0504030602030204" pitchFamily="34" charset="0"/>
              </a:rPr>
              <a:t>SEC0: Public</a:t>
            </a:r>
          </a:p>
          <a:p>
            <a:r>
              <a:rPr lang="en-GB" sz="800" noProof="0">
                <a:latin typeface="Ubuntu" panose="020B0504030602030204" pitchFamily="34" charset="0"/>
              </a:rPr>
              <a:t>SEC1: Company Confidential</a:t>
            </a:r>
          </a:p>
          <a:p>
            <a:r>
              <a:rPr lang="en-GB" sz="800" noProof="0">
                <a:latin typeface="Ubuntu" panose="020B0504030602030204" pitchFamily="34" charset="0"/>
              </a:rPr>
              <a:t>SEC2: Company Restricted / Customer restricted</a:t>
            </a:r>
          </a:p>
          <a:p>
            <a:r>
              <a:rPr lang="en-GB" sz="800" noProof="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15</a:t>
              </a:r>
            </a:p>
            <a:p>
              <a:pPr algn="ctr">
                <a:lnSpc>
                  <a:spcPct val="90000"/>
                </a:lnSpc>
                <a:spcAft>
                  <a:spcPts val="0"/>
                </a:spcAft>
              </a:pPr>
              <a:r>
                <a:rPr lang="en-GB" sz="700" b="0" noProof="0">
                  <a:solidFill>
                    <a:schemeClr val="bg1"/>
                  </a:solidFill>
                  <a:latin typeface="Ubuntu" panose="020B0504030602030204" pitchFamily="34" charset="0"/>
                </a:rPr>
                <a:t>67</a:t>
              </a:r>
            </a:p>
            <a:p>
              <a:pPr algn="ctr">
                <a:lnSpc>
                  <a:spcPct val="90000"/>
                </a:lnSpc>
                <a:spcAft>
                  <a:spcPts val="0"/>
                </a:spcAft>
              </a:pPr>
              <a:r>
                <a:rPr lang="en-GB" sz="700" b="0" noProof="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15</a:t>
              </a:r>
            </a:p>
            <a:p>
              <a:pPr algn="ctr">
                <a:lnSpc>
                  <a:spcPct val="90000"/>
                </a:lnSpc>
                <a:spcAft>
                  <a:spcPts val="0"/>
                </a:spcAft>
              </a:pPr>
              <a:r>
                <a:rPr lang="en-GB" sz="700" b="0" noProof="0">
                  <a:solidFill>
                    <a:schemeClr val="bg1"/>
                  </a:solidFill>
                  <a:latin typeface="Ubuntu" panose="020B0504030602030204" pitchFamily="34" charset="0"/>
                </a:rPr>
                <a:t>106</a:t>
              </a:r>
            </a:p>
            <a:p>
              <a:pPr algn="ctr">
                <a:lnSpc>
                  <a:spcPct val="90000"/>
                </a:lnSpc>
                <a:spcAft>
                  <a:spcPts val="0"/>
                </a:spcAft>
              </a:pPr>
              <a:r>
                <a:rPr lang="en-GB" sz="700" b="0" noProof="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15</a:t>
              </a:r>
            </a:p>
            <a:p>
              <a:pPr algn="ctr">
                <a:lnSpc>
                  <a:spcPct val="90000"/>
                </a:lnSpc>
                <a:spcAft>
                  <a:spcPts val="0"/>
                </a:spcAft>
              </a:pPr>
              <a:r>
                <a:rPr lang="en-GB" sz="700" b="0" noProof="0">
                  <a:solidFill>
                    <a:schemeClr val="bg1"/>
                  </a:solidFill>
                  <a:latin typeface="Ubuntu" panose="020B0504030602030204" pitchFamily="34" charset="0"/>
                </a:rPr>
                <a:t>135</a:t>
              </a:r>
            </a:p>
            <a:p>
              <a:pPr algn="ctr">
                <a:lnSpc>
                  <a:spcPct val="90000"/>
                </a:lnSpc>
                <a:spcAft>
                  <a:spcPts val="0"/>
                </a:spcAft>
              </a:pPr>
              <a:r>
                <a:rPr lang="en-GB" sz="700" b="0" noProof="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0</a:t>
              </a:r>
            </a:p>
            <a:p>
              <a:pPr algn="ctr">
                <a:lnSpc>
                  <a:spcPct val="90000"/>
                </a:lnSpc>
                <a:spcAft>
                  <a:spcPts val="0"/>
                </a:spcAft>
              </a:pPr>
              <a:r>
                <a:rPr lang="en-GB" sz="700" b="0" noProof="0">
                  <a:latin typeface="Ubuntu" panose="020B0504030602030204" pitchFamily="34" charset="0"/>
                </a:rPr>
                <a:t>178</a:t>
              </a:r>
            </a:p>
            <a:p>
              <a:pPr algn="ctr">
                <a:lnSpc>
                  <a:spcPct val="90000"/>
                </a:lnSpc>
                <a:spcAft>
                  <a:spcPts val="0"/>
                </a:spcAft>
              </a:pPr>
              <a:r>
                <a:rPr lang="en-GB" sz="700" b="0" noProof="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0</a:t>
              </a:r>
            </a:p>
            <a:p>
              <a:pPr algn="ctr">
                <a:lnSpc>
                  <a:spcPct val="90000"/>
                </a:lnSpc>
                <a:spcAft>
                  <a:spcPts val="0"/>
                </a:spcAft>
              </a:pPr>
              <a:r>
                <a:rPr lang="en-GB" sz="700" b="0" noProof="0">
                  <a:latin typeface="Ubuntu" panose="020B0504030602030204" pitchFamily="34" charset="0"/>
                </a:rPr>
                <a:t>244</a:t>
              </a:r>
            </a:p>
            <a:p>
              <a:pPr algn="ctr">
                <a:lnSpc>
                  <a:spcPct val="90000"/>
                </a:lnSpc>
                <a:spcAft>
                  <a:spcPts val="0"/>
                </a:spcAft>
              </a:pPr>
              <a:r>
                <a:rPr lang="en-GB" sz="700" b="0" noProof="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23</a:t>
              </a:r>
            </a:p>
            <a:p>
              <a:pPr algn="ctr">
                <a:lnSpc>
                  <a:spcPct val="90000"/>
                </a:lnSpc>
                <a:spcAft>
                  <a:spcPts val="0"/>
                </a:spcAft>
              </a:pPr>
              <a:r>
                <a:rPr lang="en-GB" sz="700" b="0" noProof="0">
                  <a:solidFill>
                    <a:schemeClr val="bg1"/>
                  </a:solidFill>
                  <a:latin typeface="Ubuntu" panose="020B0504030602030204" pitchFamily="34" charset="0"/>
                </a:rPr>
                <a:t>128</a:t>
              </a:r>
            </a:p>
            <a:p>
              <a:pPr algn="ctr">
                <a:lnSpc>
                  <a:spcPct val="90000"/>
                </a:lnSpc>
                <a:spcAft>
                  <a:spcPts val="0"/>
                </a:spcAft>
              </a:pPr>
              <a:r>
                <a:rPr lang="en-GB" sz="700" b="0" noProof="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23</a:t>
              </a:r>
            </a:p>
            <a:p>
              <a:pPr algn="ctr">
                <a:lnSpc>
                  <a:spcPct val="90000"/>
                </a:lnSpc>
                <a:spcAft>
                  <a:spcPts val="0"/>
                </a:spcAft>
              </a:pPr>
              <a:r>
                <a:rPr lang="en-GB" sz="700" b="0" noProof="0">
                  <a:solidFill>
                    <a:schemeClr val="bg1"/>
                  </a:solidFill>
                  <a:latin typeface="Ubuntu" panose="020B0504030602030204" pitchFamily="34" charset="0"/>
                </a:rPr>
                <a:t>140</a:t>
              </a:r>
            </a:p>
            <a:p>
              <a:pPr algn="ctr">
                <a:lnSpc>
                  <a:spcPct val="90000"/>
                </a:lnSpc>
                <a:spcAft>
                  <a:spcPts val="0"/>
                </a:spcAft>
              </a:pPr>
              <a:r>
                <a:rPr lang="en-GB" sz="700" b="0" noProof="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46</a:t>
              </a:r>
            </a:p>
            <a:p>
              <a:pPr algn="ctr">
                <a:lnSpc>
                  <a:spcPct val="90000"/>
                </a:lnSpc>
                <a:spcAft>
                  <a:spcPts val="0"/>
                </a:spcAft>
              </a:pPr>
              <a:r>
                <a:rPr lang="en-GB" sz="700" b="0" noProof="0">
                  <a:latin typeface="Ubuntu" panose="020B0504030602030204" pitchFamily="34" charset="0"/>
                </a:rPr>
                <a:t>166</a:t>
              </a:r>
            </a:p>
            <a:p>
              <a:pPr algn="ctr">
                <a:lnSpc>
                  <a:spcPct val="90000"/>
                </a:lnSpc>
                <a:spcAft>
                  <a:spcPts val="0"/>
                </a:spcAft>
              </a:pPr>
              <a:r>
                <a:rPr lang="en-GB" sz="700" b="0" noProof="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51</a:t>
              </a:r>
            </a:p>
            <a:p>
              <a:pPr algn="ctr">
                <a:lnSpc>
                  <a:spcPct val="90000"/>
                </a:lnSpc>
                <a:spcAft>
                  <a:spcPts val="0"/>
                </a:spcAft>
              </a:pPr>
              <a:r>
                <a:rPr lang="en-GB" sz="700" b="0" noProof="0">
                  <a:latin typeface="Ubuntu" panose="020B0504030602030204" pitchFamily="34" charset="0"/>
                </a:rPr>
                <a:t>181</a:t>
              </a:r>
            </a:p>
            <a:p>
              <a:pPr algn="ctr">
                <a:lnSpc>
                  <a:spcPct val="90000"/>
                </a:lnSpc>
                <a:spcAft>
                  <a:spcPts val="0"/>
                </a:spcAft>
              </a:pPr>
              <a:r>
                <a:rPr lang="en-GB" sz="700" b="0" noProof="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GB" sz="700" b="0" noProof="0">
                <a:latin typeface="Ubuntu" panose="020B0504030602030204" pitchFamily="34" charset="0"/>
              </a:endParaRPr>
            </a:p>
            <a:p>
              <a:pPr algn="ctr">
                <a:lnSpc>
                  <a:spcPct val="90000"/>
                </a:lnSpc>
                <a:spcAft>
                  <a:spcPts val="0"/>
                </a:spcAft>
              </a:pPr>
              <a:r>
                <a:rPr lang="en-GB" sz="700" b="0" noProof="0">
                  <a:latin typeface="Ubuntu" panose="020B0504030602030204" pitchFamily="34" charset="0"/>
                </a:rPr>
                <a:t>87</a:t>
              </a:r>
            </a:p>
            <a:p>
              <a:pPr algn="ctr">
                <a:lnSpc>
                  <a:spcPct val="90000"/>
                </a:lnSpc>
                <a:spcAft>
                  <a:spcPts val="0"/>
                </a:spcAft>
              </a:pPr>
              <a:r>
                <a:rPr lang="en-GB" sz="700" b="0" noProof="0">
                  <a:latin typeface="Ubuntu" panose="020B0504030602030204" pitchFamily="34" charset="0"/>
                </a:rPr>
                <a:t>207</a:t>
              </a:r>
            </a:p>
            <a:p>
              <a:pPr algn="ctr">
                <a:lnSpc>
                  <a:spcPct val="90000"/>
                </a:lnSpc>
                <a:spcAft>
                  <a:spcPts val="0"/>
                </a:spcAft>
              </a:pPr>
              <a:r>
                <a:rPr lang="en-GB" sz="700" b="0" noProof="0">
                  <a:latin typeface="Ubuntu" panose="020B0504030602030204" pitchFamily="34" charset="0"/>
                </a:rPr>
                <a:t>128</a:t>
              </a:r>
            </a:p>
            <a:p>
              <a:pPr algn="ctr">
                <a:lnSpc>
                  <a:spcPct val="90000"/>
                </a:lnSpc>
                <a:spcAft>
                  <a:spcPts val="0"/>
                </a:spcAft>
              </a:pPr>
              <a:endParaRPr lang="en-GB" sz="700" b="0" noProof="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23</a:t>
              </a:r>
            </a:p>
            <a:p>
              <a:pPr algn="ctr">
                <a:lnSpc>
                  <a:spcPct val="90000"/>
                </a:lnSpc>
                <a:spcAft>
                  <a:spcPts val="0"/>
                </a:spcAft>
              </a:pPr>
              <a:r>
                <a:rPr lang="en-GB" sz="700" b="0" noProof="0">
                  <a:solidFill>
                    <a:schemeClr val="bg1"/>
                  </a:solidFill>
                  <a:latin typeface="Ubuntu" panose="020B0504030602030204" pitchFamily="34" charset="0"/>
                </a:rPr>
                <a:t>51</a:t>
              </a:r>
            </a:p>
            <a:p>
              <a:pPr algn="ctr">
                <a:lnSpc>
                  <a:spcPct val="90000"/>
                </a:lnSpc>
                <a:spcAft>
                  <a:spcPts val="0"/>
                </a:spcAft>
              </a:pPr>
              <a:r>
                <a:rPr lang="en-GB" sz="700" b="0" noProof="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33</a:t>
              </a:r>
            </a:p>
            <a:p>
              <a:pPr algn="ctr">
                <a:lnSpc>
                  <a:spcPct val="90000"/>
                </a:lnSpc>
                <a:spcAft>
                  <a:spcPts val="0"/>
                </a:spcAft>
              </a:pPr>
              <a:r>
                <a:rPr lang="en-GB" sz="700" b="0" noProof="0">
                  <a:solidFill>
                    <a:schemeClr val="bg1"/>
                  </a:solidFill>
                  <a:latin typeface="Ubuntu" panose="020B0504030602030204" pitchFamily="34" charset="0"/>
                </a:rPr>
                <a:t>69</a:t>
              </a:r>
            </a:p>
            <a:p>
              <a:pPr algn="ctr">
                <a:lnSpc>
                  <a:spcPct val="90000"/>
                </a:lnSpc>
                <a:spcAft>
                  <a:spcPts val="0"/>
                </a:spcAft>
              </a:pPr>
              <a:r>
                <a:rPr lang="en-GB" sz="700" b="0" noProof="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20</a:t>
              </a:r>
            </a:p>
            <a:p>
              <a:pPr algn="ctr">
                <a:lnSpc>
                  <a:spcPct val="90000"/>
                </a:lnSpc>
                <a:spcAft>
                  <a:spcPts val="0"/>
                </a:spcAft>
              </a:pPr>
              <a:r>
                <a:rPr lang="en-GB" sz="700" b="0" noProof="0">
                  <a:solidFill>
                    <a:schemeClr val="bg1"/>
                  </a:solidFill>
                  <a:latin typeface="Ubuntu" panose="020B0504030602030204" pitchFamily="34" charset="0"/>
                </a:rPr>
                <a:t>89</a:t>
              </a:r>
            </a:p>
            <a:p>
              <a:pPr algn="ctr">
                <a:lnSpc>
                  <a:spcPct val="90000"/>
                </a:lnSpc>
                <a:spcAft>
                  <a:spcPts val="0"/>
                </a:spcAft>
              </a:pPr>
              <a:r>
                <a:rPr lang="en-GB" sz="700" b="0" noProof="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51</a:t>
              </a:r>
            </a:p>
            <a:p>
              <a:pPr algn="ctr">
                <a:lnSpc>
                  <a:spcPct val="90000"/>
                </a:lnSpc>
                <a:spcAft>
                  <a:spcPts val="0"/>
                </a:spcAft>
              </a:pPr>
              <a:r>
                <a:rPr lang="en-GB" sz="700" b="0" noProof="0">
                  <a:solidFill>
                    <a:schemeClr val="bg1"/>
                  </a:solidFill>
                  <a:latin typeface="Ubuntu" panose="020B0504030602030204" pitchFamily="34" charset="0"/>
                </a:rPr>
                <a:t>107</a:t>
              </a:r>
            </a:p>
            <a:p>
              <a:pPr algn="ctr">
                <a:lnSpc>
                  <a:spcPct val="90000"/>
                </a:lnSpc>
                <a:spcAft>
                  <a:spcPts val="0"/>
                </a:spcAft>
              </a:pPr>
              <a:r>
                <a:rPr lang="en-GB" sz="700" b="0" noProof="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51</a:t>
              </a:r>
            </a:p>
            <a:p>
              <a:pPr algn="ctr">
                <a:lnSpc>
                  <a:spcPct val="90000"/>
                </a:lnSpc>
                <a:spcAft>
                  <a:spcPts val="0"/>
                </a:spcAft>
              </a:pPr>
              <a:r>
                <a:rPr lang="en-GB" sz="700" b="0" noProof="0">
                  <a:solidFill>
                    <a:schemeClr val="bg1"/>
                  </a:solidFill>
                  <a:latin typeface="Ubuntu" panose="020B0504030602030204" pitchFamily="34" charset="0"/>
                </a:rPr>
                <a:t>128</a:t>
              </a:r>
            </a:p>
            <a:p>
              <a:pPr algn="ctr">
                <a:lnSpc>
                  <a:spcPct val="90000"/>
                </a:lnSpc>
                <a:spcAft>
                  <a:spcPts val="0"/>
                </a:spcAft>
              </a:pPr>
              <a:r>
                <a:rPr lang="en-GB" sz="700" b="0" noProof="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0</a:t>
              </a:r>
            </a:p>
            <a:p>
              <a:pPr algn="ctr">
                <a:lnSpc>
                  <a:spcPct val="90000"/>
                </a:lnSpc>
                <a:spcAft>
                  <a:spcPts val="0"/>
                </a:spcAft>
              </a:pPr>
              <a:r>
                <a:rPr lang="en-GB" sz="700" b="0" noProof="0">
                  <a:solidFill>
                    <a:schemeClr val="bg1"/>
                  </a:solidFill>
                  <a:latin typeface="Ubuntu" panose="020B0504030602030204" pitchFamily="34" charset="0"/>
                </a:rPr>
                <a:t>125</a:t>
              </a:r>
            </a:p>
            <a:p>
              <a:pPr algn="ctr">
                <a:lnSpc>
                  <a:spcPct val="90000"/>
                </a:lnSpc>
                <a:spcAft>
                  <a:spcPts val="0"/>
                </a:spcAft>
              </a:pPr>
              <a:r>
                <a:rPr lang="en-GB" sz="700" b="0" noProof="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GB" sz="700" b="0" noProof="0">
                  <a:solidFill>
                    <a:schemeClr val="bg1"/>
                  </a:solidFill>
                  <a:latin typeface="Ubuntu" panose="020B0504030602030204" pitchFamily="34" charset="0"/>
                </a:rPr>
                <a:t>0</a:t>
              </a:r>
            </a:p>
            <a:p>
              <a:pPr algn="ctr">
                <a:lnSpc>
                  <a:spcPct val="90000"/>
                </a:lnSpc>
                <a:spcAft>
                  <a:spcPts val="0"/>
                </a:spcAft>
              </a:pPr>
              <a:r>
                <a:rPr lang="en-GB" sz="700" b="0" noProof="0">
                  <a:solidFill>
                    <a:schemeClr val="bg1"/>
                  </a:solidFill>
                  <a:latin typeface="Ubuntu" panose="020B0504030602030204" pitchFamily="34" charset="0"/>
                </a:rPr>
                <a:t>146</a:t>
              </a:r>
            </a:p>
            <a:p>
              <a:pPr algn="ctr">
                <a:lnSpc>
                  <a:spcPct val="90000"/>
                </a:lnSpc>
                <a:spcAft>
                  <a:spcPts val="0"/>
                </a:spcAft>
              </a:pPr>
              <a:r>
                <a:rPr lang="en-GB" sz="700" b="0" noProof="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0</a:t>
              </a:r>
            </a:p>
            <a:p>
              <a:pPr algn="ctr">
                <a:lnSpc>
                  <a:spcPct val="90000"/>
                </a:lnSpc>
                <a:spcAft>
                  <a:spcPts val="0"/>
                </a:spcAft>
              </a:pPr>
              <a:r>
                <a:rPr lang="en-GB" sz="700" b="0" noProof="0">
                  <a:latin typeface="Ubuntu" panose="020B0504030602030204" pitchFamily="34" charset="0"/>
                </a:rPr>
                <a:t>191</a:t>
              </a:r>
            </a:p>
            <a:p>
              <a:pPr algn="ctr">
                <a:lnSpc>
                  <a:spcPct val="90000"/>
                </a:lnSpc>
                <a:spcAft>
                  <a:spcPts val="0"/>
                </a:spcAft>
              </a:pPr>
              <a:r>
                <a:rPr lang="en-GB" sz="700" b="0" noProof="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0</a:t>
              </a:r>
            </a:p>
            <a:p>
              <a:pPr algn="ctr">
                <a:lnSpc>
                  <a:spcPct val="90000"/>
                </a:lnSpc>
                <a:spcAft>
                  <a:spcPts val="0"/>
                </a:spcAft>
              </a:pPr>
              <a:r>
                <a:rPr lang="en-GB" sz="700" b="0" noProof="0">
                  <a:latin typeface="Ubuntu" panose="020B0504030602030204" pitchFamily="34" charset="0"/>
                </a:rPr>
                <a:t>213</a:t>
              </a:r>
            </a:p>
            <a:p>
              <a:pPr algn="ctr">
                <a:lnSpc>
                  <a:spcPct val="90000"/>
                </a:lnSpc>
                <a:spcAft>
                  <a:spcPts val="0"/>
                </a:spcAft>
              </a:pPr>
              <a:r>
                <a:rPr lang="en-GB" sz="700" b="0" noProof="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GB" sz="700" b="0" noProof="0">
                  <a:latin typeface="Ubuntu" panose="020B0504030602030204" pitchFamily="34" charset="0"/>
                </a:rPr>
                <a:t>0</a:t>
              </a:r>
            </a:p>
            <a:p>
              <a:pPr algn="ctr">
                <a:lnSpc>
                  <a:spcPct val="90000"/>
                </a:lnSpc>
                <a:spcAft>
                  <a:spcPts val="0"/>
                </a:spcAft>
              </a:pPr>
              <a:r>
                <a:rPr lang="en-GB" sz="700" b="0" noProof="0">
                  <a:latin typeface="Ubuntu" panose="020B0504030602030204" pitchFamily="34" charset="0"/>
                </a:rPr>
                <a:t>230</a:t>
              </a:r>
            </a:p>
            <a:p>
              <a:pPr algn="ctr">
                <a:lnSpc>
                  <a:spcPct val="90000"/>
                </a:lnSpc>
                <a:spcAft>
                  <a:spcPts val="0"/>
                </a:spcAft>
              </a:pPr>
              <a:r>
                <a:rPr lang="en-GB" sz="700" b="0" noProof="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noProof="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noProof="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00" kern="0" noProof="0" err="1">
                <a:solidFill>
                  <a:srgbClr val="A6A6A6"/>
                </a:solidFill>
                <a:latin typeface="Ubuntu" panose="020B0504030602030204" pitchFamily="34" charset="0"/>
                <a:cs typeface="Arial" panose="020B0604020202020204" pitchFamily="34" charset="0"/>
              </a:rPr>
              <a:t>BidBox</a:t>
            </a:r>
            <a:r>
              <a:rPr lang="en-GB" sz="700" kern="0" noProof="0">
                <a:solidFill>
                  <a:srgbClr val="A6A6A6"/>
                </a:solidFill>
                <a:latin typeface="Ubuntu" panose="020B0504030602030204" pitchFamily="34" charset="0"/>
                <a:cs typeface="Arial" panose="020B0604020202020204" pitchFamily="34" charset="0"/>
              </a:rPr>
              <a:t> Training Strategy &amp; Plan  </a:t>
            </a:r>
            <a:r>
              <a:rPr lang="en-US" sz="700" kern="0">
                <a:solidFill>
                  <a:srgbClr val="A6A6A6"/>
                </a:solidFill>
                <a:latin typeface="Ubuntu" panose="020B0504030602030204" pitchFamily="34" charset="0"/>
                <a:cs typeface="Arial" panose="020B0604020202020204" pitchFamily="34" charset="0"/>
              </a:rPr>
              <a:t>| </a:t>
            </a:r>
            <a:r>
              <a:rPr lang="en-GB" sz="700" kern="0" noProof="0">
                <a:solidFill>
                  <a:srgbClr val="A6A6A6"/>
                </a:solidFill>
                <a:latin typeface="Ubuntu" panose="020B0504030602030204" pitchFamily="34" charset="0"/>
                <a:cs typeface="Arial" panose="020B0604020202020204" pitchFamily="34" charset="0"/>
              </a:rPr>
              <a:t> Oct 2022 </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GB" sz="800" noProof="0" smtClean="0">
                <a:solidFill>
                  <a:srgbClr val="A6A6A6"/>
                </a:solidFill>
                <a:latin typeface="Ubuntu" panose="020B0504030602030204" pitchFamily="34" charset="0"/>
                <a:cs typeface="Arial" panose="020B0604020202020204" pitchFamily="34" charset="0"/>
              </a:rPr>
              <a:pPr algn="r"/>
              <a:t>‹#›</a:t>
            </a:fld>
            <a:endParaRPr lang="en-GB" sz="800" noProof="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noProof="0">
                <a:solidFill>
                  <a:srgbClr val="A6A6A6"/>
                </a:solidFill>
                <a:latin typeface="Ubuntu" panose="020B0504030602030204" pitchFamily="34" charset="0"/>
                <a:cs typeface="Arial" panose="020B0604020202020204" pitchFamily="34" charset="0"/>
              </a:rPr>
              <a:t>Company Confidential © Capgemini Invent 2022. All rights reserved  |</a:t>
            </a:r>
          </a:p>
        </p:txBody>
      </p:sp>
    </p:spTree>
    <p:extLst>
      <p:ext uri="{BB962C8B-B14F-4D97-AF65-F5344CB8AC3E}">
        <p14:creationId xmlns:p14="http://schemas.microsoft.com/office/powerpoint/2010/main" val="1673460297"/>
      </p:ext>
    </p:extLst>
  </p:cSld>
  <p:clrMap bg1="lt1" tx1="dk1" bg2="lt2" tx2="dk2" accent1="accent1" accent2="accent2" accent3="accent3" accent4="accent4" accent5="accent5" accent6="accent6" hlink="hlink" folHlink="folHlink"/>
  <p:sldLayoutIdLst>
    <p:sldLayoutId id="2147484431" r:id="rId1"/>
    <p:sldLayoutId id="2147484432" r:id="rId2"/>
    <p:sldLayoutId id="2147484433" r:id="rId3"/>
    <p:sldLayoutId id="2147484434" r:id="rId4"/>
    <p:sldLayoutId id="2147484435" r:id="rId5"/>
    <p:sldLayoutId id="2147484436" r:id="rId6"/>
    <p:sldLayoutId id="2147484437" r:id="rId7"/>
    <p:sldLayoutId id="2147484438" r:id="rId8"/>
    <p:sldLayoutId id="2147484439" r:id="rId9"/>
    <p:sldLayoutId id="2147484440" r:id="rId10"/>
    <p:sldLayoutId id="2147484441" r:id="rId11"/>
    <p:sldLayoutId id="2147484442" r:id="rId12"/>
    <p:sldLayoutId id="2147484443" r:id="rId13"/>
    <p:sldLayoutId id="2147484444" r:id="rId14"/>
    <p:sldLayoutId id="2147484445" r:id="rId15"/>
    <p:sldLayoutId id="2147484446" r:id="rId16"/>
    <p:sldLayoutId id="2147484447" r:id="rId17"/>
    <p:sldLayoutId id="2147484448" r:id="rId18"/>
    <p:sldLayoutId id="2147484449" r:id="rId19"/>
    <p:sldLayoutId id="2147484450" r:id="rId20"/>
    <p:sldLayoutId id="2147484451" r:id="rId21"/>
    <p:sldLayoutId id="2147484452" r:id="rId22"/>
    <p:sldLayoutId id="2147484453" r:id="rId23"/>
    <p:sldLayoutId id="2147484454" r:id="rId24"/>
    <p:sldLayoutId id="2147484455" r:id="rId25"/>
    <p:sldLayoutId id="2147484456" r:id="rId26"/>
    <p:sldLayoutId id="2147484457" r:id="rId27"/>
    <p:sldLayoutId id="2147484458" r:id="rId28"/>
    <p:sldLayoutId id="2147484459" r:id="rId29"/>
    <p:sldLayoutId id="2147484460" r:id="rId30"/>
    <p:sldLayoutId id="2147484461" r:id="rId31"/>
    <p:sldLayoutId id="2147484462" r:id="rId32"/>
    <p:sldLayoutId id="2147484463" r:id="rId33"/>
    <p:sldLayoutId id="2147484464" r:id="rId34"/>
    <p:sldLayoutId id="2147484465" r:id="rId35"/>
    <p:sldLayoutId id="2147484466" r:id="rId36"/>
    <p:sldLayoutId id="2147484467" r:id="rId37"/>
    <p:sldLayoutId id="2147484468" r:id="rId38"/>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extLst>
              <p:ext uri="{D42A27DB-BD31-4B8C-83A1-F6EECF244321}">
                <p14:modId xmlns:p14="http://schemas.microsoft.com/office/powerpoint/2010/main" val="1942856670"/>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16" name="Groupe 1">
            <a:extLst>
              <a:ext uri="{FF2B5EF4-FFF2-40B4-BE49-F238E27FC236}">
                <a16:creationId xmlns:a16="http://schemas.microsoft.com/office/drawing/2014/main" id="{17FA5F0C-A665-85D4-BD36-BBDFBEC8CB98}"/>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17" name="Freeform 13">
              <a:extLst>
                <a:ext uri="{FF2B5EF4-FFF2-40B4-BE49-F238E27FC236}">
                  <a16:creationId xmlns:a16="http://schemas.microsoft.com/office/drawing/2014/main" id="{6D6ABCC1-9664-EF44-CA53-F91AE33A3D30}"/>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a:extLst>
                <a:ext uri="{FF2B5EF4-FFF2-40B4-BE49-F238E27FC236}">
                  <a16:creationId xmlns:a16="http://schemas.microsoft.com/office/drawing/2014/main" id="{F3433065-4B0B-35A4-FFCB-DEF8D0A5628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9" name="Retângulo 43">
            <a:extLst>
              <a:ext uri="{FF2B5EF4-FFF2-40B4-BE49-F238E27FC236}">
                <a16:creationId xmlns:a16="http://schemas.microsoft.com/office/drawing/2014/main" id="{711801B1-62E6-33C9-C412-FCB00185A69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20" name="Rectangle 27">
            <a:extLst>
              <a:ext uri="{FF2B5EF4-FFF2-40B4-BE49-F238E27FC236}">
                <a16:creationId xmlns:a16="http://schemas.microsoft.com/office/drawing/2014/main" id="{7F9FE052-CC6F-A5F2-02B8-CE1DAB0C2AB6}"/>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Company Confidential © Capgemini Invent 2023. All rights reserved  |</a:t>
            </a:r>
            <a:endParaRPr lang="en-GB" sz="700">
              <a:solidFill>
                <a:srgbClr val="A6A6A6"/>
              </a:solidFill>
              <a:latin typeface="Ubuntu" panose="020B0504030602030204" pitchFamily="34" charset="0"/>
              <a:cs typeface="Arial" panose="020B0604020202020204" pitchFamily="34" charset="0"/>
            </a:endParaRPr>
          </a:p>
        </p:txBody>
      </p:sp>
      <p:sp>
        <p:nvSpPr>
          <p:cNvPr id="22" name="Retângulo 43">
            <a:extLst>
              <a:ext uri="{FF2B5EF4-FFF2-40B4-BE49-F238E27FC236}">
                <a16:creationId xmlns:a16="http://schemas.microsoft.com/office/drawing/2014/main" id="{961FEFAB-3634-96B6-8D6A-3E62A6826FFA}"/>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5" name="Rectangle 27">
            <a:extLst>
              <a:ext uri="{FF2B5EF4-FFF2-40B4-BE49-F238E27FC236}">
                <a16:creationId xmlns:a16="http://schemas.microsoft.com/office/drawing/2014/main" id="{55FC2925-850A-C88E-6A79-D8C88DE29DF3}"/>
              </a:ext>
            </a:extLst>
          </p:cNvPr>
          <p:cNvSpPr/>
          <p:nvPr userDrawn="1"/>
        </p:nvSpPr>
        <p:spPr>
          <a:xfrm>
            <a:off x="432768" y="6511913"/>
            <a:ext cx="2653763"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Proposal for Sustainability Strategy &amp; GRI Reporting</a:t>
            </a:r>
            <a:endParaRPr lang="en-GB" sz="7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103294524"/>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9" r:id="rId7"/>
    <p:sldLayoutId id="2147484480" r:id="rId8"/>
    <p:sldLayoutId id="2147484481" r:id="rId9"/>
    <p:sldLayoutId id="2147484482" r:id="rId1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2.xml"/><Relationship Id="rId4" Type="http://schemas.openxmlformats.org/officeDocument/2006/relationships/image" Target="../media/image43.jpeg"/></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jpeg"/><Relationship Id="rId3" Type="http://schemas.openxmlformats.org/officeDocument/2006/relationships/notesSlide" Target="../notesSlides/notesSlide2.xml"/><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slideLayout" Target="../slideLayouts/slideLayout21.xml"/><Relationship Id="rId16" Type="http://schemas.openxmlformats.org/officeDocument/2006/relationships/image" Target="../media/image56.png"/><Relationship Id="rId1" Type="http://schemas.openxmlformats.org/officeDocument/2006/relationships/themeOverride" Target="../theme/themeOverride1.xml"/><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jpeg"/><Relationship Id="rId10" Type="http://schemas.openxmlformats.org/officeDocument/2006/relationships/image" Target="../media/image50.svg"/><Relationship Id="rId4" Type="http://schemas.openxmlformats.org/officeDocument/2006/relationships/image" Target="../media/image44.jpeg"/><Relationship Id="rId9" Type="http://schemas.openxmlformats.org/officeDocument/2006/relationships/image" Target="../media/image49.png"/><Relationship Id="rId14" Type="http://schemas.openxmlformats.org/officeDocument/2006/relationships/image" Target="../media/image5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7.jpeg"/><Relationship Id="rId7" Type="http://schemas.openxmlformats.org/officeDocument/2006/relationships/image" Target="../media/image50.sv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49.png"/><Relationship Id="rId5" Type="http://schemas.openxmlformats.org/officeDocument/2006/relationships/image" Target="../media/image59.svg"/><Relationship Id="rId4" Type="http://schemas.openxmlformats.org/officeDocument/2006/relationships/image" Target="../media/image58.png"/><Relationship Id="rId9" Type="http://schemas.openxmlformats.org/officeDocument/2006/relationships/image" Target="../media/image52.svg"/></Relationships>
</file>

<file path=ppt/slides/_rels/slide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jpe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9.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48.svg"/><Relationship Id="rId4" Type="http://schemas.openxmlformats.org/officeDocument/2006/relationships/image" Target="../media/image46.svg"/><Relationship Id="rId9"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notesSlide" Target="../notesSlides/notesSlide7.xml"/><Relationship Id="rId7" Type="http://schemas.openxmlformats.org/officeDocument/2006/relationships/image" Target="../media/image71.png"/><Relationship Id="rId2" Type="http://schemas.openxmlformats.org/officeDocument/2006/relationships/slideLayout" Target="../slideLayouts/slideLayout15.xml"/><Relationship Id="rId1" Type="http://schemas.openxmlformats.org/officeDocument/2006/relationships/tags" Target="../tags/tag3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5.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slides/_rels/slide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78.jpeg"/><Relationship Id="rId7" Type="http://schemas.openxmlformats.org/officeDocument/2006/relationships/image" Target="../media/image82.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81.jpeg"/><Relationship Id="rId5" Type="http://schemas.openxmlformats.org/officeDocument/2006/relationships/image" Target="../media/image80.jpeg"/><Relationship Id="rId4" Type="http://schemas.openxmlformats.org/officeDocument/2006/relationships/image" Target="../media/image79.jpeg"/></Relationships>
</file>

<file path=ppt/slides/_rels/slide1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jpeg"/><Relationship Id="rId1" Type="http://schemas.openxmlformats.org/officeDocument/2006/relationships/slideLayout" Target="../slideLayouts/slideLayout22.xml"/><Relationship Id="rId5" Type="http://schemas.openxmlformats.org/officeDocument/2006/relationships/image" Target="../media/image87.png"/><Relationship Id="rId4" Type="http://schemas.openxmlformats.org/officeDocument/2006/relationships/image" Target="../media/image8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EF5E2F-2246-481E-BBB1-EB377260F39A}"/>
              </a:ext>
            </a:extLst>
          </p:cNvPr>
          <p:cNvSpPr txBox="1">
            <a:spLocks/>
          </p:cNvSpPr>
          <p:nvPr/>
        </p:nvSpPr>
        <p:spPr>
          <a:xfrm>
            <a:off x="240976" y="2767693"/>
            <a:ext cx="6465372" cy="2037317"/>
          </a:xfrm>
          <a:prstGeom prst="rect">
            <a:avLst/>
          </a:prstGeom>
        </p:spPr>
        <p:txBody>
          <a:bodyPr lIns="91440" tIns="45720" rIns="91440" bIns="45720" anchor="t"/>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1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200" normalizeH="0" baseline="0" noProof="0" dirty="0">
                <a:ln>
                  <a:noFill/>
                </a:ln>
                <a:solidFill>
                  <a:srgbClr val="FFFFFF"/>
                </a:solidFill>
                <a:effectLst/>
                <a:uLnTx/>
                <a:uFillTx/>
                <a:latin typeface="Ubuntu Medium"/>
              </a:rPr>
              <a:t>SUSTAINABILITY UPSKILLING</a:t>
            </a:r>
            <a:endParaRPr lang="en-GB" sz="4000" b="1" i="0" u="none" strike="noStrike" kern="1200" cap="none" spc="200" normalizeH="0" baseline="0" noProof="0" dirty="0">
              <a:ln>
                <a:noFill/>
              </a:ln>
              <a:solidFill>
                <a:srgbClr val="FFFFFF"/>
              </a:solidFill>
              <a:effectLst/>
              <a:uLnTx/>
              <a:uFillTx/>
              <a:latin typeface="Ubuntu Medium"/>
            </a:endParaRPr>
          </a:p>
        </p:txBody>
      </p:sp>
    </p:spTree>
    <p:extLst>
      <p:ext uri="{BB962C8B-B14F-4D97-AF65-F5344CB8AC3E}">
        <p14:creationId xmlns:p14="http://schemas.microsoft.com/office/powerpoint/2010/main" val="329453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a:extLst>
              <a:ext uri="{FF2B5EF4-FFF2-40B4-BE49-F238E27FC236}">
                <a16:creationId xmlns:a16="http://schemas.microsoft.com/office/drawing/2014/main" id="{5E4D2168-8937-4C1C-AA61-B70C4089923B}"/>
              </a:ext>
            </a:extLst>
          </p:cNvPr>
          <p:cNvSpPr>
            <a:spLocks noGrp="1"/>
          </p:cNvSpPr>
          <p:nvPr>
            <p:ph type="title"/>
          </p:nvPr>
        </p:nvSpPr>
        <p:spPr>
          <a:xfrm>
            <a:off x="404813" y="488648"/>
            <a:ext cx="10309792" cy="716711"/>
          </a:xfrm>
        </p:spPr>
        <p:txBody>
          <a:bodyPr vert="horz" lIns="0" tIns="0" rIns="0" bIns="0" rtlCol="0" anchor="t" anchorCtr="0">
            <a:noAutofit/>
          </a:bodyPr>
          <a:lstStyle/>
          <a:p>
            <a:r>
              <a:rPr lang="en-US" sz="2400" cap="all"/>
              <a:t>TABLE OF CONTENTS</a:t>
            </a:r>
          </a:p>
        </p:txBody>
      </p:sp>
      <p:sp>
        <p:nvSpPr>
          <p:cNvPr id="2" name="Google Shape;526;p62">
            <a:extLst>
              <a:ext uri="{FF2B5EF4-FFF2-40B4-BE49-F238E27FC236}">
                <a16:creationId xmlns:a16="http://schemas.microsoft.com/office/drawing/2014/main" id="{905DF7B8-FAB4-F8FC-E67B-33FC8687CED5}"/>
              </a:ext>
            </a:extLst>
          </p:cNvPr>
          <p:cNvSpPr txBox="1"/>
          <p:nvPr/>
        </p:nvSpPr>
        <p:spPr>
          <a:xfrm>
            <a:off x="94993" y="2870913"/>
            <a:ext cx="855462" cy="702000"/>
          </a:xfrm>
          <a:prstGeom prst="rect">
            <a:avLst/>
          </a:prstGeom>
          <a:noFill/>
          <a:ln>
            <a:noFill/>
          </a:ln>
        </p:spPr>
        <p:txBody>
          <a:bodyPr spcFirstLastPara="1" wrap="square" lIns="90000" tIns="91433" rIns="91433" bIns="91433" anchor="ctr" anchorCtr="0">
            <a:noAutofit/>
          </a:bodyPr>
          <a:lstStyle/>
          <a:p>
            <a:pPr algn="r"/>
            <a:r>
              <a:rPr lang="en" sz="2800" b="1">
                <a:solidFill>
                  <a:srgbClr val="12ABDB"/>
                </a:solidFill>
                <a:latin typeface="Ubuntu" panose="020B0504030602030204" pitchFamily="34" charset="0"/>
                <a:ea typeface="Ubuntu Light"/>
                <a:cs typeface="Ubuntu Light"/>
                <a:sym typeface="Ubuntu Medium"/>
              </a:rPr>
              <a:t>02</a:t>
            </a:r>
          </a:p>
        </p:txBody>
      </p:sp>
      <p:sp>
        <p:nvSpPr>
          <p:cNvPr id="3" name="Google Shape;528;p62">
            <a:extLst>
              <a:ext uri="{FF2B5EF4-FFF2-40B4-BE49-F238E27FC236}">
                <a16:creationId xmlns:a16="http://schemas.microsoft.com/office/drawing/2014/main" id="{E20679F1-DD4F-14CF-8071-67C1CC7D1A15}"/>
              </a:ext>
            </a:extLst>
          </p:cNvPr>
          <p:cNvSpPr txBox="1"/>
          <p:nvPr/>
        </p:nvSpPr>
        <p:spPr>
          <a:xfrm>
            <a:off x="1017205" y="2871370"/>
            <a:ext cx="4473491" cy="702000"/>
          </a:xfrm>
          <a:prstGeom prst="rect">
            <a:avLst/>
          </a:prstGeom>
          <a:noFill/>
          <a:ln>
            <a:noFill/>
          </a:ln>
        </p:spPr>
        <p:txBody>
          <a:bodyPr spcFirstLastPara="1" wrap="square" lIns="91433" tIns="91433" rIns="91433" bIns="91433" anchor="ctr" anchorCtr="0">
            <a:noAutofit/>
          </a:bodyPr>
          <a:lstStyle/>
          <a:p>
            <a:r>
              <a:rPr lang="en-GB" sz="1600" b="1">
                <a:solidFill>
                  <a:schemeClr val="bg1"/>
                </a:solidFill>
                <a:latin typeface="Ubuntu" panose="020B0504030602030204" pitchFamily="34" charset="0"/>
                <a:ea typeface="Ubuntu"/>
                <a:cs typeface="Ubuntu"/>
                <a:sym typeface="Ubuntu"/>
              </a:rPr>
              <a:t>Approach and Methodology </a:t>
            </a:r>
          </a:p>
        </p:txBody>
      </p:sp>
      <p:sp>
        <p:nvSpPr>
          <p:cNvPr id="4" name="Google Shape;526;p62">
            <a:extLst>
              <a:ext uri="{FF2B5EF4-FFF2-40B4-BE49-F238E27FC236}">
                <a16:creationId xmlns:a16="http://schemas.microsoft.com/office/drawing/2014/main" id="{875E5CC7-2C28-9FFB-2903-A54E7F8AE186}"/>
              </a:ext>
            </a:extLst>
          </p:cNvPr>
          <p:cNvSpPr txBox="1"/>
          <p:nvPr/>
        </p:nvSpPr>
        <p:spPr>
          <a:xfrm>
            <a:off x="94993" y="3557582"/>
            <a:ext cx="855462" cy="702000"/>
          </a:xfrm>
          <a:prstGeom prst="rect">
            <a:avLst/>
          </a:prstGeom>
          <a:noFill/>
          <a:ln>
            <a:noFill/>
          </a:ln>
        </p:spPr>
        <p:txBody>
          <a:bodyPr spcFirstLastPara="1" wrap="square" lIns="90000" tIns="91433" rIns="91433" bIns="91433" anchor="ctr" anchorCtr="0">
            <a:noAutofit/>
          </a:bodyPr>
          <a:lstStyle/>
          <a:p>
            <a:pPr algn="r"/>
            <a:r>
              <a:rPr lang="en" sz="2800" b="1">
                <a:solidFill>
                  <a:srgbClr val="12ABDB"/>
                </a:solidFill>
                <a:latin typeface="Ubuntu" panose="020B0504030602030204" pitchFamily="34" charset="0"/>
                <a:ea typeface="Ubuntu Light"/>
                <a:cs typeface="Ubuntu Light"/>
                <a:sym typeface="Ubuntu Medium"/>
              </a:rPr>
              <a:t>03</a:t>
            </a:r>
          </a:p>
        </p:txBody>
      </p:sp>
      <p:sp>
        <p:nvSpPr>
          <p:cNvPr id="5" name="Google Shape;528;p62">
            <a:extLst>
              <a:ext uri="{FF2B5EF4-FFF2-40B4-BE49-F238E27FC236}">
                <a16:creationId xmlns:a16="http://schemas.microsoft.com/office/drawing/2014/main" id="{171710A4-AF27-371F-1B73-9698A2E9004E}"/>
              </a:ext>
            </a:extLst>
          </p:cNvPr>
          <p:cNvSpPr txBox="1"/>
          <p:nvPr/>
        </p:nvSpPr>
        <p:spPr>
          <a:xfrm>
            <a:off x="1017205" y="3558497"/>
            <a:ext cx="4473491" cy="702000"/>
          </a:xfrm>
          <a:prstGeom prst="rect">
            <a:avLst/>
          </a:prstGeom>
          <a:noFill/>
          <a:ln>
            <a:noFill/>
          </a:ln>
        </p:spPr>
        <p:txBody>
          <a:bodyPr spcFirstLastPara="1" wrap="square" lIns="91433" tIns="91433" rIns="91433" bIns="91433" anchor="ctr" anchorCtr="0">
            <a:noAutofit/>
          </a:bodyPr>
          <a:lstStyle/>
          <a:p>
            <a:r>
              <a:rPr lang="en-GB" sz="1600" b="1">
                <a:solidFill>
                  <a:schemeClr val="bg1"/>
                </a:solidFill>
                <a:latin typeface="Ubuntu" panose="020B0504030602030204" pitchFamily="34" charset="0"/>
                <a:ea typeface="Ubuntu"/>
                <a:cs typeface="Ubuntu"/>
                <a:sym typeface="Ubuntu"/>
              </a:rPr>
              <a:t>Resources &amp; Commercials</a:t>
            </a:r>
          </a:p>
        </p:txBody>
      </p:sp>
      <p:pic>
        <p:nvPicPr>
          <p:cNvPr id="7" name="Picture 6" descr="A picture containing outdoor, green, tower&#10;&#10;Description automatically generated">
            <a:extLst>
              <a:ext uri="{FF2B5EF4-FFF2-40B4-BE49-F238E27FC236}">
                <a16:creationId xmlns:a16="http://schemas.microsoft.com/office/drawing/2014/main" id="{5E0A1048-EB63-725D-984E-21D76AC9C42C}"/>
              </a:ext>
            </a:extLst>
          </p:cNvPr>
          <p:cNvPicPr>
            <a:picLocks noGrp="1" noChangeAspect="1"/>
          </p:cNvPicPr>
          <p:nvPr/>
        </p:nvPicPr>
        <p:blipFill>
          <a:blip r:embed="rId3">
            <a:extLst>
              <a:ext uri="{28A0092B-C50C-407E-A947-70E740481C1C}">
                <a14:useLocalDpi xmlns:a14="http://schemas.microsoft.com/office/drawing/2010/main" val="0"/>
              </a:ext>
            </a:extLst>
          </a:blip>
          <a:srcRect l="61" r="61"/>
          <a:stretch>
            <a:fillRect/>
          </a:stretch>
        </p:blipFill>
        <p:spPr>
          <a:xfrm>
            <a:off x="6096000" y="0"/>
            <a:ext cx="6096000" cy="6858000"/>
          </a:xfrm>
          <a:prstGeom prst="rect">
            <a:avLst/>
          </a:prstGeom>
          <a:solidFill>
            <a:schemeClr val="bg2">
              <a:lumMod val="90000"/>
            </a:schemeClr>
          </a:solidFill>
        </p:spPr>
      </p:pic>
      <p:sp>
        <p:nvSpPr>
          <p:cNvPr id="8" name="Graphic 6">
            <a:extLst>
              <a:ext uri="{FF2B5EF4-FFF2-40B4-BE49-F238E27FC236}">
                <a16:creationId xmlns:a16="http://schemas.microsoft.com/office/drawing/2014/main" id="{9A8CE540-BFF1-2B2F-F596-29F71368BAF9}"/>
              </a:ext>
            </a:extLst>
          </p:cNvPr>
          <p:cNvSpPr>
            <a:spLocks/>
          </p:cNvSpPr>
          <p:nvPr/>
        </p:nvSpPr>
        <p:spPr>
          <a:xfrm rot="15431591">
            <a:off x="2201073" y="1334368"/>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0" name="Google Shape;528;p62">
            <a:extLst>
              <a:ext uri="{FF2B5EF4-FFF2-40B4-BE49-F238E27FC236}">
                <a16:creationId xmlns:a16="http://schemas.microsoft.com/office/drawing/2014/main" id="{FCCD2704-3C21-24BC-03E4-3845382B75A0}"/>
              </a:ext>
            </a:extLst>
          </p:cNvPr>
          <p:cNvSpPr txBox="1"/>
          <p:nvPr/>
        </p:nvSpPr>
        <p:spPr>
          <a:xfrm>
            <a:off x="9143575" y="4559188"/>
            <a:ext cx="4473490" cy="702000"/>
          </a:xfrm>
          <a:prstGeom prst="rect">
            <a:avLst/>
          </a:prstGeom>
          <a:noFill/>
          <a:ln>
            <a:noFill/>
          </a:ln>
        </p:spPr>
        <p:txBody>
          <a:bodyPr spcFirstLastPara="1" wrap="square" lIns="91433" tIns="91433" rIns="91433" bIns="91433" anchor="ctr" anchorCtr="0">
            <a:noAutofit/>
          </a:bodyPr>
          <a:lstStyle/>
          <a:p>
            <a:r>
              <a:rPr lang="en-GB" sz="1600" b="1">
                <a:solidFill>
                  <a:schemeClr val="bg1"/>
                </a:solidFill>
                <a:latin typeface="Ubuntu" panose="020B0504030602030204" pitchFamily="34" charset="0"/>
                <a:ea typeface="Ubuntu"/>
                <a:cs typeface="Ubuntu"/>
                <a:sym typeface="Ubuntu"/>
              </a:rPr>
              <a:t> </a:t>
            </a:r>
          </a:p>
        </p:txBody>
      </p:sp>
      <p:cxnSp>
        <p:nvCxnSpPr>
          <p:cNvPr id="11" name="Google Shape;527;p62 - 1">
            <a:extLst>
              <a:ext uri="{FF2B5EF4-FFF2-40B4-BE49-F238E27FC236}">
                <a16:creationId xmlns:a16="http://schemas.microsoft.com/office/drawing/2014/main" id="{C02DE9AB-B5C2-F5A8-E20C-7D3114EFF561}"/>
              </a:ext>
            </a:extLst>
          </p:cNvPr>
          <p:cNvCxnSpPr>
            <a:cxnSpLocks/>
          </p:cNvCxnSpPr>
          <p:nvPr/>
        </p:nvCxnSpPr>
        <p:spPr>
          <a:xfrm>
            <a:off x="972095" y="2947593"/>
            <a:ext cx="0" cy="548640"/>
          </a:xfrm>
          <a:prstGeom prst="straightConnector1">
            <a:avLst/>
          </a:prstGeom>
          <a:noFill/>
          <a:ln w="9525" cap="flat" cmpd="sng">
            <a:solidFill>
              <a:schemeClr val="bg1"/>
            </a:solidFill>
            <a:prstDash val="solid"/>
            <a:round/>
            <a:headEnd type="none" w="med" len="med"/>
            <a:tailEnd type="none" w="med" len="med"/>
          </a:ln>
        </p:spPr>
      </p:cxnSp>
      <p:cxnSp>
        <p:nvCxnSpPr>
          <p:cNvPr id="12" name="Google Shape;527;p62 - 2">
            <a:extLst>
              <a:ext uri="{FF2B5EF4-FFF2-40B4-BE49-F238E27FC236}">
                <a16:creationId xmlns:a16="http://schemas.microsoft.com/office/drawing/2014/main" id="{BEFE2005-389D-671A-6964-31A035A490C9}"/>
              </a:ext>
            </a:extLst>
          </p:cNvPr>
          <p:cNvCxnSpPr>
            <a:cxnSpLocks/>
          </p:cNvCxnSpPr>
          <p:nvPr/>
        </p:nvCxnSpPr>
        <p:spPr>
          <a:xfrm>
            <a:off x="972095" y="3634262"/>
            <a:ext cx="0" cy="548640"/>
          </a:xfrm>
          <a:prstGeom prst="straightConnector1">
            <a:avLst/>
          </a:prstGeom>
          <a:noFill/>
          <a:ln w="9525" cap="flat" cmpd="sng">
            <a:solidFill>
              <a:schemeClr val="bg1"/>
            </a:solidFill>
            <a:prstDash val="solid"/>
            <a:round/>
            <a:headEnd type="none" w="med" len="med"/>
            <a:tailEnd type="none" w="med" len="med"/>
          </a:ln>
        </p:spPr>
      </p:cxnSp>
      <p:sp>
        <p:nvSpPr>
          <p:cNvPr id="14" name="Google Shape;526;p62">
            <a:extLst>
              <a:ext uri="{FF2B5EF4-FFF2-40B4-BE49-F238E27FC236}">
                <a16:creationId xmlns:a16="http://schemas.microsoft.com/office/drawing/2014/main" id="{9FB39895-B8EF-B1A9-9053-8656551D30BF}"/>
              </a:ext>
            </a:extLst>
          </p:cNvPr>
          <p:cNvSpPr txBox="1"/>
          <p:nvPr/>
        </p:nvSpPr>
        <p:spPr>
          <a:xfrm>
            <a:off x="116633" y="2184244"/>
            <a:ext cx="855462" cy="702000"/>
          </a:xfrm>
          <a:prstGeom prst="rect">
            <a:avLst/>
          </a:prstGeom>
          <a:noFill/>
          <a:ln>
            <a:noFill/>
          </a:ln>
        </p:spPr>
        <p:txBody>
          <a:bodyPr spcFirstLastPara="1" wrap="square" lIns="90000" tIns="91433" rIns="91433" bIns="91433" anchor="ctr" anchorCtr="0">
            <a:noAutofit/>
          </a:bodyPr>
          <a:lstStyle/>
          <a:p>
            <a:pPr algn="r"/>
            <a:r>
              <a:rPr lang="en" sz="2800" b="1">
                <a:solidFill>
                  <a:srgbClr val="12ABDB"/>
                </a:solidFill>
                <a:latin typeface="Ubuntu" panose="020B0504030602030204" pitchFamily="34" charset="0"/>
                <a:ea typeface="Ubuntu Light"/>
                <a:cs typeface="Ubuntu Light"/>
                <a:sym typeface="Ubuntu Medium"/>
              </a:rPr>
              <a:t>01</a:t>
            </a:r>
          </a:p>
        </p:txBody>
      </p:sp>
      <p:sp>
        <p:nvSpPr>
          <p:cNvPr id="15" name="Google Shape;528;p62">
            <a:extLst>
              <a:ext uri="{FF2B5EF4-FFF2-40B4-BE49-F238E27FC236}">
                <a16:creationId xmlns:a16="http://schemas.microsoft.com/office/drawing/2014/main" id="{848B5B10-BFEB-EA25-F7B8-6C2C42AD4194}"/>
              </a:ext>
            </a:extLst>
          </p:cNvPr>
          <p:cNvSpPr txBox="1"/>
          <p:nvPr/>
        </p:nvSpPr>
        <p:spPr>
          <a:xfrm>
            <a:off x="1062314" y="2199116"/>
            <a:ext cx="4473491" cy="702000"/>
          </a:xfrm>
          <a:prstGeom prst="rect">
            <a:avLst/>
          </a:prstGeom>
          <a:noFill/>
          <a:ln>
            <a:noFill/>
          </a:ln>
        </p:spPr>
        <p:txBody>
          <a:bodyPr spcFirstLastPara="1" wrap="square" lIns="91433" tIns="91433" rIns="91433" bIns="91433" anchor="ctr" anchorCtr="0">
            <a:noAutofit/>
          </a:bodyPr>
          <a:lstStyle/>
          <a:p>
            <a:r>
              <a:rPr lang="en-GB" sz="1600" b="1" dirty="0">
                <a:solidFill>
                  <a:schemeClr val="bg1"/>
                </a:solidFill>
                <a:latin typeface="Ubuntu" panose="020B0504030602030204" pitchFamily="34" charset="0"/>
                <a:ea typeface="Ubuntu"/>
                <a:cs typeface="Ubuntu"/>
                <a:sym typeface="Ubuntu"/>
              </a:rPr>
              <a:t>Our Understanding of your Requirements </a:t>
            </a:r>
          </a:p>
        </p:txBody>
      </p:sp>
      <p:cxnSp>
        <p:nvCxnSpPr>
          <p:cNvPr id="16" name="Google Shape;527;p62">
            <a:extLst>
              <a:ext uri="{FF2B5EF4-FFF2-40B4-BE49-F238E27FC236}">
                <a16:creationId xmlns:a16="http://schemas.microsoft.com/office/drawing/2014/main" id="{0D66F384-F1E8-7CBA-30D0-8986937442B5}"/>
              </a:ext>
            </a:extLst>
          </p:cNvPr>
          <p:cNvCxnSpPr>
            <a:cxnSpLocks/>
          </p:cNvCxnSpPr>
          <p:nvPr/>
        </p:nvCxnSpPr>
        <p:spPr>
          <a:xfrm>
            <a:off x="972095" y="2260924"/>
            <a:ext cx="0" cy="548640"/>
          </a:xfrm>
          <a:prstGeom prst="straightConnector1">
            <a:avLst/>
          </a:prstGeom>
          <a:noFill/>
          <a:ln w="9525" cap="flat" cmpd="sng">
            <a:solidFill>
              <a:schemeClr val="bg1"/>
            </a:solidFill>
            <a:prstDash val="solid"/>
            <a:round/>
            <a:headEnd type="none" w="med" len="med"/>
            <a:tailEnd type="none" w="med" len="med"/>
          </a:ln>
        </p:spPr>
      </p:cxnSp>
      <p:sp>
        <p:nvSpPr>
          <p:cNvPr id="20" name="Google Shape;526;p62">
            <a:extLst>
              <a:ext uri="{FF2B5EF4-FFF2-40B4-BE49-F238E27FC236}">
                <a16:creationId xmlns:a16="http://schemas.microsoft.com/office/drawing/2014/main" id="{FEB7A1C8-12AE-2138-A5BE-33FD8D185AA6}"/>
              </a:ext>
            </a:extLst>
          </p:cNvPr>
          <p:cNvSpPr txBox="1"/>
          <p:nvPr/>
        </p:nvSpPr>
        <p:spPr>
          <a:xfrm>
            <a:off x="94993" y="4244251"/>
            <a:ext cx="855462" cy="702000"/>
          </a:xfrm>
          <a:prstGeom prst="rect">
            <a:avLst/>
          </a:prstGeom>
          <a:noFill/>
          <a:ln>
            <a:noFill/>
          </a:ln>
        </p:spPr>
        <p:txBody>
          <a:bodyPr spcFirstLastPara="1" wrap="square" lIns="90000" tIns="91433" rIns="91433" bIns="91433" anchor="ctr" anchorCtr="0">
            <a:noAutofit/>
          </a:bodyPr>
          <a:lstStyle/>
          <a:p>
            <a:pPr algn="r"/>
            <a:r>
              <a:rPr lang="en" sz="2800" b="1">
                <a:solidFill>
                  <a:srgbClr val="12ABDB"/>
                </a:solidFill>
                <a:latin typeface="Ubuntu" panose="020B0504030602030204" pitchFamily="34" charset="0"/>
                <a:ea typeface="Ubuntu Light"/>
                <a:cs typeface="Ubuntu Light"/>
                <a:sym typeface="Ubuntu Medium"/>
              </a:rPr>
              <a:t>04</a:t>
            </a:r>
          </a:p>
        </p:txBody>
      </p:sp>
      <p:sp>
        <p:nvSpPr>
          <p:cNvPr id="21" name="Google Shape;528;p62">
            <a:extLst>
              <a:ext uri="{FF2B5EF4-FFF2-40B4-BE49-F238E27FC236}">
                <a16:creationId xmlns:a16="http://schemas.microsoft.com/office/drawing/2014/main" id="{B30E83C5-8E0E-26DB-9C9E-D896699F871A}"/>
              </a:ext>
            </a:extLst>
          </p:cNvPr>
          <p:cNvSpPr txBox="1"/>
          <p:nvPr/>
        </p:nvSpPr>
        <p:spPr>
          <a:xfrm>
            <a:off x="1017205" y="4245624"/>
            <a:ext cx="4473491" cy="702000"/>
          </a:xfrm>
          <a:prstGeom prst="rect">
            <a:avLst/>
          </a:prstGeom>
          <a:noFill/>
          <a:ln>
            <a:noFill/>
          </a:ln>
        </p:spPr>
        <p:txBody>
          <a:bodyPr spcFirstLastPara="1" wrap="square" lIns="91433" tIns="91433" rIns="91433" bIns="91433" anchor="ctr" anchorCtr="0">
            <a:noAutofit/>
          </a:bodyPr>
          <a:lstStyle/>
          <a:p>
            <a:r>
              <a:rPr lang="en-GB" sz="1600" b="1" dirty="0">
                <a:solidFill>
                  <a:schemeClr val="bg1"/>
                </a:solidFill>
                <a:latin typeface="Ubuntu" panose="020B0504030602030204" pitchFamily="34" charset="0"/>
                <a:ea typeface="Ubuntu"/>
                <a:cs typeface="Ubuntu"/>
                <a:sym typeface="Ubuntu"/>
              </a:rPr>
              <a:t>Select Case Studies</a:t>
            </a:r>
          </a:p>
        </p:txBody>
      </p:sp>
      <p:sp>
        <p:nvSpPr>
          <p:cNvPr id="22" name="Google Shape;526;p62">
            <a:extLst>
              <a:ext uri="{FF2B5EF4-FFF2-40B4-BE49-F238E27FC236}">
                <a16:creationId xmlns:a16="http://schemas.microsoft.com/office/drawing/2014/main" id="{2D7C5F89-150F-FC57-3B25-7E21B0A82F7C}"/>
              </a:ext>
            </a:extLst>
          </p:cNvPr>
          <p:cNvSpPr txBox="1"/>
          <p:nvPr/>
        </p:nvSpPr>
        <p:spPr>
          <a:xfrm>
            <a:off x="94993" y="4930919"/>
            <a:ext cx="855462" cy="702000"/>
          </a:xfrm>
          <a:prstGeom prst="rect">
            <a:avLst/>
          </a:prstGeom>
          <a:noFill/>
          <a:ln>
            <a:noFill/>
          </a:ln>
        </p:spPr>
        <p:txBody>
          <a:bodyPr spcFirstLastPara="1" wrap="square" lIns="90000" tIns="91433" rIns="91433" bIns="91433" anchor="ctr" anchorCtr="0">
            <a:noAutofit/>
          </a:bodyPr>
          <a:lstStyle/>
          <a:p>
            <a:pPr algn="r"/>
            <a:r>
              <a:rPr lang="en" sz="2800" b="1">
                <a:solidFill>
                  <a:srgbClr val="12ABDB"/>
                </a:solidFill>
                <a:latin typeface="Ubuntu" panose="020B0504030602030204" pitchFamily="34" charset="0"/>
                <a:ea typeface="Ubuntu Light"/>
                <a:cs typeface="Ubuntu Light"/>
                <a:sym typeface="Ubuntu Medium"/>
              </a:rPr>
              <a:t>05</a:t>
            </a:r>
          </a:p>
        </p:txBody>
      </p:sp>
      <p:sp>
        <p:nvSpPr>
          <p:cNvPr id="23" name="Google Shape;528;p62">
            <a:extLst>
              <a:ext uri="{FF2B5EF4-FFF2-40B4-BE49-F238E27FC236}">
                <a16:creationId xmlns:a16="http://schemas.microsoft.com/office/drawing/2014/main" id="{428DB84A-95CA-2B64-2FAA-642E581CD8D2}"/>
              </a:ext>
            </a:extLst>
          </p:cNvPr>
          <p:cNvSpPr txBox="1"/>
          <p:nvPr/>
        </p:nvSpPr>
        <p:spPr>
          <a:xfrm>
            <a:off x="1017204" y="4932750"/>
            <a:ext cx="4473491" cy="702000"/>
          </a:xfrm>
          <a:prstGeom prst="rect">
            <a:avLst/>
          </a:prstGeom>
          <a:noFill/>
          <a:ln>
            <a:noFill/>
          </a:ln>
        </p:spPr>
        <p:txBody>
          <a:bodyPr spcFirstLastPara="1" wrap="square" lIns="91433" tIns="91433" rIns="91433" bIns="91433" anchor="ctr" anchorCtr="0">
            <a:noAutofit/>
          </a:bodyPr>
          <a:lstStyle/>
          <a:p>
            <a:r>
              <a:rPr lang="en-GB" sz="1600" b="1">
                <a:solidFill>
                  <a:schemeClr val="bg1"/>
                </a:solidFill>
                <a:latin typeface="Ubuntu" panose="020B0504030602030204" pitchFamily="34" charset="0"/>
                <a:ea typeface="Ubuntu"/>
                <a:cs typeface="Ubuntu"/>
                <a:sym typeface="Ubuntu"/>
              </a:rPr>
              <a:t>About Capgemini</a:t>
            </a:r>
          </a:p>
        </p:txBody>
      </p:sp>
      <p:cxnSp>
        <p:nvCxnSpPr>
          <p:cNvPr id="24" name="Google Shape;527;p62 - 3">
            <a:extLst>
              <a:ext uri="{FF2B5EF4-FFF2-40B4-BE49-F238E27FC236}">
                <a16:creationId xmlns:a16="http://schemas.microsoft.com/office/drawing/2014/main" id="{DCC9F121-E15C-6A28-E65F-6CE7FCCBF8B6}"/>
              </a:ext>
            </a:extLst>
          </p:cNvPr>
          <p:cNvCxnSpPr>
            <a:cxnSpLocks/>
          </p:cNvCxnSpPr>
          <p:nvPr/>
        </p:nvCxnSpPr>
        <p:spPr>
          <a:xfrm>
            <a:off x="972095" y="4320931"/>
            <a:ext cx="0" cy="548640"/>
          </a:xfrm>
          <a:prstGeom prst="straightConnector1">
            <a:avLst/>
          </a:prstGeom>
          <a:noFill/>
          <a:ln w="9525" cap="flat" cmpd="sng">
            <a:solidFill>
              <a:schemeClr val="bg1"/>
            </a:solidFill>
            <a:prstDash val="solid"/>
            <a:round/>
            <a:headEnd type="none" w="med" len="med"/>
            <a:tailEnd type="none" w="med" len="med"/>
          </a:ln>
        </p:spPr>
      </p:cxnSp>
      <p:cxnSp>
        <p:nvCxnSpPr>
          <p:cNvPr id="25" name="Google Shape;527;p62 - 4">
            <a:extLst>
              <a:ext uri="{FF2B5EF4-FFF2-40B4-BE49-F238E27FC236}">
                <a16:creationId xmlns:a16="http://schemas.microsoft.com/office/drawing/2014/main" id="{6F32B9ED-4016-3CDA-7FCB-FE023AE108D5}"/>
              </a:ext>
            </a:extLst>
          </p:cNvPr>
          <p:cNvCxnSpPr>
            <a:cxnSpLocks/>
          </p:cNvCxnSpPr>
          <p:nvPr/>
        </p:nvCxnSpPr>
        <p:spPr>
          <a:xfrm>
            <a:off x="972095" y="5007599"/>
            <a:ext cx="0" cy="548640"/>
          </a:xfrm>
          <a:prstGeom prst="straightConnector1">
            <a:avLst/>
          </a:prstGeom>
          <a:noFill/>
          <a:ln w="9525" cap="flat" cmpd="sng">
            <a:solidFill>
              <a:schemeClr val="bg1"/>
            </a:solidFill>
            <a:prstDash val="solid"/>
            <a:round/>
            <a:headEnd type="none" w="med" len="med"/>
            <a:tailEnd type="none" w="med" len="med"/>
          </a:ln>
        </p:spPr>
      </p:cxnSp>
      <p:pic>
        <p:nvPicPr>
          <p:cNvPr id="6" name="3341_CapGeminiW_img.png" descr="3341_CapGeminiW_img.png">
            <a:extLst>
              <a:ext uri="{FF2B5EF4-FFF2-40B4-BE49-F238E27FC236}">
                <a16:creationId xmlns:a16="http://schemas.microsoft.com/office/drawing/2014/main" id="{7014F959-1F35-2711-ECE2-E1E57EB8827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93538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4B7E-3A80-F811-B44C-98E99AE6423A}"/>
              </a:ext>
            </a:extLst>
          </p:cNvPr>
          <p:cNvSpPr>
            <a:spLocks noGrp="1"/>
          </p:cNvSpPr>
          <p:nvPr>
            <p:ph type="title"/>
          </p:nvPr>
        </p:nvSpPr>
        <p:spPr/>
        <p:txBody>
          <a:bodyPr/>
          <a:lstStyle/>
          <a:p>
            <a:r>
              <a:rPr lang="en-US" cap="all" dirty="0"/>
              <a:t>OUR UNDERSTANDING OF YOUR REQUIREMEENTS</a:t>
            </a:r>
            <a:endParaRPr lang="en-US" dirty="0"/>
          </a:p>
        </p:txBody>
      </p:sp>
      <p:grpSp>
        <p:nvGrpSpPr>
          <p:cNvPr id="5" name="Group 4">
            <a:extLst>
              <a:ext uri="{FF2B5EF4-FFF2-40B4-BE49-F238E27FC236}">
                <a16:creationId xmlns:a16="http://schemas.microsoft.com/office/drawing/2014/main" id="{E6F75094-31E8-527A-98DA-92EECD4BEE24}"/>
              </a:ext>
            </a:extLst>
          </p:cNvPr>
          <p:cNvGrpSpPr/>
          <p:nvPr/>
        </p:nvGrpSpPr>
        <p:grpSpPr>
          <a:xfrm>
            <a:off x="308058" y="1697628"/>
            <a:ext cx="4160865" cy="4292635"/>
            <a:chOff x="186905" y="2043777"/>
            <a:chExt cx="4160865" cy="4292635"/>
          </a:xfrm>
        </p:grpSpPr>
        <p:sp>
          <p:nvSpPr>
            <p:cNvPr id="6" name="TextBox 5">
              <a:extLst>
                <a:ext uri="{FF2B5EF4-FFF2-40B4-BE49-F238E27FC236}">
                  <a16:creationId xmlns:a16="http://schemas.microsoft.com/office/drawing/2014/main" id="{C897941F-134E-1AD8-CB92-34DE4197ED4F}"/>
                </a:ext>
              </a:extLst>
            </p:cNvPr>
            <p:cNvSpPr txBox="1"/>
            <p:nvPr/>
          </p:nvSpPr>
          <p:spPr>
            <a:xfrm>
              <a:off x="227569" y="2635143"/>
              <a:ext cx="4022833" cy="83099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IN" sz="1200" i="0" u="none" strike="noStrike" kern="1200" cap="none" spc="0" normalizeH="0" baseline="0" dirty="0">
                  <a:ln>
                    <a:noFill/>
                  </a:ln>
                  <a:solidFill>
                    <a:srgbClr val="FFFFFF"/>
                  </a:solidFill>
                  <a:effectLst/>
                  <a:uLnTx/>
                  <a:uFillTx/>
                  <a:latin typeface="Ubuntu"/>
                  <a:ea typeface="+mn-ea"/>
                  <a:cs typeface="+mn-cs"/>
                </a:rPr>
                <a:t>Sustainability is both the new digital and the new compliance. Transition risks and opportunities are at the heart of strategic plans; it has become a central topic</a:t>
              </a:r>
            </a:p>
          </p:txBody>
        </p:sp>
        <p:sp>
          <p:nvSpPr>
            <p:cNvPr id="10" name="TextBox 9">
              <a:extLst>
                <a:ext uri="{FF2B5EF4-FFF2-40B4-BE49-F238E27FC236}">
                  <a16:creationId xmlns:a16="http://schemas.microsoft.com/office/drawing/2014/main" id="{03E025E3-22BD-F0D4-981B-FAA6122F3721}"/>
                </a:ext>
              </a:extLst>
            </p:cNvPr>
            <p:cNvSpPr txBox="1"/>
            <p:nvPr/>
          </p:nvSpPr>
          <p:spPr>
            <a:xfrm>
              <a:off x="253960" y="4210187"/>
              <a:ext cx="4022834" cy="64633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i="0" u="none" strike="noStrike" kern="1200" cap="none" spc="0" normalizeH="0" baseline="0" noProof="0">
                  <a:ln>
                    <a:noFill/>
                  </a:ln>
                  <a:solidFill>
                    <a:schemeClr val="bg1"/>
                  </a:solidFill>
                  <a:effectLst/>
                  <a:uLnTx/>
                  <a:uFillTx/>
                  <a:latin typeface="Ubuntu"/>
                  <a:ea typeface="+mn-ea"/>
                  <a:cs typeface="+mn-cs"/>
                </a:rPr>
                <a:t>Lack of knowledge in sustainability is an important barrier to selling green products and services. “Clients Expect Expertise”</a:t>
              </a:r>
            </a:p>
          </p:txBody>
        </p:sp>
        <p:grpSp>
          <p:nvGrpSpPr>
            <p:cNvPr id="15" name="Group 14">
              <a:extLst>
                <a:ext uri="{FF2B5EF4-FFF2-40B4-BE49-F238E27FC236}">
                  <a16:creationId xmlns:a16="http://schemas.microsoft.com/office/drawing/2014/main" id="{53C5C302-8B49-B6DD-1ED2-067F62466776}"/>
                </a:ext>
              </a:extLst>
            </p:cNvPr>
            <p:cNvGrpSpPr/>
            <p:nvPr/>
          </p:nvGrpSpPr>
          <p:grpSpPr>
            <a:xfrm>
              <a:off x="186905" y="2043777"/>
              <a:ext cx="2356801" cy="3623506"/>
              <a:chOff x="123843" y="1558451"/>
              <a:chExt cx="2356801" cy="3623506"/>
            </a:xfrm>
          </p:grpSpPr>
          <p:pic>
            <p:nvPicPr>
              <p:cNvPr id="3" name="Picture 2">
                <a:extLst>
                  <a:ext uri="{FF2B5EF4-FFF2-40B4-BE49-F238E27FC236}">
                    <a16:creationId xmlns:a16="http://schemas.microsoft.com/office/drawing/2014/main" id="{68D54AC1-3E93-E0C4-0639-F2849249A3A8}"/>
                  </a:ext>
                </a:extLst>
              </p:cNvPr>
              <p:cNvPicPr>
                <a:picLocks/>
              </p:cNvPicPr>
              <p:nvPr/>
            </p:nvPicPr>
            <p:blipFill>
              <a:blip r:embed="rId2" cstate="email">
                <a:extLst>
                  <a:ext uri="{28A0092B-C50C-407E-A947-70E740481C1C}">
                    <a14:useLocalDpi xmlns:a14="http://schemas.microsoft.com/office/drawing/2010/main"/>
                  </a:ext>
                </a:extLst>
              </a:blip>
              <a:stretch>
                <a:fillRect/>
              </a:stretch>
            </p:blipFill>
            <p:spPr>
              <a:xfrm>
                <a:off x="123843" y="1587496"/>
                <a:ext cx="550813" cy="486630"/>
              </a:xfrm>
              <a:prstGeom prst="flowChartConnector">
                <a:avLst/>
              </a:prstGeom>
            </p:spPr>
          </p:pic>
          <p:sp>
            <p:nvSpPr>
              <p:cNvPr id="4" name="Rectangle 3">
                <a:extLst>
                  <a:ext uri="{FF2B5EF4-FFF2-40B4-BE49-F238E27FC236}">
                    <a16:creationId xmlns:a16="http://schemas.microsoft.com/office/drawing/2014/main" id="{55BEB22F-B5DC-0CD1-2ADE-80B14DFC48E1}"/>
                  </a:ext>
                </a:extLst>
              </p:cNvPr>
              <p:cNvSpPr/>
              <p:nvPr/>
            </p:nvSpPr>
            <p:spPr>
              <a:xfrm>
                <a:off x="887130" y="1558451"/>
                <a:ext cx="1536836" cy="486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Ubuntu"/>
                    <a:ea typeface="+mn-ea"/>
                    <a:cs typeface="+mn-cs"/>
                  </a:rPr>
                  <a:t>REGULATOR</a:t>
                </a:r>
              </a:p>
            </p:txBody>
          </p:sp>
          <p:pic>
            <p:nvPicPr>
              <p:cNvPr id="7" name="Picture 6">
                <a:extLst>
                  <a:ext uri="{FF2B5EF4-FFF2-40B4-BE49-F238E27FC236}">
                    <a16:creationId xmlns:a16="http://schemas.microsoft.com/office/drawing/2014/main" id="{5E05E680-9C01-A062-9826-C5F60DF92BC9}"/>
                  </a:ext>
                </a:extLst>
              </p:cNvPr>
              <p:cNvPicPr>
                <a:picLocks/>
              </p:cNvPicPr>
              <p:nvPr/>
            </p:nvPicPr>
            <p:blipFill>
              <a:blip r:embed="rId3" cstate="email">
                <a:extLst>
                  <a:ext uri="{28A0092B-C50C-407E-A947-70E740481C1C}">
                    <a14:useLocalDpi xmlns:a14="http://schemas.microsoft.com/office/drawing/2010/main"/>
                  </a:ext>
                </a:extLst>
              </a:blip>
              <a:stretch>
                <a:fillRect/>
              </a:stretch>
            </p:blipFill>
            <p:spPr>
              <a:xfrm>
                <a:off x="191020" y="3099861"/>
                <a:ext cx="587349" cy="573181"/>
              </a:xfrm>
              <a:prstGeom prst="flowChartConnector">
                <a:avLst/>
              </a:prstGeom>
            </p:spPr>
          </p:pic>
          <p:sp>
            <p:nvSpPr>
              <p:cNvPr id="8" name="Rectangle 7">
                <a:extLst>
                  <a:ext uri="{FF2B5EF4-FFF2-40B4-BE49-F238E27FC236}">
                    <a16:creationId xmlns:a16="http://schemas.microsoft.com/office/drawing/2014/main" id="{53A6C970-3E4D-BFDC-59BE-6FF1B75424CA}"/>
                  </a:ext>
                </a:extLst>
              </p:cNvPr>
              <p:cNvSpPr/>
              <p:nvPr/>
            </p:nvSpPr>
            <p:spPr>
              <a:xfrm>
                <a:off x="867554" y="3141226"/>
                <a:ext cx="1536836" cy="490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Ubuntu"/>
                    <a:ea typeface="+mn-ea"/>
                    <a:cs typeface="+mn-cs"/>
                  </a:rPr>
                  <a:t>CLIENTS</a:t>
                </a:r>
              </a:p>
            </p:txBody>
          </p:sp>
          <p:pic>
            <p:nvPicPr>
              <p:cNvPr id="11" name="Picture 10">
                <a:extLst>
                  <a:ext uri="{FF2B5EF4-FFF2-40B4-BE49-F238E27FC236}">
                    <a16:creationId xmlns:a16="http://schemas.microsoft.com/office/drawing/2014/main" id="{6EB6FE9F-18A9-FD79-0FAC-21E586BD518C}"/>
                  </a:ext>
                </a:extLst>
              </p:cNvPr>
              <p:cNvPicPr>
                <a:picLocks/>
              </p:cNvPicPr>
              <p:nvPr/>
            </p:nvPicPr>
            <p:blipFill>
              <a:blip r:embed="rId4" cstate="email">
                <a:extLst>
                  <a:ext uri="{28A0092B-C50C-407E-A947-70E740481C1C}">
                    <a14:useLocalDpi xmlns:a14="http://schemas.microsoft.com/office/drawing/2010/main"/>
                  </a:ext>
                </a:extLst>
              </a:blip>
              <a:stretch>
                <a:fillRect/>
              </a:stretch>
            </p:blipFill>
            <p:spPr>
              <a:xfrm>
                <a:off x="159087" y="4608776"/>
                <a:ext cx="610201" cy="573181"/>
              </a:xfrm>
              <a:prstGeom prst="flowChartConnector">
                <a:avLst/>
              </a:prstGeom>
            </p:spPr>
          </p:pic>
          <p:sp>
            <p:nvSpPr>
              <p:cNvPr id="12" name="Rectangle 11">
                <a:extLst>
                  <a:ext uri="{FF2B5EF4-FFF2-40B4-BE49-F238E27FC236}">
                    <a16:creationId xmlns:a16="http://schemas.microsoft.com/office/drawing/2014/main" id="{2D8024FC-B8C6-D60D-1E24-F202B3E9CA8C}"/>
                  </a:ext>
                </a:extLst>
              </p:cNvPr>
              <p:cNvSpPr/>
              <p:nvPr/>
            </p:nvSpPr>
            <p:spPr>
              <a:xfrm>
                <a:off x="943808" y="4682276"/>
                <a:ext cx="1536836" cy="490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Ubuntu"/>
                    <a:ea typeface="+mn-ea"/>
                    <a:cs typeface="+mn-cs"/>
                  </a:rPr>
                  <a:t>EMPLOYEES</a:t>
                </a:r>
              </a:p>
            </p:txBody>
          </p:sp>
        </p:grpSp>
        <p:sp>
          <p:nvSpPr>
            <p:cNvPr id="14" name="TextBox 13">
              <a:extLst>
                <a:ext uri="{FF2B5EF4-FFF2-40B4-BE49-F238E27FC236}">
                  <a16:creationId xmlns:a16="http://schemas.microsoft.com/office/drawing/2014/main" id="{B0DB6031-91EF-D4EF-1A65-EA5C60F398F2}"/>
                </a:ext>
              </a:extLst>
            </p:cNvPr>
            <p:cNvSpPr txBox="1"/>
            <p:nvPr/>
          </p:nvSpPr>
          <p:spPr>
            <a:xfrm>
              <a:off x="186905" y="5690081"/>
              <a:ext cx="4160865" cy="64633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IN" sz="1200" i="0" u="none" strike="noStrike" kern="1200" cap="none" spc="0" normalizeH="0" baseline="0">
                  <a:ln>
                    <a:noFill/>
                  </a:ln>
                  <a:solidFill>
                    <a:schemeClr val="bg1"/>
                  </a:solidFill>
                  <a:effectLst/>
                  <a:uLnTx/>
                  <a:uFillTx/>
                  <a:latin typeface="Ubuntu"/>
                  <a:ea typeface="+mn-ea"/>
                  <a:cs typeface="+mn-cs"/>
                </a:rPr>
                <a:t>40% of employees would quit their jobs if sustainability was not a priority for their company. Sustainability is key to incentivize employee retention</a:t>
              </a:r>
            </a:p>
          </p:txBody>
        </p:sp>
      </p:grpSp>
      <p:sp>
        <p:nvSpPr>
          <p:cNvPr id="17" name="Légende">
            <a:extLst>
              <a:ext uri="{FF2B5EF4-FFF2-40B4-BE49-F238E27FC236}">
                <a16:creationId xmlns:a16="http://schemas.microsoft.com/office/drawing/2014/main" id="{C5FDE5FD-E71F-93A3-A490-FE4E89584B4A}"/>
              </a:ext>
            </a:extLst>
          </p:cNvPr>
          <p:cNvSpPr/>
          <p:nvPr/>
        </p:nvSpPr>
        <p:spPr>
          <a:xfrm>
            <a:off x="4714738" y="2612767"/>
            <a:ext cx="2122311" cy="3928510"/>
          </a:xfrm>
          <a:prstGeom prst="roundRect">
            <a:avLst>
              <a:gd name="adj" fmla="val 8617"/>
            </a:avLst>
          </a:prstGeom>
          <a:noFill/>
          <a:ln>
            <a:gradFill flip="none" rotWithShape="1">
              <a:gsLst>
                <a:gs pos="0">
                  <a:srgbClr val="3DE484"/>
                </a:gs>
                <a:gs pos="60000">
                  <a:srgbClr val="3DE484"/>
                </a:gs>
                <a:gs pos="91000">
                  <a:srgbClr val="3DE484">
                    <a:alpha val="0"/>
                  </a:srgbClr>
                </a:gs>
              </a:gsLst>
              <a:lin ang="5400000" scaled="1"/>
              <a:tileRect/>
            </a:gra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tIns="457200" rtlCol="0" anchor="t"/>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Ubuntu"/>
              <a:ea typeface="+mn-ea"/>
              <a:cs typeface="+mn-cs"/>
              <a:sym typeface="Helvetica Neue"/>
            </a:endParaRPr>
          </a:p>
        </p:txBody>
      </p:sp>
      <p:grpSp>
        <p:nvGrpSpPr>
          <p:cNvPr id="18" name="Group 17">
            <a:extLst>
              <a:ext uri="{FF2B5EF4-FFF2-40B4-BE49-F238E27FC236}">
                <a16:creationId xmlns:a16="http://schemas.microsoft.com/office/drawing/2014/main" id="{4AD21DF1-FB03-2ED8-4712-8834DF2F6839}"/>
              </a:ext>
            </a:extLst>
          </p:cNvPr>
          <p:cNvGrpSpPr/>
          <p:nvPr/>
        </p:nvGrpSpPr>
        <p:grpSpPr>
          <a:xfrm>
            <a:off x="5418687" y="1838706"/>
            <a:ext cx="732922" cy="732920"/>
            <a:chOff x="4117453" y="2224747"/>
            <a:chExt cx="732922" cy="732920"/>
          </a:xfrm>
        </p:grpSpPr>
        <p:sp>
          <p:nvSpPr>
            <p:cNvPr id="19" name="Oval 18">
              <a:extLst>
                <a:ext uri="{FF2B5EF4-FFF2-40B4-BE49-F238E27FC236}">
                  <a16:creationId xmlns:a16="http://schemas.microsoft.com/office/drawing/2014/main" id="{E5E26456-6A57-4481-8BD3-31AB312E634E}"/>
                </a:ext>
              </a:extLst>
            </p:cNvPr>
            <p:cNvSpPr/>
            <p:nvPr/>
          </p:nvSpPr>
          <p:spPr>
            <a:xfrm>
              <a:off x="4117453" y="2224747"/>
              <a:ext cx="732922" cy="732920"/>
            </a:xfrm>
            <a:prstGeom prst="ellipse">
              <a:avLst/>
            </a:prstGeom>
            <a:solidFill>
              <a:srgbClr val="1C3141"/>
            </a:solidFill>
            <a:ln>
              <a:solidFill>
                <a:srgbClr val="3DE484"/>
              </a:solidFill>
            </a:ln>
          </p:spPr>
          <p:style>
            <a:lnRef idx="2">
              <a:schemeClr val="accent1">
                <a:shade val="50000"/>
              </a:schemeClr>
            </a:lnRef>
            <a:fillRef idx="1">
              <a:schemeClr val="accent1"/>
            </a:fillRef>
            <a:effectRef idx="0">
              <a:schemeClr val="accent1"/>
            </a:effectRef>
            <a:fontRef idx="minor">
              <a:schemeClr val="lt1"/>
            </a:fontRef>
          </p:style>
          <p:txBody>
            <a:bodyPr tIns="457200" rtlCol="0" anchor="t"/>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Ubuntu"/>
                <a:ea typeface="+mn-ea"/>
                <a:cs typeface="+mn-cs"/>
                <a:sym typeface="Helvetica Neue"/>
              </a:endParaRPr>
            </a:p>
          </p:txBody>
        </p:sp>
        <p:grpSp>
          <p:nvGrpSpPr>
            <p:cNvPr id="20" name="Groupe 390">
              <a:extLst>
                <a:ext uri="{FF2B5EF4-FFF2-40B4-BE49-F238E27FC236}">
                  <a16:creationId xmlns:a16="http://schemas.microsoft.com/office/drawing/2014/main" id="{FD7CB8F2-C06C-A576-FF51-9F302B49DA60}"/>
                </a:ext>
              </a:extLst>
            </p:cNvPr>
            <p:cNvGrpSpPr/>
            <p:nvPr/>
          </p:nvGrpSpPr>
          <p:grpSpPr>
            <a:xfrm>
              <a:off x="4299427" y="2393948"/>
              <a:ext cx="394480" cy="380340"/>
              <a:chOff x="3679825" y="4262438"/>
              <a:chExt cx="442913" cy="427037"/>
            </a:xfrm>
          </p:grpSpPr>
          <p:sp>
            <p:nvSpPr>
              <p:cNvPr id="21" name="Freeform 617">
                <a:extLst>
                  <a:ext uri="{FF2B5EF4-FFF2-40B4-BE49-F238E27FC236}">
                    <a16:creationId xmlns:a16="http://schemas.microsoft.com/office/drawing/2014/main" id="{2AA343A6-BBF7-E4F1-6DE8-07CABCAE98EC}"/>
                  </a:ext>
                </a:extLst>
              </p:cNvPr>
              <p:cNvSpPr>
                <a:spLocks/>
              </p:cNvSpPr>
              <p:nvPr/>
            </p:nvSpPr>
            <p:spPr bwMode="auto">
              <a:xfrm>
                <a:off x="3679825" y="4262438"/>
                <a:ext cx="387350" cy="427037"/>
              </a:xfrm>
              <a:custGeom>
                <a:avLst/>
                <a:gdLst/>
                <a:ahLst/>
                <a:cxnLst>
                  <a:cxn ang="0">
                    <a:pos x="170" y="130"/>
                  </a:cxn>
                  <a:cxn ang="0">
                    <a:pos x="154" y="153"/>
                  </a:cxn>
                  <a:cxn ang="0">
                    <a:pos x="33" y="153"/>
                  </a:cxn>
                  <a:cxn ang="0">
                    <a:pos x="33" y="33"/>
                  </a:cxn>
                  <a:cxn ang="0">
                    <a:pos x="154" y="33"/>
                  </a:cxn>
                </a:cxnLst>
                <a:rect l="0" t="0" r="r" b="b"/>
                <a:pathLst>
                  <a:path w="170" h="186">
                    <a:moveTo>
                      <a:pt x="170" y="130"/>
                    </a:moveTo>
                    <a:cubicBezTo>
                      <a:pt x="166" y="138"/>
                      <a:pt x="161" y="146"/>
                      <a:pt x="154" y="153"/>
                    </a:cubicBezTo>
                    <a:cubicBezTo>
                      <a:pt x="121" y="186"/>
                      <a:pt x="67" y="186"/>
                      <a:pt x="33" y="153"/>
                    </a:cubicBezTo>
                    <a:cubicBezTo>
                      <a:pt x="0" y="120"/>
                      <a:pt x="0" y="66"/>
                      <a:pt x="33" y="33"/>
                    </a:cubicBezTo>
                    <a:cubicBezTo>
                      <a:pt x="67" y="0"/>
                      <a:pt x="121" y="0"/>
                      <a:pt x="154" y="33"/>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srgbClr val="5E5E5E"/>
                  </a:solidFill>
                  <a:effectLst/>
                  <a:uLnTx/>
                  <a:uFillTx/>
                  <a:latin typeface="Ubuntu"/>
                  <a:ea typeface="+mn-ea"/>
                  <a:cs typeface="+mn-cs"/>
                  <a:sym typeface="Helvetica Neue"/>
                </a:endParaRPr>
              </a:p>
            </p:txBody>
          </p:sp>
          <p:sp>
            <p:nvSpPr>
              <p:cNvPr id="22" name="Freeform 618">
                <a:extLst>
                  <a:ext uri="{FF2B5EF4-FFF2-40B4-BE49-F238E27FC236}">
                    <a16:creationId xmlns:a16="http://schemas.microsoft.com/office/drawing/2014/main" id="{D8C235DA-E5AB-51D1-1A87-D7F234982994}"/>
                  </a:ext>
                </a:extLst>
              </p:cNvPr>
              <p:cNvSpPr>
                <a:spLocks/>
              </p:cNvSpPr>
              <p:nvPr/>
            </p:nvSpPr>
            <p:spPr bwMode="auto">
              <a:xfrm>
                <a:off x="3876675" y="4354513"/>
                <a:ext cx="246063" cy="185737"/>
              </a:xfrm>
              <a:custGeom>
                <a:avLst/>
                <a:gdLst/>
                <a:ahLst/>
                <a:cxnLst>
                  <a:cxn ang="0">
                    <a:pos x="87" y="0"/>
                  </a:cxn>
                  <a:cxn ang="0">
                    <a:pos x="100" y="81"/>
                  </a:cxn>
                  <a:cxn ang="0">
                    <a:pos x="0" y="52"/>
                  </a:cxn>
                  <a:cxn ang="0">
                    <a:pos x="87" y="0"/>
                  </a:cxn>
                </a:cxnLst>
                <a:rect l="0" t="0" r="r" b="b"/>
                <a:pathLst>
                  <a:path w="109" h="81">
                    <a:moveTo>
                      <a:pt x="87" y="0"/>
                    </a:moveTo>
                    <a:cubicBezTo>
                      <a:pt x="105" y="24"/>
                      <a:pt x="109" y="54"/>
                      <a:pt x="100" y="81"/>
                    </a:cubicBezTo>
                    <a:cubicBezTo>
                      <a:pt x="0" y="52"/>
                      <a:pt x="0" y="52"/>
                      <a:pt x="0" y="52"/>
                    </a:cubicBezTo>
                    <a:lnTo>
                      <a:pt x="87"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srgbClr val="5E5E5E"/>
                  </a:solidFill>
                  <a:effectLst/>
                  <a:uLnTx/>
                  <a:uFillTx/>
                  <a:latin typeface="Ubuntu"/>
                  <a:ea typeface="+mn-ea"/>
                  <a:cs typeface="+mn-cs"/>
                  <a:sym typeface="Helvetica Neue"/>
                </a:endParaRPr>
              </a:p>
            </p:txBody>
          </p:sp>
          <p:sp>
            <p:nvSpPr>
              <p:cNvPr id="23" name="Line 619">
                <a:extLst>
                  <a:ext uri="{FF2B5EF4-FFF2-40B4-BE49-F238E27FC236}">
                    <a16:creationId xmlns:a16="http://schemas.microsoft.com/office/drawing/2014/main" id="{6645231C-DA27-573B-ACDE-D308BDF8F458}"/>
                  </a:ext>
                </a:extLst>
              </p:cNvPr>
              <p:cNvSpPr>
                <a:spLocks noChangeShapeType="1"/>
              </p:cNvSpPr>
              <p:nvPr/>
            </p:nvSpPr>
            <p:spPr bwMode="auto">
              <a:xfrm flipH="1">
                <a:off x="4011613" y="4418013"/>
                <a:ext cx="41275" cy="66675"/>
              </a:xfrm>
              <a:prstGeom prst="lin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srgbClr val="5E5E5E"/>
                  </a:solidFill>
                  <a:effectLst/>
                  <a:uLnTx/>
                  <a:uFillTx/>
                  <a:latin typeface="Ubuntu"/>
                  <a:ea typeface="+mn-ea"/>
                  <a:cs typeface="+mn-cs"/>
                  <a:sym typeface="Helvetica Neue"/>
                </a:endParaRPr>
              </a:p>
            </p:txBody>
          </p:sp>
          <p:sp>
            <p:nvSpPr>
              <p:cNvPr id="24" name="Oval 620">
                <a:extLst>
                  <a:ext uri="{FF2B5EF4-FFF2-40B4-BE49-F238E27FC236}">
                    <a16:creationId xmlns:a16="http://schemas.microsoft.com/office/drawing/2014/main" id="{EFD701C2-8FBB-8D92-03C4-69001D544A32}"/>
                  </a:ext>
                </a:extLst>
              </p:cNvPr>
              <p:cNvSpPr>
                <a:spLocks noChangeArrowheads="1"/>
              </p:cNvSpPr>
              <p:nvPr/>
            </p:nvSpPr>
            <p:spPr bwMode="auto">
              <a:xfrm>
                <a:off x="4000500" y="4422775"/>
                <a:ext cx="23813" cy="23812"/>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srgbClr val="5E5E5E"/>
                  </a:solidFill>
                  <a:effectLst/>
                  <a:uLnTx/>
                  <a:uFillTx/>
                  <a:latin typeface="Ubuntu"/>
                  <a:ea typeface="+mn-ea"/>
                  <a:cs typeface="+mn-cs"/>
                  <a:sym typeface="Helvetica Neue"/>
                </a:endParaRPr>
              </a:p>
            </p:txBody>
          </p:sp>
          <p:sp>
            <p:nvSpPr>
              <p:cNvPr id="25" name="Oval 621">
                <a:extLst>
                  <a:ext uri="{FF2B5EF4-FFF2-40B4-BE49-F238E27FC236}">
                    <a16:creationId xmlns:a16="http://schemas.microsoft.com/office/drawing/2014/main" id="{E31BA8BB-52E3-67F6-148E-5FD73CC216F3}"/>
                  </a:ext>
                </a:extLst>
              </p:cNvPr>
              <p:cNvSpPr>
                <a:spLocks noChangeArrowheads="1"/>
              </p:cNvSpPr>
              <p:nvPr/>
            </p:nvSpPr>
            <p:spPr bwMode="auto">
              <a:xfrm>
                <a:off x="4043363" y="4457700"/>
                <a:ext cx="23813" cy="22225"/>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srgbClr val="5E5E5E"/>
                  </a:solidFill>
                  <a:effectLst/>
                  <a:uLnTx/>
                  <a:uFillTx/>
                  <a:latin typeface="Ubuntu"/>
                  <a:ea typeface="+mn-ea"/>
                  <a:cs typeface="+mn-cs"/>
                  <a:sym typeface="Helvetica Neue"/>
                </a:endParaRPr>
              </a:p>
            </p:txBody>
          </p:sp>
        </p:grpSp>
      </p:grpSp>
      <p:grpSp>
        <p:nvGrpSpPr>
          <p:cNvPr id="35" name="Group 34">
            <a:extLst>
              <a:ext uri="{FF2B5EF4-FFF2-40B4-BE49-F238E27FC236}">
                <a16:creationId xmlns:a16="http://schemas.microsoft.com/office/drawing/2014/main" id="{0F3C49B9-9E0E-832F-95F5-2D11738BEC62}"/>
              </a:ext>
            </a:extLst>
          </p:cNvPr>
          <p:cNvGrpSpPr/>
          <p:nvPr/>
        </p:nvGrpSpPr>
        <p:grpSpPr>
          <a:xfrm>
            <a:off x="4776885" y="2561839"/>
            <a:ext cx="2021798" cy="3169784"/>
            <a:chOff x="5333580" y="2398247"/>
            <a:chExt cx="2021798" cy="3169784"/>
          </a:xfrm>
        </p:grpSpPr>
        <p:sp>
          <p:nvSpPr>
            <p:cNvPr id="27" name="TextBox 26">
              <a:extLst>
                <a:ext uri="{FF2B5EF4-FFF2-40B4-BE49-F238E27FC236}">
                  <a16:creationId xmlns:a16="http://schemas.microsoft.com/office/drawing/2014/main" id="{4641F4C9-D939-1C5B-AFBD-C60120D37A91}"/>
                </a:ext>
              </a:extLst>
            </p:cNvPr>
            <p:cNvSpPr txBox="1"/>
            <p:nvPr/>
          </p:nvSpPr>
          <p:spPr>
            <a:xfrm>
              <a:off x="5333580" y="2398247"/>
              <a:ext cx="2021798" cy="830997"/>
            </a:xfrm>
            <a:prstGeom prst="rect">
              <a:avLst/>
            </a:prstGeom>
            <a:noFill/>
          </p:spPr>
          <p:txBody>
            <a:bodyPr wrap="square">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3DE484"/>
                  </a:solidFill>
                  <a:effectLst/>
                  <a:uLnTx/>
                  <a:uFillTx/>
                  <a:latin typeface="Ubuntu"/>
                  <a:ea typeface="+mn-ea"/>
                  <a:cs typeface="+mn-cs"/>
                  <a:sym typeface="Helvetica Neue"/>
                </a:rPr>
                <a:t>How to sensitize my employees on ESG and align them to the sustainability journey?</a:t>
              </a:r>
            </a:p>
          </p:txBody>
        </p:sp>
        <p:cxnSp>
          <p:nvCxnSpPr>
            <p:cNvPr id="28" name="Straight Connector 27">
              <a:extLst>
                <a:ext uri="{FF2B5EF4-FFF2-40B4-BE49-F238E27FC236}">
                  <a16:creationId xmlns:a16="http://schemas.microsoft.com/office/drawing/2014/main" id="{F88D2354-3FAC-46AA-F2A3-871FBD6745D0}"/>
                </a:ext>
              </a:extLst>
            </p:cNvPr>
            <p:cNvCxnSpPr>
              <a:cxnSpLocks/>
            </p:cNvCxnSpPr>
            <p:nvPr/>
          </p:nvCxnSpPr>
          <p:spPr>
            <a:xfrm>
              <a:off x="5392971" y="3363130"/>
              <a:ext cx="1886939" cy="0"/>
            </a:xfrm>
            <a:prstGeom prst="line">
              <a:avLst/>
            </a:prstGeom>
            <a:ln w="6350">
              <a:solidFill>
                <a:schemeClr val="bg1">
                  <a:lumMod val="65000"/>
                  <a:alpha val="33000"/>
                </a:schemeClr>
              </a:solidFill>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FC9043DF-707B-890D-DCAB-3BF019A2B973}"/>
                </a:ext>
              </a:extLst>
            </p:cNvPr>
            <p:cNvSpPr txBox="1"/>
            <p:nvPr/>
          </p:nvSpPr>
          <p:spPr>
            <a:xfrm>
              <a:off x="5418915" y="3444373"/>
              <a:ext cx="1886939" cy="2123658"/>
            </a:xfrm>
            <a:prstGeom prst="rect">
              <a:avLst/>
            </a:prstGeom>
            <a:noFill/>
          </p:spPr>
          <p:txBody>
            <a:bodyPr wrap="square">
              <a:spAutoFit/>
            </a:bodyPr>
            <a:lstStyle/>
            <a:p>
              <a:pPr marL="177800" marR="0" lvl="0" indent="-177800" algn="l" defTabSz="1219169" rtl="0" eaLnBrk="1" fontAlgn="auto" latinLnBrk="0" hangingPunct="0">
                <a:lnSpc>
                  <a:spcPct val="100000"/>
                </a:lnSpc>
                <a:spcBef>
                  <a:spcPts val="0"/>
                </a:spcBef>
                <a:spcAft>
                  <a:spcPts val="0"/>
                </a:spcAft>
                <a:buClr>
                  <a:srgbClr val="FFFFFF"/>
                </a:buClr>
                <a:buSzTx/>
                <a:buFont typeface="Wingdings" panose="05000000000000000000" pitchFamily="2" charset="2"/>
                <a:buChar char="§"/>
                <a:tabLst/>
                <a:defRPr/>
              </a:pPr>
              <a:r>
                <a:rPr kumimoji="0" lang="en-US" sz="1200" b="0" i="0" u="none" strike="noStrike" kern="0" cap="none" spc="0" normalizeH="0" baseline="0" noProof="0">
                  <a:ln>
                    <a:noFill/>
                  </a:ln>
                  <a:solidFill>
                    <a:srgbClr val="FFFFFF"/>
                  </a:solidFill>
                  <a:effectLst/>
                  <a:uLnTx/>
                  <a:uFillTx/>
                  <a:latin typeface="Ubuntu"/>
                  <a:ea typeface="+mn-ea"/>
                  <a:cs typeface="+mn-cs"/>
                  <a:sym typeface="Helvetica Neue"/>
                </a:rPr>
                <a:t>Who should be the target audience to sensitize?</a:t>
              </a:r>
            </a:p>
            <a:p>
              <a:pPr marL="177800" marR="0" lvl="0" indent="-177800" algn="l" defTabSz="1219169" rtl="0" eaLnBrk="1" fontAlgn="auto" latinLnBrk="0" hangingPunct="0">
                <a:lnSpc>
                  <a:spcPct val="100000"/>
                </a:lnSpc>
                <a:spcBef>
                  <a:spcPts val="0"/>
                </a:spcBef>
                <a:spcAft>
                  <a:spcPts val="0"/>
                </a:spcAft>
                <a:buClr>
                  <a:srgbClr val="FFFFFF"/>
                </a:buClr>
                <a:buSzTx/>
                <a:buFont typeface="Wingdings" panose="05000000000000000000" pitchFamily="2" charset="2"/>
                <a:buChar char="§"/>
                <a:tabLst/>
                <a:defRPr/>
              </a:pPr>
              <a:r>
                <a:rPr kumimoji="0" lang="en-US" sz="1200" b="0" i="0" u="none" strike="noStrike" kern="0" cap="none" spc="0" normalizeH="0" baseline="0" noProof="0">
                  <a:ln>
                    <a:noFill/>
                  </a:ln>
                  <a:solidFill>
                    <a:srgbClr val="FFFFFF"/>
                  </a:solidFill>
                  <a:effectLst/>
                  <a:uLnTx/>
                  <a:uFillTx/>
                  <a:latin typeface="Ubuntu"/>
                  <a:ea typeface="+mn-ea"/>
                  <a:cs typeface="+mn-cs"/>
                </a:rPr>
                <a:t>What should be the content used to deliver training on Sustainability?</a:t>
              </a:r>
            </a:p>
            <a:p>
              <a:pPr marL="177800" marR="0" lvl="0" indent="-177800" algn="l" defTabSz="1219169" rtl="0" eaLnBrk="1" fontAlgn="auto" latinLnBrk="0" hangingPunct="0">
                <a:lnSpc>
                  <a:spcPct val="100000"/>
                </a:lnSpc>
                <a:spcBef>
                  <a:spcPts val="0"/>
                </a:spcBef>
                <a:spcAft>
                  <a:spcPts val="0"/>
                </a:spcAft>
                <a:buClr>
                  <a:srgbClr val="FFFFFF"/>
                </a:buClr>
                <a:buSzTx/>
                <a:buFont typeface="Wingdings" panose="05000000000000000000" pitchFamily="2" charset="2"/>
                <a:buChar char="§"/>
                <a:tabLst/>
                <a:defRPr/>
              </a:pPr>
              <a:r>
                <a:rPr kumimoji="0" lang="en-US" sz="1200" b="0" i="0" u="none" strike="noStrike" kern="0" cap="none" spc="0" normalizeH="0" baseline="0" noProof="0">
                  <a:ln>
                    <a:noFill/>
                  </a:ln>
                  <a:solidFill>
                    <a:srgbClr val="FFFFFF"/>
                  </a:solidFill>
                  <a:effectLst/>
                  <a:uLnTx/>
                  <a:uFillTx/>
                  <a:latin typeface="Ubuntu"/>
                  <a:ea typeface="+mn-ea"/>
                  <a:cs typeface="+mn-cs"/>
                  <a:sym typeface="Helvetica Neue"/>
                </a:rPr>
                <a:t>What should be the mode of engagement with employees on this topic?</a:t>
              </a:r>
            </a:p>
          </p:txBody>
        </p:sp>
      </p:grpSp>
      <p:sp>
        <p:nvSpPr>
          <p:cNvPr id="32" name="TextBox 31">
            <a:extLst>
              <a:ext uri="{FF2B5EF4-FFF2-40B4-BE49-F238E27FC236}">
                <a16:creationId xmlns:a16="http://schemas.microsoft.com/office/drawing/2014/main" id="{875DB0CB-11BE-518C-A41F-855AC5A07B62}"/>
              </a:ext>
            </a:extLst>
          </p:cNvPr>
          <p:cNvSpPr txBox="1"/>
          <p:nvPr/>
        </p:nvSpPr>
        <p:spPr>
          <a:xfrm>
            <a:off x="7866892" y="2606795"/>
            <a:ext cx="4023397" cy="830997"/>
          </a:xfrm>
          <a:prstGeom prst="rect">
            <a:avLst/>
          </a:prstGeom>
          <a:noFill/>
          <a:ln>
            <a:solidFill>
              <a:schemeClr val="accent1">
                <a:lumMod val="60000"/>
                <a:lumOff val="40000"/>
              </a:schemeClr>
            </a:solidFill>
          </a:ln>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Ubuntu"/>
                <a:ea typeface="+mn-ea"/>
                <a:cs typeface="+mn-cs"/>
              </a:rPr>
              <a:t>Helping all internal stakeholders embed the Group’s sustainability ambitions in their daily decisions </a:t>
            </a:r>
            <a:r>
              <a:rPr kumimoji="0" lang="fr-FR" sz="1200" b="0" i="0" u="none" strike="noStrike" kern="1200" cap="none" spc="0" normalizeH="0" baseline="0" noProof="0" dirty="0">
                <a:ln>
                  <a:noFill/>
                </a:ln>
                <a:solidFill>
                  <a:srgbClr val="FFFFFF"/>
                </a:solidFill>
                <a:effectLst/>
                <a:uLnTx/>
                <a:uFillTx/>
                <a:latin typeface="Ubuntu"/>
                <a:ea typeface="+mn-ea"/>
                <a:cs typeface="+mn-cs"/>
              </a:rPr>
              <a:t>:</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solidFill>
                <a:latin typeface="Ubuntu"/>
              </a:rPr>
              <a:t>D</a:t>
            </a:r>
            <a:r>
              <a:rPr lang="en-US" sz="1200" kern="0" dirty="0" err="1">
                <a:solidFill>
                  <a:srgbClr val="FFFFFF"/>
                </a:solidFill>
                <a:latin typeface="Ubuntu"/>
              </a:rPr>
              <a:t>evelop</a:t>
            </a:r>
            <a:r>
              <a:rPr lang="en-US" sz="1200" kern="0" dirty="0">
                <a:solidFill>
                  <a:srgbClr val="FFFFFF"/>
                </a:solidFill>
                <a:latin typeface="Ubuntu"/>
              </a:rPr>
              <a:t> strong convictions around sustainability </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err="1">
                <a:solidFill>
                  <a:srgbClr val="FFFFFF"/>
                </a:solidFill>
                <a:latin typeface="Ubuntu"/>
              </a:rPr>
              <a:t>Acquire</a:t>
            </a:r>
            <a:r>
              <a:rPr lang="fr-FR" sz="1200" kern="0" dirty="0">
                <a:solidFill>
                  <a:srgbClr val="FFFFFF"/>
                </a:solidFill>
                <a:latin typeface="Ubuntu"/>
              </a:rPr>
              <a:t> « green » </a:t>
            </a:r>
            <a:r>
              <a:rPr lang="fr-FR" sz="1200" kern="0" dirty="0" err="1">
                <a:solidFill>
                  <a:srgbClr val="FFFFFF"/>
                </a:solidFill>
                <a:latin typeface="Ubuntu"/>
              </a:rPr>
              <a:t>skills</a:t>
            </a:r>
            <a:r>
              <a:rPr lang="fr-FR" sz="1200" kern="0" dirty="0">
                <a:solidFill>
                  <a:srgbClr val="FFFFFF"/>
                </a:solidFill>
                <a:latin typeface="Ubuntu"/>
              </a:rPr>
              <a:t> and posture</a:t>
            </a:r>
          </a:p>
        </p:txBody>
      </p:sp>
      <p:sp>
        <p:nvSpPr>
          <p:cNvPr id="34" name="TextBox 33">
            <a:extLst>
              <a:ext uri="{FF2B5EF4-FFF2-40B4-BE49-F238E27FC236}">
                <a16:creationId xmlns:a16="http://schemas.microsoft.com/office/drawing/2014/main" id="{9C5A710E-AA04-9ED5-54AC-4FD0EEE9A45B}"/>
              </a:ext>
            </a:extLst>
          </p:cNvPr>
          <p:cNvSpPr txBox="1"/>
          <p:nvPr/>
        </p:nvSpPr>
        <p:spPr>
          <a:xfrm>
            <a:off x="7860545" y="4405954"/>
            <a:ext cx="4023397" cy="830997"/>
          </a:xfrm>
          <a:prstGeom prst="rect">
            <a:avLst/>
          </a:prstGeom>
          <a:noFill/>
          <a:ln>
            <a:solidFill>
              <a:schemeClr val="accent1">
                <a:lumMod val="60000"/>
                <a:lumOff val="40000"/>
              </a:schemeClr>
            </a:solidFill>
          </a:ln>
        </p:spPr>
        <p:txBody>
          <a:bodyPr wrap="square">
            <a:spAutoFit/>
          </a:bodyP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Ensure that the culture and working methods at all levels of the company are aligned with the group’s</a:t>
            </a:r>
          </a:p>
          <a:p>
            <a:pPr marR="0" lvl="0" defTabSz="914400"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     sustainability  ambition</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Engage employees (trigger a change in behavior)</a:t>
            </a: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36" name="Arrow: Notched Right 35">
            <a:extLst>
              <a:ext uri="{FF2B5EF4-FFF2-40B4-BE49-F238E27FC236}">
                <a16:creationId xmlns:a16="http://schemas.microsoft.com/office/drawing/2014/main" id="{31E4E4BB-C85B-E8BE-5114-918D986A77AB}"/>
              </a:ext>
            </a:extLst>
          </p:cNvPr>
          <p:cNvSpPr/>
          <p:nvPr/>
        </p:nvSpPr>
        <p:spPr>
          <a:xfrm>
            <a:off x="6994974" y="3781280"/>
            <a:ext cx="794199" cy="542166"/>
          </a:xfrm>
          <a:prstGeom prst="notchedRightArrow">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37" name="TextBox 36">
            <a:extLst>
              <a:ext uri="{FF2B5EF4-FFF2-40B4-BE49-F238E27FC236}">
                <a16:creationId xmlns:a16="http://schemas.microsoft.com/office/drawing/2014/main" id="{1DDBC906-B8F0-4889-CCBD-E8FD56A4C676}"/>
              </a:ext>
            </a:extLst>
          </p:cNvPr>
          <p:cNvSpPr txBox="1"/>
          <p:nvPr/>
        </p:nvSpPr>
        <p:spPr>
          <a:xfrm>
            <a:off x="8071730" y="3934919"/>
            <a:ext cx="360102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3DE484">
                    <a:lumMod val="75000"/>
                  </a:srgbClr>
                </a:solidFill>
                <a:effectLst/>
                <a:uLnTx/>
                <a:uFillTx/>
                <a:latin typeface="Ubuntu"/>
                <a:ea typeface="+mn-ea"/>
                <a:cs typeface="+mn-cs"/>
              </a:rPr>
              <a:t>CREATING A SUSTAINABILITY CULTURE</a:t>
            </a:r>
            <a:endParaRPr kumimoji="0" lang="en-US" sz="1400" b="0" i="0" u="none" strike="noStrike" kern="1200" cap="none" spc="0" normalizeH="0" baseline="0" noProof="0">
              <a:ln>
                <a:noFill/>
              </a:ln>
              <a:solidFill>
                <a:srgbClr val="3DE484">
                  <a:lumMod val="75000"/>
                </a:srgbClr>
              </a:solidFill>
              <a:effectLst/>
              <a:uLnTx/>
              <a:uFillTx/>
              <a:latin typeface="Ubuntu"/>
              <a:ea typeface="+mn-ea"/>
              <a:cs typeface="+mn-cs"/>
            </a:endParaRPr>
          </a:p>
        </p:txBody>
      </p:sp>
      <p:sp>
        <p:nvSpPr>
          <p:cNvPr id="38" name="TextBox 37">
            <a:extLst>
              <a:ext uri="{FF2B5EF4-FFF2-40B4-BE49-F238E27FC236}">
                <a16:creationId xmlns:a16="http://schemas.microsoft.com/office/drawing/2014/main" id="{0C3980A9-A97D-45AB-F064-57D050D1C52C}"/>
              </a:ext>
            </a:extLst>
          </p:cNvPr>
          <p:cNvSpPr txBox="1"/>
          <p:nvPr/>
        </p:nvSpPr>
        <p:spPr>
          <a:xfrm>
            <a:off x="7945560" y="2211577"/>
            <a:ext cx="385336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3DE484">
                    <a:lumMod val="75000"/>
                  </a:srgbClr>
                </a:solidFill>
                <a:effectLst/>
                <a:uLnTx/>
                <a:uFillTx/>
                <a:latin typeface="Ubuntu"/>
                <a:ea typeface="+mn-ea"/>
                <a:cs typeface="+mn-cs"/>
              </a:rPr>
              <a:t>UPSKILLING AND EMPOWERING EMPLOYEES</a:t>
            </a:r>
            <a:endParaRPr kumimoji="0" lang="en-US" sz="1400" b="0" i="0" u="none" strike="noStrike" kern="1200" cap="none" spc="0" normalizeH="0" baseline="0" noProof="0">
              <a:ln>
                <a:noFill/>
              </a:ln>
              <a:solidFill>
                <a:srgbClr val="3DE484">
                  <a:lumMod val="75000"/>
                </a:srgbClr>
              </a:solidFill>
              <a:effectLst/>
              <a:uLnTx/>
              <a:uFillTx/>
              <a:latin typeface="Ubuntu"/>
              <a:ea typeface="+mn-ea"/>
              <a:cs typeface="+mn-cs"/>
            </a:endParaRPr>
          </a:p>
        </p:txBody>
      </p:sp>
      <p:sp>
        <p:nvSpPr>
          <p:cNvPr id="39" name="TextBox 38">
            <a:extLst>
              <a:ext uri="{FF2B5EF4-FFF2-40B4-BE49-F238E27FC236}">
                <a16:creationId xmlns:a16="http://schemas.microsoft.com/office/drawing/2014/main" id="{98CFD436-E9D4-6CF3-3278-73EB97485FDC}"/>
              </a:ext>
            </a:extLst>
          </p:cNvPr>
          <p:cNvSpPr txBox="1"/>
          <p:nvPr/>
        </p:nvSpPr>
        <p:spPr>
          <a:xfrm>
            <a:off x="7860545" y="1863653"/>
            <a:ext cx="373266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srgbClr val="FFFFFF"/>
                </a:solidFill>
                <a:effectLst/>
                <a:uLnTx/>
                <a:uFillTx/>
                <a:latin typeface="Ubuntu"/>
                <a:ea typeface="+mn-ea"/>
                <a:cs typeface="+mn-cs"/>
              </a:rPr>
              <a:t>HOW CAN WE HELP?</a:t>
            </a: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TextBox 8">
            <a:extLst>
              <a:ext uri="{FF2B5EF4-FFF2-40B4-BE49-F238E27FC236}">
                <a16:creationId xmlns:a16="http://schemas.microsoft.com/office/drawing/2014/main" id="{604BD32B-33E3-A62A-C707-28B91625F51C}"/>
              </a:ext>
            </a:extLst>
          </p:cNvPr>
          <p:cNvSpPr txBox="1"/>
          <p:nvPr/>
        </p:nvSpPr>
        <p:spPr>
          <a:xfrm>
            <a:off x="0" y="839267"/>
            <a:ext cx="12192000" cy="692940"/>
          </a:xfrm>
          <a:prstGeom prst="rect">
            <a:avLst/>
          </a:prstGeom>
          <a:solidFill>
            <a:schemeClr val="accent2">
              <a:lumMod val="75000"/>
            </a:schemeClr>
          </a:solidFill>
        </p:spPr>
        <p:txBody>
          <a:bodyPr wrap="square"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400">
                <a:solidFill>
                  <a:schemeClr val="bg1"/>
                </a:solidFill>
                <a:latin typeface="Ubuntu Light"/>
              </a:defRPr>
            </a:lvl1pPr>
          </a:lstStyle>
          <a:p>
            <a:pPr algn="ctr" defTabSz="1219169" hangingPunct="0">
              <a:defRPr/>
            </a:pPr>
            <a:r>
              <a:rPr lang="en-US" dirty="0">
                <a:latin typeface="+mn-lt"/>
                <a:cs typeface="Ubuntu (Body)" panose="020B0604020202020204" charset="0"/>
              </a:rPr>
              <a:t>Indus has been on an ESG transformation pathway. Amongst many actions, it has already initiated a sustainability upskilling initiative for its employees. We understand that there are opportunities to strengthen this endeavor which can be supported by Capgemini.</a:t>
            </a:r>
            <a:endParaRPr lang="en-US" b="1" dirty="0">
              <a:latin typeface="+mn-lt"/>
              <a:cs typeface="Ubuntu (Body)" panose="020B0604020202020204" charset="0"/>
            </a:endParaRPr>
          </a:p>
        </p:txBody>
      </p:sp>
      <p:sp>
        <p:nvSpPr>
          <p:cNvPr id="13" name="Rectangle 12">
            <a:extLst>
              <a:ext uri="{FF2B5EF4-FFF2-40B4-BE49-F238E27FC236}">
                <a16:creationId xmlns:a16="http://schemas.microsoft.com/office/drawing/2014/main" id="{030FA7A6-EE4A-1EAF-E582-5095F00FC3C1}"/>
              </a:ext>
            </a:extLst>
          </p:cNvPr>
          <p:cNvSpPr/>
          <p:nvPr/>
        </p:nvSpPr>
        <p:spPr>
          <a:xfrm>
            <a:off x="375112" y="6130343"/>
            <a:ext cx="11508829" cy="3465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all" dirty="0"/>
              <a:t>Capgemini has capabilities to support INDUS TOWER IN ITS SUSTAINABILITY UPSKILLING JOURNEY</a:t>
            </a:r>
            <a:endParaRPr lang="en-US" sz="1200" dirty="0"/>
          </a:p>
        </p:txBody>
      </p:sp>
    </p:spTree>
    <p:extLst>
      <p:ext uri="{BB962C8B-B14F-4D97-AF65-F5344CB8AC3E}">
        <p14:creationId xmlns:p14="http://schemas.microsoft.com/office/powerpoint/2010/main" val="2267302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41162-6C50-8C3F-5718-2B242BC5B15E}"/>
              </a:ext>
            </a:extLst>
          </p:cNvPr>
          <p:cNvSpPr>
            <a:spLocks noGrp="1"/>
          </p:cNvSpPr>
          <p:nvPr>
            <p:ph type="title"/>
          </p:nvPr>
        </p:nvSpPr>
        <p:spPr>
          <a:xfrm>
            <a:off x="400714" y="545990"/>
            <a:ext cx="10864694" cy="185006"/>
          </a:xfrm>
        </p:spPr>
        <p:txBody>
          <a:bodyPr/>
          <a:lstStyle/>
          <a:p>
            <a:r>
              <a:rPr lang="en-IN" dirty="0"/>
              <a:t>WE SUGGEST A TWO PHASED APPROACH: </a:t>
            </a:r>
            <a:br>
              <a:rPr lang="en-IN" dirty="0"/>
            </a:br>
            <a:r>
              <a:rPr lang="en-IN" dirty="0"/>
              <a:t>LEARNING MODULE DEVELOPMENT &amp; DELIVERY OF CONTENT </a:t>
            </a:r>
            <a:endParaRPr lang="en-US" dirty="0"/>
          </a:p>
        </p:txBody>
      </p:sp>
      <p:graphicFrame>
        <p:nvGraphicFramePr>
          <p:cNvPr id="4" name="Diagram 3">
            <a:extLst>
              <a:ext uri="{FF2B5EF4-FFF2-40B4-BE49-F238E27FC236}">
                <a16:creationId xmlns:a16="http://schemas.microsoft.com/office/drawing/2014/main" id="{0C8AFD83-9A35-BE32-35F9-916C99035252}"/>
              </a:ext>
            </a:extLst>
          </p:cNvPr>
          <p:cNvGraphicFramePr/>
          <p:nvPr>
            <p:extLst>
              <p:ext uri="{D42A27DB-BD31-4B8C-83A1-F6EECF244321}">
                <p14:modId xmlns:p14="http://schemas.microsoft.com/office/powerpoint/2010/main" val="2883907103"/>
              </p:ext>
            </p:extLst>
          </p:nvPr>
        </p:nvGraphicFramePr>
        <p:xfrm>
          <a:off x="765843" y="330783"/>
          <a:ext cx="943639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541FE3C8-3B79-2C75-4254-B587DE045903}"/>
              </a:ext>
            </a:extLst>
          </p:cNvPr>
          <p:cNvSpPr txBox="1"/>
          <p:nvPr/>
        </p:nvSpPr>
        <p:spPr>
          <a:xfrm>
            <a:off x="1040524" y="1436377"/>
            <a:ext cx="3510455" cy="3139321"/>
          </a:xfrm>
          <a:prstGeom prst="rect">
            <a:avLst/>
          </a:prstGeom>
          <a:noFill/>
          <a:ln w="28575">
            <a:solidFill>
              <a:schemeClr val="accent2"/>
            </a:solidFill>
            <a:prstDash val="dash"/>
          </a:ln>
        </p:spPr>
        <p:txBody>
          <a:bodyPr wrap="square" rtlCol="0">
            <a:spAutoFit/>
          </a:bodyPr>
          <a:lstStyle/>
          <a:p>
            <a:endParaRPr lang="en-IN"/>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graphicFrame>
        <p:nvGraphicFramePr>
          <p:cNvPr id="3" name="Diagram 2">
            <a:extLst>
              <a:ext uri="{FF2B5EF4-FFF2-40B4-BE49-F238E27FC236}">
                <a16:creationId xmlns:a16="http://schemas.microsoft.com/office/drawing/2014/main" id="{E7BF51C0-BE51-D202-B71C-010EC0EDE190}"/>
              </a:ext>
            </a:extLst>
          </p:cNvPr>
          <p:cNvGraphicFramePr/>
          <p:nvPr>
            <p:extLst>
              <p:ext uri="{D42A27DB-BD31-4B8C-83A1-F6EECF244321}">
                <p14:modId xmlns:p14="http://schemas.microsoft.com/office/powerpoint/2010/main" val="3444595560"/>
              </p:ext>
            </p:extLst>
          </p:nvPr>
        </p:nvGraphicFramePr>
        <p:xfrm>
          <a:off x="1692165" y="3605049"/>
          <a:ext cx="5463263" cy="40003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9" name="TextBox 18">
            <a:extLst>
              <a:ext uri="{FF2B5EF4-FFF2-40B4-BE49-F238E27FC236}">
                <a16:creationId xmlns:a16="http://schemas.microsoft.com/office/drawing/2014/main" id="{2BECA876-D236-29FE-812B-B33E7E2AAD19}"/>
              </a:ext>
            </a:extLst>
          </p:cNvPr>
          <p:cNvSpPr txBox="1"/>
          <p:nvPr/>
        </p:nvSpPr>
        <p:spPr>
          <a:xfrm>
            <a:off x="4550979" y="1627345"/>
            <a:ext cx="3090044" cy="3139321"/>
          </a:xfrm>
          <a:prstGeom prst="rect">
            <a:avLst/>
          </a:prstGeom>
          <a:noFill/>
          <a:ln w="28575">
            <a:solidFill>
              <a:schemeClr val="accent2"/>
            </a:solidFill>
            <a:prstDash val="dash"/>
          </a:ln>
        </p:spPr>
        <p:txBody>
          <a:bodyPr wrap="square" rtlCol="0">
            <a:spAutoFit/>
          </a:bodyPr>
          <a:lstStyle/>
          <a:p>
            <a:endParaRPr lang="en-IN"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00800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3141"/>
        </a:solidFill>
        <a:effectLst/>
      </p:bgPr>
    </p:bg>
    <p:spTree>
      <p:nvGrpSpPr>
        <p:cNvPr id="1" name=""/>
        <p:cNvGrpSpPr/>
        <p:nvPr/>
      </p:nvGrpSpPr>
      <p:grpSpPr>
        <a:xfrm>
          <a:off x="0" y="0"/>
          <a:ext cx="0" cy="0"/>
          <a:chOff x="0" y="0"/>
          <a:chExt cx="0" cy="0"/>
        </a:xfrm>
      </p:grpSpPr>
      <p:pic>
        <p:nvPicPr>
          <p:cNvPr id="147" name="Picture 146" descr="A cell phone and a tablet&#10;&#10;Description automatically generated with low confidence">
            <a:extLst>
              <a:ext uri="{FF2B5EF4-FFF2-40B4-BE49-F238E27FC236}">
                <a16:creationId xmlns:a16="http://schemas.microsoft.com/office/drawing/2014/main" id="{10CA76B8-47C2-B0C7-9867-42B7DE47070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156" y="1"/>
            <a:ext cx="12183687" cy="2607783"/>
          </a:xfrm>
          <a:custGeom>
            <a:avLst/>
            <a:gdLst>
              <a:gd name="connsiteX0" fmla="*/ 0 w 12183687"/>
              <a:gd name="connsiteY0" fmla="*/ 0 h 2607783"/>
              <a:gd name="connsiteX1" fmla="*/ 12183687 w 12183687"/>
              <a:gd name="connsiteY1" fmla="*/ 0 h 2607783"/>
              <a:gd name="connsiteX2" fmla="*/ 12183687 w 12183687"/>
              <a:gd name="connsiteY2" fmla="*/ 2607783 h 2607783"/>
              <a:gd name="connsiteX3" fmla="*/ 0 w 12183687"/>
              <a:gd name="connsiteY3" fmla="*/ 2607783 h 2607783"/>
            </a:gdLst>
            <a:ahLst/>
            <a:cxnLst>
              <a:cxn ang="0">
                <a:pos x="connsiteX0" y="connsiteY0"/>
              </a:cxn>
              <a:cxn ang="0">
                <a:pos x="connsiteX1" y="connsiteY1"/>
              </a:cxn>
              <a:cxn ang="0">
                <a:pos x="connsiteX2" y="connsiteY2"/>
              </a:cxn>
              <a:cxn ang="0">
                <a:pos x="connsiteX3" y="connsiteY3"/>
              </a:cxn>
            </a:cxnLst>
            <a:rect l="l" t="t" r="r" b="b"/>
            <a:pathLst>
              <a:path w="12183687" h="2607783">
                <a:moveTo>
                  <a:pt x="0" y="0"/>
                </a:moveTo>
                <a:lnTo>
                  <a:pt x="12183687" y="0"/>
                </a:lnTo>
                <a:lnTo>
                  <a:pt x="12183687" y="2607783"/>
                </a:lnTo>
                <a:lnTo>
                  <a:pt x="0" y="2607783"/>
                </a:lnTo>
                <a:close/>
              </a:path>
            </a:pathLst>
          </a:custGeom>
        </p:spPr>
      </p:pic>
      <p:sp>
        <p:nvSpPr>
          <p:cNvPr id="146" name="Rectangle 145">
            <a:extLst>
              <a:ext uri="{FF2B5EF4-FFF2-40B4-BE49-F238E27FC236}">
                <a16:creationId xmlns:a16="http://schemas.microsoft.com/office/drawing/2014/main" id="{B97E4288-0328-6B49-80E2-87E9A2F50841}"/>
              </a:ext>
            </a:extLst>
          </p:cNvPr>
          <p:cNvSpPr/>
          <p:nvPr/>
        </p:nvSpPr>
        <p:spPr>
          <a:xfrm>
            <a:off x="0" y="1"/>
            <a:ext cx="12192000" cy="2607783"/>
          </a:xfrm>
          <a:prstGeom prst="rect">
            <a:avLst/>
          </a:prstGeom>
          <a:gradFill flip="none" rotWithShape="1">
            <a:gsLst>
              <a:gs pos="0">
                <a:schemeClr val="tx1"/>
              </a:gs>
              <a:gs pos="100000">
                <a:schemeClr val="tx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 name="Rectangle: Rounded Corners 11">
            <a:extLst>
              <a:ext uri="{FF2B5EF4-FFF2-40B4-BE49-F238E27FC236}">
                <a16:creationId xmlns:a16="http://schemas.microsoft.com/office/drawing/2014/main" id="{1E5594C2-7451-07EF-D2FB-FA80FE72C42C}"/>
              </a:ext>
            </a:extLst>
          </p:cNvPr>
          <p:cNvSpPr/>
          <p:nvPr/>
        </p:nvSpPr>
        <p:spPr>
          <a:xfrm>
            <a:off x="404813" y="5785285"/>
            <a:ext cx="914400" cy="677428"/>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a:ea typeface="+mn-ea"/>
                <a:cs typeface="+mn-cs"/>
              </a:rPr>
              <a:t>ROLES</a:t>
            </a:r>
            <a:br>
              <a:rPr kumimoji="0" lang="en-US" sz="1050" b="1" i="0" u="none" strike="noStrike" kern="1200" cap="none" spc="0" normalizeH="0" baseline="0" noProof="0">
                <a:ln>
                  <a:noFill/>
                </a:ln>
                <a:solidFill>
                  <a:srgbClr val="FFFFFF"/>
                </a:solidFill>
                <a:effectLst/>
                <a:uLnTx/>
                <a:uFillTx/>
                <a:latin typeface="Ubuntu"/>
                <a:ea typeface="+mn-ea"/>
                <a:cs typeface="+mn-cs"/>
              </a:rPr>
            </a:br>
            <a:r>
              <a:rPr kumimoji="0" lang="en-US" sz="1050" b="1" i="0" u="none" strike="noStrike" kern="1200" cap="none" spc="0" normalizeH="0" baseline="0" noProof="0">
                <a:ln>
                  <a:noFill/>
                </a:ln>
                <a:solidFill>
                  <a:srgbClr val="FFFFFF"/>
                </a:solidFill>
                <a:effectLst/>
                <a:uLnTx/>
                <a:uFillTx/>
                <a:latin typeface="Ubuntu"/>
                <a:ea typeface="+mn-ea"/>
                <a:cs typeface="+mn-cs"/>
              </a:rPr>
              <a:t>INVOLVED</a:t>
            </a:r>
            <a:endParaRPr kumimoji="0" lang="en-US" sz="1050" b="1" i="0" u="none" strike="noStrike" kern="1200" cap="none" spc="0" normalizeH="0" baseline="0" noProof="0" err="1">
              <a:ln>
                <a:noFill/>
              </a:ln>
              <a:solidFill>
                <a:srgbClr val="FFFFFF"/>
              </a:solidFill>
              <a:effectLst/>
              <a:uLnTx/>
              <a:uFillTx/>
              <a:latin typeface="Ubuntu"/>
              <a:ea typeface="+mn-ea"/>
              <a:cs typeface="+mn-cs"/>
            </a:endParaRPr>
          </a:p>
        </p:txBody>
      </p:sp>
      <p:sp>
        <p:nvSpPr>
          <p:cNvPr id="17" name="Rectangle: Rounded Corners 16">
            <a:extLst>
              <a:ext uri="{FF2B5EF4-FFF2-40B4-BE49-F238E27FC236}">
                <a16:creationId xmlns:a16="http://schemas.microsoft.com/office/drawing/2014/main" id="{1B2D97F8-BFB4-0463-B0E1-7E8DDA25424E}"/>
              </a:ext>
            </a:extLst>
          </p:cNvPr>
          <p:cNvSpPr/>
          <p:nvPr/>
        </p:nvSpPr>
        <p:spPr>
          <a:xfrm>
            <a:off x="1558909" y="3143941"/>
            <a:ext cx="3037056" cy="35013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ANALYSIS</a:t>
            </a: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18" name="Rectangle: Rounded Corners 17">
            <a:extLst>
              <a:ext uri="{FF2B5EF4-FFF2-40B4-BE49-F238E27FC236}">
                <a16:creationId xmlns:a16="http://schemas.microsoft.com/office/drawing/2014/main" id="{537BF548-D3F6-6FB3-FF70-7A08B0784378}"/>
              </a:ext>
            </a:extLst>
          </p:cNvPr>
          <p:cNvSpPr/>
          <p:nvPr/>
        </p:nvSpPr>
        <p:spPr>
          <a:xfrm>
            <a:off x="5152933" y="3143941"/>
            <a:ext cx="3037056" cy="35013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DESIGN</a:t>
            </a: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19" name="Rectangle: Rounded Corners 18">
            <a:extLst>
              <a:ext uri="{FF2B5EF4-FFF2-40B4-BE49-F238E27FC236}">
                <a16:creationId xmlns:a16="http://schemas.microsoft.com/office/drawing/2014/main" id="{1BD632D0-48BB-1DE4-9259-A014CA9F97A6}"/>
              </a:ext>
            </a:extLst>
          </p:cNvPr>
          <p:cNvSpPr/>
          <p:nvPr/>
        </p:nvSpPr>
        <p:spPr>
          <a:xfrm>
            <a:off x="8746956" y="3143941"/>
            <a:ext cx="3037056" cy="35013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DEVELOP</a:t>
            </a: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24" name="Rectangle: Rounded Corners 23">
            <a:extLst>
              <a:ext uri="{FF2B5EF4-FFF2-40B4-BE49-F238E27FC236}">
                <a16:creationId xmlns:a16="http://schemas.microsoft.com/office/drawing/2014/main" id="{FEFA9B12-9A70-8BEA-50C5-CA16ED59710D}"/>
              </a:ext>
            </a:extLst>
          </p:cNvPr>
          <p:cNvSpPr/>
          <p:nvPr/>
        </p:nvSpPr>
        <p:spPr>
          <a:xfrm>
            <a:off x="1575843" y="3167364"/>
            <a:ext cx="3037056" cy="350130"/>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25" name="Rectangle: Rounded Corners 24">
            <a:extLst>
              <a:ext uri="{FF2B5EF4-FFF2-40B4-BE49-F238E27FC236}">
                <a16:creationId xmlns:a16="http://schemas.microsoft.com/office/drawing/2014/main" id="{109D66E9-1155-2979-E65F-B11C1C4A4883}"/>
              </a:ext>
            </a:extLst>
          </p:cNvPr>
          <p:cNvSpPr/>
          <p:nvPr/>
        </p:nvSpPr>
        <p:spPr>
          <a:xfrm>
            <a:off x="5169867" y="3167364"/>
            <a:ext cx="3037056" cy="350130"/>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26" name="Rectangle: Rounded Corners 25">
            <a:extLst>
              <a:ext uri="{FF2B5EF4-FFF2-40B4-BE49-F238E27FC236}">
                <a16:creationId xmlns:a16="http://schemas.microsoft.com/office/drawing/2014/main" id="{4CC74303-25CF-B7F2-C236-EE480CB4400F}"/>
              </a:ext>
            </a:extLst>
          </p:cNvPr>
          <p:cNvSpPr/>
          <p:nvPr/>
        </p:nvSpPr>
        <p:spPr>
          <a:xfrm>
            <a:off x="8763890" y="3167364"/>
            <a:ext cx="3037056" cy="350130"/>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9" name="Rectangle: Rounded Corners 8">
            <a:extLst>
              <a:ext uri="{FF2B5EF4-FFF2-40B4-BE49-F238E27FC236}">
                <a16:creationId xmlns:a16="http://schemas.microsoft.com/office/drawing/2014/main" id="{8854C29F-4805-778E-7E92-0F42110182F9}"/>
              </a:ext>
            </a:extLst>
          </p:cNvPr>
          <p:cNvSpPr/>
          <p:nvPr/>
        </p:nvSpPr>
        <p:spPr>
          <a:xfrm>
            <a:off x="404813" y="3609135"/>
            <a:ext cx="914400" cy="60529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a:ea typeface="+mn-ea"/>
                <a:cs typeface="+mn-cs"/>
              </a:rPr>
              <a:t>ACTIVITY</a:t>
            </a:r>
            <a:endParaRPr kumimoji="0" lang="en-US" sz="1050" b="1" i="0" u="none" strike="noStrike" kern="1200" cap="none" spc="0" normalizeH="0" baseline="0" noProof="0" err="1">
              <a:ln>
                <a:noFill/>
              </a:ln>
              <a:solidFill>
                <a:srgbClr val="FFFFFF"/>
              </a:solidFill>
              <a:effectLst/>
              <a:uLnTx/>
              <a:uFillTx/>
              <a:latin typeface="Ubuntu"/>
              <a:ea typeface="+mn-ea"/>
              <a:cs typeface="+mn-cs"/>
            </a:endParaRPr>
          </a:p>
        </p:txBody>
      </p:sp>
      <p:sp>
        <p:nvSpPr>
          <p:cNvPr id="28" name="TextBox 27">
            <a:extLst>
              <a:ext uri="{FF2B5EF4-FFF2-40B4-BE49-F238E27FC236}">
                <a16:creationId xmlns:a16="http://schemas.microsoft.com/office/drawing/2014/main" id="{D188001F-D48D-2F2D-11DF-559E5446C39D}"/>
              </a:ext>
            </a:extLst>
          </p:cNvPr>
          <p:cNvSpPr txBox="1"/>
          <p:nvPr/>
        </p:nvSpPr>
        <p:spPr>
          <a:xfrm>
            <a:off x="1558909" y="3609135"/>
            <a:ext cx="3037056" cy="605294"/>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Understand the requirement and scope of the training on the specific topic</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Using Capgemini’s ESG SMEs/domain experts to build the content and design the curriculum outline </a:t>
            </a:r>
          </a:p>
        </p:txBody>
      </p:sp>
      <p:sp>
        <p:nvSpPr>
          <p:cNvPr id="29" name="TextBox 28">
            <a:extLst>
              <a:ext uri="{FF2B5EF4-FFF2-40B4-BE49-F238E27FC236}">
                <a16:creationId xmlns:a16="http://schemas.microsoft.com/office/drawing/2014/main" id="{557C5A8F-FAAC-765F-F9A0-0298903465A5}"/>
              </a:ext>
            </a:extLst>
          </p:cNvPr>
          <p:cNvSpPr txBox="1"/>
          <p:nvPr/>
        </p:nvSpPr>
        <p:spPr>
          <a:xfrm>
            <a:off x="5152933" y="3609135"/>
            <a:ext cx="3037056" cy="605294"/>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I</a:t>
            </a:r>
            <a:r>
              <a:rPr kumimoji="0" lang="en-IN" sz="900" b="0" i="0" u="none" strike="noStrike" kern="1200" cap="none" spc="0" normalizeH="0" baseline="0" noProof="0" err="1">
                <a:ln>
                  <a:noFill/>
                </a:ln>
                <a:solidFill>
                  <a:srgbClr val="FFFFFF"/>
                </a:solidFill>
                <a:effectLst/>
                <a:uLnTx/>
                <a:uFillTx/>
                <a:latin typeface="Ubuntu"/>
                <a:ea typeface="+mn-ea"/>
                <a:cs typeface="+mn-cs"/>
              </a:rPr>
              <a:t>nterview</a:t>
            </a:r>
            <a:r>
              <a:rPr kumimoji="0" lang="en-IN" sz="900" b="0" i="0" u="none" strike="noStrike" kern="1200" cap="none" spc="0" normalizeH="0" baseline="0" noProof="0">
                <a:ln>
                  <a:noFill/>
                </a:ln>
                <a:solidFill>
                  <a:srgbClr val="FFFFFF"/>
                </a:solidFill>
                <a:effectLst/>
                <a:uLnTx/>
                <a:uFillTx/>
                <a:latin typeface="Ubuntu"/>
                <a:ea typeface="+mn-ea"/>
                <a:cs typeface="+mn-cs"/>
              </a:rPr>
              <a:t> and drive workshops with Indus Towers key stakeholders and content owners per session</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SME interaction</a:t>
            </a:r>
          </a:p>
        </p:txBody>
      </p:sp>
      <p:sp>
        <p:nvSpPr>
          <p:cNvPr id="30" name="TextBox 29">
            <a:extLst>
              <a:ext uri="{FF2B5EF4-FFF2-40B4-BE49-F238E27FC236}">
                <a16:creationId xmlns:a16="http://schemas.microsoft.com/office/drawing/2014/main" id="{21813456-8750-24D4-57A7-0524265A5245}"/>
              </a:ext>
            </a:extLst>
          </p:cNvPr>
          <p:cNvSpPr txBox="1"/>
          <p:nvPr/>
        </p:nvSpPr>
        <p:spPr>
          <a:xfrm>
            <a:off x="8746955" y="3588587"/>
            <a:ext cx="3440887" cy="589640"/>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dirty="0">
                <a:ln>
                  <a:noFill/>
                </a:ln>
                <a:solidFill>
                  <a:srgbClr val="FFFFFF"/>
                </a:solidFill>
                <a:effectLst/>
                <a:uLnTx/>
                <a:uFillTx/>
                <a:latin typeface="Ubuntu"/>
                <a:ea typeface="+mn-ea"/>
                <a:cs typeface="+mn-cs"/>
              </a:rPr>
              <a:t>Develop content for all the agreed Deliverables</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dirty="0">
                <a:ln>
                  <a:noFill/>
                </a:ln>
                <a:solidFill>
                  <a:srgbClr val="FFFFFF"/>
                </a:solidFill>
                <a:effectLst/>
                <a:uLnTx/>
                <a:uFillTx/>
                <a:latin typeface="Ubuntu"/>
                <a:ea typeface="+mn-ea"/>
                <a:cs typeface="+mn-cs"/>
              </a:rPr>
              <a:t>Create Prototype</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dirty="0">
                <a:ln>
                  <a:noFill/>
                </a:ln>
                <a:solidFill>
                  <a:srgbClr val="FFFFFF"/>
                </a:solidFill>
                <a:effectLst/>
                <a:uLnTx/>
                <a:uFillTx/>
                <a:latin typeface="Ubuntu"/>
                <a:ea typeface="+mn-ea"/>
                <a:cs typeface="+mn-cs"/>
              </a:rPr>
              <a:t>Review and feedback from Sustainability SMEs and Indus Team</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dirty="0">
                <a:solidFill>
                  <a:srgbClr val="FFFFFF"/>
                </a:solidFill>
                <a:latin typeface="Ubuntu"/>
              </a:rPr>
              <a:t>Sign-off from Indus team</a:t>
            </a:r>
            <a:endParaRPr kumimoji="0" lang="en-IN" sz="900" b="0" i="0" u="none" strike="noStrike" kern="1200" cap="none" spc="0" normalizeH="0" baseline="0" noProof="0" dirty="0">
              <a:ln>
                <a:noFill/>
              </a:ln>
              <a:solidFill>
                <a:srgbClr val="FFFFFF"/>
              </a:solidFill>
              <a:effectLst/>
              <a:uLnTx/>
              <a:uFillTx/>
              <a:latin typeface="Ubuntu"/>
              <a:ea typeface="+mn-ea"/>
              <a:cs typeface="+mn-cs"/>
            </a:endParaRPr>
          </a:p>
        </p:txBody>
      </p:sp>
      <p:sp>
        <p:nvSpPr>
          <p:cNvPr id="10" name="Rectangle: Rounded Corners 9">
            <a:extLst>
              <a:ext uri="{FF2B5EF4-FFF2-40B4-BE49-F238E27FC236}">
                <a16:creationId xmlns:a16="http://schemas.microsoft.com/office/drawing/2014/main" id="{83D7336E-DA69-85CD-B090-96040CDDD78B}"/>
              </a:ext>
            </a:extLst>
          </p:cNvPr>
          <p:cNvSpPr/>
          <p:nvPr/>
        </p:nvSpPr>
        <p:spPr>
          <a:xfrm>
            <a:off x="404813" y="4334518"/>
            <a:ext cx="914400" cy="60529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a:ea typeface="+mn-ea"/>
                <a:cs typeface="+mn-cs"/>
              </a:rPr>
              <a:t>INPUT</a:t>
            </a:r>
            <a:endParaRPr kumimoji="0" lang="en-US" sz="1050" b="1" i="0" u="none" strike="noStrike" kern="1200" cap="none" spc="0" normalizeH="0" baseline="0" noProof="0" err="1">
              <a:ln>
                <a:noFill/>
              </a:ln>
              <a:solidFill>
                <a:srgbClr val="FFFFFF"/>
              </a:solidFill>
              <a:effectLst/>
              <a:uLnTx/>
              <a:uFillTx/>
              <a:latin typeface="Ubuntu"/>
              <a:ea typeface="+mn-ea"/>
              <a:cs typeface="+mn-cs"/>
            </a:endParaRPr>
          </a:p>
        </p:txBody>
      </p:sp>
      <p:sp>
        <p:nvSpPr>
          <p:cNvPr id="31" name="TextBox 30">
            <a:extLst>
              <a:ext uri="{FF2B5EF4-FFF2-40B4-BE49-F238E27FC236}">
                <a16:creationId xmlns:a16="http://schemas.microsoft.com/office/drawing/2014/main" id="{5282ECC9-2521-B746-42E9-ED91E85B2E91}"/>
              </a:ext>
            </a:extLst>
          </p:cNvPr>
          <p:cNvSpPr txBox="1"/>
          <p:nvPr/>
        </p:nvSpPr>
        <p:spPr>
          <a:xfrm>
            <a:off x="1479479" y="4376790"/>
            <a:ext cx="3116486" cy="634940"/>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module structure</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Needs Analysis (TNA) for Train The Trainers (TTT) </a:t>
            </a:r>
          </a:p>
        </p:txBody>
      </p:sp>
      <p:sp>
        <p:nvSpPr>
          <p:cNvPr id="32" name="TextBox 31">
            <a:extLst>
              <a:ext uri="{FF2B5EF4-FFF2-40B4-BE49-F238E27FC236}">
                <a16:creationId xmlns:a16="http://schemas.microsoft.com/office/drawing/2014/main" id="{46A61649-9C35-D574-F559-3557954314DD}"/>
              </a:ext>
            </a:extLst>
          </p:cNvPr>
          <p:cNvSpPr txBox="1"/>
          <p:nvPr/>
        </p:nvSpPr>
        <p:spPr>
          <a:xfrm>
            <a:off x="5147353" y="4407612"/>
            <a:ext cx="3042636" cy="573295"/>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Work</a:t>
            </a:r>
            <a:r>
              <a:rPr kumimoji="0" lang="en-IN" sz="900" b="0" i="0" u="none" strike="noStrike" kern="1200" cap="none" spc="0" normalizeH="0" baseline="0" noProof="0">
                <a:ln>
                  <a:noFill/>
                </a:ln>
                <a:solidFill>
                  <a:srgbClr val="FFFFFF"/>
                </a:solidFill>
                <a:effectLst/>
                <a:uLnTx/>
                <a:uFillTx/>
                <a:latin typeface="Ubuntu"/>
                <a:ea typeface="+mn-ea"/>
                <a:cs typeface="+mn-cs"/>
              </a:rPr>
              <a:t> plan for learning module development</a:t>
            </a:r>
            <a:endParaRPr kumimoji="0" lang="en-IN" sz="900" b="0" i="0" u="none" strike="noStrike" kern="1200" cap="none" spc="0" normalizeH="0" baseline="0" noProof="0">
              <a:ln>
                <a:noFill/>
              </a:ln>
              <a:solidFill>
                <a:srgbClr val="FF0000"/>
              </a:solidFill>
              <a:effectLst/>
              <a:uLnTx/>
              <a:uFillTx/>
              <a:latin typeface="Ubuntu"/>
              <a:ea typeface="+mn-ea"/>
              <a:cs typeface="+mn-cs"/>
            </a:endParaRP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Curriculum</a:t>
            </a:r>
          </a:p>
        </p:txBody>
      </p:sp>
      <p:sp>
        <p:nvSpPr>
          <p:cNvPr id="33" name="TextBox 32">
            <a:extLst>
              <a:ext uri="{FF2B5EF4-FFF2-40B4-BE49-F238E27FC236}">
                <a16:creationId xmlns:a16="http://schemas.microsoft.com/office/drawing/2014/main" id="{97D2FC9C-0187-ECAC-C1A9-4FD644BF6387}"/>
              </a:ext>
            </a:extLst>
          </p:cNvPr>
          <p:cNvSpPr txBox="1"/>
          <p:nvPr/>
        </p:nvSpPr>
        <p:spPr>
          <a:xfrm>
            <a:off x="8733034" y="4335986"/>
            <a:ext cx="3050978" cy="593843"/>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IN" sz="900" b="0" i="0" u="none" strike="noStrike" kern="1200" cap="none" spc="0" normalizeH="0" baseline="0" noProof="0" dirty="0">
              <a:ln>
                <a:noFill/>
              </a:ln>
              <a:solidFill>
                <a:srgbClr val="FFFFFF"/>
              </a:solidFill>
              <a:effectLst/>
              <a:uLnTx/>
              <a:uFillTx/>
              <a:latin typeface="Ubuntu"/>
              <a:ea typeface="+mn-ea"/>
              <a:cs typeface="+mn-cs"/>
            </a:endParaRP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dirty="0">
                <a:ln>
                  <a:noFill/>
                </a:ln>
                <a:solidFill>
                  <a:srgbClr val="FFFFFF"/>
                </a:solidFill>
                <a:effectLst/>
                <a:uLnTx/>
                <a:uFillTx/>
                <a:latin typeface="Ubuntu"/>
                <a:ea typeface="+mn-ea"/>
                <a:cs typeface="+mn-cs"/>
              </a:rPr>
              <a:t>Business scenario from business leads/SMEs</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dirty="0">
                <a:ln>
                  <a:noFill/>
                </a:ln>
                <a:solidFill>
                  <a:srgbClr val="FFFFFF"/>
                </a:solidFill>
                <a:effectLst/>
                <a:uLnTx/>
                <a:uFillTx/>
                <a:latin typeface="Ubuntu"/>
                <a:ea typeface="+mn-ea"/>
                <a:cs typeface="+mn-cs"/>
              </a:rPr>
              <a:t>Templates, participant’s guide, etc</a:t>
            </a:r>
          </a:p>
        </p:txBody>
      </p:sp>
      <p:sp>
        <p:nvSpPr>
          <p:cNvPr id="11" name="Rectangle: Rounded Corners 10">
            <a:extLst>
              <a:ext uri="{FF2B5EF4-FFF2-40B4-BE49-F238E27FC236}">
                <a16:creationId xmlns:a16="http://schemas.microsoft.com/office/drawing/2014/main" id="{9E3F966A-224E-36EF-2150-2840B8B80599}"/>
              </a:ext>
            </a:extLst>
          </p:cNvPr>
          <p:cNvSpPr/>
          <p:nvPr/>
        </p:nvSpPr>
        <p:spPr>
          <a:xfrm>
            <a:off x="404813" y="5059901"/>
            <a:ext cx="914400" cy="60529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a:ea typeface="+mn-ea"/>
                <a:cs typeface="+mn-cs"/>
              </a:rPr>
              <a:t>OUTPUT</a:t>
            </a:r>
            <a:endParaRPr kumimoji="0" lang="en-US" sz="1050" b="1" i="0" u="none" strike="noStrike" kern="1200" cap="none" spc="0" normalizeH="0" baseline="0" noProof="0" err="1">
              <a:ln>
                <a:noFill/>
              </a:ln>
              <a:solidFill>
                <a:srgbClr val="FFFFFF"/>
              </a:solidFill>
              <a:effectLst/>
              <a:uLnTx/>
              <a:uFillTx/>
              <a:latin typeface="Ubuntu"/>
              <a:ea typeface="+mn-ea"/>
              <a:cs typeface="+mn-cs"/>
            </a:endParaRPr>
          </a:p>
        </p:txBody>
      </p:sp>
      <p:sp>
        <p:nvSpPr>
          <p:cNvPr id="34" name="TextBox 33">
            <a:extLst>
              <a:ext uri="{FF2B5EF4-FFF2-40B4-BE49-F238E27FC236}">
                <a16:creationId xmlns:a16="http://schemas.microsoft.com/office/drawing/2014/main" id="{631C91EC-2133-9120-0E37-8FAA26580BED}"/>
              </a:ext>
            </a:extLst>
          </p:cNvPr>
          <p:cNvSpPr txBox="1"/>
          <p:nvPr/>
        </p:nvSpPr>
        <p:spPr>
          <a:xfrm>
            <a:off x="1520575" y="5106255"/>
            <a:ext cx="3075390" cy="600035"/>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Work</a:t>
            </a:r>
            <a:r>
              <a:rPr kumimoji="0" lang="en-IN" sz="900" b="0" i="0" u="none" strike="noStrike" kern="1200" cap="none" spc="0" normalizeH="0" baseline="0" noProof="0">
                <a:ln>
                  <a:noFill/>
                </a:ln>
                <a:solidFill>
                  <a:srgbClr val="FFFFFF"/>
                </a:solidFill>
                <a:effectLst/>
                <a:uLnTx/>
                <a:uFillTx/>
                <a:latin typeface="Ubuntu"/>
                <a:ea typeface="+mn-ea"/>
                <a:cs typeface="+mn-cs"/>
              </a:rPr>
              <a:t> plan for learning module development</a:t>
            </a:r>
            <a:endParaRPr kumimoji="0" lang="en-IN" sz="900" b="0" i="0" u="none" strike="noStrike" kern="1200" cap="none" spc="0" normalizeH="0" baseline="0" noProof="0">
              <a:ln>
                <a:noFill/>
              </a:ln>
              <a:solidFill>
                <a:srgbClr val="FF0000"/>
              </a:solidFill>
              <a:effectLst/>
              <a:uLnTx/>
              <a:uFillTx/>
              <a:latin typeface="Ubuntu"/>
              <a:ea typeface="+mn-ea"/>
              <a:cs typeface="+mn-cs"/>
            </a:endParaRP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Curriculum</a:t>
            </a:r>
          </a:p>
        </p:txBody>
      </p:sp>
      <p:sp>
        <p:nvSpPr>
          <p:cNvPr id="35" name="TextBox 34">
            <a:extLst>
              <a:ext uri="{FF2B5EF4-FFF2-40B4-BE49-F238E27FC236}">
                <a16:creationId xmlns:a16="http://schemas.microsoft.com/office/drawing/2014/main" id="{4CD7847B-4DB8-ECFE-0591-CEEBCD4DFD97}"/>
              </a:ext>
            </a:extLst>
          </p:cNvPr>
          <p:cNvSpPr txBox="1"/>
          <p:nvPr/>
        </p:nvSpPr>
        <p:spPr>
          <a:xfrm>
            <a:off x="5152933" y="5059901"/>
            <a:ext cx="3037056" cy="605294"/>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Template for participant’s guide</a:t>
            </a:r>
            <a:endParaRPr lang="en-IN" sz="900">
              <a:solidFill>
                <a:srgbClr val="FFFFFF"/>
              </a:solidFill>
              <a:latin typeface="Ubuntu"/>
            </a:endParaRP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Template for face-to-face training deck</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Template for introductory videos, Activity sheets, Assesments </a:t>
            </a:r>
            <a:endParaRPr kumimoji="0" lang="en-IN" sz="900" b="0" i="0" u="none" strike="noStrike" kern="1200" cap="none" spc="0" normalizeH="0" baseline="0" noProof="0">
              <a:ln>
                <a:noFill/>
              </a:ln>
              <a:solidFill>
                <a:srgbClr val="FFFFFF"/>
              </a:solidFill>
              <a:effectLst/>
              <a:uLnTx/>
              <a:uFillTx/>
              <a:latin typeface="Ubuntu"/>
              <a:ea typeface="+mn-ea"/>
              <a:cs typeface="+mn-cs"/>
            </a:endParaRPr>
          </a:p>
        </p:txBody>
      </p:sp>
      <p:sp>
        <p:nvSpPr>
          <p:cNvPr id="36" name="TextBox 35">
            <a:extLst>
              <a:ext uri="{FF2B5EF4-FFF2-40B4-BE49-F238E27FC236}">
                <a16:creationId xmlns:a16="http://schemas.microsoft.com/office/drawing/2014/main" id="{4E779028-280A-2AF1-CFEE-96EB6F96B679}"/>
              </a:ext>
            </a:extLst>
          </p:cNvPr>
          <p:cNvSpPr txBox="1"/>
          <p:nvPr/>
        </p:nvSpPr>
        <p:spPr>
          <a:xfrm>
            <a:off x="8746956" y="5059901"/>
            <a:ext cx="3037056" cy="605294"/>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Participant’s guide</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Face-to-face training deck for facilitators  </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TTT tool kit (</a:t>
            </a:r>
            <a:r>
              <a:rPr lang="en-IN" sz="900">
                <a:solidFill>
                  <a:srgbClr val="FFFFFF"/>
                </a:solidFill>
                <a:latin typeface="Ubuntu"/>
              </a:rPr>
              <a:t>For details, </a:t>
            </a:r>
            <a:r>
              <a:rPr kumimoji="0" lang="en-IN" sz="900" b="0" i="0" u="none" strike="noStrike" kern="1200" cap="none" spc="0" normalizeH="0" baseline="0" noProof="0">
                <a:ln>
                  <a:noFill/>
                </a:ln>
                <a:solidFill>
                  <a:srgbClr val="FFFFFF"/>
                </a:solidFill>
                <a:effectLst/>
                <a:uLnTx/>
                <a:uFillTx/>
                <a:latin typeface="Ubuntu"/>
                <a:ea typeface="+mn-ea"/>
                <a:cs typeface="+mn-cs"/>
              </a:rPr>
              <a:t>please refer to slide 9)</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IN" sz="900" b="0" i="0" u="none" strike="noStrike" kern="1200" cap="none" spc="0" normalizeH="0" baseline="0" noProof="0">
              <a:ln>
                <a:noFill/>
              </a:ln>
              <a:solidFill>
                <a:srgbClr val="FFFFFF"/>
              </a:solidFill>
              <a:effectLst/>
              <a:uLnTx/>
              <a:uFillTx/>
              <a:latin typeface="Ubuntu"/>
              <a:ea typeface="+mn-ea"/>
              <a:cs typeface="+mn-cs"/>
            </a:endParaRPr>
          </a:p>
        </p:txBody>
      </p:sp>
      <p:cxnSp>
        <p:nvCxnSpPr>
          <p:cNvPr id="47" name="Straight Connector 46">
            <a:extLst>
              <a:ext uri="{FF2B5EF4-FFF2-40B4-BE49-F238E27FC236}">
                <a16:creationId xmlns:a16="http://schemas.microsoft.com/office/drawing/2014/main" id="{CBF73476-712C-2FFE-781F-C636CAE55196}"/>
              </a:ext>
            </a:extLst>
          </p:cNvPr>
          <p:cNvCxnSpPr>
            <a:cxnSpLocks/>
          </p:cNvCxnSpPr>
          <p:nvPr/>
        </p:nvCxnSpPr>
        <p:spPr>
          <a:xfrm>
            <a:off x="1558909" y="4274474"/>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65D69FE-1637-608B-0248-540BCB14A8B8}"/>
              </a:ext>
            </a:extLst>
          </p:cNvPr>
          <p:cNvCxnSpPr>
            <a:cxnSpLocks/>
          </p:cNvCxnSpPr>
          <p:nvPr/>
        </p:nvCxnSpPr>
        <p:spPr>
          <a:xfrm>
            <a:off x="5152933" y="4274474"/>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180DD10-BF14-F219-5CFD-4F0463DA6542}"/>
              </a:ext>
            </a:extLst>
          </p:cNvPr>
          <p:cNvCxnSpPr>
            <a:cxnSpLocks/>
          </p:cNvCxnSpPr>
          <p:nvPr/>
        </p:nvCxnSpPr>
        <p:spPr>
          <a:xfrm>
            <a:off x="8746956" y="4274474"/>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1976F0B0-0D6A-D4FA-8D4A-8A92E896AC5D}"/>
              </a:ext>
            </a:extLst>
          </p:cNvPr>
          <p:cNvGrpSpPr/>
          <p:nvPr/>
        </p:nvGrpSpPr>
        <p:grpSpPr>
          <a:xfrm>
            <a:off x="1558909" y="4999856"/>
            <a:ext cx="10225103" cy="0"/>
            <a:chOff x="1558909" y="4274474"/>
            <a:chExt cx="10225103" cy="0"/>
          </a:xfrm>
        </p:grpSpPr>
        <p:cxnSp>
          <p:nvCxnSpPr>
            <p:cNvPr id="52" name="Straight Connector 51">
              <a:extLst>
                <a:ext uri="{FF2B5EF4-FFF2-40B4-BE49-F238E27FC236}">
                  <a16:creationId xmlns:a16="http://schemas.microsoft.com/office/drawing/2014/main" id="{6FB3E019-0432-7260-4266-04C7C698102B}"/>
                </a:ext>
              </a:extLst>
            </p:cNvPr>
            <p:cNvCxnSpPr>
              <a:cxnSpLocks/>
            </p:cNvCxnSpPr>
            <p:nvPr/>
          </p:nvCxnSpPr>
          <p:spPr>
            <a:xfrm>
              <a:off x="1558909" y="4274474"/>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770314D-784F-FE34-166C-1D82A9071007}"/>
                </a:ext>
              </a:extLst>
            </p:cNvPr>
            <p:cNvCxnSpPr>
              <a:cxnSpLocks/>
            </p:cNvCxnSpPr>
            <p:nvPr/>
          </p:nvCxnSpPr>
          <p:spPr>
            <a:xfrm>
              <a:off x="5152933" y="4274474"/>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293DEEA-0A76-F060-ADB7-78E89387149F}"/>
                </a:ext>
              </a:extLst>
            </p:cNvPr>
            <p:cNvCxnSpPr>
              <a:cxnSpLocks/>
            </p:cNvCxnSpPr>
            <p:nvPr/>
          </p:nvCxnSpPr>
          <p:spPr>
            <a:xfrm>
              <a:off x="8746956" y="4274474"/>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cxnSp>
        <p:nvCxnSpPr>
          <p:cNvPr id="56" name="Straight Connector 55">
            <a:extLst>
              <a:ext uri="{FF2B5EF4-FFF2-40B4-BE49-F238E27FC236}">
                <a16:creationId xmlns:a16="http://schemas.microsoft.com/office/drawing/2014/main" id="{36D60742-C70D-6D0C-67DB-16930357F11F}"/>
              </a:ext>
            </a:extLst>
          </p:cNvPr>
          <p:cNvCxnSpPr>
            <a:cxnSpLocks/>
          </p:cNvCxnSpPr>
          <p:nvPr/>
        </p:nvCxnSpPr>
        <p:spPr>
          <a:xfrm>
            <a:off x="1558909" y="5725240"/>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133F5BA-CFC0-597E-3978-D355BA11B67A}"/>
              </a:ext>
            </a:extLst>
          </p:cNvPr>
          <p:cNvCxnSpPr>
            <a:cxnSpLocks/>
          </p:cNvCxnSpPr>
          <p:nvPr/>
        </p:nvCxnSpPr>
        <p:spPr>
          <a:xfrm>
            <a:off x="5152933" y="5725240"/>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CD84BF5-F4F1-6CC8-19D0-510033137130}"/>
              </a:ext>
            </a:extLst>
          </p:cNvPr>
          <p:cNvCxnSpPr>
            <a:cxnSpLocks/>
          </p:cNvCxnSpPr>
          <p:nvPr/>
        </p:nvCxnSpPr>
        <p:spPr>
          <a:xfrm>
            <a:off x="8746956" y="5725240"/>
            <a:ext cx="303705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4E4D4D5A-22A4-CCB4-80BF-E72580AB0E73}"/>
              </a:ext>
            </a:extLst>
          </p:cNvPr>
          <p:cNvSpPr/>
          <p:nvPr/>
        </p:nvSpPr>
        <p:spPr>
          <a:xfrm>
            <a:off x="8585845" y="5871184"/>
            <a:ext cx="551301" cy="56377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3" name="Oval 72">
            <a:extLst>
              <a:ext uri="{FF2B5EF4-FFF2-40B4-BE49-F238E27FC236}">
                <a16:creationId xmlns:a16="http://schemas.microsoft.com/office/drawing/2014/main" id="{6F40C5C8-4AE4-9E86-FB20-3E3A599A4B39}"/>
              </a:ext>
            </a:extLst>
          </p:cNvPr>
          <p:cNvSpPr/>
          <p:nvPr/>
        </p:nvSpPr>
        <p:spPr>
          <a:xfrm>
            <a:off x="9922526" y="5854700"/>
            <a:ext cx="538596" cy="538594"/>
          </a:xfrm>
          <a:prstGeom prst="ellipse">
            <a:avLst/>
          </a:prstGeom>
          <a:solidFill>
            <a:srgbClr val="3DE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4" name="Oval 73">
            <a:extLst>
              <a:ext uri="{FF2B5EF4-FFF2-40B4-BE49-F238E27FC236}">
                <a16:creationId xmlns:a16="http://schemas.microsoft.com/office/drawing/2014/main" id="{619820A2-94DF-996F-FC6E-003DB7D2E215}"/>
              </a:ext>
            </a:extLst>
          </p:cNvPr>
          <p:cNvSpPr/>
          <p:nvPr/>
        </p:nvSpPr>
        <p:spPr>
          <a:xfrm>
            <a:off x="10583971" y="5854700"/>
            <a:ext cx="538596" cy="538594"/>
          </a:xfrm>
          <a:prstGeom prst="ellipse">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5" name="Oval 74">
            <a:extLst>
              <a:ext uri="{FF2B5EF4-FFF2-40B4-BE49-F238E27FC236}">
                <a16:creationId xmlns:a16="http://schemas.microsoft.com/office/drawing/2014/main" id="{A40DD4FD-F9CE-54AF-78F9-0AEB641A26F3}"/>
              </a:ext>
            </a:extLst>
          </p:cNvPr>
          <p:cNvSpPr/>
          <p:nvPr/>
        </p:nvSpPr>
        <p:spPr>
          <a:xfrm>
            <a:off x="11245416" y="5854700"/>
            <a:ext cx="538596" cy="538594"/>
          </a:xfrm>
          <a:prstGeom prst="ellipse">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6" name="Oval 75">
            <a:extLst>
              <a:ext uri="{FF2B5EF4-FFF2-40B4-BE49-F238E27FC236}">
                <a16:creationId xmlns:a16="http://schemas.microsoft.com/office/drawing/2014/main" id="{690D4E6C-22AC-543A-14F8-EDA930E388B8}"/>
              </a:ext>
            </a:extLst>
          </p:cNvPr>
          <p:cNvSpPr/>
          <p:nvPr/>
        </p:nvSpPr>
        <p:spPr>
          <a:xfrm>
            <a:off x="9261081" y="5854700"/>
            <a:ext cx="538596" cy="538594"/>
          </a:xfrm>
          <a:prstGeom prst="ellipse">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grpSp>
        <p:nvGrpSpPr>
          <p:cNvPr id="79" name="Groupe 305">
            <a:extLst>
              <a:ext uri="{FF2B5EF4-FFF2-40B4-BE49-F238E27FC236}">
                <a16:creationId xmlns:a16="http://schemas.microsoft.com/office/drawing/2014/main" id="{FC3CA33B-D1A8-808A-2F10-22FC7AF9183F}"/>
              </a:ext>
            </a:extLst>
          </p:cNvPr>
          <p:cNvGrpSpPr/>
          <p:nvPr/>
        </p:nvGrpSpPr>
        <p:grpSpPr>
          <a:xfrm>
            <a:off x="9385016" y="5978634"/>
            <a:ext cx="290726" cy="290726"/>
            <a:chOff x="4032251" y="5507038"/>
            <a:chExt cx="315913" cy="420688"/>
          </a:xfrm>
          <a:solidFill>
            <a:schemeClr val="accent4"/>
          </a:solidFill>
        </p:grpSpPr>
        <p:sp>
          <p:nvSpPr>
            <p:cNvPr id="80" name="Freeform 143">
              <a:extLst>
                <a:ext uri="{FF2B5EF4-FFF2-40B4-BE49-F238E27FC236}">
                  <a16:creationId xmlns:a16="http://schemas.microsoft.com/office/drawing/2014/main" id="{7AF0BE80-B2A9-7D13-9E47-3C91DEA8525D}"/>
                </a:ext>
              </a:extLst>
            </p:cNvPr>
            <p:cNvSpPr>
              <a:spLocks/>
            </p:cNvSpPr>
            <p:nvPr/>
          </p:nvSpPr>
          <p:spPr bwMode="auto">
            <a:xfrm>
              <a:off x="4032251" y="5688013"/>
              <a:ext cx="315913" cy="239713"/>
            </a:xfrm>
            <a:custGeom>
              <a:avLst/>
              <a:gdLst>
                <a:gd name="T0" fmla="*/ 27 w 84"/>
                <a:gd name="T1" fmla="*/ 4 h 64"/>
                <a:gd name="T2" fmla="*/ 0 w 84"/>
                <a:gd name="T3" fmla="*/ 42 h 64"/>
                <a:gd name="T4" fmla="*/ 0 w 84"/>
                <a:gd name="T5" fmla="*/ 57 h 64"/>
                <a:gd name="T6" fmla="*/ 0 w 84"/>
                <a:gd name="T7" fmla="*/ 59 h 64"/>
                <a:gd name="T8" fmla="*/ 21 w 84"/>
                <a:gd name="T9" fmla="*/ 62 h 64"/>
                <a:gd name="T10" fmla="*/ 56 w 84"/>
                <a:gd name="T11" fmla="*/ 63 h 64"/>
                <a:gd name="T12" fmla="*/ 75 w 84"/>
                <a:gd name="T13" fmla="*/ 57 h 64"/>
                <a:gd name="T14" fmla="*/ 78 w 84"/>
                <a:gd name="T15" fmla="*/ 25 h 64"/>
                <a:gd name="T16" fmla="*/ 55 w 84"/>
                <a:gd name="T17" fmla="*/ 3 h 64"/>
                <a:gd name="T18" fmla="*/ 27 w 84"/>
                <a:gd name="T1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4">
                  <a:moveTo>
                    <a:pt x="27" y="4"/>
                  </a:moveTo>
                  <a:cubicBezTo>
                    <a:pt x="11" y="9"/>
                    <a:pt x="0" y="26"/>
                    <a:pt x="0" y="42"/>
                  </a:cubicBezTo>
                  <a:cubicBezTo>
                    <a:pt x="0" y="57"/>
                    <a:pt x="0" y="57"/>
                    <a:pt x="0" y="57"/>
                  </a:cubicBezTo>
                  <a:cubicBezTo>
                    <a:pt x="0" y="57"/>
                    <a:pt x="0" y="58"/>
                    <a:pt x="0" y="59"/>
                  </a:cubicBezTo>
                  <a:cubicBezTo>
                    <a:pt x="3" y="58"/>
                    <a:pt x="17" y="61"/>
                    <a:pt x="21" y="62"/>
                  </a:cubicBezTo>
                  <a:cubicBezTo>
                    <a:pt x="33" y="64"/>
                    <a:pt x="44" y="64"/>
                    <a:pt x="56" y="63"/>
                  </a:cubicBezTo>
                  <a:cubicBezTo>
                    <a:pt x="63" y="63"/>
                    <a:pt x="69" y="61"/>
                    <a:pt x="75" y="57"/>
                  </a:cubicBezTo>
                  <a:cubicBezTo>
                    <a:pt x="84" y="49"/>
                    <a:pt x="83" y="36"/>
                    <a:pt x="78" y="25"/>
                  </a:cubicBezTo>
                  <a:cubicBezTo>
                    <a:pt x="74" y="15"/>
                    <a:pt x="65" y="7"/>
                    <a:pt x="55" y="3"/>
                  </a:cubicBezTo>
                  <a:cubicBezTo>
                    <a:pt x="55" y="3"/>
                    <a:pt x="35" y="0"/>
                    <a:pt x="2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81" name="Freeform 144">
              <a:extLst>
                <a:ext uri="{FF2B5EF4-FFF2-40B4-BE49-F238E27FC236}">
                  <a16:creationId xmlns:a16="http://schemas.microsoft.com/office/drawing/2014/main" id="{6E615993-82F8-0900-30DF-43D6EBF41A7B}"/>
                </a:ext>
              </a:extLst>
            </p:cNvPr>
            <p:cNvSpPr>
              <a:spLocks/>
            </p:cNvSpPr>
            <p:nvPr/>
          </p:nvSpPr>
          <p:spPr bwMode="auto">
            <a:xfrm>
              <a:off x="4100513" y="5507038"/>
              <a:ext cx="168275" cy="207963"/>
            </a:xfrm>
            <a:custGeom>
              <a:avLst/>
              <a:gdLst>
                <a:gd name="T0" fmla="*/ 45 w 45"/>
                <a:gd name="T1" fmla="*/ 28 h 55"/>
                <a:gd name="T2" fmla="*/ 22 w 45"/>
                <a:gd name="T3" fmla="*/ 55 h 55"/>
                <a:gd name="T4" fmla="*/ 0 w 45"/>
                <a:gd name="T5" fmla="*/ 28 h 55"/>
                <a:gd name="T6" fmla="*/ 22 w 45"/>
                <a:gd name="T7" fmla="*/ 0 h 55"/>
                <a:gd name="T8" fmla="*/ 45 w 45"/>
                <a:gd name="T9" fmla="*/ 28 h 55"/>
              </a:gdLst>
              <a:ahLst/>
              <a:cxnLst>
                <a:cxn ang="0">
                  <a:pos x="T0" y="T1"/>
                </a:cxn>
                <a:cxn ang="0">
                  <a:pos x="T2" y="T3"/>
                </a:cxn>
                <a:cxn ang="0">
                  <a:pos x="T4" y="T5"/>
                </a:cxn>
                <a:cxn ang="0">
                  <a:pos x="T6" y="T7"/>
                </a:cxn>
                <a:cxn ang="0">
                  <a:pos x="T8" y="T9"/>
                </a:cxn>
              </a:cxnLst>
              <a:rect l="0" t="0" r="r" b="b"/>
              <a:pathLst>
                <a:path w="45" h="55">
                  <a:moveTo>
                    <a:pt x="45" y="28"/>
                  </a:moveTo>
                  <a:cubicBezTo>
                    <a:pt x="45" y="43"/>
                    <a:pt x="35" y="55"/>
                    <a:pt x="22" y="55"/>
                  </a:cubicBezTo>
                  <a:cubicBezTo>
                    <a:pt x="11" y="55"/>
                    <a:pt x="0" y="43"/>
                    <a:pt x="0" y="28"/>
                  </a:cubicBezTo>
                  <a:cubicBezTo>
                    <a:pt x="0" y="13"/>
                    <a:pt x="10" y="0"/>
                    <a:pt x="22" y="0"/>
                  </a:cubicBezTo>
                  <a:cubicBezTo>
                    <a:pt x="34" y="0"/>
                    <a:pt x="45" y="13"/>
                    <a:pt x="4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82" name="Freeform 145">
              <a:extLst>
                <a:ext uri="{FF2B5EF4-FFF2-40B4-BE49-F238E27FC236}">
                  <a16:creationId xmlns:a16="http://schemas.microsoft.com/office/drawing/2014/main" id="{A7500F5B-AB5E-19FA-9593-3BEE67193249}"/>
                </a:ext>
              </a:extLst>
            </p:cNvPr>
            <p:cNvSpPr>
              <a:spLocks/>
            </p:cNvSpPr>
            <p:nvPr/>
          </p:nvSpPr>
          <p:spPr bwMode="auto">
            <a:xfrm>
              <a:off x="4164013" y="5729288"/>
              <a:ext cx="38100" cy="33338"/>
            </a:xfrm>
            <a:custGeom>
              <a:avLst/>
              <a:gdLst>
                <a:gd name="T0" fmla="*/ 10 w 10"/>
                <a:gd name="T1" fmla="*/ 3 h 9"/>
                <a:gd name="T2" fmla="*/ 5 w 10"/>
                <a:gd name="T3" fmla="*/ 9 h 9"/>
                <a:gd name="T4" fmla="*/ 0 w 10"/>
                <a:gd name="T5" fmla="*/ 3 h 9"/>
                <a:gd name="T6" fmla="*/ 5 w 10"/>
                <a:gd name="T7" fmla="*/ 0 h 9"/>
                <a:gd name="T8" fmla="*/ 10 w 10"/>
                <a:gd name="T9" fmla="*/ 3 h 9"/>
              </a:gdLst>
              <a:ahLst/>
              <a:cxnLst>
                <a:cxn ang="0">
                  <a:pos x="T0" y="T1"/>
                </a:cxn>
                <a:cxn ang="0">
                  <a:pos x="T2" y="T3"/>
                </a:cxn>
                <a:cxn ang="0">
                  <a:pos x="T4" y="T5"/>
                </a:cxn>
                <a:cxn ang="0">
                  <a:pos x="T6" y="T7"/>
                </a:cxn>
                <a:cxn ang="0">
                  <a:pos x="T8" y="T9"/>
                </a:cxn>
              </a:cxnLst>
              <a:rect l="0" t="0" r="r" b="b"/>
              <a:pathLst>
                <a:path w="10" h="9">
                  <a:moveTo>
                    <a:pt x="10" y="3"/>
                  </a:moveTo>
                  <a:cubicBezTo>
                    <a:pt x="10" y="6"/>
                    <a:pt x="8" y="9"/>
                    <a:pt x="5" y="9"/>
                  </a:cubicBezTo>
                  <a:cubicBezTo>
                    <a:pt x="3" y="9"/>
                    <a:pt x="0" y="6"/>
                    <a:pt x="0" y="3"/>
                  </a:cubicBezTo>
                  <a:cubicBezTo>
                    <a:pt x="0" y="1"/>
                    <a:pt x="2" y="0"/>
                    <a:pt x="5" y="0"/>
                  </a:cubicBezTo>
                  <a:cubicBezTo>
                    <a:pt x="8" y="0"/>
                    <a:pt x="10" y="1"/>
                    <a:pt x="10" y="3"/>
                  </a:cubicBez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83" name="Freeform 146">
              <a:extLst>
                <a:ext uri="{FF2B5EF4-FFF2-40B4-BE49-F238E27FC236}">
                  <a16:creationId xmlns:a16="http://schemas.microsoft.com/office/drawing/2014/main" id="{70318905-5928-6647-D70F-28776898B5DC}"/>
                </a:ext>
              </a:extLst>
            </p:cNvPr>
            <p:cNvSpPr>
              <a:spLocks/>
            </p:cNvSpPr>
            <p:nvPr/>
          </p:nvSpPr>
          <p:spPr bwMode="auto">
            <a:xfrm>
              <a:off x="4167188" y="5759451"/>
              <a:ext cx="41275" cy="112713"/>
            </a:xfrm>
            <a:custGeom>
              <a:avLst/>
              <a:gdLst>
                <a:gd name="T0" fmla="*/ 7 w 26"/>
                <a:gd name="T1" fmla="*/ 0 h 71"/>
                <a:gd name="T2" fmla="*/ 0 w 26"/>
                <a:gd name="T3" fmla="*/ 54 h 71"/>
                <a:gd name="T4" fmla="*/ 14 w 26"/>
                <a:gd name="T5" fmla="*/ 71 h 71"/>
                <a:gd name="T6" fmla="*/ 26 w 26"/>
                <a:gd name="T7" fmla="*/ 54 h 71"/>
                <a:gd name="T8" fmla="*/ 14 w 26"/>
                <a:gd name="T9" fmla="*/ 0 h 71"/>
                <a:gd name="T10" fmla="*/ 7 w 26"/>
                <a:gd name="T11" fmla="*/ 0 h 71"/>
              </a:gdLst>
              <a:ahLst/>
              <a:cxnLst>
                <a:cxn ang="0">
                  <a:pos x="T0" y="T1"/>
                </a:cxn>
                <a:cxn ang="0">
                  <a:pos x="T2" y="T3"/>
                </a:cxn>
                <a:cxn ang="0">
                  <a:pos x="T4" y="T5"/>
                </a:cxn>
                <a:cxn ang="0">
                  <a:pos x="T6" y="T7"/>
                </a:cxn>
                <a:cxn ang="0">
                  <a:pos x="T8" y="T9"/>
                </a:cxn>
                <a:cxn ang="0">
                  <a:pos x="T10" y="T11"/>
                </a:cxn>
              </a:cxnLst>
              <a:rect l="0" t="0" r="r" b="b"/>
              <a:pathLst>
                <a:path w="26" h="71">
                  <a:moveTo>
                    <a:pt x="7" y="0"/>
                  </a:moveTo>
                  <a:lnTo>
                    <a:pt x="0" y="54"/>
                  </a:lnTo>
                  <a:lnTo>
                    <a:pt x="14" y="71"/>
                  </a:lnTo>
                  <a:lnTo>
                    <a:pt x="26" y="54"/>
                  </a:lnTo>
                  <a:lnTo>
                    <a:pt x="14" y="0"/>
                  </a:lnTo>
                  <a:lnTo>
                    <a:pt x="7" y="0"/>
                  </a:ln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86" name="Graphic 85" descr="Ui Ux with solid fill">
            <a:extLst>
              <a:ext uri="{FF2B5EF4-FFF2-40B4-BE49-F238E27FC236}">
                <a16:creationId xmlns:a16="http://schemas.microsoft.com/office/drawing/2014/main" id="{CE3154E2-ACD1-FEA8-3FB5-DB6B8F7622FF}"/>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707225" y="5978526"/>
            <a:ext cx="292088" cy="290944"/>
          </a:xfrm>
          <a:prstGeom prst="rect">
            <a:avLst/>
          </a:prstGeom>
        </p:spPr>
      </p:pic>
      <p:pic>
        <p:nvPicPr>
          <p:cNvPr id="89" name="Graphic 88" descr="Blueprint with solid fill">
            <a:extLst>
              <a:ext uri="{FF2B5EF4-FFF2-40B4-BE49-F238E27FC236}">
                <a16:creationId xmlns:a16="http://schemas.microsoft.com/office/drawing/2014/main" id="{7140833B-3E25-E403-4453-A0FE76084984}"/>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46406" y="5978526"/>
            <a:ext cx="290838" cy="290944"/>
          </a:xfrm>
          <a:prstGeom prst="rect">
            <a:avLst/>
          </a:prstGeom>
        </p:spPr>
      </p:pic>
      <p:pic>
        <p:nvPicPr>
          <p:cNvPr id="92" name="Graphic 91" descr="Graduation cap with solid fill">
            <a:extLst>
              <a:ext uri="{FF2B5EF4-FFF2-40B4-BE49-F238E27FC236}">
                <a16:creationId xmlns:a16="http://schemas.microsoft.com/office/drawing/2014/main" id="{4F01FAA1-EC06-F793-4649-AD9AFCE36C30}"/>
              </a:ext>
            </a:extLst>
          </p:cNvPr>
          <p:cNvPicPr>
            <a:picLocks/>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369351" y="5978634"/>
            <a:ext cx="290726" cy="290726"/>
          </a:xfrm>
          <a:prstGeom prst="rect">
            <a:avLst/>
          </a:prstGeom>
        </p:spPr>
      </p:pic>
      <p:pic>
        <p:nvPicPr>
          <p:cNvPr id="95" name="Graphic 94" descr="Customer review with solid fill">
            <a:extLst>
              <a:ext uri="{FF2B5EF4-FFF2-40B4-BE49-F238E27FC236}">
                <a16:creationId xmlns:a16="http://schemas.microsoft.com/office/drawing/2014/main" id="{6F8D3DD7-B2BB-F926-3D20-4D4F9A9382A2}"/>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666753" y="6005280"/>
            <a:ext cx="358536" cy="353723"/>
          </a:xfrm>
          <a:prstGeom prst="rect">
            <a:avLst/>
          </a:prstGeom>
        </p:spPr>
      </p:pic>
      <p:sp>
        <p:nvSpPr>
          <p:cNvPr id="99" name="Oval 98">
            <a:extLst>
              <a:ext uri="{FF2B5EF4-FFF2-40B4-BE49-F238E27FC236}">
                <a16:creationId xmlns:a16="http://schemas.microsoft.com/office/drawing/2014/main" id="{C12B2AC2-24DA-3D6E-9F73-76D15257E700}"/>
              </a:ext>
            </a:extLst>
          </p:cNvPr>
          <p:cNvSpPr/>
          <p:nvPr/>
        </p:nvSpPr>
        <p:spPr>
          <a:xfrm>
            <a:off x="6303104" y="5854700"/>
            <a:ext cx="538596" cy="538594"/>
          </a:xfrm>
          <a:prstGeom prst="ellipse">
            <a:avLst/>
          </a:prstGeom>
          <a:solidFill>
            <a:srgbClr val="3DE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00" name="Oval 99">
            <a:extLst>
              <a:ext uri="{FF2B5EF4-FFF2-40B4-BE49-F238E27FC236}">
                <a16:creationId xmlns:a16="http://schemas.microsoft.com/office/drawing/2014/main" id="{AE12DA41-E7DD-773D-56D3-831FCA868454}"/>
              </a:ext>
            </a:extLst>
          </p:cNvPr>
          <p:cNvSpPr/>
          <p:nvPr/>
        </p:nvSpPr>
        <p:spPr>
          <a:xfrm>
            <a:off x="6964549" y="5854700"/>
            <a:ext cx="538596" cy="538594"/>
          </a:xfrm>
          <a:prstGeom prst="ellipse">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02" name="Oval 101">
            <a:extLst>
              <a:ext uri="{FF2B5EF4-FFF2-40B4-BE49-F238E27FC236}">
                <a16:creationId xmlns:a16="http://schemas.microsoft.com/office/drawing/2014/main" id="{BE1D0B42-8E8F-AB83-F3EB-47B7C91F4572}"/>
              </a:ext>
            </a:extLst>
          </p:cNvPr>
          <p:cNvSpPr/>
          <p:nvPr/>
        </p:nvSpPr>
        <p:spPr>
          <a:xfrm>
            <a:off x="5641659" y="5854700"/>
            <a:ext cx="538596" cy="538594"/>
          </a:xfrm>
          <a:prstGeom prst="ellipse">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grpSp>
        <p:nvGrpSpPr>
          <p:cNvPr id="103" name="Groupe 305">
            <a:extLst>
              <a:ext uri="{FF2B5EF4-FFF2-40B4-BE49-F238E27FC236}">
                <a16:creationId xmlns:a16="http://schemas.microsoft.com/office/drawing/2014/main" id="{A51E1B62-C1FB-F14D-C333-C71E7F9E0385}"/>
              </a:ext>
            </a:extLst>
          </p:cNvPr>
          <p:cNvGrpSpPr/>
          <p:nvPr/>
        </p:nvGrpSpPr>
        <p:grpSpPr>
          <a:xfrm>
            <a:off x="5765594" y="5978634"/>
            <a:ext cx="290726" cy="290726"/>
            <a:chOff x="4032251" y="5507038"/>
            <a:chExt cx="315913" cy="420688"/>
          </a:xfrm>
          <a:solidFill>
            <a:schemeClr val="accent4"/>
          </a:solidFill>
        </p:grpSpPr>
        <p:sp>
          <p:nvSpPr>
            <p:cNvPr id="108" name="Freeform 143">
              <a:extLst>
                <a:ext uri="{FF2B5EF4-FFF2-40B4-BE49-F238E27FC236}">
                  <a16:creationId xmlns:a16="http://schemas.microsoft.com/office/drawing/2014/main" id="{5F858849-856D-A81A-BFB1-6BA4FDDEA1F3}"/>
                </a:ext>
              </a:extLst>
            </p:cNvPr>
            <p:cNvSpPr>
              <a:spLocks/>
            </p:cNvSpPr>
            <p:nvPr/>
          </p:nvSpPr>
          <p:spPr bwMode="auto">
            <a:xfrm>
              <a:off x="4032251" y="5688013"/>
              <a:ext cx="315913" cy="239713"/>
            </a:xfrm>
            <a:custGeom>
              <a:avLst/>
              <a:gdLst>
                <a:gd name="T0" fmla="*/ 27 w 84"/>
                <a:gd name="T1" fmla="*/ 4 h 64"/>
                <a:gd name="T2" fmla="*/ 0 w 84"/>
                <a:gd name="T3" fmla="*/ 42 h 64"/>
                <a:gd name="T4" fmla="*/ 0 w 84"/>
                <a:gd name="T5" fmla="*/ 57 h 64"/>
                <a:gd name="T6" fmla="*/ 0 w 84"/>
                <a:gd name="T7" fmla="*/ 59 h 64"/>
                <a:gd name="T8" fmla="*/ 21 w 84"/>
                <a:gd name="T9" fmla="*/ 62 h 64"/>
                <a:gd name="T10" fmla="*/ 56 w 84"/>
                <a:gd name="T11" fmla="*/ 63 h 64"/>
                <a:gd name="T12" fmla="*/ 75 w 84"/>
                <a:gd name="T13" fmla="*/ 57 h 64"/>
                <a:gd name="T14" fmla="*/ 78 w 84"/>
                <a:gd name="T15" fmla="*/ 25 h 64"/>
                <a:gd name="T16" fmla="*/ 55 w 84"/>
                <a:gd name="T17" fmla="*/ 3 h 64"/>
                <a:gd name="T18" fmla="*/ 27 w 84"/>
                <a:gd name="T1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4">
                  <a:moveTo>
                    <a:pt x="27" y="4"/>
                  </a:moveTo>
                  <a:cubicBezTo>
                    <a:pt x="11" y="9"/>
                    <a:pt x="0" y="26"/>
                    <a:pt x="0" y="42"/>
                  </a:cubicBezTo>
                  <a:cubicBezTo>
                    <a:pt x="0" y="57"/>
                    <a:pt x="0" y="57"/>
                    <a:pt x="0" y="57"/>
                  </a:cubicBezTo>
                  <a:cubicBezTo>
                    <a:pt x="0" y="57"/>
                    <a:pt x="0" y="58"/>
                    <a:pt x="0" y="59"/>
                  </a:cubicBezTo>
                  <a:cubicBezTo>
                    <a:pt x="3" y="58"/>
                    <a:pt x="17" y="61"/>
                    <a:pt x="21" y="62"/>
                  </a:cubicBezTo>
                  <a:cubicBezTo>
                    <a:pt x="33" y="64"/>
                    <a:pt x="44" y="64"/>
                    <a:pt x="56" y="63"/>
                  </a:cubicBezTo>
                  <a:cubicBezTo>
                    <a:pt x="63" y="63"/>
                    <a:pt x="69" y="61"/>
                    <a:pt x="75" y="57"/>
                  </a:cubicBezTo>
                  <a:cubicBezTo>
                    <a:pt x="84" y="49"/>
                    <a:pt x="83" y="36"/>
                    <a:pt x="78" y="25"/>
                  </a:cubicBezTo>
                  <a:cubicBezTo>
                    <a:pt x="74" y="15"/>
                    <a:pt x="65" y="7"/>
                    <a:pt x="55" y="3"/>
                  </a:cubicBezTo>
                  <a:cubicBezTo>
                    <a:pt x="55" y="3"/>
                    <a:pt x="35" y="0"/>
                    <a:pt x="2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09" name="Freeform 144">
              <a:extLst>
                <a:ext uri="{FF2B5EF4-FFF2-40B4-BE49-F238E27FC236}">
                  <a16:creationId xmlns:a16="http://schemas.microsoft.com/office/drawing/2014/main" id="{4AD1F63A-EAD2-1F4F-733C-CFBF2264583E}"/>
                </a:ext>
              </a:extLst>
            </p:cNvPr>
            <p:cNvSpPr>
              <a:spLocks/>
            </p:cNvSpPr>
            <p:nvPr/>
          </p:nvSpPr>
          <p:spPr bwMode="auto">
            <a:xfrm>
              <a:off x="4100513" y="5507038"/>
              <a:ext cx="168275" cy="207963"/>
            </a:xfrm>
            <a:custGeom>
              <a:avLst/>
              <a:gdLst>
                <a:gd name="T0" fmla="*/ 45 w 45"/>
                <a:gd name="T1" fmla="*/ 28 h 55"/>
                <a:gd name="T2" fmla="*/ 22 w 45"/>
                <a:gd name="T3" fmla="*/ 55 h 55"/>
                <a:gd name="T4" fmla="*/ 0 w 45"/>
                <a:gd name="T5" fmla="*/ 28 h 55"/>
                <a:gd name="T6" fmla="*/ 22 w 45"/>
                <a:gd name="T7" fmla="*/ 0 h 55"/>
                <a:gd name="T8" fmla="*/ 45 w 45"/>
                <a:gd name="T9" fmla="*/ 28 h 55"/>
              </a:gdLst>
              <a:ahLst/>
              <a:cxnLst>
                <a:cxn ang="0">
                  <a:pos x="T0" y="T1"/>
                </a:cxn>
                <a:cxn ang="0">
                  <a:pos x="T2" y="T3"/>
                </a:cxn>
                <a:cxn ang="0">
                  <a:pos x="T4" y="T5"/>
                </a:cxn>
                <a:cxn ang="0">
                  <a:pos x="T6" y="T7"/>
                </a:cxn>
                <a:cxn ang="0">
                  <a:pos x="T8" y="T9"/>
                </a:cxn>
              </a:cxnLst>
              <a:rect l="0" t="0" r="r" b="b"/>
              <a:pathLst>
                <a:path w="45" h="55">
                  <a:moveTo>
                    <a:pt x="45" y="28"/>
                  </a:moveTo>
                  <a:cubicBezTo>
                    <a:pt x="45" y="43"/>
                    <a:pt x="35" y="55"/>
                    <a:pt x="22" y="55"/>
                  </a:cubicBezTo>
                  <a:cubicBezTo>
                    <a:pt x="11" y="55"/>
                    <a:pt x="0" y="43"/>
                    <a:pt x="0" y="28"/>
                  </a:cubicBezTo>
                  <a:cubicBezTo>
                    <a:pt x="0" y="13"/>
                    <a:pt x="10" y="0"/>
                    <a:pt x="22" y="0"/>
                  </a:cubicBezTo>
                  <a:cubicBezTo>
                    <a:pt x="34" y="0"/>
                    <a:pt x="45" y="13"/>
                    <a:pt x="4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10" name="Freeform 145">
              <a:extLst>
                <a:ext uri="{FF2B5EF4-FFF2-40B4-BE49-F238E27FC236}">
                  <a16:creationId xmlns:a16="http://schemas.microsoft.com/office/drawing/2014/main" id="{D014676A-BA6E-C540-C8C6-FC1202E87FA6}"/>
                </a:ext>
              </a:extLst>
            </p:cNvPr>
            <p:cNvSpPr>
              <a:spLocks/>
            </p:cNvSpPr>
            <p:nvPr/>
          </p:nvSpPr>
          <p:spPr bwMode="auto">
            <a:xfrm>
              <a:off x="4164013" y="5729288"/>
              <a:ext cx="38100" cy="33338"/>
            </a:xfrm>
            <a:custGeom>
              <a:avLst/>
              <a:gdLst>
                <a:gd name="T0" fmla="*/ 10 w 10"/>
                <a:gd name="T1" fmla="*/ 3 h 9"/>
                <a:gd name="T2" fmla="*/ 5 w 10"/>
                <a:gd name="T3" fmla="*/ 9 h 9"/>
                <a:gd name="T4" fmla="*/ 0 w 10"/>
                <a:gd name="T5" fmla="*/ 3 h 9"/>
                <a:gd name="T6" fmla="*/ 5 w 10"/>
                <a:gd name="T7" fmla="*/ 0 h 9"/>
                <a:gd name="T8" fmla="*/ 10 w 10"/>
                <a:gd name="T9" fmla="*/ 3 h 9"/>
              </a:gdLst>
              <a:ahLst/>
              <a:cxnLst>
                <a:cxn ang="0">
                  <a:pos x="T0" y="T1"/>
                </a:cxn>
                <a:cxn ang="0">
                  <a:pos x="T2" y="T3"/>
                </a:cxn>
                <a:cxn ang="0">
                  <a:pos x="T4" y="T5"/>
                </a:cxn>
                <a:cxn ang="0">
                  <a:pos x="T6" y="T7"/>
                </a:cxn>
                <a:cxn ang="0">
                  <a:pos x="T8" y="T9"/>
                </a:cxn>
              </a:cxnLst>
              <a:rect l="0" t="0" r="r" b="b"/>
              <a:pathLst>
                <a:path w="10" h="9">
                  <a:moveTo>
                    <a:pt x="10" y="3"/>
                  </a:moveTo>
                  <a:cubicBezTo>
                    <a:pt x="10" y="6"/>
                    <a:pt x="8" y="9"/>
                    <a:pt x="5" y="9"/>
                  </a:cubicBezTo>
                  <a:cubicBezTo>
                    <a:pt x="3" y="9"/>
                    <a:pt x="0" y="6"/>
                    <a:pt x="0" y="3"/>
                  </a:cubicBezTo>
                  <a:cubicBezTo>
                    <a:pt x="0" y="1"/>
                    <a:pt x="2" y="0"/>
                    <a:pt x="5" y="0"/>
                  </a:cubicBezTo>
                  <a:cubicBezTo>
                    <a:pt x="8" y="0"/>
                    <a:pt x="10" y="1"/>
                    <a:pt x="10" y="3"/>
                  </a:cubicBez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11" name="Freeform 146">
              <a:extLst>
                <a:ext uri="{FF2B5EF4-FFF2-40B4-BE49-F238E27FC236}">
                  <a16:creationId xmlns:a16="http://schemas.microsoft.com/office/drawing/2014/main" id="{553F89F6-4671-A97C-F3ED-A0D8712AE6A4}"/>
                </a:ext>
              </a:extLst>
            </p:cNvPr>
            <p:cNvSpPr>
              <a:spLocks/>
            </p:cNvSpPr>
            <p:nvPr/>
          </p:nvSpPr>
          <p:spPr bwMode="auto">
            <a:xfrm>
              <a:off x="4167188" y="5759451"/>
              <a:ext cx="41275" cy="112713"/>
            </a:xfrm>
            <a:custGeom>
              <a:avLst/>
              <a:gdLst>
                <a:gd name="T0" fmla="*/ 7 w 26"/>
                <a:gd name="T1" fmla="*/ 0 h 71"/>
                <a:gd name="T2" fmla="*/ 0 w 26"/>
                <a:gd name="T3" fmla="*/ 54 h 71"/>
                <a:gd name="T4" fmla="*/ 14 w 26"/>
                <a:gd name="T5" fmla="*/ 71 h 71"/>
                <a:gd name="T6" fmla="*/ 26 w 26"/>
                <a:gd name="T7" fmla="*/ 54 h 71"/>
                <a:gd name="T8" fmla="*/ 14 w 26"/>
                <a:gd name="T9" fmla="*/ 0 h 71"/>
                <a:gd name="T10" fmla="*/ 7 w 26"/>
                <a:gd name="T11" fmla="*/ 0 h 71"/>
              </a:gdLst>
              <a:ahLst/>
              <a:cxnLst>
                <a:cxn ang="0">
                  <a:pos x="T0" y="T1"/>
                </a:cxn>
                <a:cxn ang="0">
                  <a:pos x="T2" y="T3"/>
                </a:cxn>
                <a:cxn ang="0">
                  <a:pos x="T4" y="T5"/>
                </a:cxn>
                <a:cxn ang="0">
                  <a:pos x="T6" y="T7"/>
                </a:cxn>
                <a:cxn ang="0">
                  <a:pos x="T8" y="T9"/>
                </a:cxn>
                <a:cxn ang="0">
                  <a:pos x="T10" y="T11"/>
                </a:cxn>
              </a:cxnLst>
              <a:rect l="0" t="0" r="r" b="b"/>
              <a:pathLst>
                <a:path w="26" h="71">
                  <a:moveTo>
                    <a:pt x="7" y="0"/>
                  </a:moveTo>
                  <a:lnTo>
                    <a:pt x="0" y="54"/>
                  </a:lnTo>
                  <a:lnTo>
                    <a:pt x="14" y="71"/>
                  </a:lnTo>
                  <a:lnTo>
                    <a:pt x="26" y="54"/>
                  </a:lnTo>
                  <a:lnTo>
                    <a:pt x="14" y="0"/>
                  </a:lnTo>
                  <a:lnTo>
                    <a:pt x="7" y="0"/>
                  </a:ln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104" name="Graphic 103" descr="Ui Ux with solid fill">
            <a:extLst>
              <a:ext uri="{FF2B5EF4-FFF2-40B4-BE49-F238E27FC236}">
                <a16:creationId xmlns:a16="http://schemas.microsoft.com/office/drawing/2014/main" id="{A7309E4D-BEC5-1950-330D-101E35240CCD}"/>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87803" y="5978526"/>
            <a:ext cx="292088" cy="290944"/>
          </a:xfrm>
          <a:prstGeom prst="rect">
            <a:avLst/>
          </a:prstGeom>
        </p:spPr>
      </p:pic>
      <p:pic>
        <p:nvPicPr>
          <p:cNvPr id="105" name="Graphic 104" descr="Blueprint with solid fill">
            <a:extLst>
              <a:ext uri="{FF2B5EF4-FFF2-40B4-BE49-F238E27FC236}">
                <a16:creationId xmlns:a16="http://schemas.microsoft.com/office/drawing/2014/main" id="{6C9F2A0B-BAE4-3E38-A55B-1E0FA4F36FFF}"/>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26984" y="5978526"/>
            <a:ext cx="290838" cy="290944"/>
          </a:xfrm>
          <a:prstGeom prst="rect">
            <a:avLst/>
          </a:prstGeom>
        </p:spPr>
      </p:pic>
      <p:sp>
        <p:nvSpPr>
          <p:cNvPr id="114" name="Oval 113">
            <a:extLst>
              <a:ext uri="{FF2B5EF4-FFF2-40B4-BE49-F238E27FC236}">
                <a16:creationId xmlns:a16="http://schemas.microsoft.com/office/drawing/2014/main" id="{F74B811C-2D3E-ED01-D6D2-101E437EADBD}"/>
              </a:ext>
            </a:extLst>
          </p:cNvPr>
          <p:cNvSpPr/>
          <p:nvPr/>
        </p:nvSpPr>
        <p:spPr>
          <a:xfrm>
            <a:off x="2709080" y="5854700"/>
            <a:ext cx="538596" cy="538594"/>
          </a:xfrm>
          <a:prstGeom prst="ellipse">
            <a:avLst/>
          </a:prstGeom>
          <a:solidFill>
            <a:srgbClr val="3DE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15" name="Oval 114">
            <a:extLst>
              <a:ext uri="{FF2B5EF4-FFF2-40B4-BE49-F238E27FC236}">
                <a16:creationId xmlns:a16="http://schemas.microsoft.com/office/drawing/2014/main" id="{2AE4C1F4-919E-BFF2-0E40-54AB264F3A84}"/>
              </a:ext>
            </a:extLst>
          </p:cNvPr>
          <p:cNvSpPr/>
          <p:nvPr/>
        </p:nvSpPr>
        <p:spPr>
          <a:xfrm>
            <a:off x="3370525" y="5854700"/>
            <a:ext cx="538596" cy="538594"/>
          </a:xfrm>
          <a:prstGeom prst="ellipse">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16" name="Oval 115">
            <a:extLst>
              <a:ext uri="{FF2B5EF4-FFF2-40B4-BE49-F238E27FC236}">
                <a16:creationId xmlns:a16="http://schemas.microsoft.com/office/drawing/2014/main" id="{34B3029D-DF44-ADBD-87B1-4F9A4DBA8DCC}"/>
              </a:ext>
            </a:extLst>
          </p:cNvPr>
          <p:cNvSpPr/>
          <p:nvPr/>
        </p:nvSpPr>
        <p:spPr>
          <a:xfrm>
            <a:off x="4031970" y="5854700"/>
            <a:ext cx="538596" cy="538594"/>
          </a:xfrm>
          <a:prstGeom prst="ellipse">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17" name="Oval 116">
            <a:extLst>
              <a:ext uri="{FF2B5EF4-FFF2-40B4-BE49-F238E27FC236}">
                <a16:creationId xmlns:a16="http://schemas.microsoft.com/office/drawing/2014/main" id="{1E781B95-CB00-1AFC-9A8C-74845641ED19}"/>
              </a:ext>
            </a:extLst>
          </p:cNvPr>
          <p:cNvSpPr/>
          <p:nvPr/>
        </p:nvSpPr>
        <p:spPr>
          <a:xfrm>
            <a:off x="2050709" y="5854700"/>
            <a:ext cx="538596" cy="538594"/>
          </a:xfrm>
          <a:prstGeom prst="ellipse">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grpSp>
        <p:nvGrpSpPr>
          <p:cNvPr id="118" name="Groupe 305">
            <a:extLst>
              <a:ext uri="{FF2B5EF4-FFF2-40B4-BE49-F238E27FC236}">
                <a16:creationId xmlns:a16="http://schemas.microsoft.com/office/drawing/2014/main" id="{FB1BCF8F-4A3F-AC6B-ED7E-0023AE2A7BFF}"/>
              </a:ext>
            </a:extLst>
          </p:cNvPr>
          <p:cNvGrpSpPr/>
          <p:nvPr/>
        </p:nvGrpSpPr>
        <p:grpSpPr>
          <a:xfrm>
            <a:off x="2171570" y="5978634"/>
            <a:ext cx="290726" cy="290726"/>
            <a:chOff x="4032251" y="5507038"/>
            <a:chExt cx="315913" cy="420688"/>
          </a:xfrm>
          <a:solidFill>
            <a:schemeClr val="accent4"/>
          </a:solidFill>
        </p:grpSpPr>
        <p:sp>
          <p:nvSpPr>
            <p:cNvPr id="123" name="Freeform 143">
              <a:extLst>
                <a:ext uri="{FF2B5EF4-FFF2-40B4-BE49-F238E27FC236}">
                  <a16:creationId xmlns:a16="http://schemas.microsoft.com/office/drawing/2014/main" id="{D0DFC1FE-2EF4-0B75-D88C-9530CA6DDEC6}"/>
                </a:ext>
              </a:extLst>
            </p:cNvPr>
            <p:cNvSpPr>
              <a:spLocks/>
            </p:cNvSpPr>
            <p:nvPr/>
          </p:nvSpPr>
          <p:spPr bwMode="auto">
            <a:xfrm>
              <a:off x="4032251" y="5688013"/>
              <a:ext cx="315913" cy="239713"/>
            </a:xfrm>
            <a:custGeom>
              <a:avLst/>
              <a:gdLst>
                <a:gd name="T0" fmla="*/ 27 w 84"/>
                <a:gd name="T1" fmla="*/ 4 h 64"/>
                <a:gd name="T2" fmla="*/ 0 w 84"/>
                <a:gd name="T3" fmla="*/ 42 h 64"/>
                <a:gd name="T4" fmla="*/ 0 w 84"/>
                <a:gd name="T5" fmla="*/ 57 h 64"/>
                <a:gd name="T6" fmla="*/ 0 w 84"/>
                <a:gd name="T7" fmla="*/ 59 h 64"/>
                <a:gd name="T8" fmla="*/ 21 w 84"/>
                <a:gd name="T9" fmla="*/ 62 h 64"/>
                <a:gd name="T10" fmla="*/ 56 w 84"/>
                <a:gd name="T11" fmla="*/ 63 h 64"/>
                <a:gd name="T12" fmla="*/ 75 w 84"/>
                <a:gd name="T13" fmla="*/ 57 h 64"/>
                <a:gd name="T14" fmla="*/ 78 w 84"/>
                <a:gd name="T15" fmla="*/ 25 h 64"/>
                <a:gd name="T16" fmla="*/ 55 w 84"/>
                <a:gd name="T17" fmla="*/ 3 h 64"/>
                <a:gd name="T18" fmla="*/ 27 w 84"/>
                <a:gd name="T1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4">
                  <a:moveTo>
                    <a:pt x="27" y="4"/>
                  </a:moveTo>
                  <a:cubicBezTo>
                    <a:pt x="11" y="9"/>
                    <a:pt x="0" y="26"/>
                    <a:pt x="0" y="42"/>
                  </a:cubicBezTo>
                  <a:cubicBezTo>
                    <a:pt x="0" y="57"/>
                    <a:pt x="0" y="57"/>
                    <a:pt x="0" y="57"/>
                  </a:cubicBezTo>
                  <a:cubicBezTo>
                    <a:pt x="0" y="57"/>
                    <a:pt x="0" y="58"/>
                    <a:pt x="0" y="59"/>
                  </a:cubicBezTo>
                  <a:cubicBezTo>
                    <a:pt x="3" y="58"/>
                    <a:pt x="17" y="61"/>
                    <a:pt x="21" y="62"/>
                  </a:cubicBezTo>
                  <a:cubicBezTo>
                    <a:pt x="33" y="64"/>
                    <a:pt x="44" y="64"/>
                    <a:pt x="56" y="63"/>
                  </a:cubicBezTo>
                  <a:cubicBezTo>
                    <a:pt x="63" y="63"/>
                    <a:pt x="69" y="61"/>
                    <a:pt x="75" y="57"/>
                  </a:cubicBezTo>
                  <a:cubicBezTo>
                    <a:pt x="84" y="49"/>
                    <a:pt x="83" y="36"/>
                    <a:pt x="78" y="25"/>
                  </a:cubicBezTo>
                  <a:cubicBezTo>
                    <a:pt x="74" y="15"/>
                    <a:pt x="65" y="7"/>
                    <a:pt x="55" y="3"/>
                  </a:cubicBezTo>
                  <a:cubicBezTo>
                    <a:pt x="55" y="3"/>
                    <a:pt x="35" y="0"/>
                    <a:pt x="2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24" name="Freeform 144">
              <a:extLst>
                <a:ext uri="{FF2B5EF4-FFF2-40B4-BE49-F238E27FC236}">
                  <a16:creationId xmlns:a16="http://schemas.microsoft.com/office/drawing/2014/main" id="{D300C61D-C09C-603B-2302-7092AA511350}"/>
                </a:ext>
              </a:extLst>
            </p:cNvPr>
            <p:cNvSpPr>
              <a:spLocks/>
            </p:cNvSpPr>
            <p:nvPr/>
          </p:nvSpPr>
          <p:spPr bwMode="auto">
            <a:xfrm>
              <a:off x="4100513" y="5507038"/>
              <a:ext cx="168275" cy="207963"/>
            </a:xfrm>
            <a:custGeom>
              <a:avLst/>
              <a:gdLst>
                <a:gd name="T0" fmla="*/ 45 w 45"/>
                <a:gd name="T1" fmla="*/ 28 h 55"/>
                <a:gd name="T2" fmla="*/ 22 w 45"/>
                <a:gd name="T3" fmla="*/ 55 h 55"/>
                <a:gd name="T4" fmla="*/ 0 w 45"/>
                <a:gd name="T5" fmla="*/ 28 h 55"/>
                <a:gd name="T6" fmla="*/ 22 w 45"/>
                <a:gd name="T7" fmla="*/ 0 h 55"/>
                <a:gd name="T8" fmla="*/ 45 w 45"/>
                <a:gd name="T9" fmla="*/ 28 h 55"/>
              </a:gdLst>
              <a:ahLst/>
              <a:cxnLst>
                <a:cxn ang="0">
                  <a:pos x="T0" y="T1"/>
                </a:cxn>
                <a:cxn ang="0">
                  <a:pos x="T2" y="T3"/>
                </a:cxn>
                <a:cxn ang="0">
                  <a:pos x="T4" y="T5"/>
                </a:cxn>
                <a:cxn ang="0">
                  <a:pos x="T6" y="T7"/>
                </a:cxn>
                <a:cxn ang="0">
                  <a:pos x="T8" y="T9"/>
                </a:cxn>
              </a:cxnLst>
              <a:rect l="0" t="0" r="r" b="b"/>
              <a:pathLst>
                <a:path w="45" h="55">
                  <a:moveTo>
                    <a:pt x="45" y="28"/>
                  </a:moveTo>
                  <a:cubicBezTo>
                    <a:pt x="45" y="43"/>
                    <a:pt x="35" y="55"/>
                    <a:pt x="22" y="55"/>
                  </a:cubicBezTo>
                  <a:cubicBezTo>
                    <a:pt x="11" y="55"/>
                    <a:pt x="0" y="43"/>
                    <a:pt x="0" y="28"/>
                  </a:cubicBezTo>
                  <a:cubicBezTo>
                    <a:pt x="0" y="13"/>
                    <a:pt x="10" y="0"/>
                    <a:pt x="22" y="0"/>
                  </a:cubicBezTo>
                  <a:cubicBezTo>
                    <a:pt x="34" y="0"/>
                    <a:pt x="45" y="13"/>
                    <a:pt x="4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25" name="Freeform 145">
              <a:extLst>
                <a:ext uri="{FF2B5EF4-FFF2-40B4-BE49-F238E27FC236}">
                  <a16:creationId xmlns:a16="http://schemas.microsoft.com/office/drawing/2014/main" id="{703B0BA3-804A-0323-3988-A39B93A430A7}"/>
                </a:ext>
              </a:extLst>
            </p:cNvPr>
            <p:cNvSpPr>
              <a:spLocks/>
            </p:cNvSpPr>
            <p:nvPr/>
          </p:nvSpPr>
          <p:spPr bwMode="auto">
            <a:xfrm>
              <a:off x="4164013" y="5729288"/>
              <a:ext cx="38100" cy="33338"/>
            </a:xfrm>
            <a:custGeom>
              <a:avLst/>
              <a:gdLst>
                <a:gd name="T0" fmla="*/ 10 w 10"/>
                <a:gd name="T1" fmla="*/ 3 h 9"/>
                <a:gd name="T2" fmla="*/ 5 w 10"/>
                <a:gd name="T3" fmla="*/ 9 h 9"/>
                <a:gd name="T4" fmla="*/ 0 w 10"/>
                <a:gd name="T5" fmla="*/ 3 h 9"/>
                <a:gd name="T6" fmla="*/ 5 w 10"/>
                <a:gd name="T7" fmla="*/ 0 h 9"/>
                <a:gd name="T8" fmla="*/ 10 w 10"/>
                <a:gd name="T9" fmla="*/ 3 h 9"/>
              </a:gdLst>
              <a:ahLst/>
              <a:cxnLst>
                <a:cxn ang="0">
                  <a:pos x="T0" y="T1"/>
                </a:cxn>
                <a:cxn ang="0">
                  <a:pos x="T2" y="T3"/>
                </a:cxn>
                <a:cxn ang="0">
                  <a:pos x="T4" y="T5"/>
                </a:cxn>
                <a:cxn ang="0">
                  <a:pos x="T6" y="T7"/>
                </a:cxn>
                <a:cxn ang="0">
                  <a:pos x="T8" y="T9"/>
                </a:cxn>
              </a:cxnLst>
              <a:rect l="0" t="0" r="r" b="b"/>
              <a:pathLst>
                <a:path w="10" h="9">
                  <a:moveTo>
                    <a:pt x="10" y="3"/>
                  </a:moveTo>
                  <a:cubicBezTo>
                    <a:pt x="10" y="6"/>
                    <a:pt x="8" y="9"/>
                    <a:pt x="5" y="9"/>
                  </a:cubicBezTo>
                  <a:cubicBezTo>
                    <a:pt x="3" y="9"/>
                    <a:pt x="0" y="6"/>
                    <a:pt x="0" y="3"/>
                  </a:cubicBezTo>
                  <a:cubicBezTo>
                    <a:pt x="0" y="1"/>
                    <a:pt x="2" y="0"/>
                    <a:pt x="5" y="0"/>
                  </a:cubicBezTo>
                  <a:cubicBezTo>
                    <a:pt x="8" y="0"/>
                    <a:pt x="10" y="1"/>
                    <a:pt x="10" y="3"/>
                  </a:cubicBez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26" name="Freeform 146">
              <a:extLst>
                <a:ext uri="{FF2B5EF4-FFF2-40B4-BE49-F238E27FC236}">
                  <a16:creationId xmlns:a16="http://schemas.microsoft.com/office/drawing/2014/main" id="{DB26D6DC-E599-8F24-B49B-4C630667BC9A}"/>
                </a:ext>
              </a:extLst>
            </p:cNvPr>
            <p:cNvSpPr>
              <a:spLocks/>
            </p:cNvSpPr>
            <p:nvPr/>
          </p:nvSpPr>
          <p:spPr bwMode="auto">
            <a:xfrm>
              <a:off x="4167188" y="5759451"/>
              <a:ext cx="41275" cy="112713"/>
            </a:xfrm>
            <a:custGeom>
              <a:avLst/>
              <a:gdLst>
                <a:gd name="T0" fmla="*/ 7 w 26"/>
                <a:gd name="T1" fmla="*/ 0 h 71"/>
                <a:gd name="T2" fmla="*/ 0 w 26"/>
                <a:gd name="T3" fmla="*/ 54 h 71"/>
                <a:gd name="T4" fmla="*/ 14 w 26"/>
                <a:gd name="T5" fmla="*/ 71 h 71"/>
                <a:gd name="T6" fmla="*/ 26 w 26"/>
                <a:gd name="T7" fmla="*/ 54 h 71"/>
                <a:gd name="T8" fmla="*/ 14 w 26"/>
                <a:gd name="T9" fmla="*/ 0 h 71"/>
                <a:gd name="T10" fmla="*/ 7 w 26"/>
                <a:gd name="T11" fmla="*/ 0 h 71"/>
              </a:gdLst>
              <a:ahLst/>
              <a:cxnLst>
                <a:cxn ang="0">
                  <a:pos x="T0" y="T1"/>
                </a:cxn>
                <a:cxn ang="0">
                  <a:pos x="T2" y="T3"/>
                </a:cxn>
                <a:cxn ang="0">
                  <a:pos x="T4" y="T5"/>
                </a:cxn>
                <a:cxn ang="0">
                  <a:pos x="T6" y="T7"/>
                </a:cxn>
                <a:cxn ang="0">
                  <a:pos x="T8" y="T9"/>
                </a:cxn>
                <a:cxn ang="0">
                  <a:pos x="T10" y="T11"/>
                </a:cxn>
              </a:cxnLst>
              <a:rect l="0" t="0" r="r" b="b"/>
              <a:pathLst>
                <a:path w="26" h="71">
                  <a:moveTo>
                    <a:pt x="7" y="0"/>
                  </a:moveTo>
                  <a:lnTo>
                    <a:pt x="0" y="54"/>
                  </a:lnTo>
                  <a:lnTo>
                    <a:pt x="14" y="71"/>
                  </a:lnTo>
                  <a:lnTo>
                    <a:pt x="26" y="54"/>
                  </a:lnTo>
                  <a:lnTo>
                    <a:pt x="14" y="0"/>
                  </a:lnTo>
                  <a:lnTo>
                    <a:pt x="7" y="0"/>
                  </a:ln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119" name="Graphic 118" descr="Ui Ux with solid fill">
            <a:extLst>
              <a:ext uri="{FF2B5EF4-FFF2-40B4-BE49-F238E27FC236}">
                <a16:creationId xmlns:a16="http://schemas.microsoft.com/office/drawing/2014/main" id="{049CFFAF-049B-409E-A2E0-F4344598AA33}"/>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493779" y="5978526"/>
            <a:ext cx="292088" cy="290944"/>
          </a:xfrm>
          <a:prstGeom prst="rect">
            <a:avLst/>
          </a:prstGeom>
        </p:spPr>
      </p:pic>
      <p:pic>
        <p:nvPicPr>
          <p:cNvPr id="120" name="Graphic 119" descr="Blueprint with solid fill">
            <a:extLst>
              <a:ext uri="{FF2B5EF4-FFF2-40B4-BE49-F238E27FC236}">
                <a16:creationId xmlns:a16="http://schemas.microsoft.com/office/drawing/2014/main" id="{90A27202-3EB3-4048-E342-491A662E6BFF}"/>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32960" y="5978526"/>
            <a:ext cx="290838" cy="290944"/>
          </a:xfrm>
          <a:prstGeom prst="rect">
            <a:avLst/>
          </a:prstGeom>
        </p:spPr>
      </p:pic>
      <p:pic>
        <p:nvPicPr>
          <p:cNvPr id="121" name="Graphic 120" descr="Graduation cap with solid fill">
            <a:extLst>
              <a:ext uri="{FF2B5EF4-FFF2-40B4-BE49-F238E27FC236}">
                <a16:creationId xmlns:a16="http://schemas.microsoft.com/office/drawing/2014/main" id="{1ED64AC6-5EAA-6E8C-65F3-0C3F18A56A51}"/>
              </a:ext>
            </a:extLst>
          </p:cNvPr>
          <p:cNvPicPr>
            <a:picLocks/>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155905" y="5978634"/>
            <a:ext cx="290726" cy="290726"/>
          </a:xfrm>
          <a:prstGeom prst="rect">
            <a:avLst/>
          </a:prstGeom>
        </p:spPr>
      </p:pic>
      <p:sp>
        <p:nvSpPr>
          <p:cNvPr id="130" name="Rectangle: Rounded Corners 129">
            <a:extLst>
              <a:ext uri="{FF2B5EF4-FFF2-40B4-BE49-F238E27FC236}">
                <a16:creationId xmlns:a16="http://schemas.microsoft.com/office/drawing/2014/main" id="{CF25004E-FF1B-C5E1-688D-6FBF8D11C45B}"/>
              </a:ext>
            </a:extLst>
          </p:cNvPr>
          <p:cNvSpPr/>
          <p:nvPr/>
        </p:nvSpPr>
        <p:spPr>
          <a:xfrm>
            <a:off x="2615668" y="6577415"/>
            <a:ext cx="123562" cy="123111"/>
          </a:xfrm>
          <a:prstGeom prst="roundRect">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7" name="Rectangle: Rounded Corners 126">
            <a:extLst>
              <a:ext uri="{FF2B5EF4-FFF2-40B4-BE49-F238E27FC236}">
                <a16:creationId xmlns:a16="http://schemas.microsoft.com/office/drawing/2014/main" id="{8818256A-0FF3-4C5B-E65C-99D8B7F710CC}"/>
              </a:ext>
            </a:extLst>
          </p:cNvPr>
          <p:cNvSpPr/>
          <p:nvPr/>
        </p:nvSpPr>
        <p:spPr>
          <a:xfrm>
            <a:off x="3619030" y="6577415"/>
            <a:ext cx="123562" cy="123111"/>
          </a:xfrm>
          <a:prstGeom prst="roundRect">
            <a:avLst/>
          </a:prstGeom>
          <a:solidFill>
            <a:srgbClr val="3DE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8" name="Rectangle: Rounded Corners 127">
            <a:extLst>
              <a:ext uri="{FF2B5EF4-FFF2-40B4-BE49-F238E27FC236}">
                <a16:creationId xmlns:a16="http://schemas.microsoft.com/office/drawing/2014/main" id="{FBFA8870-11FC-98B6-A671-DED11FCFAE2D}"/>
              </a:ext>
            </a:extLst>
          </p:cNvPr>
          <p:cNvSpPr/>
          <p:nvPr/>
        </p:nvSpPr>
        <p:spPr>
          <a:xfrm>
            <a:off x="5074449" y="6577415"/>
            <a:ext cx="123562" cy="123111"/>
          </a:xfrm>
          <a:prstGeom prst="roundRect">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9" name="Rectangle: Rounded Corners 128">
            <a:extLst>
              <a:ext uri="{FF2B5EF4-FFF2-40B4-BE49-F238E27FC236}">
                <a16:creationId xmlns:a16="http://schemas.microsoft.com/office/drawing/2014/main" id="{59C49184-9C2D-E71B-130A-44D040A91FA4}"/>
              </a:ext>
            </a:extLst>
          </p:cNvPr>
          <p:cNvSpPr/>
          <p:nvPr/>
        </p:nvSpPr>
        <p:spPr>
          <a:xfrm>
            <a:off x="6242198" y="6577415"/>
            <a:ext cx="123562" cy="123111"/>
          </a:xfrm>
          <a:prstGeom prst="roundRect">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cxnSp>
        <p:nvCxnSpPr>
          <p:cNvPr id="143" name="Straight Arrow Connector 142">
            <a:extLst>
              <a:ext uri="{FF2B5EF4-FFF2-40B4-BE49-F238E27FC236}">
                <a16:creationId xmlns:a16="http://schemas.microsoft.com/office/drawing/2014/main" id="{FEAB60D2-F079-27D8-37E4-350FC94E80DB}"/>
              </a:ext>
            </a:extLst>
          </p:cNvPr>
          <p:cNvCxnSpPr>
            <a:cxnSpLocks/>
          </p:cNvCxnSpPr>
          <p:nvPr/>
        </p:nvCxnSpPr>
        <p:spPr>
          <a:xfrm>
            <a:off x="0" y="2607783"/>
            <a:ext cx="11954644"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40" descr="Abstract background of connected blue lines">
            <a:extLst>
              <a:ext uri="{FF2B5EF4-FFF2-40B4-BE49-F238E27FC236}">
                <a16:creationId xmlns:a16="http://schemas.microsoft.com/office/drawing/2014/main" id="{B27CADC6-FF1F-9446-C0C5-323A50F5C257}"/>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2656199" y="2186545"/>
            <a:ext cx="842477" cy="842477"/>
          </a:xfrm>
          <a:prstGeom prst="flowChartConnector">
            <a:avLst/>
          </a:prstGeom>
          <a:ln>
            <a:noFill/>
          </a:ln>
        </p:spPr>
      </p:pic>
      <p:pic>
        <p:nvPicPr>
          <p:cNvPr id="42" name="Picture 41" descr="Stock numbers on a digital display">
            <a:extLst>
              <a:ext uri="{FF2B5EF4-FFF2-40B4-BE49-F238E27FC236}">
                <a16:creationId xmlns:a16="http://schemas.microsoft.com/office/drawing/2014/main" id="{AC78FCD8-2459-97BB-499F-14E02CCDAF8A}"/>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9844246" y="2186545"/>
            <a:ext cx="842477" cy="842477"/>
          </a:xfrm>
          <a:prstGeom prst="flowChartConnector">
            <a:avLst/>
          </a:prstGeom>
          <a:ln>
            <a:noFill/>
          </a:ln>
        </p:spPr>
      </p:pic>
      <p:pic>
        <p:nvPicPr>
          <p:cNvPr id="43" name="Picture 42" descr="People discussing">
            <a:extLst>
              <a:ext uri="{FF2B5EF4-FFF2-40B4-BE49-F238E27FC236}">
                <a16:creationId xmlns:a16="http://schemas.microsoft.com/office/drawing/2014/main" id="{1AB99450-1DA5-1F87-3F10-D813AA21D7B7}"/>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6250223" y="2186545"/>
            <a:ext cx="842477" cy="842477"/>
          </a:xfrm>
          <a:prstGeom prst="flowChartConnector">
            <a:avLst/>
          </a:prstGeom>
          <a:ln>
            <a:noFill/>
          </a:ln>
        </p:spPr>
      </p:pic>
      <p:cxnSp>
        <p:nvCxnSpPr>
          <p:cNvPr id="151" name="Straight Connector 150">
            <a:extLst>
              <a:ext uri="{FF2B5EF4-FFF2-40B4-BE49-F238E27FC236}">
                <a16:creationId xmlns:a16="http://schemas.microsoft.com/office/drawing/2014/main" id="{12BF45C7-5FDC-382C-4F2C-F6BD09D731F8}"/>
              </a:ext>
            </a:extLst>
          </p:cNvPr>
          <p:cNvCxnSpPr>
            <a:cxnSpLocks/>
          </p:cNvCxnSpPr>
          <p:nvPr/>
        </p:nvCxnSpPr>
        <p:spPr>
          <a:xfrm>
            <a:off x="11529385" y="263491"/>
            <a:ext cx="0" cy="3468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6" name="Groupe 1">
            <a:extLst>
              <a:ext uri="{FF2B5EF4-FFF2-40B4-BE49-F238E27FC236}">
                <a16:creationId xmlns:a16="http://schemas.microsoft.com/office/drawing/2014/main" id="{4A5E596C-D601-9DC0-6070-1C2667592C98}"/>
              </a:ext>
            </a:extLst>
          </p:cNvPr>
          <p:cNvGrpSpPr/>
          <p:nvPr/>
        </p:nvGrpSpPr>
        <p:grpSpPr>
          <a:xfrm>
            <a:off x="11626808" y="266700"/>
            <a:ext cx="327836" cy="304036"/>
            <a:chOff x="11501102" y="171573"/>
            <a:chExt cx="419436" cy="388988"/>
          </a:xfrm>
        </p:grpSpPr>
        <p:sp>
          <p:nvSpPr>
            <p:cNvPr id="157" name="Freeform 13">
              <a:extLst>
                <a:ext uri="{FF2B5EF4-FFF2-40B4-BE49-F238E27FC236}">
                  <a16:creationId xmlns:a16="http://schemas.microsoft.com/office/drawing/2014/main" id="{D48C58BA-CC77-F805-E029-B041B5A154A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58" name="Freeform 14">
              <a:extLst>
                <a:ext uri="{FF2B5EF4-FFF2-40B4-BE49-F238E27FC236}">
                  <a16:creationId xmlns:a16="http://schemas.microsoft.com/office/drawing/2014/main" id="{C98031A8-25CB-C396-69D5-E64048EC312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pic>
        <p:nvPicPr>
          <p:cNvPr id="165" name="Picture 164">
            <a:extLst>
              <a:ext uri="{FF2B5EF4-FFF2-40B4-BE49-F238E27FC236}">
                <a16:creationId xmlns:a16="http://schemas.microsoft.com/office/drawing/2014/main" id="{3CFF1FC9-271C-08DE-222A-42565CF3A131}"/>
              </a:ext>
              <a:ext uri="{C183D7F6-B498-43B3-948B-1728B52AA6E4}">
                <adec:decorative xmlns:adec="http://schemas.microsoft.com/office/drawing/2017/decorative" val="1"/>
              </a:ext>
            </a:extLst>
          </p:cNvPr>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a:xfrm rot="1508482">
            <a:off x="4016803" y="-1133449"/>
            <a:ext cx="6906674" cy="4885256"/>
          </a:xfrm>
          <a:custGeom>
            <a:avLst/>
            <a:gdLst>
              <a:gd name="connsiteX0" fmla="*/ 4026155 w 6906674"/>
              <a:gd name="connsiteY0" fmla="*/ 2981615 h 4885256"/>
              <a:gd name="connsiteX1" fmla="*/ 3933945 w 6906674"/>
              <a:gd name="connsiteY1" fmla="*/ 3034242 h 4885256"/>
              <a:gd name="connsiteX2" fmla="*/ 4163550 w 6906674"/>
              <a:gd name="connsiteY2" fmla="*/ 3244478 h 4885256"/>
              <a:gd name="connsiteX3" fmla="*/ 4342256 w 6906674"/>
              <a:gd name="connsiteY3" fmla="*/ 3216725 h 4885256"/>
              <a:gd name="connsiteX4" fmla="*/ 4554836 w 6906674"/>
              <a:gd name="connsiteY4" fmla="*/ 3007064 h 4885256"/>
              <a:gd name="connsiteX5" fmla="*/ 4208886 w 6906674"/>
              <a:gd name="connsiteY5" fmla="*/ 2982368 h 4885256"/>
              <a:gd name="connsiteX6" fmla="*/ 0 w 6906674"/>
              <a:gd name="connsiteY6" fmla="*/ 0 h 4885256"/>
              <a:gd name="connsiteX7" fmla="*/ 6906674 w 6906674"/>
              <a:gd name="connsiteY7" fmla="*/ 0 h 4885256"/>
              <a:gd name="connsiteX8" fmla="*/ 6906674 w 6906674"/>
              <a:gd name="connsiteY8" fmla="*/ 4885256 h 4885256"/>
              <a:gd name="connsiteX9" fmla="*/ 0 w 6906674"/>
              <a:gd name="connsiteY9" fmla="*/ 4885256 h 488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06674" h="4885256">
                <a:moveTo>
                  <a:pt x="4026155" y="2981615"/>
                </a:moveTo>
                <a:lnTo>
                  <a:pt x="3933945" y="3034242"/>
                </a:lnTo>
                <a:lnTo>
                  <a:pt x="4163550" y="3244478"/>
                </a:lnTo>
                <a:lnTo>
                  <a:pt x="4342256" y="3216725"/>
                </a:lnTo>
                <a:lnTo>
                  <a:pt x="4554836" y="3007064"/>
                </a:lnTo>
                <a:lnTo>
                  <a:pt x="4208886" y="2982368"/>
                </a:lnTo>
                <a:close/>
                <a:moveTo>
                  <a:pt x="0" y="0"/>
                </a:moveTo>
                <a:lnTo>
                  <a:pt x="6906674" y="0"/>
                </a:lnTo>
                <a:lnTo>
                  <a:pt x="6906674" y="4885256"/>
                </a:lnTo>
                <a:lnTo>
                  <a:pt x="0" y="4885256"/>
                </a:lnTo>
                <a:close/>
              </a:path>
            </a:pathLst>
          </a:custGeom>
        </p:spPr>
      </p:pic>
      <p:sp>
        <p:nvSpPr>
          <p:cNvPr id="5" name="Title 4">
            <a:extLst>
              <a:ext uri="{FF2B5EF4-FFF2-40B4-BE49-F238E27FC236}">
                <a16:creationId xmlns:a16="http://schemas.microsoft.com/office/drawing/2014/main" id="{21225C98-4466-5278-3594-2446AC650E19}"/>
              </a:ext>
            </a:extLst>
          </p:cNvPr>
          <p:cNvSpPr>
            <a:spLocks noGrp="1"/>
          </p:cNvSpPr>
          <p:nvPr>
            <p:ph type="title"/>
          </p:nvPr>
        </p:nvSpPr>
        <p:spPr>
          <a:xfrm>
            <a:off x="404813" y="251977"/>
            <a:ext cx="6313009" cy="716711"/>
          </a:xfrm>
        </p:spPr>
        <p:txBody>
          <a:bodyPr wrap="none"/>
          <a:lstStyle/>
          <a:p>
            <a:r>
              <a:rPr lang="en-IN" dirty="0"/>
              <a:t>PHASE 1: LEARNING MODULE DEVELOPMENT</a:t>
            </a:r>
          </a:p>
        </p:txBody>
      </p:sp>
      <p:sp>
        <p:nvSpPr>
          <p:cNvPr id="7" name="TextBox 6">
            <a:extLst>
              <a:ext uri="{FF2B5EF4-FFF2-40B4-BE49-F238E27FC236}">
                <a16:creationId xmlns:a16="http://schemas.microsoft.com/office/drawing/2014/main" id="{F661ECA4-1737-DEAE-379E-C78FD8ECDEAB}"/>
              </a:ext>
            </a:extLst>
          </p:cNvPr>
          <p:cNvSpPr txBox="1"/>
          <p:nvPr/>
        </p:nvSpPr>
        <p:spPr>
          <a:xfrm>
            <a:off x="259393" y="1011025"/>
            <a:ext cx="6313009" cy="430887"/>
          </a:xfrm>
          <a:prstGeom prst="rect">
            <a:avLst/>
          </a:prstGeom>
          <a:noFill/>
        </p:spPr>
        <p:txBody>
          <a:bodyPr wrap="square" lIns="0" tIns="0" rIns="0" bIns="0">
            <a:spAutoFit/>
          </a:bodyPr>
          <a:lstStyle/>
          <a:p>
            <a:pPr marL="171450" lvl="2">
              <a:defRPr/>
            </a:pPr>
            <a:r>
              <a:rPr lang="en-GB" sz="1400" dirty="0">
                <a:solidFill>
                  <a:schemeClr val="lt1"/>
                </a:solidFill>
              </a:rPr>
              <a:t>Our sustainability upskilling approach focuses on creating Learning Modules in consultation with Indus Towers for master trainers</a:t>
            </a:r>
            <a:endParaRPr lang="en-GB" sz="1400" dirty="0">
              <a:solidFill>
                <a:schemeClr val="accent6"/>
              </a:solidFill>
            </a:endParaRPr>
          </a:p>
        </p:txBody>
      </p:sp>
      <p:sp>
        <p:nvSpPr>
          <p:cNvPr id="2" name="TextBox 1">
            <a:extLst>
              <a:ext uri="{FF2B5EF4-FFF2-40B4-BE49-F238E27FC236}">
                <a16:creationId xmlns:a16="http://schemas.microsoft.com/office/drawing/2014/main" id="{E28A94AA-1442-25A6-4A9B-6A8B190B5142}"/>
              </a:ext>
            </a:extLst>
          </p:cNvPr>
          <p:cNvSpPr txBox="1"/>
          <p:nvPr/>
        </p:nvSpPr>
        <p:spPr>
          <a:xfrm>
            <a:off x="2784298" y="6554913"/>
            <a:ext cx="866809"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Program lead</a:t>
            </a:r>
          </a:p>
        </p:txBody>
      </p:sp>
      <p:sp>
        <p:nvSpPr>
          <p:cNvPr id="63" name="TextBox 62">
            <a:extLst>
              <a:ext uri="{FF2B5EF4-FFF2-40B4-BE49-F238E27FC236}">
                <a16:creationId xmlns:a16="http://schemas.microsoft.com/office/drawing/2014/main" id="{8B4A14EC-9061-AB11-5E2A-210ED7E85FF5}"/>
              </a:ext>
            </a:extLst>
          </p:cNvPr>
          <p:cNvSpPr txBox="1"/>
          <p:nvPr/>
        </p:nvSpPr>
        <p:spPr>
          <a:xfrm>
            <a:off x="3811070" y="6563881"/>
            <a:ext cx="1171904"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Instructional</a:t>
            </a:r>
            <a:r>
              <a:rPr kumimoji="0" lang="en-US" sz="900" b="0" i="0" u="none" strike="noStrike" kern="1200" cap="none" spc="0" normalizeH="0" baseline="0" noProof="0">
                <a:ln>
                  <a:noFill/>
                </a:ln>
                <a:solidFill>
                  <a:srgbClr val="000000"/>
                </a:solidFill>
                <a:effectLst/>
                <a:uLnTx/>
                <a:uFillTx/>
                <a:latin typeface="Ubuntu"/>
                <a:ea typeface="+mn-ea"/>
                <a:cs typeface="+mn-cs"/>
              </a:rPr>
              <a:t> </a:t>
            </a:r>
            <a:r>
              <a:rPr kumimoji="0" lang="en-US" sz="900" b="0" i="0" u="none" strike="noStrike" kern="1200" cap="none" spc="0" normalizeH="0" baseline="0" noProof="0">
                <a:ln>
                  <a:noFill/>
                </a:ln>
                <a:solidFill>
                  <a:schemeClr val="bg1"/>
                </a:solidFill>
                <a:effectLst/>
                <a:uLnTx/>
                <a:uFillTx/>
                <a:latin typeface="Ubuntu"/>
                <a:ea typeface="+mn-ea"/>
                <a:cs typeface="+mn-cs"/>
              </a:rPr>
              <a:t>Designer</a:t>
            </a:r>
          </a:p>
        </p:txBody>
      </p:sp>
      <p:sp>
        <p:nvSpPr>
          <p:cNvPr id="64" name="TextBox 63">
            <a:extLst>
              <a:ext uri="{FF2B5EF4-FFF2-40B4-BE49-F238E27FC236}">
                <a16:creationId xmlns:a16="http://schemas.microsoft.com/office/drawing/2014/main" id="{8CDDDFAF-6A0E-5A7B-760E-9807C5118C5D}"/>
              </a:ext>
            </a:extLst>
          </p:cNvPr>
          <p:cNvSpPr txBox="1"/>
          <p:nvPr/>
        </p:nvSpPr>
        <p:spPr>
          <a:xfrm>
            <a:off x="5250900" y="6556978"/>
            <a:ext cx="928061"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Graphic Designer</a:t>
            </a:r>
          </a:p>
        </p:txBody>
      </p:sp>
      <p:sp>
        <p:nvSpPr>
          <p:cNvPr id="66" name="TextBox 65">
            <a:extLst>
              <a:ext uri="{FF2B5EF4-FFF2-40B4-BE49-F238E27FC236}">
                <a16:creationId xmlns:a16="http://schemas.microsoft.com/office/drawing/2014/main" id="{641931B5-3157-91FE-E1BE-CE2E67B48089}"/>
              </a:ext>
            </a:extLst>
          </p:cNvPr>
          <p:cNvSpPr txBox="1"/>
          <p:nvPr/>
        </p:nvSpPr>
        <p:spPr>
          <a:xfrm>
            <a:off x="6451328" y="6570263"/>
            <a:ext cx="928061"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SME &amp; Content creators</a:t>
            </a:r>
          </a:p>
        </p:txBody>
      </p:sp>
      <p:sp>
        <p:nvSpPr>
          <p:cNvPr id="112" name="Rectangle: Rounded Corners 111">
            <a:extLst>
              <a:ext uri="{FF2B5EF4-FFF2-40B4-BE49-F238E27FC236}">
                <a16:creationId xmlns:a16="http://schemas.microsoft.com/office/drawing/2014/main" id="{59929A9C-2B39-1BC2-47D5-1A771F84B562}"/>
              </a:ext>
            </a:extLst>
          </p:cNvPr>
          <p:cNvSpPr/>
          <p:nvPr/>
        </p:nvSpPr>
        <p:spPr>
          <a:xfrm>
            <a:off x="7284050" y="6566526"/>
            <a:ext cx="123562" cy="12311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35" name="TextBox 134">
            <a:extLst>
              <a:ext uri="{FF2B5EF4-FFF2-40B4-BE49-F238E27FC236}">
                <a16:creationId xmlns:a16="http://schemas.microsoft.com/office/drawing/2014/main" id="{751C086A-69A5-B872-E2C3-BFE0FB5A1AFF}"/>
              </a:ext>
            </a:extLst>
          </p:cNvPr>
          <p:cNvSpPr txBox="1"/>
          <p:nvPr/>
        </p:nvSpPr>
        <p:spPr>
          <a:xfrm>
            <a:off x="7470140" y="6540232"/>
            <a:ext cx="1767707"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latin typeface="Ubuntu"/>
              </a:rPr>
              <a:t>Client Learning team (SME &amp; L&amp;D)</a:t>
            </a: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sp>
        <p:nvSpPr>
          <p:cNvPr id="3" name="Oval 2">
            <a:extLst>
              <a:ext uri="{FF2B5EF4-FFF2-40B4-BE49-F238E27FC236}">
                <a16:creationId xmlns:a16="http://schemas.microsoft.com/office/drawing/2014/main" id="{2E56B5E9-14C6-374D-DB94-EEB6F99ECB88}"/>
              </a:ext>
            </a:extLst>
          </p:cNvPr>
          <p:cNvSpPr/>
          <p:nvPr/>
        </p:nvSpPr>
        <p:spPr>
          <a:xfrm>
            <a:off x="4989158" y="5887591"/>
            <a:ext cx="551301" cy="56377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pic>
        <p:nvPicPr>
          <p:cNvPr id="62" name="Graphic 61" descr="Customer review with solid fill">
            <a:extLst>
              <a:ext uri="{FF2B5EF4-FFF2-40B4-BE49-F238E27FC236}">
                <a16:creationId xmlns:a16="http://schemas.microsoft.com/office/drawing/2014/main" id="{DEB51D58-3C87-1FC0-1712-E347D0879704}"/>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070066" y="6021687"/>
            <a:ext cx="358536" cy="353723"/>
          </a:xfrm>
          <a:prstGeom prst="rect">
            <a:avLst/>
          </a:prstGeom>
        </p:spPr>
      </p:pic>
      <p:sp>
        <p:nvSpPr>
          <p:cNvPr id="67" name="Oval 66">
            <a:extLst>
              <a:ext uri="{FF2B5EF4-FFF2-40B4-BE49-F238E27FC236}">
                <a16:creationId xmlns:a16="http://schemas.microsoft.com/office/drawing/2014/main" id="{EA8DAB84-F4BE-19EB-EB4A-C397C3328D88}"/>
              </a:ext>
            </a:extLst>
          </p:cNvPr>
          <p:cNvSpPr/>
          <p:nvPr/>
        </p:nvSpPr>
        <p:spPr>
          <a:xfrm>
            <a:off x="1372399" y="5887591"/>
            <a:ext cx="551301" cy="56377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pic>
        <p:nvPicPr>
          <p:cNvPr id="68" name="Graphic 67" descr="Customer review with solid fill">
            <a:extLst>
              <a:ext uri="{FF2B5EF4-FFF2-40B4-BE49-F238E27FC236}">
                <a16:creationId xmlns:a16="http://schemas.microsoft.com/office/drawing/2014/main" id="{13368C46-2092-065C-CDED-56407E7479DF}"/>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453307" y="6021687"/>
            <a:ext cx="358536" cy="353723"/>
          </a:xfrm>
          <a:prstGeom prst="rect">
            <a:avLst/>
          </a:prstGeom>
        </p:spPr>
      </p:pic>
    </p:spTree>
    <p:extLst>
      <p:ext uri="{BB962C8B-B14F-4D97-AF65-F5344CB8AC3E}">
        <p14:creationId xmlns:p14="http://schemas.microsoft.com/office/powerpoint/2010/main" val="3913073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7B0E786F-B817-BF73-25F9-B4779DF0752A}"/>
              </a:ext>
            </a:extLst>
          </p:cNvPr>
          <p:cNvSpPr>
            <a:spLocks noGrp="1"/>
          </p:cNvSpPr>
          <p:nvPr>
            <p:ph type="title"/>
          </p:nvPr>
        </p:nvSpPr>
        <p:spPr>
          <a:xfrm>
            <a:off x="404813" y="251977"/>
            <a:ext cx="10947772" cy="716711"/>
          </a:xfrm>
        </p:spPr>
        <p:txBody>
          <a:bodyPr/>
          <a:lstStyle/>
          <a:p>
            <a:r>
              <a:rPr lang="en-IN" dirty="0"/>
              <a:t>PHASE 1: PROPOSED MODULES FOR COVERING THE DESIRED CONTENT FOR UPSKILLING</a:t>
            </a:r>
          </a:p>
        </p:txBody>
      </p:sp>
      <p:sp>
        <p:nvSpPr>
          <p:cNvPr id="20" name="Freeform 11">
            <a:extLst>
              <a:ext uri="{FF2B5EF4-FFF2-40B4-BE49-F238E27FC236}">
                <a16:creationId xmlns:a16="http://schemas.microsoft.com/office/drawing/2014/main" id="{D83F6E6A-88A2-9815-9745-47059F17E016}"/>
              </a:ext>
              <a:ext uri="{C183D7F6-B498-43B3-948B-1728B52AA6E4}">
                <adec:decorative xmlns:adec="http://schemas.microsoft.com/office/drawing/2017/decorative" val="0"/>
              </a:ext>
            </a:extLst>
          </p:cNvPr>
          <p:cNvSpPr>
            <a:spLocks/>
          </p:cNvSpPr>
          <p:nvPr/>
        </p:nvSpPr>
        <p:spPr bwMode="auto">
          <a:xfrm>
            <a:off x="533012" y="1355742"/>
            <a:ext cx="563270" cy="563270"/>
          </a:xfrm>
          <a:custGeom>
            <a:avLst/>
            <a:gdLst>
              <a:gd name="T0" fmla="*/ 151 w 1037"/>
              <a:gd name="T1" fmla="*/ 153 h 1039"/>
              <a:gd name="T2" fmla="*/ 115 w 1037"/>
              <a:gd name="T3" fmla="*/ 192 h 1039"/>
              <a:gd name="T4" fmla="*/ 57 w 1037"/>
              <a:gd name="T5" fmla="*/ 279 h 1039"/>
              <a:gd name="T6" fmla="*/ 19 w 1037"/>
              <a:gd name="T7" fmla="*/ 372 h 1039"/>
              <a:gd name="T8" fmla="*/ 0 w 1037"/>
              <a:gd name="T9" fmla="*/ 471 h 1039"/>
              <a:gd name="T10" fmla="*/ 0 w 1037"/>
              <a:gd name="T11" fmla="*/ 571 h 1039"/>
              <a:gd name="T12" fmla="*/ 19 w 1037"/>
              <a:gd name="T13" fmla="*/ 669 h 1039"/>
              <a:gd name="T14" fmla="*/ 57 w 1037"/>
              <a:gd name="T15" fmla="*/ 762 h 1039"/>
              <a:gd name="T16" fmla="*/ 115 w 1037"/>
              <a:gd name="T17" fmla="*/ 849 h 1039"/>
              <a:gd name="T18" fmla="*/ 151 w 1037"/>
              <a:gd name="T19" fmla="*/ 888 h 1039"/>
              <a:gd name="T20" fmla="*/ 151 w 1037"/>
              <a:gd name="T21" fmla="*/ 888 h 1039"/>
              <a:gd name="T22" fmla="*/ 190 w 1037"/>
              <a:gd name="T23" fmla="*/ 924 h 1039"/>
              <a:gd name="T24" fmla="*/ 277 w 1037"/>
              <a:gd name="T25" fmla="*/ 981 h 1039"/>
              <a:gd name="T26" fmla="*/ 370 w 1037"/>
              <a:gd name="T27" fmla="*/ 1020 h 1039"/>
              <a:gd name="T28" fmla="*/ 469 w 1037"/>
              <a:gd name="T29" fmla="*/ 1039 h 1039"/>
              <a:gd name="T30" fmla="*/ 569 w 1037"/>
              <a:gd name="T31" fmla="*/ 1039 h 1039"/>
              <a:gd name="T32" fmla="*/ 667 w 1037"/>
              <a:gd name="T33" fmla="*/ 1020 h 1039"/>
              <a:gd name="T34" fmla="*/ 761 w 1037"/>
              <a:gd name="T35" fmla="*/ 981 h 1039"/>
              <a:gd name="T36" fmla="*/ 847 w 1037"/>
              <a:gd name="T37" fmla="*/ 924 h 1039"/>
              <a:gd name="T38" fmla="*/ 886 w 1037"/>
              <a:gd name="T39" fmla="*/ 888 h 1039"/>
              <a:gd name="T40" fmla="*/ 886 w 1037"/>
              <a:gd name="T41" fmla="*/ 888 h 1039"/>
              <a:gd name="T42" fmla="*/ 923 w 1037"/>
              <a:gd name="T43" fmla="*/ 849 h 1039"/>
              <a:gd name="T44" fmla="*/ 980 w 1037"/>
              <a:gd name="T45" fmla="*/ 762 h 1039"/>
              <a:gd name="T46" fmla="*/ 1017 w 1037"/>
              <a:gd name="T47" fmla="*/ 669 h 1039"/>
              <a:gd name="T48" fmla="*/ 1037 w 1037"/>
              <a:gd name="T49" fmla="*/ 571 h 1039"/>
              <a:gd name="T50" fmla="*/ 1037 w 1037"/>
              <a:gd name="T51" fmla="*/ 471 h 1039"/>
              <a:gd name="T52" fmla="*/ 1017 w 1037"/>
              <a:gd name="T53" fmla="*/ 372 h 1039"/>
              <a:gd name="T54" fmla="*/ 980 w 1037"/>
              <a:gd name="T55" fmla="*/ 279 h 1039"/>
              <a:gd name="T56" fmla="*/ 923 w 1037"/>
              <a:gd name="T57" fmla="*/ 192 h 1039"/>
              <a:gd name="T58" fmla="*/ 886 w 1037"/>
              <a:gd name="T59" fmla="*/ 153 h 1039"/>
              <a:gd name="T60" fmla="*/ 886 w 1037"/>
              <a:gd name="T61" fmla="*/ 153 h 1039"/>
              <a:gd name="T62" fmla="*/ 847 w 1037"/>
              <a:gd name="T63" fmla="*/ 117 h 1039"/>
              <a:gd name="T64" fmla="*/ 761 w 1037"/>
              <a:gd name="T65" fmla="*/ 60 h 1039"/>
              <a:gd name="T66" fmla="*/ 667 w 1037"/>
              <a:gd name="T67" fmla="*/ 21 h 1039"/>
              <a:gd name="T68" fmla="*/ 569 w 1037"/>
              <a:gd name="T69" fmla="*/ 3 h 1039"/>
              <a:gd name="T70" fmla="*/ 518 w 1037"/>
              <a:gd name="T71" fmla="*/ 0 h 1039"/>
              <a:gd name="T72" fmla="*/ 518 w 1037"/>
              <a:gd name="T73" fmla="*/ 0 h 1039"/>
              <a:gd name="T74" fmla="*/ 469 w 1037"/>
              <a:gd name="T75" fmla="*/ 3 h 1039"/>
              <a:gd name="T76" fmla="*/ 370 w 1037"/>
              <a:gd name="T77" fmla="*/ 21 h 1039"/>
              <a:gd name="T78" fmla="*/ 277 w 1037"/>
              <a:gd name="T79" fmla="*/ 60 h 1039"/>
              <a:gd name="T80" fmla="*/ 190 w 1037"/>
              <a:gd name="T81" fmla="*/ 117 h 1039"/>
              <a:gd name="T82" fmla="*/ 151 w 1037"/>
              <a:gd name="T83" fmla="*/ 153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7" h="1039">
                <a:moveTo>
                  <a:pt x="151" y="153"/>
                </a:moveTo>
                <a:lnTo>
                  <a:pt x="115" y="192"/>
                </a:lnTo>
                <a:lnTo>
                  <a:pt x="57" y="279"/>
                </a:lnTo>
                <a:lnTo>
                  <a:pt x="19" y="372"/>
                </a:lnTo>
                <a:lnTo>
                  <a:pt x="0" y="471"/>
                </a:lnTo>
                <a:lnTo>
                  <a:pt x="0" y="571"/>
                </a:lnTo>
                <a:lnTo>
                  <a:pt x="19" y="669"/>
                </a:lnTo>
                <a:lnTo>
                  <a:pt x="57" y="762"/>
                </a:lnTo>
                <a:lnTo>
                  <a:pt x="115" y="849"/>
                </a:lnTo>
                <a:lnTo>
                  <a:pt x="151" y="888"/>
                </a:lnTo>
                <a:lnTo>
                  <a:pt x="151" y="888"/>
                </a:lnTo>
                <a:lnTo>
                  <a:pt x="190" y="924"/>
                </a:lnTo>
                <a:lnTo>
                  <a:pt x="277" y="981"/>
                </a:lnTo>
                <a:lnTo>
                  <a:pt x="370" y="1020"/>
                </a:lnTo>
                <a:lnTo>
                  <a:pt x="469" y="1039"/>
                </a:lnTo>
                <a:lnTo>
                  <a:pt x="569" y="1039"/>
                </a:lnTo>
                <a:lnTo>
                  <a:pt x="667" y="1020"/>
                </a:lnTo>
                <a:lnTo>
                  <a:pt x="761" y="981"/>
                </a:lnTo>
                <a:lnTo>
                  <a:pt x="847" y="924"/>
                </a:lnTo>
                <a:lnTo>
                  <a:pt x="886" y="888"/>
                </a:lnTo>
                <a:lnTo>
                  <a:pt x="886" y="888"/>
                </a:lnTo>
                <a:lnTo>
                  <a:pt x="923" y="849"/>
                </a:lnTo>
                <a:lnTo>
                  <a:pt x="980" y="762"/>
                </a:lnTo>
                <a:lnTo>
                  <a:pt x="1017" y="669"/>
                </a:lnTo>
                <a:lnTo>
                  <a:pt x="1037" y="571"/>
                </a:lnTo>
                <a:lnTo>
                  <a:pt x="1037" y="471"/>
                </a:lnTo>
                <a:lnTo>
                  <a:pt x="1017" y="372"/>
                </a:lnTo>
                <a:lnTo>
                  <a:pt x="980" y="279"/>
                </a:lnTo>
                <a:lnTo>
                  <a:pt x="923" y="192"/>
                </a:lnTo>
                <a:lnTo>
                  <a:pt x="886" y="153"/>
                </a:lnTo>
                <a:lnTo>
                  <a:pt x="886" y="153"/>
                </a:lnTo>
                <a:lnTo>
                  <a:pt x="847" y="117"/>
                </a:lnTo>
                <a:lnTo>
                  <a:pt x="761" y="60"/>
                </a:lnTo>
                <a:lnTo>
                  <a:pt x="667" y="21"/>
                </a:lnTo>
                <a:lnTo>
                  <a:pt x="569" y="3"/>
                </a:lnTo>
                <a:lnTo>
                  <a:pt x="518" y="0"/>
                </a:lnTo>
                <a:lnTo>
                  <a:pt x="518" y="0"/>
                </a:lnTo>
                <a:lnTo>
                  <a:pt x="469" y="3"/>
                </a:lnTo>
                <a:lnTo>
                  <a:pt x="370" y="21"/>
                </a:lnTo>
                <a:lnTo>
                  <a:pt x="277" y="60"/>
                </a:lnTo>
                <a:lnTo>
                  <a:pt x="190" y="117"/>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a:ln>
                  <a:noFill/>
                </a:ln>
                <a:solidFill>
                  <a:prstClr val="black"/>
                </a:solidFill>
                <a:effectLst/>
                <a:uLnTx/>
                <a:uFillTx/>
                <a:latin typeface="+mj-lt"/>
                <a:ea typeface="+mn-ea"/>
                <a:cs typeface="+mn-cs"/>
              </a:rPr>
              <a:t>1</a:t>
            </a:r>
            <a:endParaRPr kumimoji="0" lang="en-US" sz="2400" b="1" i="0" u="none" strike="noStrike" kern="1200" cap="none" spc="0" normalizeH="0" baseline="0" noProof="0">
              <a:ln>
                <a:noFill/>
              </a:ln>
              <a:solidFill>
                <a:prstClr val="black"/>
              </a:solidFill>
              <a:effectLst/>
              <a:uLnTx/>
              <a:uFillTx/>
              <a:latin typeface="+mj-lt"/>
              <a:ea typeface="+mn-ea"/>
              <a:cs typeface="+mn-cs"/>
            </a:endParaRPr>
          </a:p>
        </p:txBody>
      </p:sp>
      <p:sp>
        <p:nvSpPr>
          <p:cNvPr id="22" name="TextBox 21">
            <a:extLst>
              <a:ext uri="{FF2B5EF4-FFF2-40B4-BE49-F238E27FC236}">
                <a16:creationId xmlns:a16="http://schemas.microsoft.com/office/drawing/2014/main" id="{2D45283A-167C-D097-C19B-87EF6D24B052}"/>
              </a:ext>
            </a:extLst>
          </p:cNvPr>
          <p:cNvSpPr txBox="1"/>
          <p:nvPr/>
        </p:nvSpPr>
        <p:spPr>
          <a:xfrm>
            <a:off x="2343020" y="6458530"/>
            <a:ext cx="4402521" cy="246221"/>
          </a:xfrm>
          <a:prstGeom prst="rect">
            <a:avLst/>
          </a:prstGeom>
          <a:noFill/>
          <a:ln>
            <a:noFill/>
          </a:ln>
        </p:spPr>
        <p:txBody>
          <a:bodyPr wrap="square" rtlCol="0">
            <a:spAutoFit/>
          </a:bodyPr>
          <a:lstStyle/>
          <a:p>
            <a:r>
              <a:rPr lang="en-IN" sz="1000">
                <a:solidFill>
                  <a:schemeClr val="bg1"/>
                </a:solidFill>
              </a:rPr>
              <a:t>*Subject to content received from Indus Towers </a:t>
            </a:r>
            <a:endParaRPr lang="en-US" sz="1000">
              <a:solidFill>
                <a:schemeClr val="bg1"/>
              </a:solidFill>
            </a:endParaRPr>
          </a:p>
        </p:txBody>
      </p:sp>
      <p:sp>
        <p:nvSpPr>
          <p:cNvPr id="26" name="Freeform 11">
            <a:extLst>
              <a:ext uri="{FF2B5EF4-FFF2-40B4-BE49-F238E27FC236}">
                <a16:creationId xmlns:a16="http://schemas.microsoft.com/office/drawing/2014/main" id="{0284B47D-5549-15B7-A917-18D535B74A1B}"/>
              </a:ext>
              <a:ext uri="{C183D7F6-B498-43B3-948B-1728B52AA6E4}">
                <adec:decorative xmlns:adec="http://schemas.microsoft.com/office/drawing/2017/decorative" val="0"/>
              </a:ext>
            </a:extLst>
          </p:cNvPr>
          <p:cNvSpPr>
            <a:spLocks/>
          </p:cNvSpPr>
          <p:nvPr/>
        </p:nvSpPr>
        <p:spPr bwMode="auto">
          <a:xfrm>
            <a:off x="519918" y="2669975"/>
            <a:ext cx="563270" cy="563270"/>
          </a:xfrm>
          <a:custGeom>
            <a:avLst/>
            <a:gdLst>
              <a:gd name="T0" fmla="*/ 151 w 1037"/>
              <a:gd name="T1" fmla="*/ 153 h 1039"/>
              <a:gd name="T2" fmla="*/ 115 w 1037"/>
              <a:gd name="T3" fmla="*/ 192 h 1039"/>
              <a:gd name="T4" fmla="*/ 57 w 1037"/>
              <a:gd name="T5" fmla="*/ 279 h 1039"/>
              <a:gd name="T6" fmla="*/ 19 w 1037"/>
              <a:gd name="T7" fmla="*/ 372 h 1039"/>
              <a:gd name="T8" fmla="*/ 0 w 1037"/>
              <a:gd name="T9" fmla="*/ 471 h 1039"/>
              <a:gd name="T10" fmla="*/ 0 w 1037"/>
              <a:gd name="T11" fmla="*/ 571 h 1039"/>
              <a:gd name="T12" fmla="*/ 19 w 1037"/>
              <a:gd name="T13" fmla="*/ 669 h 1039"/>
              <a:gd name="T14" fmla="*/ 57 w 1037"/>
              <a:gd name="T15" fmla="*/ 762 h 1039"/>
              <a:gd name="T16" fmla="*/ 115 w 1037"/>
              <a:gd name="T17" fmla="*/ 849 h 1039"/>
              <a:gd name="T18" fmla="*/ 151 w 1037"/>
              <a:gd name="T19" fmla="*/ 888 h 1039"/>
              <a:gd name="T20" fmla="*/ 151 w 1037"/>
              <a:gd name="T21" fmla="*/ 888 h 1039"/>
              <a:gd name="T22" fmla="*/ 190 w 1037"/>
              <a:gd name="T23" fmla="*/ 924 h 1039"/>
              <a:gd name="T24" fmla="*/ 277 w 1037"/>
              <a:gd name="T25" fmla="*/ 981 h 1039"/>
              <a:gd name="T26" fmla="*/ 370 w 1037"/>
              <a:gd name="T27" fmla="*/ 1020 h 1039"/>
              <a:gd name="T28" fmla="*/ 469 w 1037"/>
              <a:gd name="T29" fmla="*/ 1039 h 1039"/>
              <a:gd name="T30" fmla="*/ 569 w 1037"/>
              <a:gd name="T31" fmla="*/ 1039 h 1039"/>
              <a:gd name="T32" fmla="*/ 667 w 1037"/>
              <a:gd name="T33" fmla="*/ 1020 h 1039"/>
              <a:gd name="T34" fmla="*/ 761 w 1037"/>
              <a:gd name="T35" fmla="*/ 981 h 1039"/>
              <a:gd name="T36" fmla="*/ 847 w 1037"/>
              <a:gd name="T37" fmla="*/ 924 h 1039"/>
              <a:gd name="T38" fmla="*/ 886 w 1037"/>
              <a:gd name="T39" fmla="*/ 888 h 1039"/>
              <a:gd name="T40" fmla="*/ 886 w 1037"/>
              <a:gd name="T41" fmla="*/ 888 h 1039"/>
              <a:gd name="T42" fmla="*/ 923 w 1037"/>
              <a:gd name="T43" fmla="*/ 849 h 1039"/>
              <a:gd name="T44" fmla="*/ 980 w 1037"/>
              <a:gd name="T45" fmla="*/ 762 h 1039"/>
              <a:gd name="T46" fmla="*/ 1017 w 1037"/>
              <a:gd name="T47" fmla="*/ 669 h 1039"/>
              <a:gd name="T48" fmla="*/ 1037 w 1037"/>
              <a:gd name="T49" fmla="*/ 571 h 1039"/>
              <a:gd name="T50" fmla="*/ 1037 w 1037"/>
              <a:gd name="T51" fmla="*/ 471 h 1039"/>
              <a:gd name="T52" fmla="*/ 1017 w 1037"/>
              <a:gd name="T53" fmla="*/ 372 h 1039"/>
              <a:gd name="T54" fmla="*/ 980 w 1037"/>
              <a:gd name="T55" fmla="*/ 279 h 1039"/>
              <a:gd name="T56" fmla="*/ 923 w 1037"/>
              <a:gd name="T57" fmla="*/ 192 h 1039"/>
              <a:gd name="T58" fmla="*/ 886 w 1037"/>
              <a:gd name="T59" fmla="*/ 153 h 1039"/>
              <a:gd name="T60" fmla="*/ 886 w 1037"/>
              <a:gd name="T61" fmla="*/ 153 h 1039"/>
              <a:gd name="T62" fmla="*/ 847 w 1037"/>
              <a:gd name="T63" fmla="*/ 117 h 1039"/>
              <a:gd name="T64" fmla="*/ 761 w 1037"/>
              <a:gd name="T65" fmla="*/ 60 h 1039"/>
              <a:gd name="T66" fmla="*/ 667 w 1037"/>
              <a:gd name="T67" fmla="*/ 21 h 1039"/>
              <a:gd name="T68" fmla="*/ 569 w 1037"/>
              <a:gd name="T69" fmla="*/ 3 h 1039"/>
              <a:gd name="T70" fmla="*/ 518 w 1037"/>
              <a:gd name="T71" fmla="*/ 0 h 1039"/>
              <a:gd name="T72" fmla="*/ 518 w 1037"/>
              <a:gd name="T73" fmla="*/ 0 h 1039"/>
              <a:gd name="T74" fmla="*/ 469 w 1037"/>
              <a:gd name="T75" fmla="*/ 3 h 1039"/>
              <a:gd name="T76" fmla="*/ 370 w 1037"/>
              <a:gd name="T77" fmla="*/ 21 h 1039"/>
              <a:gd name="T78" fmla="*/ 277 w 1037"/>
              <a:gd name="T79" fmla="*/ 60 h 1039"/>
              <a:gd name="T80" fmla="*/ 190 w 1037"/>
              <a:gd name="T81" fmla="*/ 117 h 1039"/>
              <a:gd name="T82" fmla="*/ 151 w 1037"/>
              <a:gd name="T83" fmla="*/ 153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7" h="1039">
                <a:moveTo>
                  <a:pt x="151" y="153"/>
                </a:moveTo>
                <a:lnTo>
                  <a:pt x="115" y="192"/>
                </a:lnTo>
                <a:lnTo>
                  <a:pt x="57" y="279"/>
                </a:lnTo>
                <a:lnTo>
                  <a:pt x="19" y="372"/>
                </a:lnTo>
                <a:lnTo>
                  <a:pt x="0" y="471"/>
                </a:lnTo>
                <a:lnTo>
                  <a:pt x="0" y="571"/>
                </a:lnTo>
                <a:lnTo>
                  <a:pt x="19" y="669"/>
                </a:lnTo>
                <a:lnTo>
                  <a:pt x="57" y="762"/>
                </a:lnTo>
                <a:lnTo>
                  <a:pt x="115" y="849"/>
                </a:lnTo>
                <a:lnTo>
                  <a:pt x="151" y="888"/>
                </a:lnTo>
                <a:lnTo>
                  <a:pt x="151" y="888"/>
                </a:lnTo>
                <a:lnTo>
                  <a:pt x="190" y="924"/>
                </a:lnTo>
                <a:lnTo>
                  <a:pt x="277" y="981"/>
                </a:lnTo>
                <a:lnTo>
                  <a:pt x="370" y="1020"/>
                </a:lnTo>
                <a:lnTo>
                  <a:pt x="469" y="1039"/>
                </a:lnTo>
                <a:lnTo>
                  <a:pt x="569" y="1039"/>
                </a:lnTo>
                <a:lnTo>
                  <a:pt x="667" y="1020"/>
                </a:lnTo>
                <a:lnTo>
                  <a:pt x="761" y="981"/>
                </a:lnTo>
                <a:lnTo>
                  <a:pt x="847" y="924"/>
                </a:lnTo>
                <a:lnTo>
                  <a:pt x="886" y="888"/>
                </a:lnTo>
                <a:lnTo>
                  <a:pt x="886" y="888"/>
                </a:lnTo>
                <a:lnTo>
                  <a:pt x="923" y="849"/>
                </a:lnTo>
                <a:lnTo>
                  <a:pt x="980" y="762"/>
                </a:lnTo>
                <a:lnTo>
                  <a:pt x="1017" y="669"/>
                </a:lnTo>
                <a:lnTo>
                  <a:pt x="1037" y="571"/>
                </a:lnTo>
                <a:lnTo>
                  <a:pt x="1037" y="471"/>
                </a:lnTo>
                <a:lnTo>
                  <a:pt x="1017" y="372"/>
                </a:lnTo>
                <a:lnTo>
                  <a:pt x="980" y="279"/>
                </a:lnTo>
                <a:lnTo>
                  <a:pt x="923" y="192"/>
                </a:lnTo>
                <a:lnTo>
                  <a:pt x="886" y="153"/>
                </a:lnTo>
                <a:lnTo>
                  <a:pt x="886" y="153"/>
                </a:lnTo>
                <a:lnTo>
                  <a:pt x="847" y="117"/>
                </a:lnTo>
                <a:lnTo>
                  <a:pt x="761" y="60"/>
                </a:lnTo>
                <a:lnTo>
                  <a:pt x="667" y="21"/>
                </a:lnTo>
                <a:lnTo>
                  <a:pt x="569" y="3"/>
                </a:lnTo>
                <a:lnTo>
                  <a:pt x="518" y="0"/>
                </a:lnTo>
                <a:lnTo>
                  <a:pt x="518" y="0"/>
                </a:lnTo>
                <a:lnTo>
                  <a:pt x="469" y="3"/>
                </a:lnTo>
                <a:lnTo>
                  <a:pt x="370" y="21"/>
                </a:lnTo>
                <a:lnTo>
                  <a:pt x="277" y="60"/>
                </a:lnTo>
                <a:lnTo>
                  <a:pt x="190" y="117"/>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mj-lt"/>
                <a:ea typeface="+mn-ea"/>
                <a:cs typeface="+mn-cs"/>
              </a:rPr>
              <a:t>2</a:t>
            </a:r>
          </a:p>
        </p:txBody>
      </p:sp>
      <p:sp>
        <p:nvSpPr>
          <p:cNvPr id="28" name="Freeform 11">
            <a:extLst>
              <a:ext uri="{FF2B5EF4-FFF2-40B4-BE49-F238E27FC236}">
                <a16:creationId xmlns:a16="http://schemas.microsoft.com/office/drawing/2014/main" id="{D8638538-F078-29D0-0AD2-01D1DE74D849}"/>
              </a:ext>
              <a:ext uri="{C183D7F6-B498-43B3-948B-1728B52AA6E4}">
                <adec:decorative xmlns:adec="http://schemas.microsoft.com/office/drawing/2017/decorative" val="0"/>
              </a:ext>
            </a:extLst>
          </p:cNvPr>
          <p:cNvSpPr>
            <a:spLocks/>
          </p:cNvSpPr>
          <p:nvPr/>
        </p:nvSpPr>
        <p:spPr bwMode="auto">
          <a:xfrm>
            <a:off x="519918" y="3982072"/>
            <a:ext cx="563270" cy="563270"/>
          </a:xfrm>
          <a:custGeom>
            <a:avLst/>
            <a:gdLst>
              <a:gd name="T0" fmla="*/ 151 w 1037"/>
              <a:gd name="T1" fmla="*/ 153 h 1039"/>
              <a:gd name="T2" fmla="*/ 115 w 1037"/>
              <a:gd name="T3" fmla="*/ 192 h 1039"/>
              <a:gd name="T4" fmla="*/ 57 w 1037"/>
              <a:gd name="T5" fmla="*/ 279 h 1039"/>
              <a:gd name="T6" fmla="*/ 19 w 1037"/>
              <a:gd name="T7" fmla="*/ 372 h 1039"/>
              <a:gd name="T8" fmla="*/ 0 w 1037"/>
              <a:gd name="T9" fmla="*/ 471 h 1039"/>
              <a:gd name="T10" fmla="*/ 0 w 1037"/>
              <a:gd name="T11" fmla="*/ 571 h 1039"/>
              <a:gd name="T12" fmla="*/ 19 w 1037"/>
              <a:gd name="T13" fmla="*/ 669 h 1039"/>
              <a:gd name="T14" fmla="*/ 57 w 1037"/>
              <a:gd name="T15" fmla="*/ 762 h 1039"/>
              <a:gd name="T16" fmla="*/ 115 w 1037"/>
              <a:gd name="T17" fmla="*/ 849 h 1039"/>
              <a:gd name="T18" fmla="*/ 151 w 1037"/>
              <a:gd name="T19" fmla="*/ 888 h 1039"/>
              <a:gd name="T20" fmla="*/ 151 w 1037"/>
              <a:gd name="T21" fmla="*/ 888 h 1039"/>
              <a:gd name="T22" fmla="*/ 190 w 1037"/>
              <a:gd name="T23" fmla="*/ 924 h 1039"/>
              <a:gd name="T24" fmla="*/ 277 w 1037"/>
              <a:gd name="T25" fmla="*/ 981 h 1039"/>
              <a:gd name="T26" fmla="*/ 370 w 1037"/>
              <a:gd name="T27" fmla="*/ 1020 h 1039"/>
              <a:gd name="T28" fmla="*/ 469 w 1037"/>
              <a:gd name="T29" fmla="*/ 1039 h 1039"/>
              <a:gd name="T30" fmla="*/ 569 w 1037"/>
              <a:gd name="T31" fmla="*/ 1039 h 1039"/>
              <a:gd name="T32" fmla="*/ 667 w 1037"/>
              <a:gd name="T33" fmla="*/ 1020 h 1039"/>
              <a:gd name="T34" fmla="*/ 761 w 1037"/>
              <a:gd name="T35" fmla="*/ 981 h 1039"/>
              <a:gd name="T36" fmla="*/ 847 w 1037"/>
              <a:gd name="T37" fmla="*/ 924 h 1039"/>
              <a:gd name="T38" fmla="*/ 886 w 1037"/>
              <a:gd name="T39" fmla="*/ 888 h 1039"/>
              <a:gd name="T40" fmla="*/ 886 w 1037"/>
              <a:gd name="T41" fmla="*/ 888 h 1039"/>
              <a:gd name="T42" fmla="*/ 923 w 1037"/>
              <a:gd name="T43" fmla="*/ 849 h 1039"/>
              <a:gd name="T44" fmla="*/ 980 w 1037"/>
              <a:gd name="T45" fmla="*/ 762 h 1039"/>
              <a:gd name="T46" fmla="*/ 1017 w 1037"/>
              <a:gd name="T47" fmla="*/ 669 h 1039"/>
              <a:gd name="T48" fmla="*/ 1037 w 1037"/>
              <a:gd name="T49" fmla="*/ 571 h 1039"/>
              <a:gd name="T50" fmla="*/ 1037 w 1037"/>
              <a:gd name="T51" fmla="*/ 471 h 1039"/>
              <a:gd name="T52" fmla="*/ 1017 w 1037"/>
              <a:gd name="T53" fmla="*/ 372 h 1039"/>
              <a:gd name="T54" fmla="*/ 980 w 1037"/>
              <a:gd name="T55" fmla="*/ 279 h 1039"/>
              <a:gd name="T56" fmla="*/ 923 w 1037"/>
              <a:gd name="T57" fmla="*/ 192 h 1039"/>
              <a:gd name="T58" fmla="*/ 886 w 1037"/>
              <a:gd name="T59" fmla="*/ 153 h 1039"/>
              <a:gd name="T60" fmla="*/ 886 w 1037"/>
              <a:gd name="T61" fmla="*/ 153 h 1039"/>
              <a:gd name="T62" fmla="*/ 847 w 1037"/>
              <a:gd name="T63" fmla="*/ 117 h 1039"/>
              <a:gd name="T64" fmla="*/ 761 w 1037"/>
              <a:gd name="T65" fmla="*/ 60 h 1039"/>
              <a:gd name="T66" fmla="*/ 667 w 1037"/>
              <a:gd name="T67" fmla="*/ 21 h 1039"/>
              <a:gd name="T68" fmla="*/ 569 w 1037"/>
              <a:gd name="T69" fmla="*/ 3 h 1039"/>
              <a:gd name="T70" fmla="*/ 518 w 1037"/>
              <a:gd name="T71" fmla="*/ 0 h 1039"/>
              <a:gd name="T72" fmla="*/ 518 w 1037"/>
              <a:gd name="T73" fmla="*/ 0 h 1039"/>
              <a:gd name="T74" fmla="*/ 469 w 1037"/>
              <a:gd name="T75" fmla="*/ 3 h 1039"/>
              <a:gd name="T76" fmla="*/ 370 w 1037"/>
              <a:gd name="T77" fmla="*/ 21 h 1039"/>
              <a:gd name="T78" fmla="*/ 277 w 1037"/>
              <a:gd name="T79" fmla="*/ 60 h 1039"/>
              <a:gd name="T80" fmla="*/ 190 w 1037"/>
              <a:gd name="T81" fmla="*/ 117 h 1039"/>
              <a:gd name="T82" fmla="*/ 151 w 1037"/>
              <a:gd name="T83" fmla="*/ 153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7" h="1039">
                <a:moveTo>
                  <a:pt x="151" y="153"/>
                </a:moveTo>
                <a:lnTo>
                  <a:pt x="115" y="192"/>
                </a:lnTo>
                <a:lnTo>
                  <a:pt x="57" y="279"/>
                </a:lnTo>
                <a:lnTo>
                  <a:pt x="19" y="372"/>
                </a:lnTo>
                <a:lnTo>
                  <a:pt x="0" y="471"/>
                </a:lnTo>
                <a:lnTo>
                  <a:pt x="0" y="571"/>
                </a:lnTo>
                <a:lnTo>
                  <a:pt x="19" y="669"/>
                </a:lnTo>
                <a:lnTo>
                  <a:pt x="57" y="762"/>
                </a:lnTo>
                <a:lnTo>
                  <a:pt x="115" y="849"/>
                </a:lnTo>
                <a:lnTo>
                  <a:pt x="151" y="888"/>
                </a:lnTo>
                <a:lnTo>
                  <a:pt x="151" y="888"/>
                </a:lnTo>
                <a:lnTo>
                  <a:pt x="190" y="924"/>
                </a:lnTo>
                <a:lnTo>
                  <a:pt x="277" y="981"/>
                </a:lnTo>
                <a:lnTo>
                  <a:pt x="370" y="1020"/>
                </a:lnTo>
                <a:lnTo>
                  <a:pt x="469" y="1039"/>
                </a:lnTo>
                <a:lnTo>
                  <a:pt x="569" y="1039"/>
                </a:lnTo>
                <a:lnTo>
                  <a:pt x="667" y="1020"/>
                </a:lnTo>
                <a:lnTo>
                  <a:pt x="761" y="981"/>
                </a:lnTo>
                <a:lnTo>
                  <a:pt x="847" y="924"/>
                </a:lnTo>
                <a:lnTo>
                  <a:pt x="886" y="888"/>
                </a:lnTo>
                <a:lnTo>
                  <a:pt x="886" y="888"/>
                </a:lnTo>
                <a:lnTo>
                  <a:pt x="923" y="849"/>
                </a:lnTo>
                <a:lnTo>
                  <a:pt x="980" y="762"/>
                </a:lnTo>
                <a:lnTo>
                  <a:pt x="1017" y="669"/>
                </a:lnTo>
                <a:lnTo>
                  <a:pt x="1037" y="571"/>
                </a:lnTo>
                <a:lnTo>
                  <a:pt x="1037" y="471"/>
                </a:lnTo>
                <a:lnTo>
                  <a:pt x="1017" y="372"/>
                </a:lnTo>
                <a:lnTo>
                  <a:pt x="980" y="279"/>
                </a:lnTo>
                <a:lnTo>
                  <a:pt x="923" y="192"/>
                </a:lnTo>
                <a:lnTo>
                  <a:pt x="886" y="153"/>
                </a:lnTo>
                <a:lnTo>
                  <a:pt x="886" y="153"/>
                </a:lnTo>
                <a:lnTo>
                  <a:pt x="847" y="117"/>
                </a:lnTo>
                <a:lnTo>
                  <a:pt x="761" y="60"/>
                </a:lnTo>
                <a:lnTo>
                  <a:pt x="667" y="21"/>
                </a:lnTo>
                <a:lnTo>
                  <a:pt x="569" y="3"/>
                </a:lnTo>
                <a:lnTo>
                  <a:pt x="518" y="0"/>
                </a:lnTo>
                <a:lnTo>
                  <a:pt x="518" y="0"/>
                </a:lnTo>
                <a:lnTo>
                  <a:pt x="469" y="3"/>
                </a:lnTo>
                <a:lnTo>
                  <a:pt x="370" y="21"/>
                </a:lnTo>
                <a:lnTo>
                  <a:pt x="277" y="60"/>
                </a:lnTo>
                <a:lnTo>
                  <a:pt x="190" y="117"/>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a:solidFill>
                  <a:prstClr val="black"/>
                </a:solidFill>
                <a:latin typeface="+mj-lt"/>
              </a:rPr>
              <a:t>3</a:t>
            </a:r>
            <a:endParaRPr kumimoji="0" lang="en-US" sz="2400" b="1" i="0" u="none" strike="noStrike" kern="1200" cap="none" spc="0" normalizeH="0" baseline="0" noProof="0">
              <a:ln>
                <a:noFill/>
              </a:ln>
              <a:solidFill>
                <a:prstClr val="black"/>
              </a:solidFill>
              <a:effectLst/>
              <a:uLnTx/>
              <a:uFillTx/>
              <a:latin typeface="+mj-lt"/>
              <a:ea typeface="+mn-ea"/>
              <a:cs typeface="+mn-cs"/>
            </a:endParaRPr>
          </a:p>
        </p:txBody>
      </p:sp>
      <p:grpSp>
        <p:nvGrpSpPr>
          <p:cNvPr id="2" name="Group 1">
            <a:extLst>
              <a:ext uri="{FF2B5EF4-FFF2-40B4-BE49-F238E27FC236}">
                <a16:creationId xmlns:a16="http://schemas.microsoft.com/office/drawing/2014/main" id="{0B4F8B9F-8F7A-75D5-4D01-CF4C79BB394D}"/>
              </a:ext>
            </a:extLst>
          </p:cNvPr>
          <p:cNvGrpSpPr/>
          <p:nvPr/>
        </p:nvGrpSpPr>
        <p:grpSpPr>
          <a:xfrm>
            <a:off x="1092975" y="1074771"/>
            <a:ext cx="9342728" cy="5069509"/>
            <a:chOff x="481229" y="1085503"/>
            <a:chExt cx="9342728" cy="5069509"/>
          </a:xfrm>
        </p:grpSpPr>
        <p:sp>
          <p:nvSpPr>
            <p:cNvPr id="6" name="Rectangle 5">
              <a:extLst>
                <a:ext uri="{FF2B5EF4-FFF2-40B4-BE49-F238E27FC236}">
                  <a16:creationId xmlns:a16="http://schemas.microsoft.com/office/drawing/2014/main" id="{8506C36E-D426-4D20-DD02-C14D575299E6}"/>
                </a:ext>
              </a:extLst>
            </p:cNvPr>
            <p:cNvSpPr/>
            <p:nvPr/>
          </p:nvSpPr>
          <p:spPr>
            <a:xfrm>
              <a:off x="2998328" y="1085503"/>
              <a:ext cx="2194560" cy="1179576"/>
            </a:xfrm>
            <a:prstGeom prst="rect">
              <a:avLst/>
            </a:prstGeom>
            <a:noFill/>
            <a:ln>
              <a:solidFill>
                <a:srgbClr val="00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000">
                <a:solidFill>
                  <a:schemeClr val="bg1"/>
                </a:solidFill>
                <a:effectLst/>
                <a:latin typeface="+mj-lt"/>
                <a:ea typeface="Times New Roman" panose="02020603050405020304" pitchFamily="18" charset="0"/>
              </a:endParaRPr>
            </a:p>
            <a:p>
              <a:pPr marL="171450" indent="-171450">
                <a:buFont typeface="Arial" panose="020B0604020202020204" pitchFamily="34" charset="0"/>
                <a:buChar char="•"/>
              </a:pPr>
              <a:r>
                <a:rPr lang="en-US" sz="1000">
                  <a:solidFill>
                    <a:schemeClr val="bg1"/>
                  </a:solidFill>
                  <a:effectLst/>
                  <a:latin typeface="+mj-lt"/>
                  <a:ea typeface="Times New Roman" panose="02020603050405020304" pitchFamily="18" charset="0"/>
                </a:rPr>
                <a:t>Introduction to the history of ESG and how it has evolved over the years</a:t>
              </a:r>
            </a:p>
            <a:p>
              <a:pPr marL="171450" indent="-171450">
                <a:buFont typeface="Arial" panose="020B0604020202020204" pitchFamily="34" charset="0"/>
                <a:buChar char="•"/>
              </a:pPr>
              <a:r>
                <a:rPr lang="en-US" sz="1000">
                  <a:solidFill>
                    <a:schemeClr val="bg1"/>
                  </a:solidFill>
                  <a:latin typeface="+mj-lt"/>
                  <a:ea typeface="Times New Roman" panose="02020603050405020304" pitchFamily="18" charset="0"/>
                </a:rPr>
                <a:t>Understanding the scope of ESG and what it covers</a:t>
              </a:r>
            </a:p>
            <a:p>
              <a:endParaRPr lang="en-US" sz="1000">
                <a:solidFill>
                  <a:schemeClr val="bg1"/>
                </a:solidFill>
                <a:effectLst/>
                <a:latin typeface="+mj-lt"/>
                <a:ea typeface="Times New Roman" panose="02020603050405020304" pitchFamily="18" charset="0"/>
              </a:endParaRPr>
            </a:p>
          </p:txBody>
        </p:sp>
        <p:sp>
          <p:nvSpPr>
            <p:cNvPr id="7" name="Rectangle 6">
              <a:extLst>
                <a:ext uri="{FF2B5EF4-FFF2-40B4-BE49-F238E27FC236}">
                  <a16:creationId xmlns:a16="http://schemas.microsoft.com/office/drawing/2014/main" id="{D5CBCDAE-F55A-0785-9E3C-FB0BD3F5ED08}"/>
                </a:ext>
              </a:extLst>
            </p:cNvPr>
            <p:cNvSpPr/>
            <p:nvPr/>
          </p:nvSpPr>
          <p:spPr>
            <a:xfrm>
              <a:off x="5310231" y="1085503"/>
              <a:ext cx="2194560" cy="1179576"/>
            </a:xfrm>
            <a:prstGeom prst="rect">
              <a:avLst/>
            </a:prstGeom>
            <a:noFill/>
            <a:ln>
              <a:solidFill>
                <a:srgbClr val="00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a:solidFill>
                    <a:schemeClr val="bg1"/>
                  </a:solidFill>
                  <a:effectLst/>
                  <a:latin typeface="+mj-lt"/>
                  <a:ea typeface="Times New Roman" panose="02020603050405020304" pitchFamily="18" charset="0"/>
                </a:rPr>
                <a:t>Importance of ESG in today's world and its impact on businesses and society</a:t>
              </a:r>
            </a:p>
          </p:txBody>
        </p:sp>
        <p:sp>
          <p:nvSpPr>
            <p:cNvPr id="8" name="Rectangle 7">
              <a:extLst>
                <a:ext uri="{FF2B5EF4-FFF2-40B4-BE49-F238E27FC236}">
                  <a16:creationId xmlns:a16="http://schemas.microsoft.com/office/drawing/2014/main" id="{BE5355F4-E5BB-7E9F-C4ED-B5C0B9B06FF0}"/>
                </a:ext>
              </a:extLst>
            </p:cNvPr>
            <p:cNvSpPr/>
            <p:nvPr/>
          </p:nvSpPr>
          <p:spPr>
            <a:xfrm>
              <a:off x="7618298" y="1085503"/>
              <a:ext cx="2194560" cy="1179576"/>
            </a:xfrm>
            <a:prstGeom prst="rect">
              <a:avLst/>
            </a:prstGeom>
            <a:noFill/>
            <a:ln>
              <a:solidFill>
                <a:srgbClr val="00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a:solidFill>
                    <a:schemeClr val="bg1"/>
                  </a:solidFill>
                  <a:effectLst/>
                  <a:latin typeface="+mj-lt"/>
                  <a:ea typeface="Times New Roman" panose="02020603050405020304" pitchFamily="18" charset="0"/>
                </a:rPr>
                <a:t>Identifying the key challenges and opportunities for ESG integration in the business</a:t>
              </a:r>
              <a:r>
                <a:rPr lang="en-US" sz="1000">
                  <a:solidFill>
                    <a:schemeClr val="bg1"/>
                  </a:solidFill>
                  <a:latin typeface="+mj-lt"/>
                  <a:ea typeface="Times New Roman" panose="02020603050405020304" pitchFamily="18" charset="0"/>
                </a:rPr>
                <a:t> </a:t>
              </a:r>
            </a:p>
          </p:txBody>
        </p:sp>
        <p:sp>
          <p:nvSpPr>
            <p:cNvPr id="9" name="Rectangle 8">
              <a:extLst>
                <a:ext uri="{FF2B5EF4-FFF2-40B4-BE49-F238E27FC236}">
                  <a16:creationId xmlns:a16="http://schemas.microsoft.com/office/drawing/2014/main" id="{6714D950-BCDA-B782-3746-96421D1393C1}"/>
                </a:ext>
              </a:extLst>
            </p:cNvPr>
            <p:cNvSpPr/>
            <p:nvPr/>
          </p:nvSpPr>
          <p:spPr>
            <a:xfrm>
              <a:off x="7618298" y="3662355"/>
              <a:ext cx="2194560" cy="1179576"/>
            </a:xfrm>
            <a:prstGeom prst="rect">
              <a:avLst/>
            </a:prstGeom>
            <a:noFill/>
            <a:ln>
              <a:solidFill>
                <a:srgbClr val="009E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a:solidFill>
                    <a:schemeClr val="bg1"/>
                  </a:solidFill>
                  <a:effectLst/>
                  <a:latin typeface="+mj-lt"/>
                  <a:ea typeface="Times New Roman" panose="02020603050405020304" pitchFamily="18" charset="0"/>
                </a:rPr>
                <a:t>How to identify and prioritize the key ESG issues relevant to the business</a:t>
              </a:r>
            </a:p>
            <a:p>
              <a:pPr marL="171450" indent="-171450">
                <a:buFont typeface="Arial" panose="020B0604020202020204" pitchFamily="34" charset="0"/>
                <a:buChar char="•"/>
              </a:pPr>
              <a:r>
                <a:rPr lang="en-IN" sz="1000">
                  <a:solidFill>
                    <a:schemeClr val="bg1"/>
                  </a:solidFill>
                  <a:effectLst/>
                  <a:latin typeface="+mj-lt"/>
                  <a:ea typeface="Times New Roman" panose="02020603050405020304" pitchFamily="18" charset="0"/>
                </a:rPr>
                <a:t>Explain how companies engage with stakeholders on ESG</a:t>
              </a:r>
              <a:endParaRPr lang="en-US" sz="1000">
                <a:solidFill>
                  <a:schemeClr val="bg1"/>
                </a:solidFill>
                <a:effectLst/>
                <a:latin typeface="+mj-lt"/>
                <a:ea typeface="Times New Roman" panose="02020603050405020304" pitchFamily="18" charset="0"/>
              </a:endParaRPr>
            </a:p>
          </p:txBody>
        </p:sp>
        <p:sp>
          <p:nvSpPr>
            <p:cNvPr id="10" name="Rectangle 9">
              <a:extLst>
                <a:ext uri="{FF2B5EF4-FFF2-40B4-BE49-F238E27FC236}">
                  <a16:creationId xmlns:a16="http://schemas.microsoft.com/office/drawing/2014/main" id="{302442B4-1F65-1745-CA4D-048BDC0CACEF}"/>
                </a:ext>
              </a:extLst>
            </p:cNvPr>
            <p:cNvSpPr/>
            <p:nvPr/>
          </p:nvSpPr>
          <p:spPr>
            <a:xfrm>
              <a:off x="2998328" y="2373929"/>
              <a:ext cx="2194560" cy="1179576"/>
            </a:xfrm>
            <a:prstGeom prst="rect">
              <a:avLst/>
            </a:prstGeom>
            <a:noFill/>
            <a:ln>
              <a:solidFill>
                <a:srgbClr val="00B2A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000">
                  <a:solidFill>
                    <a:schemeClr val="accent1"/>
                  </a:solidFill>
                  <a:effectLst/>
                  <a:latin typeface="+mj-lt"/>
                  <a:ea typeface="Times New Roman" panose="02020603050405020304" pitchFamily="18" charset="0"/>
                </a:rPr>
                <a:t>Environment</a:t>
              </a:r>
              <a:r>
                <a:rPr lang="en-US" sz="1000">
                  <a:solidFill>
                    <a:schemeClr val="bg1"/>
                  </a:solidFill>
                  <a:effectLst/>
                  <a:latin typeface="+mj-lt"/>
                  <a:ea typeface="Times New Roman" panose="02020603050405020304" pitchFamily="18" charset="0"/>
                </a:rPr>
                <a:t>: Understanding of environmental impact, such as carbon emissions, water usage, and waste generation</a:t>
              </a:r>
            </a:p>
          </p:txBody>
        </p:sp>
        <p:sp>
          <p:nvSpPr>
            <p:cNvPr id="11" name="Rectangle 10">
              <a:extLst>
                <a:ext uri="{FF2B5EF4-FFF2-40B4-BE49-F238E27FC236}">
                  <a16:creationId xmlns:a16="http://schemas.microsoft.com/office/drawing/2014/main" id="{BDF099F8-1BCF-B66E-90C8-9DAD2CC60FA8}"/>
                </a:ext>
              </a:extLst>
            </p:cNvPr>
            <p:cNvSpPr/>
            <p:nvPr/>
          </p:nvSpPr>
          <p:spPr>
            <a:xfrm>
              <a:off x="5308313" y="2373929"/>
              <a:ext cx="2194560" cy="1179576"/>
            </a:xfrm>
            <a:prstGeom prst="rect">
              <a:avLst/>
            </a:prstGeom>
            <a:noFill/>
            <a:ln>
              <a:solidFill>
                <a:srgbClr val="00B2A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000">
                  <a:solidFill>
                    <a:schemeClr val="accent1"/>
                  </a:solidFill>
                  <a:effectLst/>
                  <a:latin typeface="+mj-lt"/>
                  <a:ea typeface="Times New Roman" panose="02020603050405020304" pitchFamily="18" charset="0"/>
                </a:rPr>
                <a:t>Social:</a:t>
              </a:r>
              <a:r>
                <a:rPr lang="en-US" sz="1000">
                  <a:solidFill>
                    <a:schemeClr val="bg1"/>
                  </a:solidFill>
                  <a:effectLst/>
                  <a:latin typeface="+mj-lt"/>
                  <a:ea typeface="Times New Roman" panose="02020603050405020304" pitchFamily="18" charset="0"/>
                </a:rPr>
                <a:t> Understanding social impact, such as employee turnover rates, customer satisfaction, and community engagement.</a:t>
              </a:r>
            </a:p>
          </p:txBody>
        </p:sp>
        <p:sp>
          <p:nvSpPr>
            <p:cNvPr id="12" name="Rectangle 11">
              <a:extLst>
                <a:ext uri="{FF2B5EF4-FFF2-40B4-BE49-F238E27FC236}">
                  <a16:creationId xmlns:a16="http://schemas.microsoft.com/office/drawing/2014/main" id="{FD4B4E79-66A9-EB81-827C-FD32BC216002}"/>
                </a:ext>
              </a:extLst>
            </p:cNvPr>
            <p:cNvSpPr/>
            <p:nvPr/>
          </p:nvSpPr>
          <p:spPr>
            <a:xfrm>
              <a:off x="7618298" y="2370460"/>
              <a:ext cx="2194560" cy="1179576"/>
            </a:xfrm>
            <a:prstGeom prst="rect">
              <a:avLst/>
            </a:prstGeom>
            <a:noFill/>
            <a:ln>
              <a:solidFill>
                <a:srgbClr val="00B2A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000">
                  <a:solidFill>
                    <a:schemeClr val="accent1"/>
                  </a:solidFill>
                  <a:effectLst/>
                  <a:latin typeface="+mj-lt"/>
                  <a:ea typeface="Times New Roman" panose="02020603050405020304" pitchFamily="18" charset="0"/>
                </a:rPr>
                <a:t>Governance</a:t>
              </a:r>
              <a:r>
                <a:rPr lang="en-US" sz="1000">
                  <a:solidFill>
                    <a:schemeClr val="bg1"/>
                  </a:solidFill>
                  <a:latin typeface="+mj-lt"/>
                  <a:ea typeface="Times New Roman" panose="02020603050405020304" pitchFamily="18" charset="0"/>
                </a:rPr>
                <a:t>:</a:t>
              </a:r>
              <a:r>
                <a:rPr lang="en-US" sz="1000">
                  <a:solidFill>
                    <a:schemeClr val="bg1"/>
                  </a:solidFill>
                  <a:effectLst/>
                  <a:latin typeface="+mj-lt"/>
                  <a:ea typeface="Times New Roman" panose="02020603050405020304" pitchFamily="18" charset="0"/>
                </a:rPr>
                <a:t> Understanding</a:t>
              </a:r>
              <a:r>
                <a:rPr lang="en-US" sz="1000">
                  <a:solidFill>
                    <a:schemeClr val="bg1"/>
                  </a:solidFill>
                  <a:latin typeface="+mj-lt"/>
                  <a:ea typeface="Times New Roman" panose="02020603050405020304" pitchFamily="18" charset="0"/>
                </a:rPr>
                <a:t> </a:t>
              </a:r>
              <a:r>
                <a:rPr lang="en-US" sz="1000">
                  <a:solidFill>
                    <a:schemeClr val="bg1"/>
                  </a:solidFill>
                  <a:effectLst/>
                  <a:latin typeface="+mj-lt"/>
                  <a:ea typeface="Times New Roman" panose="02020603050405020304" pitchFamily="18" charset="0"/>
                </a:rPr>
                <a:t> governance practices, such as board diversity, executive compensation, &amp; shareholder rights, role of governance structure in ESG review</a:t>
              </a:r>
            </a:p>
          </p:txBody>
        </p:sp>
        <p:sp>
          <p:nvSpPr>
            <p:cNvPr id="14" name="Rectangle 13">
              <a:extLst>
                <a:ext uri="{FF2B5EF4-FFF2-40B4-BE49-F238E27FC236}">
                  <a16:creationId xmlns:a16="http://schemas.microsoft.com/office/drawing/2014/main" id="{9C257FF9-4913-CCC8-DA93-403504DE5461}"/>
                </a:ext>
              </a:extLst>
            </p:cNvPr>
            <p:cNvSpPr/>
            <p:nvPr/>
          </p:nvSpPr>
          <p:spPr>
            <a:xfrm>
              <a:off x="5308313" y="3662355"/>
              <a:ext cx="2194560" cy="1179576"/>
            </a:xfrm>
            <a:prstGeom prst="rect">
              <a:avLst/>
            </a:prstGeom>
            <a:noFill/>
            <a:ln>
              <a:solidFill>
                <a:srgbClr val="009E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000">
                <a:solidFill>
                  <a:schemeClr val="bg1"/>
                </a:solidFill>
                <a:effectLst/>
                <a:latin typeface="+mj-lt"/>
                <a:ea typeface="Times New Roman" panose="02020603050405020304" pitchFamily="18" charset="0"/>
              </a:endParaRPr>
            </a:p>
            <a:p>
              <a:pPr marL="171450" indent="-171450">
                <a:buFont typeface="Arial" panose="020B0604020202020204" pitchFamily="34" charset="0"/>
                <a:buChar char="•"/>
              </a:pPr>
              <a:r>
                <a:rPr lang="en-US" sz="1000">
                  <a:solidFill>
                    <a:schemeClr val="bg1"/>
                  </a:solidFill>
                  <a:effectLst/>
                  <a:latin typeface="+mj-lt"/>
                  <a:ea typeface="Times New Roman" panose="02020603050405020304" pitchFamily="18" charset="0"/>
                </a:rPr>
                <a:t>Introduction to the different frameworks for ESG reporting such as GRI, SASB, TCFD, etc.</a:t>
              </a:r>
            </a:p>
            <a:p>
              <a:pPr marL="171450" indent="-171450">
                <a:buFont typeface="Arial" panose="020B0604020202020204" pitchFamily="34" charset="0"/>
                <a:buChar char="•"/>
              </a:pPr>
              <a:r>
                <a:rPr lang="en-IN" sz="1000">
                  <a:solidFill>
                    <a:schemeClr val="bg1"/>
                  </a:solidFill>
                  <a:ea typeface="Times New Roman" panose="02020603050405020304" pitchFamily="18" charset="0"/>
                </a:rPr>
                <a:t>Overview of the different types of ESG Benchmarks and how they are used </a:t>
              </a:r>
            </a:p>
            <a:p>
              <a:pPr marL="171450" indent="-171450">
                <a:buFont typeface="Arial" panose="020B0604020202020204" pitchFamily="34" charset="0"/>
                <a:buChar char="•"/>
              </a:pPr>
              <a:endParaRPr lang="en-US" sz="1000">
                <a:solidFill>
                  <a:schemeClr val="bg1"/>
                </a:solidFill>
                <a:effectLst/>
                <a:latin typeface="+mj-lt"/>
                <a:ea typeface="Times New Roman" panose="02020603050405020304" pitchFamily="18" charset="0"/>
              </a:endParaRPr>
            </a:p>
            <a:p>
              <a:pPr marL="171450" indent="-171450">
                <a:buFont typeface="Arial" panose="020B0604020202020204" pitchFamily="34" charset="0"/>
                <a:buChar char="•"/>
              </a:pPr>
              <a:endParaRPr lang="en-US" sz="1000">
                <a:solidFill>
                  <a:schemeClr val="bg1"/>
                </a:solidFill>
                <a:effectLst/>
                <a:latin typeface="+mj-lt"/>
                <a:ea typeface="Times New Roman" panose="02020603050405020304" pitchFamily="18" charset="0"/>
              </a:endParaRPr>
            </a:p>
          </p:txBody>
        </p:sp>
        <p:sp>
          <p:nvSpPr>
            <p:cNvPr id="16" name="Rectangle 15">
              <a:extLst>
                <a:ext uri="{FF2B5EF4-FFF2-40B4-BE49-F238E27FC236}">
                  <a16:creationId xmlns:a16="http://schemas.microsoft.com/office/drawing/2014/main" id="{F9E33437-8F39-D180-79FE-C1108300E787}"/>
                </a:ext>
              </a:extLst>
            </p:cNvPr>
            <p:cNvSpPr/>
            <p:nvPr/>
          </p:nvSpPr>
          <p:spPr>
            <a:xfrm>
              <a:off x="2998328" y="3662355"/>
              <a:ext cx="2194560" cy="1179576"/>
            </a:xfrm>
            <a:prstGeom prst="rect">
              <a:avLst/>
            </a:prstGeom>
            <a:noFill/>
            <a:ln>
              <a:solidFill>
                <a:srgbClr val="009E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a:solidFill>
                    <a:schemeClr val="bg1"/>
                  </a:solidFill>
                  <a:effectLst/>
                  <a:latin typeface="+mj-lt"/>
                  <a:ea typeface="Times New Roman" panose="02020603050405020304" pitchFamily="18" charset="0"/>
                </a:rPr>
                <a:t>Overview of ESG reporting and its importance for businesses</a:t>
              </a:r>
            </a:p>
            <a:p>
              <a:pPr marL="171450" indent="-171450">
                <a:buFont typeface="Arial" panose="020B0604020202020204" pitchFamily="34" charset="0"/>
                <a:buChar char="•"/>
              </a:pPr>
              <a:r>
                <a:rPr lang="en-IN" sz="1000">
                  <a:solidFill>
                    <a:schemeClr val="bg1"/>
                  </a:solidFill>
                  <a:ea typeface="Times New Roman" panose="02020603050405020304" pitchFamily="18" charset="0"/>
                </a:rPr>
                <a:t>Explain how the ESG Impacts are measured, tracked over time and goals are set for improvement</a:t>
              </a:r>
              <a:endParaRPr lang="en-US" sz="1000">
                <a:solidFill>
                  <a:schemeClr val="bg1"/>
                </a:solidFill>
                <a:ea typeface="Times New Roman" panose="02020603050405020304" pitchFamily="18" charset="0"/>
              </a:endParaRPr>
            </a:p>
            <a:p>
              <a:pPr marL="171450" indent="-171450">
                <a:buFont typeface="Arial" panose="020B0604020202020204" pitchFamily="34" charset="0"/>
                <a:buChar char="•"/>
              </a:pPr>
              <a:endParaRPr lang="en-US" sz="1000">
                <a:solidFill>
                  <a:schemeClr val="bg1"/>
                </a:solidFill>
                <a:effectLst/>
                <a:latin typeface="+mj-lt"/>
                <a:ea typeface="Times New Roman" panose="02020603050405020304" pitchFamily="18" charset="0"/>
              </a:endParaRPr>
            </a:p>
          </p:txBody>
        </p:sp>
        <p:sp>
          <p:nvSpPr>
            <p:cNvPr id="17" name="Rectangle 16">
              <a:extLst>
                <a:ext uri="{FF2B5EF4-FFF2-40B4-BE49-F238E27FC236}">
                  <a16:creationId xmlns:a16="http://schemas.microsoft.com/office/drawing/2014/main" id="{68908C2C-3F91-46D9-6A98-6A54396788BF}"/>
                </a:ext>
              </a:extLst>
            </p:cNvPr>
            <p:cNvSpPr/>
            <p:nvPr/>
          </p:nvSpPr>
          <p:spPr>
            <a:xfrm>
              <a:off x="2998328" y="4953460"/>
              <a:ext cx="2194560" cy="1179576"/>
            </a:xfrm>
            <a:prstGeom prst="rect">
              <a:avLst/>
            </a:prstGeom>
            <a:noFill/>
            <a:ln>
              <a:solidFill>
                <a:srgbClr val="008A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a:solidFill>
                    <a:schemeClr val="bg1"/>
                  </a:solidFill>
                  <a:effectLst/>
                  <a:latin typeface="+mj-lt"/>
                  <a:ea typeface="Times New Roman" panose="02020603050405020304" pitchFamily="18" charset="0"/>
                </a:rPr>
                <a:t>Introduction to ESG Journey - ESG Governance mechanism, Engagement, Learning &amp; Development, Ideation &amp; Best Practice Sharing, Scorecard, Streams &amp; Stream Leader concept</a:t>
              </a:r>
              <a:r>
                <a:rPr lang="en-IN" sz="1000" b="1" dirty="0"/>
                <a:t> * </a:t>
              </a:r>
              <a:endParaRPr lang="en-US" sz="1000" dirty="0">
                <a:solidFill>
                  <a:schemeClr val="bg1"/>
                </a:solidFill>
                <a:effectLst/>
                <a:latin typeface="+mj-lt"/>
                <a:ea typeface="Times New Roman" panose="02020603050405020304" pitchFamily="18" charset="0"/>
              </a:endParaRPr>
            </a:p>
          </p:txBody>
        </p:sp>
        <p:sp>
          <p:nvSpPr>
            <p:cNvPr id="18" name="Rectangle 17">
              <a:extLst>
                <a:ext uri="{FF2B5EF4-FFF2-40B4-BE49-F238E27FC236}">
                  <a16:creationId xmlns:a16="http://schemas.microsoft.com/office/drawing/2014/main" id="{51079815-D18E-3145-99D8-A7903E15D3EA}"/>
                </a:ext>
              </a:extLst>
            </p:cNvPr>
            <p:cNvSpPr/>
            <p:nvPr/>
          </p:nvSpPr>
          <p:spPr>
            <a:xfrm>
              <a:off x="7629397" y="4975436"/>
              <a:ext cx="2194560" cy="1179576"/>
            </a:xfrm>
            <a:prstGeom prst="rect">
              <a:avLst/>
            </a:prstGeom>
            <a:noFill/>
            <a:ln>
              <a:solidFill>
                <a:srgbClr val="008A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000">
                  <a:solidFill>
                    <a:schemeClr val="bg1"/>
                  </a:solidFill>
                  <a:effectLst/>
                  <a:latin typeface="+mj-lt"/>
                  <a:ea typeface="Times New Roman" panose="02020603050405020304" pitchFamily="18" charset="0"/>
                </a:rPr>
                <a:t>The future of ESG and its potential impact on businesses and society </a:t>
              </a:r>
            </a:p>
            <a:p>
              <a:pPr marL="171450" indent="-171450">
                <a:buFont typeface="Arial" panose="020B0604020202020204" pitchFamily="34" charset="0"/>
                <a:buChar char="•"/>
              </a:pPr>
              <a:r>
                <a:rPr lang="en-IN" sz="1000">
                  <a:solidFill>
                    <a:schemeClr val="bg1"/>
                  </a:solidFill>
                  <a:latin typeface="+mj-lt"/>
                  <a:ea typeface="Times New Roman" panose="02020603050405020304" pitchFamily="18" charset="0"/>
                </a:rPr>
                <a:t>Understanding role of business in shaping future of ESG</a:t>
              </a:r>
              <a:endParaRPr lang="en-US" sz="1000">
                <a:solidFill>
                  <a:schemeClr val="bg1"/>
                </a:solidFill>
                <a:effectLst/>
                <a:latin typeface="+mj-lt"/>
                <a:ea typeface="Times New Roman" panose="02020603050405020304" pitchFamily="18" charset="0"/>
              </a:endParaRPr>
            </a:p>
          </p:txBody>
        </p:sp>
        <p:sp>
          <p:nvSpPr>
            <p:cNvPr id="19" name="Rectangle: Rounded Corners 18">
              <a:extLst>
                <a:ext uri="{FF2B5EF4-FFF2-40B4-BE49-F238E27FC236}">
                  <a16:creationId xmlns:a16="http://schemas.microsoft.com/office/drawing/2014/main" id="{FDE76042-6D8B-2997-9C47-3346DC2ED195}"/>
                </a:ext>
              </a:extLst>
            </p:cNvPr>
            <p:cNvSpPr/>
            <p:nvPr/>
          </p:nvSpPr>
          <p:spPr>
            <a:xfrm>
              <a:off x="481229" y="1316936"/>
              <a:ext cx="2433330" cy="716711"/>
            </a:xfrm>
            <a:prstGeom prst="roundRect">
              <a:avLst/>
            </a:prstGeom>
            <a:solidFill>
              <a:srgbClr val="00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t>INTRODUCTION TO ESG</a:t>
              </a:r>
              <a:endParaRPr lang="en-US" sz="1200" b="1" err="1"/>
            </a:p>
          </p:txBody>
        </p:sp>
        <p:sp>
          <p:nvSpPr>
            <p:cNvPr id="21" name="Rectangle 20">
              <a:extLst>
                <a:ext uri="{FF2B5EF4-FFF2-40B4-BE49-F238E27FC236}">
                  <a16:creationId xmlns:a16="http://schemas.microsoft.com/office/drawing/2014/main" id="{234A4163-8A83-0A79-E0F5-4E53B57E86E3}"/>
                </a:ext>
              </a:extLst>
            </p:cNvPr>
            <p:cNvSpPr/>
            <p:nvPr/>
          </p:nvSpPr>
          <p:spPr>
            <a:xfrm>
              <a:off x="5308313" y="4953460"/>
              <a:ext cx="2194560" cy="1179576"/>
            </a:xfrm>
            <a:prstGeom prst="rect">
              <a:avLst/>
            </a:prstGeom>
            <a:noFill/>
            <a:ln>
              <a:solidFill>
                <a:srgbClr val="009E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000">
                  <a:solidFill>
                    <a:schemeClr val="bg1"/>
                  </a:solidFill>
                  <a:latin typeface="+mj-lt"/>
                  <a:ea typeface="Times New Roman" panose="02020603050405020304" pitchFamily="18" charset="0"/>
                </a:rPr>
                <a:t>R</a:t>
              </a:r>
              <a:r>
                <a:rPr lang="en-US" sz="1000" err="1">
                  <a:solidFill>
                    <a:schemeClr val="bg1"/>
                  </a:solidFill>
                  <a:latin typeface="+mj-lt"/>
                  <a:ea typeface="Times New Roman" panose="02020603050405020304" pitchFamily="18" charset="0"/>
                </a:rPr>
                <a:t>eal</a:t>
              </a:r>
              <a:r>
                <a:rPr lang="en-US" sz="1000">
                  <a:solidFill>
                    <a:schemeClr val="bg1"/>
                  </a:solidFill>
                  <a:latin typeface="+mj-lt"/>
                  <a:ea typeface="Times New Roman" panose="02020603050405020304" pitchFamily="18" charset="0"/>
                </a:rPr>
                <a:t> life studies on successful integration of ESG into the business</a:t>
              </a:r>
              <a:endParaRPr lang="en-US" sz="1000">
                <a:solidFill>
                  <a:schemeClr val="bg1"/>
                </a:solidFill>
                <a:effectLst/>
                <a:latin typeface="+mj-lt"/>
                <a:ea typeface="Times New Roman" panose="02020603050405020304" pitchFamily="18" charset="0"/>
              </a:endParaRPr>
            </a:p>
          </p:txBody>
        </p:sp>
        <p:sp>
          <p:nvSpPr>
            <p:cNvPr id="25" name="Rectangle: Rounded Corners 24">
              <a:extLst>
                <a:ext uri="{FF2B5EF4-FFF2-40B4-BE49-F238E27FC236}">
                  <a16:creationId xmlns:a16="http://schemas.microsoft.com/office/drawing/2014/main" id="{C2EABE47-0911-0F82-2151-1AF88DFE9408}"/>
                </a:ext>
              </a:extLst>
            </p:cNvPr>
            <p:cNvSpPr/>
            <p:nvPr/>
          </p:nvSpPr>
          <p:spPr>
            <a:xfrm>
              <a:off x="481229" y="2605362"/>
              <a:ext cx="2433330" cy="716711"/>
            </a:xfrm>
            <a:prstGeom prst="roundRect">
              <a:avLst/>
            </a:prstGeom>
            <a:solidFill>
              <a:srgbClr val="00B2A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200" b="1"/>
                <a:t>UNDERSTANDING THE DIFFERENT ESG METRICS</a:t>
              </a:r>
            </a:p>
          </p:txBody>
        </p:sp>
        <p:sp>
          <p:nvSpPr>
            <p:cNvPr id="27" name="Rectangle: Rounded Corners 26">
              <a:extLst>
                <a:ext uri="{FF2B5EF4-FFF2-40B4-BE49-F238E27FC236}">
                  <a16:creationId xmlns:a16="http://schemas.microsoft.com/office/drawing/2014/main" id="{AB8814A3-6D33-F4D4-708D-D304FC87B586}"/>
                </a:ext>
              </a:extLst>
            </p:cNvPr>
            <p:cNvSpPr/>
            <p:nvPr/>
          </p:nvSpPr>
          <p:spPr>
            <a:xfrm>
              <a:off x="481229" y="3893788"/>
              <a:ext cx="2433330" cy="716711"/>
            </a:xfrm>
            <a:prstGeom prst="roundRect">
              <a:avLst/>
            </a:prstGeom>
            <a:solidFill>
              <a:srgbClr val="009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t>UNLOCKING HOW COMPANIES  COMPARE TO EACH OTHER</a:t>
              </a:r>
              <a:endParaRPr lang="en-US" sz="1200" b="1"/>
            </a:p>
          </p:txBody>
        </p:sp>
        <p:sp>
          <p:nvSpPr>
            <p:cNvPr id="29" name="Rectangle: Rounded Corners 28">
              <a:extLst>
                <a:ext uri="{FF2B5EF4-FFF2-40B4-BE49-F238E27FC236}">
                  <a16:creationId xmlns:a16="http://schemas.microsoft.com/office/drawing/2014/main" id="{77A9C9F9-3F1C-CA89-4D87-530E3B4A5878}"/>
                </a:ext>
              </a:extLst>
            </p:cNvPr>
            <p:cNvSpPr/>
            <p:nvPr/>
          </p:nvSpPr>
          <p:spPr>
            <a:xfrm>
              <a:off x="481229" y="5182214"/>
              <a:ext cx="2433330" cy="716711"/>
            </a:xfrm>
            <a:prstGeom prst="roundRect">
              <a:avLst/>
            </a:prstGeom>
            <a:solidFill>
              <a:srgbClr val="008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t>OUR JOURNEY AND WAY AHEAD</a:t>
              </a:r>
              <a:endParaRPr lang="en-US" sz="1200" b="1"/>
            </a:p>
          </p:txBody>
        </p:sp>
      </p:grpSp>
      <p:sp>
        <p:nvSpPr>
          <p:cNvPr id="30" name="Freeform 11">
            <a:extLst>
              <a:ext uri="{FF2B5EF4-FFF2-40B4-BE49-F238E27FC236}">
                <a16:creationId xmlns:a16="http://schemas.microsoft.com/office/drawing/2014/main" id="{2575DFEC-527B-012D-3CF9-5A7584BAE31E}"/>
              </a:ext>
              <a:ext uri="{C183D7F6-B498-43B3-948B-1728B52AA6E4}">
                <adec:decorative xmlns:adec="http://schemas.microsoft.com/office/drawing/2017/decorative" val="0"/>
              </a:ext>
            </a:extLst>
          </p:cNvPr>
          <p:cNvSpPr>
            <a:spLocks/>
          </p:cNvSpPr>
          <p:nvPr/>
        </p:nvSpPr>
        <p:spPr bwMode="auto">
          <a:xfrm>
            <a:off x="530650" y="5226737"/>
            <a:ext cx="563270" cy="563270"/>
          </a:xfrm>
          <a:custGeom>
            <a:avLst/>
            <a:gdLst>
              <a:gd name="T0" fmla="*/ 151 w 1037"/>
              <a:gd name="T1" fmla="*/ 153 h 1039"/>
              <a:gd name="T2" fmla="*/ 115 w 1037"/>
              <a:gd name="T3" fmla="*/ 192 h 1039"/>
              <a:gd name="T4" fmla="*/ 57 w 1037"/>
              <a:gd name="T5" fmla="*/ 279 h 1039"/>
              <a:gd name="T6" fmla="*/ 19 w 1037"/>
              <a:gd name="T7" fmla="*/ 372 h 1039"/>
              <a:gd name="T8" fmla="*/ 0 w 1037"/>
              <a:gd name="T9" fmla="*/ 471 h 1039"/>
              <a:gd name="T10" fmla="*/ 0 w 1037"/>
              <a:gd name="T11" fmla="*/ 571 h 1039"/>
              <a:gd name="T12" fmla="*/ 19 w 1037"/>
              <a:gd name="T13" fmla="*/ 669 h 1039"/>
              <a:gd name="T14" fmla="*/ 57 w 1037"/>
              <a:gd name="T15" fmla="*/ 762 h 1039"/>
              <a:gd name="T16" fmla="*/ 115 w 1037"/>
              <a:gd name="T17" fmla="*/ 849 h 1039"/>
              <a:gd name="T18" fmla="*/ 151 w 1037"/>
              <a:gd name="T19" fmla="*/ 888 h 1039"/>
              <a:gd name="T20" fmla="*/ 151 w 1037"/>
              <a:gd name="T21" fmla="*/ 888 h 1039"/>
              <a:gd name="T22" fmla="*/ 190 w 1037"/>
              <a:gd name="T23" fmla="*/ 924 h 1039"/>
              <a:gd name="T24" fmla="*/ 277 w 1037"/>
              <a:gd name="T25" fmla="*/ 981 h 1039"/>
              <a:gd name="T26" fmla="*/ 370 w 1037"/>
              <a:gd name="T27" fmla="*/ 1020 h 1039"/>
              <a:gd name="T28" fmla="*/ 469 w 1037"/>
              <a:gd name="T29" fmla="*/ 1039 h 1039"/>
              <a:gd name="T30" fmla="*/ 569 w 1037"/>
              <a:gd name="T31" fmla="*/ 1039 h 1039"/>
              <a:gd name="T32" fmla="*/ 667 w 1037"/>
              <a:gd name="T33" fmla="*/ 1020 h 1039"/>
              <a:gd name="T34" fmla="*/ 761 w 1037"/>
              <a:gd name="T35" fmla="*/ 981 h 1039"/>
              <a:gd name="T36" fmla="*/ 847 w 1037"/>
              <a:gd name="T37" fmla="*/ 924 h 1039"/>
              <a:gd name="T38" fmla="*/ 886 w 1037"/>
              <a:gd name="T39" fmla="*/ 888 h 1039"/>
              <a:gd name="T40" fmla="*/ 886 w 1037"/>
              <a:gd name="T41" fmla="*/ 888 h 1039"/>
              <a:gd name="T42" fmla="*/ 923 w 1037"/>
              <a:gd name="T43" fmla="*/ 849 h 1039"/>
              <a:gd name="T44" fmla="*/ 980 w 1037"/>
              <a:gd name="T45" fmla="*/ 762 h 1039"/>
              <a:gd name="T46" fmla="*/ 1017 w 1037"/>
              <a:gd name="T47" fmla="*/ 669 h 1039"/>
              <a:gd name="T48" fmla="*/ 1037 w 1037"/>
              <a:gd name="T49" fmla="*/ 571 h 1039"/>
              <a:gd name="T50" fmla="*/ 1037 w 1037"/>
              <a:gd name="T51" fmla="*/ 471 h 1039"/>
              <a:gd name="T52" fmla="*/ 1017 w 1037"/>
              <a:gd name="T53" fmla="*/ 372 h 1039"/>
              <a:gd name="T54" fmla="*/ 980 w 1037"/>
              <a:gd name="T55" fmla="*/ 279 h 1039"/>
              <a:gd name="T56" fmla="*/ 923 w 1037"/>
              <a:gd name="T57" fmla="*/ 192 h 1039"/>
              <a:gd name="T58" fmla="*/ 886 w 1037"/>
              <a:gd name="T59" fmla="*/ 153 h 1039"/>
              <a:gd name="T60" fmla="*/ 886 w 1037"/>
              <a:gd name="T61" fmla="*/ 153 h 1039"/>
              <a:gd name="T62" fmla="*/ 847 w 1037"/>
              <a:gd name="T63" fmla="*/ 117 h 1039"/>
              <a:gd name="T64" fmla="*/ 761 w 1037"/>
              <a:gd name="T65" fmla="*/ 60 h 1039"/>
              <a:gd name="T66" fmla="*/ 667 w 1037"/>
              <a:gd name="T67" fmla="*/ 21 h 1039"/>
              <a:gd name="T68" fmla="*/ 569 w 1037"/>
              <a:gd name="T69" fmla="*/ 3 h 1039"/>
              <a:gd name="T70" fmla="*/ 518 w 1037"/>
              <a:gd name="T71" fmla="*/ 0 h 1039"/>
              <a:gd name="T72" fmla="*/ 518 w 1037"/>
              <a:gd name="T73" fmla="*/ 0 h 1039"/>
              <a:gd name="T74" fmla="*/ 469 w 1037"/>
              <a:gd name="T75" fmla="*/ 3 h 1039"/>
              <a:gd name="T76" fmla="*/ 370 w 1037"/>
              <a:gd name="T77" fmla="*/ 21 h 1039"/>
              <a:gd name="T78" fmla="*/ 277 w 1037"/>
              <a:gd name="T79" fmla="*/ 60 h 1039"/>
              <a:gd name="T80" fmla="*/ 190 w 1037"/>
              <a:gd name="T81" fmla="*/ 117 h 1039"/>
              <a:gd name="T82" fmla="*/ 151 w 1037"/>
              <a:gd name="T83" fmla="*/ 153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7" h="1039">
                <a:moveTo>
                  <a:pt x="151" y="153"/>
                </a:moveTo>
                <a:lnTo>
                  <a:pt x="115" y="192"/>
                </a:lnTo>
                <a:lnTo>
                  <a:pt x="57" y="279"/>
                </a:lnTo>
                <a:lnTo>
                  <a:pt x="19" y="372"/>
                </a:lnTo>
                <a:lnTo>
                  <a:pt x="0" y="471"/>
                </a:lnTo>
                <a:lnTo>
                  <a:pt x="0" y="571"/>
                </a:lnTo>
                <a:lnTo>
                  <a:pt x="19" y="669"/>
                </a:lnTo>
                <a:lnTo>
                  <a:pt x="57" y="762"/>
                </a:lnTo>
                <a:lnTo>
                  <a:pt x="115" y="849"/>
                </a:lnTo>
                <a:lnTo>
                  <a:pt x="151" y="888"/>
                </a:lnTo>
                <a:lnTo>
                  <a:pt x="151" y="888"/>
                </a:lnTo>
                <a:lnTo>
                  <a:pt x="190" y="924"/>
                </a:lnTo>
                <a:lnTo>
                  <a:pt x="277" y="981"/>
                </a:lnTo>
                <a:lnTo>
                  <a:pt x="370" y="1020"/>
                </a:lnTo>
                <a:lnTo>
                  <a:pt x="469" y="1039"/>
                </a:lnTo>
                <a:lnTo>
                  <a:pt x="569" y="1039"/>
                </a:lnTo>
                <a:lnTo>
                  <a:pt x="667" y="1020"/>
                </a:lnTo>
                <a:lnTo>
                  <a:pt x="761" y="981"/>
                </a:lnTo>
                <a:lnTo>
                  <a:pt x="847" y="924"/>
                </a:lnTo>
                <a:lnTo>
                  <a:pt x="886" y="888"/>
                </a:lnTo>
                <a:lnTo>
                  <a:pt x="886" y="888"/>
                </a:lnTo>
                <a:lnTo>
                  <a:pt x="923" y="849"/>
                </a:lnTo>
                <a:lnTo>
                  <a:pt x="980" y="762"/>
                </a:lnTo>
                <a:lnTo>
                  <a:pt x="1017" y="669"/>
                </a:lnTo>
                <a:lnTo>
                  <a:pt x="1037" y="571"/>
                </a:lnTo>
                <a:lnTo>
                  <a:pt x="1037" y="471"/>
                </a:lnTo>
                <a:lnTo>
                  <a:pt x="1017" y="372"/>
                </a:lnTo>
                <a:lnTo>
                  <a:pt x="980" y="279"/>
                </a:lnTo>
                <a:lnTo>
                  <a:pt x="923" y="192"/>
                </a:lnTo>
                <a:lnTo>
                  <a:pt x="886" y="153"/>
                </a:lnTo>
                <a:lnTo>
                  <a:pt x="886" y="153"/>
                </a:lnTo>
                <a:lnTo>
                  <a:pt x="847" y="117"/>
                </a:lnTo>
                <a:lnTo>
                  <a:pt x="761" y="60"/>
                </a:lnTo>
                <a:lnTo>
                  <a:pt x="667" y="21"/>
                </a:lnTo>
                <a:lnTo>
                  <a:pt x="569" y="3"/>
                </a:lnTo>
                <a:lnTo>
                  <a:pt x="518" y="0"/>
                </a:lnTo>
                <a:lnTo>
                  <a:pt x="518" y="0"/>
                </a:lnTo>
                <a:lnTo>
                  <a:pt x="469" y="3"/>
                </a:lnTo>
                <a:lnTo>
                  <a:pt x="370" y="21"/>
                </a:lnTo>
                <a:lnTo>
                  <a:pt x="277" y="60"/>
                </a:lnTo>
                <a:lnTo>
                  <a:pt x="190" y="117"/>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a:solidFill>
                  <a:prstClr val="black"/>
                </a:solidFill>
                <a:latin typeface="+mj-lt"/>
              </a:rPr>
              <a:t>4</a:t>
            </a:r>
            <a:endParaRPr kumimoji="0" lang="en-US" sz="2400" b="1" i="0" u="none" strike="noStrike" kern="1200" cap="none" spc="0" normalizeH="0" baseline="0" noProof="0">
              <a:ln>
                <a:noFill/>
              </a:ln>
              <a:solidFill>
                <a:prstClr val="black"/>
              </a:solidFill>
              <a:effectLst/>
              <a:uLnTx/>
              <a:uFillTx/>
              <a:latin typeface="+mj-lt"/>
              <a:ea typeface="+mn-ea"/>
              <a:cs typeface="+mn-cs"/>
            </a:endParaRPr>
          </a:p>
        </p:txBody>
      </p:sp>
      <p:sp>
        <p:nvSpPr>
          <p:cNvPr id="3" name="Rectangle: Rounded Corners 2">
            <a:extLst>
              <a:ext uri="{FF2B5EF4-FFF2-40B4-BE49-F238E27FC236}">
                <a16:creationId xmlns:a16="http://schemas.microsoft.com/office/drawing/2014/main" id="{AC1D89BC-EDBB-3425-EA45-55A6C0B16DE1}"/>
              </a:ext>
            </a:extLst>
          </p:cNvPr>
          <p:cNvSpPr/>
          <p:nvPr/>
        </p:nvSpPr>
        <p:spPr>
          <a:xfrm>
            <a:off x="10920249" y="1166648"/>
            <a:ext cx="751834" cy="4977632"/>
          </a:xfrm>
          <a:prstGeom prst="round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4" name="TextBox 3">
            <a:extLst>
              <a:ext uri="{FF2B5EF4-FFF2-40B4-BE49-F238E27FC236}">
                <a16:creationId xmlns:a16="http://schemas.microsoft.com/office/drawing/2014/main" id="{71B3B3C5-3225-90B2-9160-F3BF1E51BDEB}"/>
              </a:ext>
            </a:extLst>
          </p:cNvPr>
          <p:cNvSpPr txBox="1"/>
          <p:nvPr/>
        </p:nvSpPr>
        <p:spPr>
          <a:xfrm>
            <a:off x="10918330" y="3233245"/>
            <a:ext cx="863767" cy="769441"/>
          </a:xfrm>
          <a:prstGeom prst="rect">
            <a:avLst/>
          </a:prstGeom>
          <a:noFill/>
        </p:spPr>
        <p:txBody>
          <a:bodyPr wrap="square" rtlCol="0">
            <a:spAutoFit/>
          </a:bodyPr>
          <a:lstStyle/>
          <a:p>
            <a:r>
              <a:rPr lang="en-IN" sz="1100" b="1" dirty="0">
                <a:solidFill>
                  <a:schemeClr val="bg1"/>
                </a:solidFill>
              </a:rPr>
              <a:t>Timeline: 1 day</a:t>
            </a:r>
          </a:p>
          <a:p>
            <a:endParaRPr lang="en-IN" sz="1100" b="1" dirty="0">
              <a:solidFill>
                <a:schemeClr val="bg1"/>
              </a:solidFill>
            </a:endParaRPr>
          </a:p>
          <a:p>
            <a:r>
              <a:rPr lang="en-IN" sz="1100" b="1" dirty="0">
                <a:solidFill>
                  <a:schemeClr val="bg1"/>
                </a:solidFill>
              </a:rPr>
              <a:t>(7 Hours)</a:t>
            </a:r>
            <a:endParaRPr lang="en-US" sz="1100" b="1" dirty="0">
              <a:solidFill>
                <a:schemeClr val="bg1"/>
              </a:solidFill>
            </a:endParaRPr>
          </a:p>
        </p:txBody>
      </p:sp>
    </p:spTree>
    <p:extLst>
      <p:ext uri="{BB962C8B-B14F-4D97-AF65-F5344CB8AC3E}">
        <p14:creationId xmlns:p14="http://schemas.microsoft.com/office/powerpoint/2010/main" val="2074145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person standing next to a whiteboard and a group of people sitting around a table&#10;&#10;Description automatically generated with low confidence">
            <a:extLst>
              <a:ext uri="{FF2B5EF4-FFF2-40B4-BE49-F238E27FC236}">
                <a16:creationId xmlns:a16="http://schemas.microsoft.com/office/drawing/2014/main" id="{75CFC848-D5B4-ABA1-5B50-B8B9C9AB43C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13247" y="355669"/>
            <a:ext cx="5507422" cy="6858000"/>
          </a:xfrm>
          <a:custGeom>
            <a:avLst/>
            <a:gdLst>
              <a:gd name="connsiteX0" fmla="*/ 0 w 5507422"/>
              <a:gd name="connsiteY0" fmla="*/ 0 h 6858000"/>
              <a:gd name="connsiteX1" fmla="*/ 5507422 w 5507422"/>
              <a:gd name="connsiteY1" fmla="*/ 0 h 6858000"/>
              <a:gd name="connsiteX2" fmla="*/ 5507422 w 5507422"/>
              <a:gd name="connsiteY2" fmla="*/ 6858000 h 6858000"/>
              <a:gd name="connsiteX3" fmla="*/ 0 w 55074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507422" h="6858000">
                <a:moveTo>
                  <a:pt x="0" y="0"/>
                </a:moveTo>
                <a:lnTo>
                  <a:pt x="5507422" y="0"/>
                </a:lnTo>
                <a:lnTo>
                  <a:pt x="5507422" y="6858000"/>
                </a:lnTo>
                <a:lnTo>
                  <a:pt x="0" y="6858000"/>
                </a:lnTo>
                <a:close/>
              </a:path>
            </a:pathLst>
          </a:custGeom>
        </p:spPr>
      </p:pic>
      <p:sp>
        <p:nvSpPr>
          <p:cNvPr id="34" name="Rectangle 33">
            <a:extLst>
              <a:ext uri="{FF2B5EF4-FFF2-40B4-BE49-F238E27FC236}">
                <a16:creationId xmlns:a16="http://schemas.microsoft.com/office/drawing/2014/main" id="{BD46E030-5F95-30C4-9D20-C8E550870CBC}"/>
              </a:ext>
            </a:extLst>
          </p:cNvPr>
          <p:cNvSpPr/>
          <p:nvPr/>
        </p:nvSpPr>
        <p:spPr>
          <a:xfrm>
            <a:off x="-1" y="0"/>
            <a:ext cx="5507422" cy="6858000"/>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29" name="Rectangle 28">
            <a:extLst>
              <a:ext uri="{FF2B5EF4-FFF2-40B4-BE49-F238E27FC236}">
                <a16:creationId xmlns:a16="http://schemas.microsoft.com/office/drawing/2014/main" id="{B0AEC7E9-0049-F992-8CEE-E9E9021122DF}"/>
              </a:ext>
            </a:extLst>
          </p:cNvPr>
          <p:cNvSpPr/>
          <p:nvPr/>
        </p:nvSpPr>
        <p:spPr>
          <a:xfrm>
            <a:off x="3142593" y="0"/>
            <a:ext cx="2364828" cy="6858000"/>
          </a:xfrm>
          <a:prstGeom prst="rect">
            <a:avLst/>
          </a:prstGeom>
          <a:solidFill>
            <a:schemeClr val="accent2">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6" name="TextBox 5">
            <a:extLst>
              <a:ext uri="{FF2B5EF4-FFF2-40B4-BE49-F238E27FC236}">
                <a16:creationId xmlns:a16="http://schemas.microsoft.com/office/drawing/2014/main" id="{AA7B3408-2E92-B135-BF84-40D3E5AC6451}"/>
              </a:ext>
            </a:extLst>
          </p:cNvPr>
          <p:cNvSpPr txBox="1"/>
          <p:nvPr/>
        </p:nvSpPr>
        <p:spPr>
          <a:xfrm>
            <a:off x="417814" y="171054"/>
            <a:ext cx="10452484" cy="40011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solidFill>
                  <a:schemeClr val="bg1"/>
                </a:solidFill>
                <a:latin typeface="+mj-lt"/>
                <a:ea typeface="+mj-ea"/>
                <a:cs typeface="+mj-cs"/>
              </a:rPr>
              <a:t>PHASE 2: DELIVERY OF CONTENT TO MASTER TRAINERS </a:t>
            </a:r>
            <a:endParaRPr lang="en-US" sz="2600" dirty="0">
              <a:solidFill>
                <a:schemeClr val="bg1"/>
              </a:solidFill>
              <a:latin typeface="+mj-lt"/>
              <a:ea typeface="+mj-ea"/>
              <a:cs typeface="+mj-cs"/>
            </a:endParaRPr>
          </a:p>
        </p:txBody>
      </p:sp>
      <p:sp>
        <p:nvSpPr>
          <p:cNvPr id="8" name="Rectangle 7">
            <a:extLst>
              <a:ext uri="{FF2B5EF4-FFF2-40B4-BE49-F238E27FC236}">
                <a16:creationId xmlns:a16="http://schemas.microsoft.com/office/drawing/2014/main" id="{4A185D06-5210-F859-0784-BBD46067A809}"/>
              </a:ext>
            </a:extLst>
          </p:cNvPr>
          <p:cNvSpPr/>
          <p:nvPr/>
        </p:nvSpPr>
        <p:spPr>
          <a:xfrm>
            <a:off x="3243144" y="1498261"/>
            <a:ext cx="2180195" cy="2154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FFFFFF"/>
                </a:solidFill>
                <a:effectLst/>
                <a:uLnTx/>
                <a:uFillTx/>
                <a:latin typeface="Ubuntu"/>
                <a:ea typeface="+mn-ea"/>
                <a:cs typeface="+mn-cs"/>
              </a:rPr>
              <a:t>CAPGEMINI TEAM</a:t>
            </a:r>
            <a:endParaRPr kumimoji="0" lang="en-AU" sz="1400" b="0" i="0" u="none" strike="noStrike" kern="1200" cap="none" spc="0" normalizeH="0" baseline="0" noProof="0">
              <a:ln>
                <a:noFill/>
              </a:ln>
              <a:solidFill>
                <a:srgbClr val="FFFFFF"/>
              </a:solidFill>
              <a:effectLst/>
              <a:uLnTx/>
              <a:uFillTx/>
              <a:latin typeface="Ubuntu"/>
              <a:ea typeface="+mn-ea"/>
              <a:cs typeface="+mn-cs"/>
            </a:endParaRPr>
          </a:p>
        </p:txBody>
      </p:sp>
      <p:pic>
        <p:nvPicPr>
          <p:cNvPr id="9" name="Graphic 8" descr="Captain male with solid fill">
            <a:extLst>
              <a:ext uri="{FF2B5EF4-FFF2-40B4-BE49-F238E27FC236}">
                <a16:creationId xmlns:a16="http://schemas.microsoft.com/office/drawing/2014/main" id="{41B0A0F4-C094-C898-0B4E-028E6F5D97DD}"/>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033204" y="891218"/>
            <a:ext cx="600075" cy="600075"/>
          </a:xfrm>
          <a:prstGeom prst="rect">
            <a:avLst/>
          </a:prstGeom>
        </p:spPr>
      </p:pic>
      <p:grpSp>
        <p:nvGrpSpPr>
          <p:cNvPr id="11" name="Group 10">
            <a:extLst>
              <a:ext uri="{FF2B5EF4-FFF2-40B4-BE49-F238E27FC236}">
                <a16:creationId xmlns:a16="http://schemas.microsoft.com/office/drawing/2014/main" id="{85937DA9-F418-E1A2-871D-231CA2716798}"/>
              </a:ext>
            </a:extLst>
          </p:cNvPr>
          <p:cNvGrpSpPr/>
          <p:nvPr/>
        </p:nvGrpSpPr>
        <p:grpSpPr>
          <a:xfrm>
            <a:off x="3687894" y="2955845"/>
            <a:ext cx="1290694" cy="768180"/>
            <a:chOff x="3690153" y="2980585"/>
            <a:chExt cx="1290694" cy="768180"/>
          </a:xfrm>
        </p:grpSpPr>
        <p:pic>
          <p:nvPicPr>
            <p:cNvPr id="13" name="Graphic 12" descr="Captain male with solid fill">
              <a:extLst>
                <a:ext uri="{FF2B5EF4-FFF2-40B4-BE49-F238E27FC236}">
                  <a16:creationId xmlns:a16="http://schemas.microsoft.com/office/drawing/2014/main" id="{77CA8D80-1135-8CB0-E632-F520E9D9A255}"/>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90153" y="2980585"/>
              <a:ext cx="566174" cy="566174"/>
            </a:xfrm>
            <a:prstGeom prst="rect">
              <a:avLst/>
            </a:prstGeom>
          </p:spPr>
        </p:pic>
        <p:pic>
          <p:nvPicPr>
            <p:cNvPr id="14" name="Graphic 13" descr="Captain male with solid fill">
              <a:extLst>
                <a:ext uri="{FF2B5EF4-FFF2-40B4-BE49-F238E27FC236}">
                  <a16:creationId xmlns:a16="http://schemas.microsoft.com/office/drawing/2014/main" id="{29622D5D-EB13-7A27-87BF-76EAABCC62FA}"/>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021544" y="3148690"/>
              <a:ext cx="600075" cy="600075"/>
            </a:xfrm>
            <a:prstGeom prst="rect">
              <a:avLst/>
            </a:prstGeom>
          </p:spPr>
        </p:pic>
        <p:pic>
          <p:nvPicPr>
            <p:cNvPr id="15" name="Graphic 14" descr="Captain male with solid fill">
              <a:extLst>
                <a:ext uri="{FF2B5EF4-FFF2-40B4-BE49-F238E27FC236}">
                  <a16:creationId xmlns:a16="http://schemas.microsoft.com/office/drawing/2014/main" id="{94587CEA-5DE9-CE9A-3EA5-4EB2078575FB}"/>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380772" y="2985402"/>
              <a:ext cx="600075" cy="600075"/>
            </a:xfrm>
            <a:prstGeom prst="rect">
              <a:avLst/>
            </a:prstGeom>
          </p:spPr>
        </p:pic>
      </p:grpSp>
      <p:sp>
        <p:nvSpPr>
          <p:cNvPr id="12" name="Rectangle 11">
            <a:extLst>
              <a:ext uri="{FF2B5EF4-FFF2-40B4-BE49-F238E27FC236}">
                <a16:creationId xmlns:a16="http://schemas.microsoft.com/office/drawing/2014/main" id="{AF94457E-FB14-46C4-52F7-6B766A2EAF19}"/>
              </a:ext>
            </a:extLst>
          </p:cNvPr>
          <p:cNvSpPr/>
          <p:nvPr/>
        </p:nvSpPr>
        <p:spPr>
          <a:xfrm>
            <a:off x="3243144" y="3719084"/>
            <a:ext cx="2180195" cy="646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FFFFFF"/>
                </a:solidFill>
                <a:effectLst/>
                <a:uLnTx/>
                <a:uFillTx/>
                <a:latin typeface="Ubuntu"/>
                <a:ea typeface="+mn-ea"/>
                <a:cs typeface="+mn-cs"/>
              </a:rPr>
              <a:t>INDUS MASTER  </a:t>
            </a:r>
            <a:br>
              <a:rPr kumimoji="0" lang="en-AU" sz="1400" b="1" i="0" u="none" strike="noStrike" kern="1200" cap="none" spc="0" normalizeH="0" baseline="0" noProof="0" dirty="0">
                <a:ln>
                  <a:noFill/>
                </a:ln>
                <a:solidFill>
                  <a:srgbClr val="FFFFFF"/>
                </a:solidFill>
                <a:effectLst/>
                <a:uLnTx/>
                <a:uFillTx/>
                <a:latin typeface="Ubuntu"/>
                <a:ea typeface="+mn-ea"/>
                <a:cs typeface="+mn-cs"/>
              </a:rPr>
            </a:br>
            <a:r>
              <a:rPr kumimoji="0" lang="en-AU" sz="1400" b="1" i="0" u="none" strike="noStrike" kern="1200" cap="none" spc="0" normalizeH="0" baseline="0" noProof="0" dirty="0">
                <a:ln>
                  <a:noFill/>
                </a:ln>
                <a:solidFill>
                  <a:srgbClr val="FFFFFF"/>
                </a:solidFill>
                <a:effectLst/>
                <a:uLnTx/>
                <a:uFillTx/>
                <a:latin typeface="Ubuntu"/>
                <a:ea typeface="+mn-ea"/>
                <a:cs typeface="+mn-cs"/>
              </a:rPr>
              <a:t>TRAINERS (</a:t>
            </a:r>
            <a:r>
              <a:rPr lang="en-AU" sz="1400" b="1" dirty="0">
                <a:solidFill>
                  <a:srgbClr val="FFFFFF"/>
                </a:solidFill>
                <a:latin typeface="Ubuntu"/>
              </a:rPr>
              <a:t>4</a:t>
            </a:r>
            <a:r>
              <a:rPr kumimoji="0" lang="en-AU" sz="1400" b="1" i="0" u="none" strike="noStrike" kern="1200" cap="none" spc="0" normalizeH="0" baseline="0" noProof="0" dirty="0">
                <a:ln>
                  <a:noFill/>
                </a:ln>
                <a:solidFill>
                  <a:srgbClr val="FFFFFF"/>
                </a:solidFill>
                <a:effectLst/>
                <a:uLnTx/>
                <a:uFillTx/>
                <a:latin typeface="Ubuntu"/>
                <a:ea typeface="+mn-ea"/>
                <a:cs typeface="+mn-cs"/>
              </a:rPr>
              <a:t>0 participants) </a:t>
            </a:r>
            <a:endParaRPr kumimoji="0" lang="en-AU" sz="1400" b="0" i="0" u="none" strike="noStrike" kern="1200" cap="none" spc="0" normalizeH="0" baseline="0" noProof="0" dirty="0">
              <a:ln>
                <a:noFill/>
              </a:ln>
              <a:solidFill>
                <a:srgbClr val="FFFFFF"/>
              </a:solidFill>
              <a:effectLst/>
              <a:uLnTx/>
              <a:uFillTx/>
              <a:latin typeface="Ubuntu"/>
              <a:ea typeface="+mn-ea"/>
              <a:cs typeface="+mn-cs"/>
            </a:endParaRPr>
          </a:p>
        </p:txBody>
      </p:sp>
      <p:grpSp>
        <p:nvGrpSpPr>
          <p:cNvPr id="17" name="Group 16">
            <a:extLst>
              <a:ext uri="{FF2B5EF4-FFF2-40B4-BE49-F238E27FC236}">
                <a16:creationId xmlns:a16="http://schemas.microsoft.com/office/drawing/2014/main" id="{9BA593F2-6B20-48C7-7025-2206562803A6}"/>
              </a:ext>
            </a:extLst>
          </p:cNvPr>
          <p:cNvGrpSpPr/>
          <p:nvPr/>
        </p:nvGrpSpPr>
        <p:grpSpPr>
          <a:xfrm>
            <a:off x="3243144" y="5362854"/>
            <a:ext cx="2180195" cy="925684"/>
            <a:chOff x="3371458" y="5130672"/>
            <a:chExt cx="2180195" cy="925684"/>
          </a:xfrm>
        </p:grpSpPr>
        <p:pic>
          <p:nvPicPr>
            <p:cNvPr id="19" name="Graphic 18" descr="Captain male with solid fill">
              <a:extLst>
                <a:ext uri="{FF2B5EF4-FFF2-40B4-BE49-F238E27FC236}">
                  <a16:creationId xmlns:a16="http://schemas.microsoft.com/office/drawing/2014/main" id="{C5101B80-259D-80B7-665F-37B308C1B138}"/>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50074" y="5130672"/>
              <a:ext cx="600075" cy="600075"/>
            </a:xfrm>
            <a:prstGeom prst="rect">
              <a:avLst/>
            </a:prstGeom>
          </p:spPr>
        </p:pic>
        <p:pic>
          <p:nvPicPr>
            <p:cNvPr id="20" name="Graphic 19" descr="Captain male with solid fill">
              <a:extLst>
                <a:ext uri="{FF2B5EF4-FFF2-40B4-BE49-F238E27FC236}">
                  <a16:creationId xmlns:a16="http://schemas.microsoft.com/office/drawing/2014/main" id="{741897FF-BFD9-D69E-4162-735F7074BA57}"/>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03542" y="5144945"/>
              <a:ext cx="600075" cy="600075"/>
            </a:xfrm>
            <a:prstGeom prst="rect">
              <a:avLst/>
            </a:prstGeom>
          </p:spPr>
        </p:pic>
        <p:pic>
          <p:nvPicPr>
            <p:cNvPr id="21" name="Graphic 20" descr="Captain male with solid fill">
              <a:extLst>
                <a:ext uri="{FF2B5EF4-FFF2-40B4-BE49-F238E27FC236}">
                  <a16:creationId xmlns:a16="http://schemas.microsoft.com/office/drawing/2014/main" id="{6DC2682F-9BD4-F7E9-DF82-E4CCE1713D8C}"/>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57010" y="5154378"/>
              <a:ext cx="600075" cy="600075"/>
            </a:xfrm>
            <a:prstGeom prst="rect">
              <a:avLst/>
            </a:prstGeom>
          </p:spPr>
        </p:pic>
        <p:pic>
          <p:nvPicPr>
            <p:cNvPr id="22" name="Graphic 21" descr="Captain male with solid fill">
              <a:extLst>
                <a:ext uri="{FF2B5EF4-FFF2-40B4-BE49-F238E27FC236}">
                  <a16:creationId xmlns:a16="http://schemas.microsoft.com/office/drawing/2014/main" id="{13940A68-917D-C1AE-3E1C-B076AB3AACB8}"/>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71458" y="5422376"/>
              <a:ext cx="600075" cy="600075"/>
            </a:xfrm>
            <a:prstGeom prst="rect">
              <a:avLst/>
            </a:prstGeom>
          </p:spPr>
        </p:pic>
        <p:pic>
          <p:nvPicPr>
            <p:cNvPr id="23" name="Graphic 22" descr="Captain male with solid fill">
              <a:extLst>
                <a:ext uri="{FF2B5EF4-FFF2-40B4-BE49-F238E27FC236}">
                  <a16:creationId xmlns:a16="http://schemas.microsoft.com/office/drawing/2014/main" id="{AB99B551-2952-12A2-1C78-0142C9800E2E}"/>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56897" y="5427735"/>
              <a:ext cx="600075" cy="600075"/>
            </a:xfrm>
            <a:prstGeom prst="rect">
              <a:avLst/>
            </a:prstGeom>
          </p:spPr>
        </p:pic>
        <p:pic>
          <p:nvPicPr>
            <p:cNvPr id="24" name="Graphic 23" descr="Captain male with solid fill">
              <a:extLst>
                <a:ext uri="{FF2B5EF4-FFF2-40B4-BE49-F238E27FC236}">
                  <a16:creationId xmlns:a16="http://schemas.microsoft.com/office/drawing/2014/main" id="{DCF62DBB-7465-191D-4AC1-E6B2F72BC41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456972" y="5456281"/>
              <a:ext cx="600075" cy="600075"/>
            </a:xfrm>
            <a:prstGeom prst="rect">
              <a:avLst/>
            </a:prstGeom>
          </p:spPr>
        </p:pic>
        <p:pic>
          <p:nvPicPr>
            <p:cNvPr id="25" name="Graphic 24" descr="Captain male with solid fill">
              <a:extLst>
                <a:ext uri="{FF2B5EF4-FFF2-40B4-BE49-F238E27FC236}">
                  <a16:creationId xmlns:a16="http://schemas.microsoft.com/office/drawing/2014/main" id="{8F0295BB-D86A-705C-6A6F-DA5C9857BC20}"/>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1578" y="5456281"/>
              <a:ext cx="600075" cy="600075"/>
            </a:xfrm>
            <a:prstGeom prst="rect">
              <a:avLst/>
            </a:prstGeom>
          </p:spPr>
        </p:pic>
      </p:grpSp>
      <p:sp>
        <p:nvSpPr>
          <p:cNvPr id="18" name="Rectangle 17">
            <a:extLst>
              <a:ext uri="{FF2B5EF4-FFF2-40B4-BE49-F238E27FC236}">
                <a16:creationId xmlns:a16="http://schemas.microsoft.com/office/drawing/2014/main" id="{E5C99FC2-AACA-4BDD-5B64-8757E0DD8374}"/>
              </a:ext>
            </a:extLst>
          </p:cNvPr>
          <p:cNvSpPr/>
          <p:nvPr/>
        </p:nvSpPr>
        <p:spPr>
          <a:xfrm>
            <a:off x="3243144" y="6290761"/>
            <a:ext cx="2180195" cy="43088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FFFFFF"/>
                </a:solidFill>
                <a:effectLst/>
                <a:uLnTx/>
                <a:uFillTx/>
                <a:latin typeface="Ubuntu"/>
                <a:ea typeface="+mn-ea"/>
                <a:cs typeface="+mn-cs"/>
              </a:rPr>
              <a:t>INDUS </a:t>
            </a:r>
            <a:br>
              <a:rPr kumimoji="0" lang="en-AU" sz="1400" b="1" i="0" u="none" strike="noStrike" kern="1200" cap="none" spc="0" normalizeH="0" baseline="0" noProof="0" dirty="0">
                <a:ln>
                  <a:noFill/>
                </a:ln>
                <a:solidFill>
                  <a:srgbClr val="FFFFFF"/>
                </a:solidFill>
                <a:effectLst/>
                <a:uLnTx/>
                <a:uFillTx/>
                <a:latin typeface="Ubuntu"/>
                <a:ea typeface="+mn-ea"/>
                <a:cs typeface="+mn-cs"/>
              </a:rPr>
            </a:br>
            <a:r>
              <a:rPr kumimoji="0" lang="en-AU" sz="1400" b="1" i="0" u="none" strike="noStrike" kern="1200" cap="none" spc="0" normalizeH="0" baseline="0" noProof="0" dirty="0">
                <a:ln>
                  <a:noFill/>
                </a:ln>
                <a:solidFill>
                  <a:srgbClr val="FFFFFF"/>
                </a:solidFill>
                <a:effectLst/>
                <a:uLnTx/>
                <a:uFillTx/>
                <a:latin typeface="Ubuntu"/>
                <a:ea typeface="+mn-ea"/>
                <a:cs typeface="+mn-cs"/>
              </a:rPr>
              <a:t>AUDIENCE (3160 participants) </a:t>
            </a:r>
            <a:endParaRPr kumimoji="0" lang="en-AU" sz="1400" b="0" i="0" u="none" strike="noStrike" kern="1200" cap="none" spc="0" normalizeH="0" baseline="0" noProof="0" dirty="0">
              <a:ln>
                <a:noFill/>
              </a:ln>
              <a:solidFill>
                <a:srgbClr val="FFFFFF"/>
              </a:solidFill>
              <a:effectLst/>
              <a:uLnTx/>
              <a:uFillTx/>
              <a:latin typeface="Ubuntu"/>
              <a:ea typeface="+mn-ea"/>
              <a:cs typeface="+mn-cs"/>
            </a:endParaRPr>
          </a:p>
        </p:txBody>
      </p:sp>
      <p:sp>
        <p:nvSpPr>
          <p:cNvPr id="27" name="Arrow: Notched Right 26">
            <a:extLst>
              <a:ext uri="{FF2B5EF4-FFF2-40B4-BE49-F238E27FC236}">
                <a16:creationId xmlns:a16="http://schemas.microsoft.com/office/drawing/2014/main" id="{9CD67F44-BF1C-6A9F-65EC-680BC25D1E31}"/>
              </a:ext>
            </a:extLst>
          </p:cNvPr>
          <p:cNvSpPr/>
          <p:nvPr/>
        </p:nvSpPr>
        <p:spPr>
          <a:xfrm rot="5400000">
            <a:off x="4101266" y="2181697"/>
            <a:ext cx="498470" cy="306156"/>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28" name="Arrow: Notched Right 27">
            <a:extLst>
              <a:ext uri="{FF2B5EF4-FFF2-40B4-BE49-F238E27FC236}">
                <a16:creationId xmlns:a16="http://schemas.microsoft.com/office/drawing/2014/main" id="{2711ED00-2C4A-C9A2-64A9-8DDECAADF317}"/>
              </a:ext>
            </a:extLst>
          </p:cNvPr>
          <p:cNvSpPr/>
          <p:nvPr/>
        </p:nvSpPr>
        <p:spPr>
          <a:xfrm rot="5400000">
            <a:off x="4159434" y="4827964"/>
            <a:ext cx="498470" cy="317041"/>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36" name="Arc 35">
            <a:extLst>
              <a:ext uri="{FF2B5EF4-FFF2-40B4-BE49-F238E27FC236}">
                <a16:creationId xmlns:a16="http://schemas.microsoft.com/office/drawing/2014/main" id="{2F921689-0894-8951-9028-AF1F332980F2}"/>
              </a:ext>
            </a:extLst>
          </p:cNvPr>
          <p:cNvSpPr/>
          <p:nvPr/>
        </p:nvSpPr>
        <p:spPr>
          <a:xfrm flipH="1">
            <a:off x="404813" y="1361283"/>
            <a:ext cx="636587" cy="636587"/>
          </a:xfrm>
          <a:prstGeom prst="arc">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cxnSp>
        <p:nvCxnSpPr>
          <p:cNvPr id="38" name="Straight Connector 37">
            <a:extLst>
              <a:ext uri="{FF2B5EF4-FFF2-40B4-BE49-F238E27FC236}">
                <a16:creationId xmlns:a16="http://schemas.microsoft.com/office/drawing/2014/main" id="{E62515BB-0F4F-B143-81F3-1E64DBF3F31F}"/>
              </a:ext>
            </a:extLst>
          </p:cNvPr>
          <p:cNvCxnSpPr>
            <a:cxnSpLocks/>
          </p:cNvCxnSpPr>
          <p:nvPr/>
        </p:nvCxnSpPr>
        <p:spPr>
          <a:xfrm>
            <a:off x="2584450" y="1361283"/>
            <a:ext cx="9874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D3736FE-2738-7FD8-4E5E-C4DFEA66914D}"/>
              </a:ext>
            </a:extLst>
          </p:cNvPr>
          <p:cNvCxnSpPr>
            <a:cxnSpLocks/>
          </p:cNvCxnSpPr>
          <p:nvPr/>
        </p:nvCxnSpPr>
        <p:spPr>
          <a:xfrm>
            <a:off x="404813" y="1670455"/>
            <a:ext cx="0" cy="544512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70B4DC0-35AF-EA39-3B0A-3D96C25339F3}"/>
              </a:ext>
            </a:extLst>
          </p:cNvPr>
          <p:cNvSpPr txBox="1"/>
          <p:nvPr/>
        </p:nvSpPr>
        <p:spPr>
          <a:xfrm>
            <a:off x="890862" y="1133583"/>
            <a:ext cx="1766509"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DE484"/>
                </a:solidFill>
                <a:effectLst/>
                <a:uLnTx/>
                <a:uFillTx/>
                <a:latin typeface="Ubuntu"/>
                <a:ea typeface="+mn-ea"/>
                <a:cs typeface="+mn-cs"/>
              </a:rPr>
              <a:t>TTT APPROACH</a:t>
            </a:r>
          </a:p>
        </p:txBody>
      </p:sp>
      <p:cxnSp>
        <p:nvCxnSpPr>
          <p:cNvPr id="50" name="Straight Connector 49">
            <a:extLst>
              <a:ext uri="{FF2B5EF4-FFF2-40B4-BE49-F238E27FC236}">
                <a16:creationId xmlns:a16="http://schemas.microsoft.com/office/drawing/2014/main" id="{5FF95F22-19FC-6B81-B64F-FE4C16E21A25}"/>
              </a:ext>
            </a:extLst>
          </p:cNvPr>
          <p:cNvCxnSpPr>
            <a:cxnSpLocks/>
          </p:cNvCxnSpPr>
          <p:nvPr/>
        </p:nvCxnSpPr>
        <p:spPr>
          <a:xfrm>
            <a:off x="717550" y="1361283"/>
            <a:ext cx="26035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B760ED3E-7E26-150C-F2AC-D0B5004475DC}"/>
              </a:ext>
            </a:extLst>
          </p:cNvPr>
          <p:cNvSpPr txBox="1"/>
          <p:nvPr/>
        </p:nvSpPr>
        <p:spPr>
          <a:xfrm>
            <a:off x="614479" y="1799230"/>
            <a:ext cx="2296105" cy="455509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200" b="0" i="0" u="none" strike="noStrike" kern="1200" cap="none" spc="0" normalizeH="0" baseline="0" noProof="0" dirty="0">
                <a:ln>
                  <a:noFill/>
                </a:ln>
                <a:solidFill>
                  <a:srgbClr val="FFFFFF"/>
                </a:solidFill>
                <a:effectLst/>
                <a:uLnTx/>
                <a:uFillTx/>
                <a:latin typeface="Ubuntu"/>
                <a:ea typeface="+mn-ea"/>
                <a:cs typeface="+mn-cs"/>
              </a:rPr>
              <a:t>Based on the audience size, scope</a:t>
            </a:r>
            <a:r>
              <a:rPr lang="en-IN" sz="1200" dirty="0">
                <a:solidFill>
                  <a:srgbClr val="FFFFFF"/>
                </a:solidFill>
                <a:latin typeface="Ubuntu"/>
              </a:rPr>
              <a:t> </a:t>
            </a:r>
            <a:r>
              <a:rPr kumimoji="0" lang="en-IN" sz="1200" b="0" i="0" u="none" strike="noStrike" kern="1200" cap="none" spc="0" normalizeH="0" baseline="0" noProof="0" dirty="0">
                <a:ln>
                  <a:noFill/>
                </a:ln>
                <a:solidFill>
                  <a:srgbClr val="FFFFFF"/>
                </a:solidFill>
                <a:effectLst/>
                <a:uLnTx/>
                <a:uFillTx/>
                <a:latin typeface="Ubuntu"/>
                <a:ea typeface="+mn-ea"/>
                <a:cs typeface="+mn-cs"/>
              </a:rPr>
              <a:t>and coverage, we </a:t>
            </a:r>
            <a:r>
              <a:rPr lang="en-IN" sz="1200" dirty="0">
                <a:solidFill>
                  <a:srgbClr val="FFFFFF"/>
                </a:solidFill>
                <a:latin typeface="Ubuntu"/>
              </a:rPr>
              <a:t>recommend </a:t>
            </a:r>
            <a:r>
              <a:rPr kumimoji="0" lang="en-IN" sz="1200" b="0" i="0" u="none" strike="noStrike" kern="1200" cap="none" spc="0" normalizeH="0" baseline="0" noProof="0" dirty="0">
                <a:ln>
                  <a:noFill/>
                </a:ln>
                <a:solidFill>
                  <a:srgbClr val="FFFFFF"/>
                </a:solidFill>
                <a:effectLst/>
                <a:uLnTx/>
                <a:uFillTx/>
                <a:latin typeface="Ubuntu"/>
                <a:ea typeface="+mn-ea"/>
                <a:cs typeface="+mn-cs"/>
              </a:rPr>
              <a:t>Indus Towers to employ a Train the Trainer (TTT) approach to support the delivery of the training.</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IN" sz="1200" b="0" i="0" u="none" strike="noStrike" kern="1200" cap="none" spc="0" normalizeH="0" baseline="0" noProof="0" dirty="0">
                <a:ln>
                  <a:noFill/>
                </a:ln>
                <a:solidFill>
                  <a:srgbClr val="FFFFFF"/>
                </a:solidFill>
                <a:effectLst/>
                <a:uLnTx/>
                <a:uFillTx/>
                <a:latin typeface="Ubuntu"/>
                <a:ea typeface="+mn-ea"/>
                <a:cs typeface="+mn-cs"/>
              </a:rPr>
              <a:t>Indus Tower will identify participants for the TTT sessions. These users will then deliver training to end users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IN" sz="1200" b="0" i="0" u="none" strike="noStrike" kern="1200" cap="none" spc="0" normalizeH="0" baseline="0" noProof="0" dirty="0">
                <a:ln>
                  <a:noFill/>
                </a:ln>
                <a:solidFill>
                  <a:srgbClr val="FFFFFF"/>
                </a:solidFill>
                <a:effectLst/>
                <a:uLnTx/>
                <a:uFillTx/>
                <a:latin typeface="Ubuntu"/>
                <a:ea typeface="+mn-ea"/>
                <a:cs typeface="+mn-cs"/>
              </a:rPr>
              <a:t>Capgemini team will ensure effective training means and methods for delivery to trainers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IN" sz="1200" b="0" i="0" u="none" strike="noStrike" kern="1200" cap="none" spc="0" normalizeH="0" baseline="0" noProof="0" dirty="0">
                <a:ln>
                  <a:noFill/>
                </a:ln>
                <a:solidFill>
                  <a:srgbClr val="FFFFFF"/>
                </a:solidFill>
                <a:effectLst/>
                <a:uLnTx/>
                <a:uFillTx/>
                <a:latin typeface="Ubuntu"/>
                <a:ea typeface="+mn-ea"/>
                <a:cs typeface="+mn-cs"/>
              </a:rPr>
              <a:t>This approach will ensure maximum knowledge transfer</a:t>
            </a:r>
            <a:r>
              <a:rPr lang="en-IN" sz="1200" dirty="0">
                <a:solidFill>
                  <a:srgbClr val="FFFFFF"/>
                </a:solidFill>
                <a:latin typeface="Ubuntu"/>
              </a:rPr>
              <a:t> and </a:t>
            </a:r>
            <a:r>
              <a:rPr kumimoji="0" lang="en-IN" sz="1200" b="0" i="0" u="none" strike="noStrike" kern="1200" cap="none" spc="0" normalizeH="0" baseline="0" noProof="0" dirty="0">
                <a:ln>
                  <a:noFill/>
                </a:ln>
                <a:solidFill>
                  <a:srgbClr val="FFFFFF"/>
                </a:solidFill>
                <a:effectLst/>
                <a:uLnTx/>
                <a:uFillTx/>
                <a:latin typeface="Ubuntu"/>
                <a:ea typeface="+mn-ea"/>
                <a:cs typeface="+mn-cs"/>
              </a:rPr>
              <a:t>end-user acceptance</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IN" sz="1200" b="0" i="0" u="none" strike="noStrike" kern="1200" cap="none" spc="0" normalizeH="0" baseline="0" noProof="0" dirty="0">
                <a:ln>
                  <a:noFill/>
                </a:ln>
                <a:solidFill>
                  <a:srgbClr val="FFFFFF"/>
                </a:solidFill>
                <a:effectLst/>
                <a:uLnTx/>
                <a:uFillTx/>
                <a:latin typeface="Ubuntu"/>
                <a:ea typeface="+mn-ea"/>
                <a:cs typeface="+mn-cs"/>
              </a:rPr>
              <a:t>Following TTT, the master trainers will lead end user training classes for their assigned </a:t>
            </a:r>
            <a:r>
              <a:rPr lang="en-IN" sz="1200" dirty="0">
                <a:solidFill>
                  <a:srgbClr val="FFFFFF"/>
                </a:solidFill>
                <a:latin typeface="Ubuntu"/>
              </a:rPr>
              <a:t>patches</a:t>
            </a:r>
            <a:endParaRPr kumimoji="0" lang="en-IN" sz="1200" b="0" i="0" u="none" strike="noStrike" kern="1200" cap="none" spc="0" normalizeH="0" baseline="0" noProof="0" dirty="0">
              <a:ln>
                <a:noFill/>
              </a:ln>
              <a:solidFill>
                <a:srgbClr val="FFFFFF"/>
              </a:solidFill>
              <a:effectLst/>
              <a:uLnTx/>
              <a:uFillTx/>
              <a:latin typeface="Ubuntu"/>
              <a:ea typeface="+mn-ea"/>
              <a:cs typeface="+mn-cs"/>
            </a:endParaRPr>
          </a:p>
        </p:txBody>
      </p:sp>
      <p:sp>
        <p:nvSpPr>
          <p:cNvPr id="55" name="Oval 54">
            <a:extLst>
              <a:ext uri="{FF2B5EF4-FFF2-40B4-BE49-F238E27FC236}">
                <a16:creationId xmlns:a16="http://schemas.microsoft.com/office/drawing/2014/main" id="{FE2B91EB-9087-BBA5-F895-E7A676B81D22}"/>
              </a:ext>
            </a:extLst>
          </p:cNvPr>
          <p:cNvSpPr/>
          <p:nvPr/>
        </p:nvSpPr>
        <p:spPr>
          <a:xfrm>
            <a:off x="332040" y="1824443"/>
            <a:ext cx="145544" cy="1455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57" name="Rectangle: Rounded Corners 56">
            <a:extLst>
              <a:ext uri="{FF2B5EF4-FFF2-40B4-BE49-F238E27FC236}">
                <a16:creationId xmlns:a16="http://schemas.microsoft.com/office/drawing/2014/main" id="{1F5807A9-16B4-EDC8-996C-EB6C01FE2D84}"/>
              </a:ext>
            </a:extLst>
          </p:cNvPr>
          <p:cNvSpPr/>
          <p:nvPr/>
        </p:nvSpPr>
        <p:spPr>
          <a:xfrm>
            <a:off x="6789708" y="1541650"/>
            <a:ext cx="2375611" cy="436617"/>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IMPLEMENT</a:t>
            </a:r>
          </a:p>
        </p:txBody>
      </p:sp>
      <p:sp>
        <p:nvSpPr>
          <p:cNvPr id="59" name="Rectangle: Rounded Corners 58">
            <a:extLst>
              <a:ext uri="{FF2B5EF4-FFF2-40B4-BE49-F238E27FC236}">
                <a16:creationId xmlns:a16="http://schemas.microsoft.com/office/drawing/2014/main" id="{0DE55FEE-08AF-E24F-F0B0-684F96B8C6F2}"/>
              </a:ext>
            </a:extLst>
          </p:cNvPr>
          <p:cNvSpPr/>
          <p:nvPr/>
        </p:nvSpPr>
        <p:spPr>
          <a:xfrm>
            <a:off x="6802954" y="1570859"/>
            <a:ext cx="2375611" cy="436617"/>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58" name="Rectangle: Rounded Corners 57">
            <a:extLst>
              <a:ext uri="{FF2B5EF4-FFF2-40B4-BE49-F238E27FC236}">
                <a16:creationId xmlns:a16="http://schemas.microsoft.com/office/drawing/2014/main" id="{9D7A5AA3-92F7-4B96-4616-9233231E66CA}"/>
              </a:ext>
            </a:extLst>
          </p:cNvPr>
          <p:cNvSpPr/>
          <p:nvPr/>
        </p:nvSpPr>
        <p:spPr>
          <a:xfrm>
            <a:off x="9398330" y="1541650"/>
            <a:ext cx="2375611" cy="436617"/>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EVALUATE</a:t>
            </a:r>
          </a:p>
        </p:txBody>
      </p:sp>
      <p:sp>
        <p:nvSpPr>
          <p:cNvPr id="60" name="Rectangle: Rounded Corners 59">
            <a:extLst>
              <a:ext uri="{FF2B5EF4-FFF2-40B4-BE49-F238E27FC236}">
                <a16:creationId xmlns:a16="http://schemas.microsoft.com/office/drawing/2014/main" id="{989FC5CA-C7D0-E9B1-D9C7-1F65B3B99C84}"/>
              </a:ext>
            </a:extLst>
          </p:cNvPr>
          <p:cNvSpPr/>
          <p:nvPr/>
        </p:nvSpPr>
        <p:spPr>
          <a:xfrm>
            <a:off x="9411576" y="1570859"/>
            <a:ext cx="2375611" cy="436617"/>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56" name="Rectangle: Rounded Corners 55">
            <a:extLst>
              <a:ext uri="{FF2B5EF4-FFF2-40B4-BE49-F238E27FC236}">
                <a16:creationId xmlns:a16="http://schemas.microsoft.com/office/drawing/2014/main" id="{4DF14EFC-8879-7F97-D284-542A460E1D64}"/>
              </a:ext>
            </a:extLst>
          </p:cNvPr>
          <p:cNvSpPr/>
          <p:nvPr/>
        </p:nvSpPr>
        <p:spPr>
          <a:xfrm>
            <a:off x="5780690" y="5361910"/>
            <a:ext cx="815988" cy="836565"/>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ROLES</a:t>
            </a:r>
            <a:br>
              <a:rPr kumimoji="0" lang="en-US" sz="1100" b="1" i="0" u="none" strike="noStrike" kern="1200" cap="none" spc="0" normalizeH="0" baseline="0" noProof="0">
                <a:ln>
                  <a:noFill/>
                </a:ln>
                <a:solidFill>
                  <a:srgbClr val="FFFFFF"/>
                </a:solidFill>
                <a:effectLst/>
                <a:uLnTx/>
                <a:uFillTx/>
                <a:latin typeface="Ubuntu"/>
                <a:ea typeface="+mn-ea"/>
                <a:cs typeface="+mn-cs"/>
              </a:rPr>
            </a:br>
            <a:r>
              <a:rPr kumimoji="0" lang="en-US" sz="1100" b="1" i="0" u="none" strike="noStrike" kern="1200" cap="none" spc="0" normalizeH="0" baseline="0" noProof="0">
                <a:ln>
                  <a:noFill/>
                </a:ln>
                <a:solidFill>
                  <a:srgbClr val="FFFFFF"/>
                </a:solidFill>
                <a:effectLst/>
                <a:uLnTx/>
                <a:uFillTx/>
                <a:latin typeface="Ubuntu"/>
                <a:ea typeface="+mn-ea"/>
                <a:cs typeface="+mn-cs"/>
              </a:rPr>
              <a:t>INVOLVED</a:t>
            </a:r>
          </a:p>
        </p:txBody>
      </p:sp>
      <p:sp>
        <p:nvSpPr>
          <p:cNvPr id="61" name="Rectangle: Rounded Corners 60">
            <a:extLst>
              <a:ext uri="{FF2B5EF4-FFF2-40B4-BE49-F238E27FC236}">
                <a16:creationId xmlns:a16="http://schemas.microsoft.com/office/drawing/2014/main" id="{AC2A96B5-268E-E6BE-B53F-2EFA34867381}"/>
              </a:ext>
            </a:extLst>
          </p:cNvPr>
          <p:cNvSpPr/>
          <p:nvPr/>
        </p:nvSpPr>
        <p:spPr>
          <a:xfrm>
            <a:off x="5780690" y="2153989"/>
            <a:ext cx="815988" cy="92333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ACTIVITY</a:t>
            </a:r>
          </a:p>
        </p:txBody>
      </p:sp>
      <p:sp>
        <p:nvSpPr>
          <p:cNvPr id="78" name="TextBox 77">
            <a:extLst>
              <a:ext uri="{FF2B5EF4-FFF2-40B4-BE49-F238E27FC236}">
                <a16:creationId xmlns:a16="http://schemas.microsoft.com/office/drawing/2014/main" id="{85F5DA9F-E184-BC0B-0048-D871BAB62BF1}"/>
              </a:ext>
            </a:extLst>
          </p:cNvPr>
          <p:cNvSpPr txBox="1"/>
          <p:nvPr/>
        </p:nvSpPr>
        <p:spPr>
          <a:xfrm>
            <a:off x="9398330" y="2153989"/>
            <a:ext cx="2375611" cy="584775"/>
          </a:xfrm>
          <a:prstGeom prst="rect">
            <a:avLst/>
          </a:prstGeom>
          <a:noFill/>
        </p:spPr>
        <p:txBody>
          <a:bodyPr wrap="square" lIns="0" tIns="0" rIns="0" bIns="0">
            <a:sp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Post training support</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Training evaluation and feedback</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IN" sz="1100" b="0" i="0" u="none" strike="noStrike" kern="1200" cap="none" spc="0" normalizeH="0" baseline="0" noProof="0">
              <a:ln>
                <a:noFill/>
              </a:ln>
              <a:solidFill>
                <a:srgbClr val="FFFFFF"/>
              </a:solidFill>
              <a:effectLst/>
              <a:uLnTx/>
              <a:uFillTx/>
              <a:latin typeface="Ubuntu"/>
              <a:ea typeface="+mn-ea"/>
              <a:cs typeface="+mn-cs"/>
            </a:endParaRPr>
          </a:p>
        </p:txBody>
      </p:sp>
      <p:sp>
        <p:nvSpPr>
          <p:cNvPr id="79" name="TextBox 78">
            <a:extLst>
              <a:ext uri="{FF2B5EF4-FFF2-40B4-BE49-F238E27FC236}">
                <a16:creationId xmlns:a16="http://schemas.microsoft.com/office/drawing/2014/main" id="{92436823-9452-BE16-998C-678C77C5AEC4}"/>
              </a:ext>
            </a:extLst>
          </p:cNvPr>
          <p:cNvSpPr txBox="1"/>
          <p:nvPr/>
        </p:nvSpPr>
        <p:spPr>
          <a:xfrm>
            <a:off x="6789708" y="2153989"/>
            <a:ext cx="2375611" cy="507831"/>
          </a:xfrm>
          <a:prstGeom prst="rect">
            <a:avLst/>
          </a:prstGeom>
          <a:noFill/>
        </p:spPr>
        <p:txBody>
          <a:bodyPr wrap="square" lIns="0" tIns="0" rIns="0" bIns="0">
            <a:sp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1100" dirty="0">
                <a:solidFill>
                  <a:srgbClr val="FFFFFF"/>
                </a:solidFill>
                <a:latin typeface="Ubuntu"/>
              </a:rPr>
              <a:t>O</a:t>
            </a:r>
            <a:r>
              <a:rPr kumimoji="0" lang="en-IN" sz="1100" b="0" i="0" u="none" strike="noStrike" kern="1200" cap="none" spc="0" normalizeH="0" baseline="0" noProof="0" dirty="0">
                <a:ln>
                  <a:noFill/>
                </a:ln>
                <a:solidFill>
                  <a:srgbClr val="FFFFFF"/>
                </a:solidFill>
                <a:effectLst/>
                <a:uLnTx/>
                <a:uFillTx/>
                <a:latin typeface="Ubuntu"/>
                <a:ea typeface="+mn-ea"/>
                <a:cs typeface="+mn-cs"/>
              </a:rPr>
              <a:t>n premises face to face delivery of the training modules to the master trainers</a:t>
            </a:r>
          </a:p>
        </p:txBody>
      </p:sp>
      <p:sp>
        <p:nvSpPr>
          <p:cNvPr id="62" name="Rectangle: Rounded Corners 61">
            <a:extLst>
              <a:ext uri="{FF2B5EF4-FFF2-40B4-BE49-F238E27FC236}">
                <a16:creationId xmlns:a16="http://schemas.microsoft.com/office/drawing/2014/main" id="{6EE26BBB-5601-1737-CEBE-C96DDB0D7618}"/>
              </a:ext>
            </a:extLst>
          </p:cNvPr>
          <p:cNvSpPr/>
          <p:nvPr/>
        </p:nvSpPr>
        <p:spPr>
          <a:xfrm>
            <a:off x="5780690" y="3340525"/>
            <a:ext cx="815988" cy="747486"/>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INPUT</a:t>
            </a:r>
            <a:endParaRPr kumimoji="0" lang="en-US" sz="1100" b="1" i="0" u="none" strike="noStrike" kern="1200" cap="none" spc="0" normalizeH="0" baseline="0" noProof="0" err="1">
              <a:ln>
                <a:noFill/>
              </a:ln>
              <a:solidFill>
                <a:srgbClr val="FFFFFF"/>
              </a:solidFill>
              <a:effectLst/>
              <a:uLnTx/>
              <a:uFillTx/>
              <a:latin typeface="Ubuntu"/>
              <a:ea typeface="+mn-ea"/>
              <a:cs typeface="+mn-cs"/>
            </a:endParaRPr>
          </a:p>
        </p:txBody>
      </p:sp>
      <p:sp>
        <p:nvSpPr>
          <p:cNvPr id="80" name="TextBox 79">
            <a:extLst>
              <a:ext uri="{FF2B5EF4-FFF2-40B4-BE49-F238E27FC236}">
                <a16:creationId xmlns:a16="http://schemas.microsoft.com/office/drawing/2014/main" id="{89ADFB05-3C4A-754F-DB4D-F6CB3EEC2F31}"/>
              </a:ext>
            </a:extLst>
          </p:cNvPr>
          <p:cNvSpPr txBox="1"/>
          <p:nvPr/>
        </p:nvSpPr>
        <p:spPr>
          <a:xfrm>
            <a:off x="9398330" y="3340525"/>
            <a:ext cx="2375611" cy="377026"/>
          </a:xfrm>
          <a:prstGeom prst="rect">
            <a:avLst/>
          </a:prstGeom>
          <a:noFill/>
        </p:spPr>
        <p:txBody>
          <a:bodyPr wrap="square" lIns="0" tIns="0" rIns="0" bIns="0">
            <a:sp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Training experience</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Feedback form</a:t>
            </a:r>
          </a:p>
        </p:txBody>
      </p:sp>
      <p:sp>
        <p:nvSpPr>
          <p:cNvPr id="81" name="TextBox 80">
            <a:extLst>
              <a:ext uri="{FF2B5EF4-FFF2-40B4-BE49-F238E27FC236}">
                <a16:creationId xmlns:a16="http://schemas.microsoft.com/office/drawing/2014/main" id="{16A65ABD-0419-2772-DE21-C4B969E91ECA}"/>
              </a:ext>
            </a:extLst>
          </p:cNvPr>
          <p:cNvSpPr txBox="1"/>
          <p:nvPr/>
        </p:nvSpPr>
        <p:spPr>
          <a:xfrm>
            <a:off x="6789708" y="3340525"/>
            <a:ext cx="2375611" cy="792525"/>
          </a:xfrm>
          <a:prstGeom prst="rect">
            <a:avLst/>
          </a:prstGeom>
          <a:noFill/>
        </p:spPr>
        <p:txBody>
          <a:bodyPr wrap="square" lIns="0" tIns="0" rIns="0" bIns="0">
            <a:sp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Face-to-face training deck </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1100">
                <a:solidFill>
                  <a:srgbClr val="FFFFFF"/>
                </a:solidFill>
                <a:latin typeface="Ubuntu"/>
              </a:rPr>
              <a:t>Facilitator Notes</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Assessment Questions</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US" sz="1100">
                <a:solidFill>
                  <a:schemeClr val="bg1"/>
                </a:solidFill>
              </a:rPr>
              <a:t>Introductory Videos</a:t>
            </a:r>
          </a:p>
        </p:txBody>
      </p:sp>
      <p:sp>
        <p:nvSpPr>
          <p:cNvPr id="63" name="Rectangle: Rounded Corners 62">
            <a:extLst>
              <a:ext uri="{FF2B5EF4-FFF2-40B4-BE49-F238E27FC236}">
                <a16:creationId xmlns:a16="http://schemas.microsoft.com/office/drawing/2014/main" id="{26898D48-B872-1948-AD77-4908C28F6791}"/>
              </a:ext>
            </a:extLst>
          </p:cNvPr>
          <p:cNvSpPr/>
          <p:nvPr/>
        </p:nvSpPr>
        <p:spPr>
          <a:xfrm>
            <a:off x="5780690" y="4351217"/>
            <a:ext cx="815988" cy="747486"/>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OUTPUT</a:t>
            </a:r>
            <a:endParaRPr kumimoji="0" lang="en-US" sz="1100" b="1" i="0" u="none" strike="noStrike" kern="1200" cap="none" spc="0" normalizeH="0" baseline="0" noProof="0" err="1">
              <a:ln>
                <a:noFill/>
              </a:ln>
              <a:solidFill>
                <a:srgbClr val="FFFFFF"/>
              </a:solidFill>
              <a:effectLst/>
              <a:uLnTx/>
              <a:uFillTx/>
              <a:latin typeface="Ubuntu"/>
              <a:ea typeface="+mn-ea"/>
              <a:cs typeface="+mn-cs"/>
            </a:endParaRPr>
          </a:p>
        </p:txBody>
      </p:sp>
      <p:sp>
        <p:nvSpPr>
          <p:cNvPr id="82" name="TextBox 81">
            <a:extLst>
              <a:ext uri="{FF2B5EF4-FFF2-40B4-BE49-F238E27FC236}">
                <a16:creationId xmlns:a16="http://schemas.microsoft.com/office/drawing/2014/main" id="{8328D20B-C9EA-B098-FDDE-2B143AC17735}"/>
              </a:ext>
            </a:extLst>
          </p:cNvPr>
          <p:cNvSpPr txBox="1"/>
          <p:nvPr/>
        </p:nvSpPr>
        <p:spPr>
          <a:xfrm>
            <a:off x="9398330" y="4351217"/>
            <a:ext cx="2375611" cy="338554"/>
          </a:xfrm>
          <a:prstGeom prst="rect">
            <a:avLst/>
          </a:prstGeom>
          <a:noFill/>
        </p:spPr>
        <p:txBody>
          <a:bodyPr wrap="square" lIns="0" tIns="0" rIns="0" bIns="0">
            <a:sp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Evaluation of the training success by analysing the feedback form</a:t>
            </a:r>
          </a:p>
        </p:txBody>
      </p:sp>
      <p:sp>
        <p:nvSpPr>
          <p:cNvPr id="83" name="TextBox 82">
            <a:extLst>
              <a:ext uri="{FF2B5EF4-FFF2-40B4-BE49-F238E27FC236}">
                <a16:creationId xmlns:a16="http://schemas.microsoft.com/office/drawing/2014/main" id="{19E565A7-18B4-39F0-CB6A-D5560D779FC9}"/>
              </a:ext>
            </a:extLst>
          </p:cNvPr>
          <p:cNvSpPr txBox="1"/>
          <p:nvPr/>
        </p:nvSpPr>
        <p:spPr>
          <a:xfrm>
            <a:off x="6789708" y="4351217"/>
            <a:ext cx="2375611" cy="169277"/>
          </a:xfrm>
          <a:prstGeom prst="rect">
            <a:avLst/>
          </a:prstGeom>
          <a:noFill/>
        </p:spPr>
        <p:txBody>
          <a:bodyPr wrap="square" lIns="0" tIns="0" rIns="0" bIns="0">
            <a:spAutoFit/>
          </a:bodyPr>
          <a:lstStyle/>
          <a:p>
            <a:pPr marL="176400" marR="0" lvl="0" indent="-176400"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1100" b="0" i="0" u="none" strike="noStrike" kern="1200" cap="none" spc="0" normalizeH="0" baseline="0" noProof="0">
                <a:ln>
                  <a:noFill/>
                </a:ln>
                <a:solidFill>
                  <a:srgbClr val="FFFFFF"/>
                </a:solidFill>
                <a:effectLst/>
                <a:uLnTx/>
                <a:uFillTx/>
                <a:latin typeface="Ubuntu"/>
                <a:ea typeface="+mn-ea"/>
                <a:cs typeface="+mn-cs"/>
              </a:rPr>
              <a:t>Face to face training delivery</a:t>
            </a:r>
          </a:p>
        </p:txBody>
      </p:sp>
      <p:cxnSp>
        <p:nvCxnSpPr>
          <p:cNvPr id="87" name="Straight Connector 86">
            <a:extLst>
              <a:ext uri="{FF2B5EF4-FFF2-40B4-BE49-F238E27FC236}">
                <a16:creationId xmlns:a16="http://schemas.microsoft.com/office/drawing/2014/main" id="{5B84D4E2-6DC3-D3F2-D4E6-1D298C67C4A7}"/>
              </a:ext>
            </a:extLst>
          </p:cNvPr>
          <p:cNvCxnSpPr>
            <a:cxnSpLocks/>
          </p:cNvCxnSpPr>
          <p:nvPr/>
        </p:nvCxnSpPr>
        <p:spPr>
          <a:xfrm>
            <a:off x="6789708" y="3208922"/>
            <a:ext cx="237561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748D50F-3766-F8A4-1172-BE177533889F}"/>
              </a:ext>
            </a:extLst>
          </p:cNvPr>
          <p:cNvCxnSpPr>
            <a:cxnSpLocks/>
          </p:cNvCxnSpPr>
          <p:nvPr/>
        </p:nvCxnSpPr>
        <p:spPr>
          <a:xfrm>
            <a:off x="9398330" y="3208922"/>
            <a:ext cx="237561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DB5F9C4-4087-41BA-546A-CC053A60B445}"/>
              </a:ext>
            </a:extLst>
          </p:cNvPr>
          <p:cNvCxnSpPr>
            <a:cxnSpLocks/>
          </p:cNvCxnSpPr>
          <p:nvPr/>
        </p:nvCxnSpPr>
        <p:spPr>
          <a:xfrm>
            <a:off x="6789708" y="4219614"/>
            <a:ext cx="237561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ADE6A7D-DAF7-F68F-0D58-D0D1D3ED62C6}"/>
              </a:ext>
            </a:extLst>
          </p:cNvPr>
          <p:cNvCxnSpPr>
            <a:cxnSpLocks/>
          </p:cNvCxnSpPr>
          <p:nvPr/>
        </p:nvCxnSpPr>
        <p:spPr>
          <a:xfrm>
            <a:off x="9398330" y="4219614"/>
            <a:ext cx="237561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1D5E04E-D096-3E29-04E0-F2732160F087}"/>
              </a:ext>
            </a:extLst>
          </p:cNvPr>
          <p:cNvCxnSpPr>
            <a:cxnSpLocks/>
          </p:cNvCxnSpPr>
          <p:nvPr/>
        </p:nvCxnSpPr>
        <p:spPr>
          <a:xfrm>
            <a:off x="6789708" y="5230306"/>
            <a:ext cx="237561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FB61EA0-4D86-CE1F-DA9B-1A59616E050B}"/>
              </a:ext>
            </a:extLst>
          </p:cNvPr>
          <p:cNvCxnSpPr>
            <a:cxnSpLocks/>
          </p:cNvCxnSpPr>
          <p:nvPr/>
        </p:nvCxnSpPr>
        <p:spPr>
          <a:xfrm>
            <a:off x="9398330" y="5230306"/>
            <a:ext cx="237561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F101CBBA-C995-AC61-DF88-78071508810D}"/>
              </a:ext>
            </a:extLst>
          </p:cNvPr>
          <p:cNvSpPr/>
          <p:nvPr/>
        </p:nvSpPr>
        <p:spPr>
          <a:xfrm>
            <a:off x="7551887" y="5510895"/>
            <a:ext cx="538596" cy="538594"/>
          </a:xfrm>
          <a:prstGeom prst="ellipse">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pic>
        <p:nvPicPr>
          <p:cNvPr id="112" name="Graphic 111" descr="Graduation cap with solid fill">
            <a:extLst>
              <a:ext uri="{FF2B5EF4-FFF2-40B4-BE49-F238E27FC236}">
                <a16:creationId xmlns:a16="http://schemas.microsoft.com/office/drawing/2014/main" id="{D108542D-17FD-1AD0-88EF-56BFF748D781}"/>
              </a:ext>
            </a:extLst>
          </p:cNvPr>
          <p:cNvPicPr>
            <a:picLocks/>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626136" y="5571324"/>
            <a:ext cx="390098" cy="390098"/>
          </a:xfrm>
          <a:prstGeom prst="rect">
            <a:avLst/>
          </a:prstGeom>
        </p:spPr>
      </p:pic>
      <p:sp>
        <p:nvSpPr>
          <p:cNvPr id="30" name="Rectangle: Rounded Corners 29">
            <a:extLst>
              <a:ext uri="{FF2B5EF4-FFF2-40B4-BE49-F238E27FC236}">
                <a16:creationId xmlns:a16="http://schemas.microsoft.com/office/drawing/2014/main" id="{C69D454F-B84F-E4F1-8C98-4F3AC05C2F27}"/>
              </a:ext>
            </a:extLst>
          </p:cNvPr>
          <p:cNvSpPr/>
          <p:nvPr/>
        </p:nvSpPr>
        <p:spPr>
          <a:xfrm>
            <a:off x="9821210" y="6402672"/>
            <a:ext cx="123562" cy="12311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31" name="TextBox 30">
            <a:extLst>
              <a:ext uri="{FF2B5EF4-FFF2-40B4-BE49-F238E27FC236}">
                <a16:creationId xmlns:a16="http://schemas.microsoft.com/office/drawing/2014/main" id="{B82DCAAA-70D3-85D3-62CA-F28F95A276CF}"/>
              </a:ext>
            </a:extLst>
          </p:cNvPr>
          <p:cNvSpPr txBox="1"/>
          <p:nvPr/>
        </p:nvSpPr>
        <p:spPr>
          <a:xfrm>
            <a:off x="10017308" y="6370459"/>
            <a:ext cx="1767707"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latin typeface="Ubuntu"/>
              </a:rPr>
              <a:t>Client Learning team (SME &amp; L&amp;D)</a:t>
            </a: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sp>
        <p:nvSpPr>
          <p:cNvPr id="49" name="Oval 48">
            <a:extLst>
              <a:ext uri="{FF2B5EF4-FFF2-40B4-BE49-F238E27FC236}">
                <a16:creationId xmlns:a16="http://schemas.microsoft.com/office/drawing/2014/main" id="{5F4429E0-12C0-3B62-1671-0B48F6260D78}"/>
              </a:ext>
            </a:extLst>
          </p:cNvPr>
          <p:cNvSpPr/>
          <p:nvPr/>
        </p:nvSpPr>
        <p:spPr>
          <a:xfrm>
            <a:off x="9961832" y="5536204"/>
            <a:ext cx="538596" cy="538594"/>
          </a:xfrm>
          <a:prstGeom prst="ellipse">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grpSp>
        <p:nvGrpSpPr>
          <p:cNvPr id="51" name="Groupe 305">
            <a:extLst>
              <a:ext uri="{FF2B5EF4-FFF2-40B4-BE49-F238E27FC236}">
                <a16:creationId xmlns:a16="http://schemas.microsoft.com/office/drawing/2014/main" id="{D04C3452-3512-6C6E-7C1E-8AAD3E2B029C}"/>
              </a:ext>
            </a:extLst>
          </p:cNvPr>
          <p:cNvGrpSpPr/>
          <p:nvPr/>
        </p:nvGrpSpPr>
        <p:grpSpPr>
          <a:xfrm>
            <a:off x="10082693" y="5660138"/>
            <a:ext cx="290726" cy="290726"/>
            <a:chOff x="4032251" y="5507038"/>
            <a:chExt cx="315913" cy="420688"/>
          </a:xfrm>
          <a:solidFill>
            <a:schemeClr val="accent4"/>
          </a:solidFill>
        </p:grpSpPr>
        <p:sp>
          <p:nvSpPr>
            <p:cNvPr id="52" name="Freeform 143">
              <a:extLst>
                <a:ext uri="{FF2B5EF4-FFF2-40B4-BE49-F238E27FC236}">
                  <a16:creationId xmlns:a16="http://schemas.microsoft.com/office/drawing/2014/main" id="{B12652D5-37C7-C855-DC42-C60D888DE3ED}"/>
                </a:ext>
              </a:extLst>
            </p:cNvPr>
            <p:cNvSpPr>
              <a:spLocks/>
            </p:cNvSpPr>
            <p:nvPr/>
          </p:nvSpPr>
          <p:spPr bwMode="auto">
            <a:xfrm>
              <a:off x="4032251" y="5688013"/>
              <a:ext cx="315913" cy="239713"/>
            </a:xfrm>
            <a:custGeom>
              <a:avLst/>
              <a:gdLst>
                <a:gd name="T0" fmla="*/ 27 w 84"/>
                <a:gd name="T1" fmla="*/ 4 h 64"/>
                <a:gd name="T2" fmla="*/ 0 w 84"/>
                <a:gd name="T3" fmla="*/ 42 h 64"/>
                <a:gd name="T4" fmla="*/ 0 w 84"/>
                <a:gd name="T5" fmla="*/ 57 h 64"/>
                <a:gd name="T6" fmla="*/ 0 w 84"/>
                <a:gd name="T7" fmla="*/ 59 h 64"/>
                <a:gd name="T8" fmla="*/ 21 w 84"/>
                <a:gd name="T9" fmla="*/ 62 h 64"/>
                <a:gd name="T10" fmla="*/ 56 w 84"/>
                <a:gd name="T11" fmla="*/ 63 h 64"/>
                <a:gd name="T12" fmla="*/ 75 w 84"/>
                <a:gd name="T13" fmla="*/ 57 h 64"/>
                <a:gd name="T14" fmla="*/ 78 w 84"/>
                <a:gd name="T15" fmla="*/ 25 h 64"/>
                <a:gd name="T16" fmla="*/ 55 w 84"/>
                <a:gd name="T17" fmla="*/ 3 h 64"/>
                <a:gd name="T18" fmla="*/ 27 w 84"/>
                <a:gd name="T1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4">
                  <a:moveTo>
                    <a:pt x="27" y="4"/>
                  </a:moveTo>
                  <a:cubicBezTo>
                    <a:pt x="11" y="9"/>
                    <a:pt x="0" y="26"/>
                    <a:pt x="0" y="42"/>
                  </a:cubicBezTo>
                  <a:cubicBezTo>
                    <a:pt x="0" y="57"/>
                    <a:pt x="0" y="57"/>
                    <a:pt x="0" y="57"/>
                  </a:cubicBezTo>
                  <a:cubicBezTo>
                    <a:pt x="0" y="57"/>
                    <a:pt x="0" y="58"/>
                    <a:pt x="0" y="59"/>
                  </a:cubicBezTo>
                  <a:cubicBezTo>
                    <a:pt x="3" y="58"/>
                    <a:pt x="17" y="61"/>
                    <a:pt x="21" y="62"/>
                  </a:cubicBezTo>
                  <a:cubicBezTo>
                    <a:pt x="33" y="64"/>
                    <a:pt x="44" y="64"/>
                    <a:pt x="56" y="63"/>
                  </a:cubicBezTo>
                  <a:cubicBezTo>
                    <a:pt x="63" y="63"/>
                    <a:pt x="69" y="61"/>
                    <a:pt x="75" y="57"/>
                  </a:cubicBezTo>
                  <a:cubicBezTo>
                    <a:pt x="84" y="49"/>
                    <a:pt x="83" y="36"/>
                    <a:pt x="78" y="25"/>
                  </a:cubicBezTo>
                  <a:cubicBezTo>
                    <a:pt x="74" y="15"/>
                    <a:pt x="65" y="7"/>
                    <a:pt x="55" y="3"/>
                  </a:cubicBezTo>
                  <a:cubicBezTo>
                    <a:pt x="55" y="3"/>
                    <a:pt x="35" y="0"/>
                    <a:pt x="2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53" name="Freeform 144">
              <a:extLst>
                <a:ext uri="{FF2B5EF4-FFF2-40B4-BE49-F238E27FC236}">
                  <a16:creationId xmlns:a16="http://schemas.microsoft.com/office/drawing/2014/main" id="{54E6ACCD-2DE5-F615-4830-5564F2E20241}"/>
                </a:ext>
              </a:extLst>
            </p:cNvPr>
            <p:cNvSpPr>
              <a:spLocks/>
            </p:cNvSpPr>
            <p:nvPr/>
          </p:nvSpPr>
          <p:spPr bwMode="auto">
            <a:xfrm>
              <a:off x="4100513" y="5507038"/>
              <a:ext cx="168275" cy="207963"/>
            </a:xfrm>
            <a:custGeom>
              <a:avLst/>
              <a:gdLst>
                <a:gd name="T0" fmla="*/ 45 w 45"/>
                <a:gd name="T1" fmla="*/ 28 h 55"/>
                <a:gd name="T2" fmla="*/ 22 w 45"/>
                <a:gd name="T3" fmla="*/ 55 h 55"/>
                <a:gd name="T4" fmla="*/ 0 w 45"/>
                <a:gd name="T5" fmla="*/ 28 h 55"/>
                <a:gd name="T6" fmla="*/ 22 w 45"/>
                <a:gd name="T7" fmla="*/ 0 h 55"/>
                <a:gd name="T8" fmla="*/ 45 w 45"/>
                <a:gd name="T9" fmla="*/ 28 h 55"/>
              </a:gdLst>
              <a:ahLst/>
              <a:cxnLst>
                <a:cxn ang="0">
                  <a:pos x="T0" y="T1"/>
                </a:cxn>
                <a:cxn ang="0">
                  <a:pos x="T2" y="T3"/>
                </a:cxn>
                <a:cxn ang="0">
                  <a:pos x="T4" y="T5"/>
                </a:cxn>
                <a:cxn ang="0">
                  <a:pos x="T6" y="T7"/>
                </a:cxn>
                <a:cxn ang="0">
                  <a:pos x="T8" y="T9"/>
                </a:cxn>
              </a:cxnLst>
              <a:rect l="0" t="0" r="r" b="b"/>
              <a:pathLst>
                <a:path w="45" h="55">
                  <a:moveTo>
                    <a:pt x="45" y="28"/>
                  </a:moveTo>
                  <a:cubicBezTo>
                    <a:pt x="45" y="43"/>
                    <a:pt x="35" y="55"/>
                    <a:pt x="22" y="55"/>
                  </a:cubicBezTo>
                  <a:cubicBezTo>
                    <a:pt x="11" y="55"/>
                    <a:pt x="0" y="43"/>
                    <a:pt x="0" y="28"/>
                  </a:cubicBezTo>
                  <a:cubicBezTo>
                    <a:pt x="0" y="13"/>
                    <a:pt x="10" y="0"/>
                    <a:pt x="22" y="0"/>
                  </a:cubicBezTo>
                  <a:cubicBezTo>
                    <a:pt x="34" y="0"/>
                    <a:pt x="45" y="13"/>
                    <a:pt x="4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64" name="Freeform 145">
              <a:extLst>
                <a:ext uri="{FF2B5EF4-FFF2-40B4-BE49-F238E27FC236}">
                  <a16:creationId xmlns:a16="http://schemas.microsoft.com/office/drawing/2014/main" id="{80AC75DC-64CC-F097-94EA-0CBC5C35626E}"/>
                </a:ext>
              </a:extLst>
            </p:cNvPr>
            <p:cNvSpPr>
              <a:spLocks/>
            </p:cNvSpPr>
            <p:nvPr/>
          </p:nvSpPr>
          <p:spPr bwMode="auto">
            <a:xfrm>
              <a:off x="4164013" y="5729288"/>
              <a:ext cx="38100" cy="33338"/>
            </a:xfrm>
            <a:custGeom>
              <a:avLst/>
              <a:gdLst>
                <a:gd name="T0" fmla="*/ 10 w 10"/>
                <a:gd name="T1" fmla="*/ 3 h 9"/>
                <a:gd name="T2" fmla="*/ 5 w 10"/>
                <a:gd name="T3" fmla="*/ 9 h 9"/>
                <a:gd name="T4" fmla="*/ 0 w 10"/>
                <a:gd name="T5" fmla="*/ 3 h 9"/>
                <a:gd name="T6" fmla="*/ 5 w 10"/>
                <a:gd name="T7" fmla="*/ 0 h 9"/>
                <a:gd name="T8" fmla="*/ 10 w 10"/>
                <a:gd name="T9" fmla="*/ 3 h 9"/>
              </a:gdLst>
              <a:ahLst/>
              <a:cxnLst>
                <a:cxn ang="0">
                  <a:pos x="T0" y="T1"/>
                </a:cxn>
                <a:cxn ang="0">
                  <a:pos x="T2" y="T3"/>
                </a:cxn>
                <a:cxn ang="0">
                  <a:pos x="T4" y="T5"/>
                </a:cxn>
                <a:cxn ang="0">
                  <a:pos x="T6" y="T7"/>
                </a:cxn>
                <a:cxn ang="0">
                  <a:pos x="T8" y="T9"/>
                </a:cxn>
              </a:cxnLst>
              <a:rect l="0" t="0" r="r" b="b"/>
              <a:pathLst>
                <a:path w="10" h="9">
                  <a:moveTo>
                    <a:pt x="10" y="3"/>
                  </a:moveTo>
                  <a:cubicBezTo>
                    <a:pt x="10" y="6"/>
                    <a:pt x="8" y="9"/>
                    <a:pt x="5" y="9"/>
                  </a:cubicBezTo>
                  <a:cubicBezTo>
                    <a:pt x="3" y="9"/>
                    <a:pt x="0" y="6"/>
                    <a:pt x="0" y="3"/>
                  </a:cubicBezTo>
                  <a:cubicBezTo>
                    <a:pt x="0" y="1"/>
                    <a:pt x="2" y="0"/>
                    <a:pt x="5" y="0"/>
                  </a:cubicBezTo>
                  <a:cubicBezTo>
                    <a:pt x="8" y="0"/>
                    <a:pt x="10" y="1"/>
                    <a:pt x="10" y="3"/>
                  </a:cubicBez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65" name="Freeform 146">
              <a:extLst>
                <a:ext uri="{FF2B5EF4-FFF2-40B4-BE49-F238E27FC236}">
                  <a16:creationId xmlns:a16="http://schemas.microsoft.com/office/drawing/2014/main" id="{AD03585E-A6C7-49A4-CA77-70A2C4411270}"/>
                </a:ext>
              </a:extLst>
            </p:cNvPr>
            <p:cNvSpPr>
              <a:spLocks/>
            </p:cNvSpPr>
            <p:nvPr/>
          </p:nvSpPr>
          <p:spPr bwMode="auto">
            <a:xfrm>
              <a:off x="4167188" y="5759451"/>
              <a:ext cx="41275" cy="112713"/>
            </a:xfrm>
            <a:custGeom>
              <a:avLst/>
              <a:gdLst>
                <a:gd name="T0" fmla="*/ 7 w 26"/>
                <a:gd name="T1" fmla="*/ 0 h 71"/>
                <a:gd name="T2" fmla="*/ 0 w 26"/>
                <a:gd name="T3" fmla="*/ 54 h 71"/>
                <a:gd name="T4" fmla="*/ 14 w 26"/>
                <a:gd name="T5" fmla="*/ 71 h 71"/>
                <a:gd name="T6" fmla="*/ 26 w 26"/>
                <a:gd name="T7" fmla="*/ 54 h 71"/>
                <a:gd name="T8" fmla="*/ 14 w 26"/>
                <a:gd name="T9" fmla="*/ 0 h 71"/>
                <a:gd name="T10" fmla="*/ 7 w 26"/>
                <a:gd name="T11" fmla="*/ 0 h 71"/>
              </a:gdLst>
              <a:ahLst/>
              <a:cxnLst>
                <a:cxn ang="0">
                  <a:pos x="T0" y="T1"/>
                </a:cxn>
                <a:cxn ang="0">
                  <a:pos x="T2" y="T3"/>
                </a:cxn>
                <a:cxn ang="0">
                  <a:pos x="T4" y="T5"/>
                </a:cxn>
                <a:cxn ang="0">
                  <a:pos x="T6" y="T7"/>
                </a:cxn>
                <a:cxn ang="0">
                  <a:pos x="T8" y="T9"/>
                </a:cxn>
                <a:cxn ang="0">
                  <a:pos x="T10" y="T11"/>
                </a:cxn>
              </a:cxnLst>
              <a:rect l="0" t="0" r="r" b="b"/>
              <a:pathLst>
                <a:path w="26" h="71">
                  <a:moveTo>
                    <a:pt x="7" y="0"/>
                  </a:moveTo>
                  <a:lnTo>
                    <a:pt x="0" y="54"/>
                  </a:lnTo>
                  <a:lnTo>
                    <a:pt x="14" y="71"/>
                  </a:lnTo>
                  <a:lnTo>
                    <a:pt x="26" y="54"/>
                  </a:lnTo>
                  <a:lnTo>
                    <a:pt x="14" y="0"/>
                  </a:lnTo>
                  <a:lnTo>
                    <a:pt x="7" y="0"/>
                  </a:ln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sp>
        <p:nvSpPr>
          <p:cNvPr id="68" name="Rectangle: Rounded Corners 67">
            <a:extLst>
              <a:ext uri="{FF2B5EF4-FFF2-40B4-BE49-F238E27FC236}">
                <a16:creationId xmlns:a16="http://schemas.microsoft.com/office/drawing/2014/main" id="{BCD74BB9-6B22-0C69-753E-6DBCD85949C7}"/>
              </a:ext>
            </a:extLst>
          </p:cNvPr>
          <p:cNvSpPr/>
          <p:nvPr/>
        </p:nvSpPr>
        <p:spPr>
          <a:xfrm>
            <a:off x="6622337" y="6433578"/>
            <a:ext cx="123562" cy="123111"/>
          </a:xfrm>
          <a:prstGeom prst="roundRect">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0" name="Rectangle: Rounded Corners 69">
            <a:extLst>
              <a:ext uri="{FF2B5EF4-FFF2-40B4-BE49-F238E27FC236}">
                <a16:creationId xmlns:a16="http://schemas.microsoft.com/office/drawing/2014/main" id="{16010CAF-A3D4-8DE9-3F74-0E5A43969EAE}"/>
              </a:ext>
            </a:extLst>
          </p:cNvPr>
          <p:cNvSpPr/>
          <p:nvPr/>
        </p:nvSpPr>
        <p:spPr>
          <a:xfrm>
            <a:off x="8461678" y="6413027"/>
            <a:ext cx="123562" cy="123111"/>
          </a:xfrm>
          <a:prstGeom prst="roundRect">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1" name="TextBox 70">
            <a:extLst>
              <a:ext uri="{FF2B5EF4-FFF2-40B4-BE49-F238E27FC236}">
                <a16:creationId xmlns:a16="http://schemas.microsoft.com/office/drawing/2014/main" id="{3EC3CBCA-ECF2-7736-DBDE-F5DF2723A50E}"/>
              </a:ext>
            </a:extLst>
          </p:cNvPr>
          <p:cNvSpPr txBox="1"/>
          <p:nvPr/>
        </p:nvSpPr>
        <p:spPr>
          <a:xfrm>
            <a:off x="8630308" y="6390525"/>
            <a:ext cx="866809"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Program lead</a:t>
            </a:r>
          </a:p>
        </p:txBody>
      </p:sp>
      <p:sp>
        <p:nvSpPr>
          <p:cNvPr id="76" name="Rectangle: Rounded Corners 75">
            <a:extLst>
              <a:ext uri="{FF2B5EF4-FFF2-40B4-BE49-F238E27FC236}">
                <a16:creationId xmlns:a16="http://schemas.microsoft.com/office/drawing/2014/main" id="{9B6974F1-DDA5-1AFC-9809-F71AE6B8DDA2}"/>
              </a:ext>
            </a:extLst>
          </p:cNvPr>
          <p:cNvSpPr/>
          <p:nvPr/>
        </p:nvSpPr>
        <p:spPr>
          <a:xfrm>
            <a:off x="6622337" y="6423306"/>
            <a:ext cx="123562" cy="123111"/>
          </a:xfrm>
          <a:prstGeom prst="roundRect">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7" name="TextBox 76">
            <a:extLst>
              <a:ext uri="{FF2B5EF4-FFF2-40B4-BE49-F238E27FC236}">
                <a16:creationId xmlns:a16="http://schemas.microsoft.com/office/drawing/2014/main" id="{65324D9F-B40C-03F0-72DB-A307BBA62A11}"/>
              </a:ext>
            </a:extLst>
          </p:cNvPr>
          <p:cNvSpPr txBox="1"/>
          <p:nvPr/>
        </p:nvSpPr>
        <p:spPr>
          <a:xfrm>
            <a:off x="6831921" y="6413027"/>
            <a:ext cx="1305664"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SME</a:t>
            </a:r>
          </a:p>
        </p:txBody>
      </p:sp>
      <p:sp>
        <p:nvSpPr>
          <p:cNvPr id="33" name="Oval 32">
            <a:extLst>
              <a:ext uri="{FF2B5EF4-FFF2-40B4-BE49-F238E27FC236}">
                <a16:creationId xmlns:a16="http://schemas.microsoft.com/office/drawing/2014/main" id="{89DAEFF1-364B-C61F-7771-6BC78DB9CF46}"/>
              </a:ext>
            </a:extLst>
          </p:cNvPr>
          <p:cNvSpPr/>
          <p:nvPr/>
        </p:nvSpPr>
        <p:spPr>
          <a:xfrm>
            <a:off x="10684109" y="5548037"/>
            <a:ext cx="551301" cy="56377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pic>
        <p:nvPicPr>
          <p:cNvPr id="37" name="Graphic 36" descr="Customer review with solid fill">
            <a:extLst>
              <a:ext uri="{FF2B5EF4-FFF2-40B4-BE49-F238E27FC236}">
                <a16:creationId xmlns:a16="http://schemas.microsoft.com/office/drawing/2014/main" id="{BE5FA84B-C44D-36F1-7022-069D673FC098}"/>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765017" y="5682133"/>
            <a:ext cx="358536" cy="353723"/>
          </a:xfrm>
          <a:prstGeom prst="rect">
            <a:avLst/>
          </a:prstGeom>
        </p:spPr>
      </p:pic>
    </p:spTree>
    <p:extLst>
      <p:ext uri="{BB962C8B-B14F-4D97-AF65-F5344CB8AC3E}">
        <p14:creationId xmlns:p14="http://schemas.microsoft.com/office/powerpoint/2010/main" val="3935546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Oval 71">
            <a:extLst>
              <a:ext uri="{FF2B5EF4-FFF2-40B4-BE49-F238E27FC236}">
                <a16:creationId xmlns:a16="http://schemas.microsoft.com/office/drawing/2014/main" id="{ECB8DF7F-E353-C116-1770-773BB352F838}"/>
              </a:ext>
            </a:extLst>
          </p:cNvPr>
          <p:cNvSpPr/>
          <p:nvPr/>
        </p:nvSpPr>
        <p:spPr>
          <a:xfrm>
            <a:off x="4051574" y="1534435"/>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3" name="Oval 72">
            <a:extLst>
              <a:ext uri="{FF2B5EF4-FFF2-40B4-BE49-F238E27FC236}">
                <a16:creationId xmlns:a16="http://schemas.microsoft.com/office/drawing/2014/main" id="{F9E0E035-5C99-2926-E6A5-47FF623B3970}"/>
              </a:ext>
            </a:extLst>
          </p:cNvPr>
          <p:cNvSpPr/>
          <p:nvPr/>
        </p:nvSpPr>
        <p:spPr>
          <a:xfrm>
            <a:off x="8268223" y="1534435"/>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8" name="TextBox 7">
            <a:extLst>
              <a:ext uri="{FF2B5EF4-FFF2-40B4-BE49-F238E27FC236}">
                <a16:creationId xmlns:a16="http://schemas.microsoft.com/office/drawing/2014/main" id="{7525B251-0278-2E98-0594-C07EC2E028F3}"/>
              </a:ext>
            </a:extLst>
          </p:cNvPr>
          <p:cNvSpPr txBox="1"/>
          <p:nvPr/>
        </p:nvSpPr>
        <p:spPr>
          <a:xfrm>
            <a:off x="3731171" y="1166158"/>
            <a:ext cx="8273099"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3DE484"/>
                </a:solidFill>
                <a:effectLst/>
                <a:uLnTx/>
                <a:uFillTx/>
                <a:latin typeface="Ubuntu"/>
                <a:ea typeface="+mn-ea"/>
                <a:cs typeface="+mn-cs"/>
              </a:rPr>
              <a:t>Following product types are proposed for master trainers and also for end user training in Indus. </a:t>
            </a:r>
          </a:p>
        </p:txBody>
      </p:sp>
      <p:sp>
        <p:nvSpPr>
          <p:cNvPr id="9" name="Rectangle 8">
            <a:extLst>
              <a:ext uri="{FF2B5EF4-FFF2-40B4-BE49-F238E27FC236}">
                <a16:creationId xmlns:a16="http://schemas.microsoft.com/office/drawing/2014/main" id="{543E8020-9435-CC82-C767-E47445020D9A}"/>
              </a:ext>
            </a:extLst>
          </p:cNvPr>
          <p:cNvSpPr/>
          <p:nvPr/>
        </p:nvSpPr>
        <p:spPr>
          <a:xfrm>
            <a:off x="3477992" y="2996047"/>
            <a:ext cx="2052396" cy="169277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Ubuntu"/>
                <a:ea typeface="+mn-ea"/>
                <a:cs typeface="Arial"/>
              </a:rPr>
              <a:t>Slides to be presented in the classroom during an  (Instructor Led Training) ILT session: These slides will enable the trainer to present the content as per the course outline.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Ubuntu"/>
              <a:ea typeface="+mn-ea"/>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Ubuntu"/>
                <a:ea typeface="+mn-ea"/>
                <a:cs typeface="Arial"/>
                <a:sym typeface="Arial"/>
              </a:rPr>
              <a:t>This includes:</a:t>
            </a: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dirty="0">
                <a:ln>
                  <a:noFill/>
                </a:ln>
                <a:solidFill>
                  <a:srgbClr val="FFFFFF"/>
                </a:solidFill>
                <a:effectLst/>
                <a:uLnTx/>
                <a:uFillTx/>
                <a:latin typeface="Ubuntu"/>
                <a:ea typeface="+mn-ea"/>
                <a:cs typeface="Arial"/>
                <a:sym typeface="Arial"/>
              </a:rPr>
              <a:t>Interactive workshop with process maps, theory, real life examples, etc. </a:t>
            </a:r>
          </a:p>
        </p:txBody>
      </p:sp>
      <p:sp>
        <p:nvSpPr>
          <p:cNvPr id="11" name="Rectangle 10">
            <a:extLst>
              <a:ext uri="{FF2B5EF4-FFF2-40B4-BE49-F238E27FC236}">
                <a16:creationId xmlns:a16="http://schemas.microsoft.com/office/drawing/2014/main" id="{91716887-0B91-205A-7B78-13E80B469997}"/>
              </a:ext>
            </a:extLst>
          </p:cNvPr>
          <p:cNvSpPr/>
          <p:nvPr/>
        </p:nvSpPr>
        <p:spPr>
          <a:xfrm>
            <a:off x="5700565" y="2646730"/>
            <a:ext cx="1579869" cy="230832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0">
                <a:solidFill>
                  <a:srgbClr val="3DE484"/>
                </a:solidFill>
                <a:latin typeface="Ubuntu"/>
                <a:cs typeface="Arial"/>
              </a:rPr>
              <a:t>FACILITATOR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Ubuntu"/>
              <a:ea typeface="+mn-ea"/>
              <a:cs typeface="Arial"/>
            </a:endParaRP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a:ln>
                  <a:noFill/>
                </a:ln>
                <a:solidFill>
                  <a:srgbClr val="FFFFFF"/>
                </a:solidFill>
                <a:effectLst/>
                <a:uLnTx/>
                <a:uFillTx/>
                <a:latin typeface="Ubuntu"/>
                <a:ea typeface="+mn-ea"/>
                <a:cs typeface="Arial"/>
              </a:rPr>
              <a:t>The notes section of PowerPoint slides will contain talking points, activity ideas, and helpful hints for the trainer.</a:t>
            </a: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a:ln>
                  <a:noFill/>
                </a:ln>
                <a:solidFill>
                  <a:srgbClr val="FFFFFF"/>
                </a:solidFill>
                <a:effectLst/>
                <a:uLnTx/>
                <a:uFillTx/>
                <a:latin typeface="Ubuntu"/>
                <a:ea typeface="+mn-ea"/>
                <a:cs typeface="Arial"/>
              </a:rPr>
              <a:t>While conducting an ILT session, the trainer will discuss relevant scenarios to set the context and build relevance before explaining the concepts.</a:t>
            </a:r>
          </a:p>
        </p:txBody>
      </p:sp>
      <p:sp>
        <p:nvSpPr>
          <p:cNvPr id="15" name="Rectangle 14">
            <a:extLst>
              <a:ext uri="{FF2B5EF4-FFF2-40B4-BE49-F238E27FC236}">
                <a16:creationId xmlns:a16="http://schemas.microsoft.com/office/drawing/2014/main" id="{8BC57134-68E3-762D-B456-72B59AD01F36}"/>
              </a:ext>
            </a:extLst>
          </p:cNvPr>
          <p:cNvSpPr/>
          <p:nvPr/>
        </p:nvSpPr>
        <p:spPr>
          <a:xfrm>
            <a:off x="7440337" y="2646730"/>
            <a:ext cx="1341290" cy="156966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1" kern="0">
                <a:solidFill>
                  <a:srgbClr val="3DE484"/>
                </a:solidFill>
                <a:latin typeface="Ubuntu"/>
                <a:cs typeface="Arial"/>
              </a:rPr>
              <a:t>INTRODUCTION</a:t>
            </a:r>
            <a:r>
              <a:rPr kumimoji="0" lang="en-AU" sz="1100" b="1" i="0" u="none" strike="noStrike" kern="0" cap="none" spc="0" normalizeH="0" baseline="0" noProof="0">
                <a:ln>
                  <a:noFill/>
                </a:ln>
                <a:solidFill>
                  <a:srgbClr val="FFFFFF"/>
                </a:solidFill>
                <a:effectLst/>
                <a:uLnTx/>
                <a:uFillTx/>
                <a:latin typeface="Ubuntu"/>
                <a:ea typeface="+mn-ea"/>
                <a:cs typeface="Arial"/>
              </a:rPr>
              <a:t> </a:t>
            </a:r>
            <a:r>
              <a:rPr lang="en-AU" sz="1100" b="1" kern="0">
                <a:solidFill>
                  <a:srgbClr val="3DE484"/>
                </a:solidFill>
                <a:latin typeface="Ubuntu"/>
                <a:cs typeface="Arial"/>
              </a:rPr>
              <a:t>VIDEOS: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1" i="0" u="none" strike="noStrike" kern="0" cap="none" spc="0" normalizeH="0" baseline="0" noProof="0">
                <a:ln>
                  <a:noFill/>
                </a:ln>
                <a:solidFill>
                  <a:srgbClr val="FFFFFF"/>
                </a:solidFill>
                <a:effectLst/>
                <a:uLnTx/>
                <a:uFillTx/>
                <a:latin typeface="Ubuntu"/>
                <a:ea typeface="+mn-ea"/>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a:ln>
                  <a:noFill/>
                </a:ln>
                <a:solidFill>
                  <a:srgbClr val="FFFFFF"/>
                </a:solidFill>
                <a:effectLst/>
                <a:uLnTx/>
                <a:uFillTx/>
                <a:latin typeface="Ubuntu"/>
                <a:ea typeface="+mn-ea"/>
                <a:cs typeface="+mn-cs"/>
              </a:rPr>
              <a:t> These Trainer can use explaining WIIFM (What’s in it for me)</a:t>
            </a: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a:ln>
                  <a:noFill/>
                </a:ln>
                <a:solidFill>
                  <a:srgbClr val="FFFFFF"/>
                </a:solidFill>
                <a:effectLst/>
                <a:uLnTx/>
                <a:uFillTx/>
                <a:latin typeface="Ubuntu"/>
                <a:ea typeface="+mn-ea"/>
                <a:cs typeface="Arial"/>
                <a:sym typeface="Arial"/>
              </a:rPr>
              <a:t>Simple animations</a:t>
            </a: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a:ln>
                  <a:noFill/>
                </a:ln>
                <a:solidFill>
                  <a:srgbClr val="FFFFFF"/>
                </a:solidFill>
                <a:effectLst/>
                <a:uLnTx/>
                <a:uFillTx/>
                <a:latin typeface="Ubuntu"/>
                <a:ea typeface="+mn-ea"/>
                <a:cs typeface="Arial"/>
                <a:sym typeface="Arial"/>
              </a:rPr>
              <a:t>2-D stock images and simple graphics, icons</a:t>
            </a:r>
          </a:p>
        </p:txBody>
      </p:sp>
      <p:sp>
        <p:nvSpPr>
          <p:cNvPr id="24" name="Rectangle 23">
            <a:extLst>
              <a:ext uri="{FF2B5EF4-FFF2-40B4-BE49-F238E27FC236}">
                <a16:creationId xmlns:a16="http://schemas.microsoft.com/office/drawing/2014/main" id="{A8550BDF-0D36-AA98-E98D-56B81439284E}"/>
              </a:ext>
            </a:extLst>
          </p:cNvPr>
          <p:cNvSpPr/>
          <p:nvPr/>
        </p:nvSpPr>
        <p:spPr>
          <a:xfrm>
            <a:off x="8941529" y="2646730"/>
            <a:ext cx="1421237" cy="110799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1" kern="0">
                <a:solidFill>
                  <a:srgbClr val="3DE484"/>
                </a:solidFill>
                <a:latin typeface="Ubuntu"/>
                <a:cs typeface="Arial"/>
              </a:rPr>
              <a:t>ASSESSMENT</a:t>
            </a:r>
            <a:r>
              <a:rPr kumimoji="0" lang="en-AU" sz="1100" b="1" i="0" u="none" strike="noStrike" kern="0" cap="none" spc="0" normalizeH="0" baseline="0" noProof="0">
                <a:ln>
                  <a:noFill/>
                </a:ln>
                <a:solidFill>
                  <a:srgbClr val="FFFFFF"/>
                </a:solidFill>
                <a:effectLst/>
                <a:uLnTx/>
                <a:uFillTx/>
                <a:latin typeface="Ubuntu"/>
                <a:ea typeface="+mn-ea"/>
                <a:cs typeface="+mn-cs"/>
              </a:rPr>
              <a:t> </a:t>
            </a:r>
            <a:r>
              <a:rPr lang="en-AU" sz="1100" b="1" kern="0">
                <a:solidFill>
                  <a:srgbClr val="3DE484"/>
                </a:solidFill>
                <a:latin typeface="Ubuntu"/>
                <a:cs typeface="Arial"/>
              </a:rPr>
              <a:t>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00" b="1" i="0" u="none" strike="noStrike" kern="0" cap="none" spc="0" normalizeH="0" baseline="0" noProof="0">
              <a:ln>
                <a:noFill/>
              </a:ln>
              <a:solidFill>
                <a:srgbClr val="FFFFFF"/>
              </a:solidFill>
              <a:effectLst/>
              <a:uLnTx/>
              <a:uFillTx/>
              <a:latin typeface="Ubuntu"/>
              <a:ea typeface="+mn-ea"/>
              <a:cs typeface="+mn-cs"/>
            </a:endParaRP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a:ln>
                  <a:noFill/>
                </a:ln>
                <a:solidFill>
                  <a:srgbClr val="FFFFFF"/>
                </a:solidFill>
                <a:effectLst/>
                <a:uLnTx/>
                <a:uFillTx/>
                <a:latin typeface="Ubuntu"/>
                <a:ea typeface="+mn-ea"/>
                <a:cs typeface="Arial"/>
              </a:rPr>
              <a:t>Standard Knowledge Assessments at </a:t>
            </a:r>
            <a:br>
              <a:rPr kumimoji="0" lang="en-US" sz="1000" b="0" i="0" u="none" strike="noStrike" kern="0" cap="none" spc="0" normalizeH="0" baseline="0" noProof="0">
                <a:ln>
                  <a:noFill/>
                </a:ln>
                <a:solidFill>
                  <a:srgbClr val="FFFFFF"/>
                </a:solidFill>
                <a:effectLst/>
                <a:uLnTx/>
                <a:uFillTx/>
                <a:latin typeface="Ubuntu"/>
                <a:ea typeface="+mn-ea"/>
                <a:cs typeface="Arial"/>
              </a:rPr>
            </a:br>
            <a:r>
              <a:rPr kumimoji="0" lang="en-US" sz="1000" b="0" i="0" u="none" strike="noStrike" kern="0" cap="none" spc="0" normalizeH="0" baseline="0" noProof="0">
                <a:ln>
                  <a:noFill/>
                </a:ln>
                <a:solidFill>
                  <a:srgbClr val="FFFFFF"/>
                </a:solidFill>
                <a:effectLst/>
                <a:uLnTx/>
                <a:uFillTx/>
                <a:latin typeface="Ubuntu"/>
                <a:ea typeface="+mn-ea"/>
                <a:cs typeface="Arial"/>
              </a:rPr>
              <a:t>end of module to reinforce learning</a:t>
            </a:r>
          </a:p>
        </p:txBody>
      </p:sp>
      <p:sp>
        <p:nvSpPr>
          <p:cNvPr id="36" name="Rectangle 35">
            <a:extLst>
              <a:ext uri="{FF2B5EF4-FFF2-40B4-BE49-F238E27FC236}">
                <a16:creationId xmlns:a16="http://schemas.microsoft.com/office/drawing/2014/main" id="{5E8C980A-B2FE-AB1C-A14C-E38052BA5AA7}"/>
              </a:ext>
            </a:extLst>
          </p:cNvPr>
          <p:cNvSpPr/>
          <p:nvPr/>
        </p:nvSpPr>
        <p:spPr>
          <a:xfrm>
            <a:off x="10442722" y="2646730"/>
            <a:ext cx="1567763" cy="95410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0">
                <a:solidFill>
                  <a:srgbClr val="3DE484"/>
                </a:solidFill>
                <a:latin typeface="Ubuntu"/>
                <a:cs typeface="Arial"/>
              </a:rPr>
              <a:t>ACTIVITY</a:t>
            </a:r>
            <a:r>
              <a:rPr kumimoji="0" lang="en-US" sz="1100" b="1" i="0" u="none" strike="noStrike" kern="1200" cap="none" spc="0" normalizeH="0" baseline="0" noProof="0">
                <a:ln>
                  <a:noFill/>
                </a:ln>
                <a:solidFill>
                  <a:srgbClr val="FFFFFF"/>
                </a:solidFill>
                <a:effectLst/>
                <a:uLnTx/>
                <a:uFillTx/>
                <a:latin typeface="Ubuntu"/>
                <a:ea typeface="+mn-ea"/>
                <a:cs typeface="+mn-cs"/>
              </a:rPr>
              <a:t> </a:t>
            </a:r>
            <a:r>
              <a:rPr lang="en-US" sz="1100" b="1" kern="0">
                <a:solidFill>
                  <a:srgbClr val="3DE484"/>
                </a:solidFill>
                <a:latin typeface="Ubuntu"/>
                <a:cs typeface="Arial"/>
              </a:rPr>
              <a:t>SHEETS/</a:t>
            </a:r>
            <a:r>
              <a:rPr lang="en-US" sz="1100" b="1">
                <a:solidFill>
                  <a:srgbClr val="FFFFFF"/>
                </a:solidFill>
                <a:latin typeface="Ubuntu"/>
              </a:rPr>
              <a:t> </a:t>
            </a:r>
            <a:r>
              <a:rPr lang="en-US" sz="1100" b="1" kern="0">
                <a:solidFill>
                  <a:srgbClr val="3DE484"/>
                </a:solidFill>
                <a:latin typeface="Ubuntu"/>
                <a:cs typeface="Arial"/>
              </a:rPr>
              <a:t>ROLE</a:t>
            </a:r>
            <a:r>
              <a:rPr kumimoji="0" lang="en-US" sz="1100" b="1" i="0" u="none" strike="noStrike" kern="1200" cap="none" spc="0" normalizeH="0" baseline="0" noProof="0">
                <a:ln>
                  <a:noFill/>
                </a:ln>
                <a:solidFill>
                  <a:srgbClr val="FFFFFF"/>
                </a:solidFill>
                <a:effectLst/>
                <a:uLnTx/>
                <a:uFillTx/>
                <a:latin typeface="Ubuntu"/>
                <a:ea typeface="+mn-ea"/>
                <a:cs typeface="+mn-cs"/>
              </a:rPr>
              <a:t> </a:t>
            </a:r>
            <a:r>
              <a:rPr lang="en-US" sz="1100" b="1" kern="0">
                <a:solidFill>
                  <a:srgbClr val="3DE484"/>
                </a:solidFill>
                <a:latin typeface="Ubuntu"/>
                <a:cs typeface="Arial"/>
              </a:rPr>
              <a:t>PLAYS: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Ubuntu"/>
              <a:ea typeface="+mn-ea"/>
              <a:cs typeface="+mn-cs"/>
            </a:endParaRPr>
          </a:p>
          <a:p>
            <a:pPr marL="176400" marR="0" lvl="0" indent="-176400"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US" sz="1000" b="0" i="0" u="none" strike="noStrike" kern="0" cap="none" spc="0" normalizeH="0" baseline="0" noProof="0">
                <a:ln>
                  <a:noFill/>
                </a:ln>
                <a:solidFill>
                  <a:srgbClr val="FFFFFF"/>
                </a:solidFill>
                <a:effectLst/>
                <a:uLnTx/>
                <a:uFillTx/>
                <a:latin typeface="Ubuntu"/>
                <a:ea typeface="+mn-ea"/>
                <a:cs typeface="Arial"/>
              </a:rPr>
              <a:t>Activity Sheets/Role plays to make training more interactive.</a:t>
            </a:r>
          </a:p>
        </p:txBody>
      </p:sp>
      <p:sp>
        <p:nvSpPr>
          <p:cNvPr id="38" name="Rectangle 37">
            <a:extLst>
              <a:ext uri="{FF2B5EF4-FFF2-40B4-BE49-F238E27FC236}">
                <a16:creationId xmlns:a16="http://schemas.microsoft.com/office/drawing/2014/main" id="{FF42EA32-1432-443D-41BD-53DECC3BEE9E}"/>
              </a:ext>
            </a:extLst>
          </p:cNvPr>
          <p:cNvSpPr/>
          <p:nvPr/>
        </p:nvSpPr>
        <p:spPr>
          <a:xfrm>
            <a:off x="3477992" y="5599438"/>
            <a:ext cx="2062670" cy="92333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srgbClr val="FFFFFF"/>
                </a:solidFill>
                <a:effectLst/>
                <a:uLnTx/>
                <a:uFillTx/>
                <a:latin typeface="Ubuntu"/>
                <a:ea typeface="+mn-ea"/>
                <a:cs typeface="Arial"/>
              </a:rPr>
              <a:t>6 hours of  Class Room Session Learning delivered over 2 days for </a:t>
            </a:r>
            <a:br>
              <a:rPr kumimoji="0" lang="en-IN" sz="1000" b="0" i="0" u="none" strike="noStrike" kern="0" cap="none" spc="0" normalizeH="0" baseline="0" noProof="0" dirty="0">
                <a:ln>
                  <a:noFill/>
                </a:ln>
                <a:solidFill>
                  <a:srgbClr val="FFFFFF"/>
                </a:solidFill>
                <a:effectLst/>
                <a:uLnTx/>
                <a:uFillTx/>
                <a:latin typeface="Ubuntu"/>
                <a:ea typeface="+mn-ea"/>
                <a:cs typeface="Arial"/>
              </a:rPr>
            </a:br>
            <a:r>
              <a:rPr kumimoji="0" lang="en-IN" sz="1000" b="0" i="0" u="none" strike="noStrike" kern="0" cap="none" spc="0" normalizeH="0" baseline="0" noProof="0" dirty="0">
                <a:ln>
                  <a:noFill/>
                </a:ln>
                <a:solidFill>
                  <a:srgbClr val="FFFFFF"/>
                </a:solidFill>
                <a:effectLst/>
                <a:uLnTx/>
                <a:uFillTx/>
                <a:latin typeface="Ubuntu"/>
                <a:ea typeface="+mn-ea"/>
                <a:cs typeface="Arial"/>
              </a:rPr>
              <a:t>a batch of 25 participants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000" kern="0" dirty="0">
              <a:solidFill>
                <a:srgbClr val="FFFFFF"/>
              </a:solidFill>
              <a:latin typeface="Ubuntu"/>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000" i="1" kern="0" dirty="0">
                <a:solidFill>
                  <a:srgbClr val="FFFFFF"/>
                </a:solidFill>
                <a:latin typeface="Ubuntu"/>
                <a:cs typeface="Arial"/>
              </a:rPr>
              <a:t>(T</a:t>
            </a:r>
            <a:r>
              <a:rPr kumimoji="0" lang="en-IN" sz="1000" b="0" i="1" u="none" strike="noStrike" kern="0" cap="none" spc="0" normalizeH="0" baseline="0" noProof="0" dirty="0">
                <a:ln>
                  <a:noFill/>
                </a:ln>
                <a:solidFill>
                  <a:srgbClr val="FFFFFF"/>
                </a:solidFill>
                <a:effectLst/>
                <a:uLnTx/>
                <a:uFillTx/>
                <a:latin typeface="Ubuntu"/>
                <a:ea typeface="+mn-ea"/>
                <a:cs typeface="Arial"/>
              </a:rPr>
              <a:t>BD with Indus on the final time and duration)</a:t>
            </a:r>
          </a:p>
        </p:txBody>
      </p:sp>
      <p:sp>
        <p:nvSpPr>
          <p:cNvPr id="39" name="Rectangle 38">
            <a:extLst>
              <a:ext uri="{FF2B5EF4-FFF2-40B4-BE49-F238E27FC236}">
                <a16:creationId xmlns:a16="http://schemas.microsoft.com/office/drawing/2014/main" id="{A459D7EB-685E-BB96-3650-30C0B7324973}"/>
              </a:ext>
            </a:extLst>
          </p:cNvPr>
          <p:cNvSpPr/>
          <p:nvPr/>
        </p:nvSpPr>
        <p:spPr>
          <a:xfrm>
            <a:off x="5700565" y="5630260"/>
            <a:ext cx="1579869"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latin typeface="Ubuntu"/>
                <a:ea typeface="+mn-ea"/>
                <a:cs typeface="Arial"/>
              </a:rPr>
              <a:t>6 hours of  Class </a:t>
            </a:r>
            <a:br>
              <a:rPr kumimoji="0" lang="en-IN" sz="1000" b="0" i="0" u="none" strike="noStrike" kern="0" cap="none" spc="0" normalizeH="0" baseline="0" noProof="0">
                <a:ln>
                  <a:noFill/>
                </a:ln>
                <a:solidFill>
                  <a:srgbClr val="FFFFFF"/>
                </a:solidFill>
                <a:effectLst/>
                <a:uLnTx/>
                <a:uFillTx/>
                <a:latin typeface="Ubuntu"/>
                <a:ea typeface="+mn-ea"/>
                <a:cs typeface="Arial"/>
              </a:rPr>
            </a:br>
            <a:r>
              <a:rPr kumimoji="0" lang="en-IN" sz="1000" b="0" i="0" u="none" strike="noStrike" kern="0" cap="none" spc="0" normalizeH="0" baseline="0" noProof="0">
                <a:ln>
                  <a:noFill/>
                </a:ln>
                <a:solidFill>
                  <a:srgbClr val="FFFFFF"/>
                </a:solidFill>
                <a:effectLst/>
                <a:uLnTx/>
                <a:uFillTx/>
                <a:latin typeface="Ubuntu"/>
                <a:ea typeface="+mn-ea"/>
                <a:cs typeface="Arial"/>
              </a:rPr>
              <a:t>Room Sessions</a:t>
            </a:r>
          </a:p>
        </p:txBody>
      </p:sp>
      <p:sp>
        <p:nvSpPr>
          <p:cNvPr id="40" name="Rectangle 39">
            <a:extLst>
              <a:ext uri="{FF2B5EF4-FFF2-40B4-BE49-F238E27FC236}">
                <a16:creationId xmlns:a16="http://schemas.microsoft.com/office/drawing/2014/main" id="{17F599EF-BE70-1616-5455-7536E410FF74}"/>
              </a:ext>
            </a:extLst>
          </p:cNvPr>
          <p:cNvSpPr/>
          <p:nvPr/>
        </p:nvSpPr>
        <p:spPr>
          <a:xfrm>
            <a:off x="7440337" y="5609712"/>
            <a:ext cx="134129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1" i="0" u="none" strike="noStrike" kern="0" cap="none" spc="0" normalizeH="0" baseline="0" noProof="0">
                <a:ln>
                  <a:noFill/>
                </a:ln>
                <a:solidFill>
                  <a:srgbClr val="FFFFFF"/>
                </a:solidFill>
                <a:effectLst/>
                <a:uLnTx/>
                <a:uFillTx/>
                <a:latin typeface="Ubuntu"/>
                <a:ea typeface="+mn-ea"/>
                <a:cs typeface="Arial"/>
              </a:rPr>
              <a:t>1 or 2 Introduction videos </a:t>
            </a:r>
            <a:r>
              <a:rPr kumimoji="0" lang="en-AU" sz="1000" b="0" i="0" u="none" strike="noStrike" kern="0" cap="none" spc="0" normalizeH="0" baseline="0" noProof="0">
                <a:ln>
                  <a:noFill/>
                </a:ln>
                <a:solidFill>
                  <a:srgbClr val="FFFFFF"/>
                </a:solidFill>
                <a:effectLst/>
                <a:uLnTx/>
                <a:uFillTx/>
                <a:latin typeface="Ubuntu"/>
                <a:ea typeface="+mn-ea"/>
                <a:cs typeface="Arial"/>
              </a:rPr>
              <a:t>(3—4 minutes)</a:t>
            </a:r>
          </a:p>
        </p:txBody>
      </p:sp>
      <p:cxnSp>
        <p:nvCxnSpPr>
          <p:cNvPr id="44" name="Straight Connector 43">
            <a:extLst>
              <a:ext uri="{FF2B5EF4-FFF2-40B4-BE49-F238E27FC236}">
                <a16:creationId xmlns:a16="http://schemas.microsoft.com/office/drawing/2014/main" id="{8B5BC450-A7BD-33DA-F121-E69114A7E93C}"/>
              </a:ext>
            </a:extLst>
          </p:cNvPr>
          <p:cNvCxnSpPr/>
          <p:nvPr/>
        </p:nvCxnSpPr>
        <p:spPr>
          <a:xfrm>
            <a:off x="5620614" y="2646730"/>
            <a:ext cx="0" cy="272515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5FCF810-07F1-6ECB-5273-F802D4E12D32}"/>
              </a:ext>
            </a:extLst>
          </p:cNvPr>
          <p:cNvCxnSpPr/>
          <p:nvPr/>
        </p:nvCxnSpPr>
        <p:spPr>
          <a:xfrm>
            <a:off x="7360386" y="2646730"/>
            <a:ext cx="0" cy="272515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2DD50FA-5435-AF4D-BB8B-CE8BC7761508}"/>
              </a:ext>
            </a:extLst>
          </p:cNvPr>
          <p:cNvCxnSpPr/>
          <p:nvPr/>
        </p:nvCxnSpPr>
        <p:spPr>
          <a:xfrm>
            <a:off x="8861579" y="2646730"/>
            <a:ext cx="0" cy="272515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776B5BE-0AAB-AE5E-60CD-BD5AC149C697}"/>
              </a:ext>
            </a:extLst>
          </p:cNvPr>
          <p:cNvCxnSpPr/>
          <p:nvPr/>
        </p:nvCxnSpPr>
        <p:spPr>
          <a:xfrm>
            <a:off x="10362772" y="2646730"/>
            <a:ext cx="0" cy="272515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5AD2DAF1-1BFC-E24D-27E0-6FC02739BF0A}"/>
              </a:ext>
            </a:extLst>
          </p:cNvPr>
          <p:cNvSpPr/>
          <p:nvPr/>
        </p:nvSpPr>
        <p:spPr>
          <a:xfrm>
            <a:off x="5700565" y="2182135"/>
            <a:ext cx="6049717" cy="350130"/>
          </a:xfrm>
          <a:prstGeom prst="roundRect">
            <a:avLst>
              <a:gd name="adj" fmla="val 109502"/>
            </a:avLst>
          </a:prstGeom>
          <a:solidFill>
            <a:srgbClr val="00925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TTT TOOLKIT</a:t>
            </a:r>
          </a:p>
        </p:txBody>
      </p:sp>
      <p:sp>
        <p:nvSpPr>
          <p:cNvPr id="52" name="Rectangle: Rounded Corners 51">
            <a:extLst>
              <a:ext uri="{FF2B5EF4-FFF2-40B4-BE49-F238E27FC236}">
                <a16:creationId xmlns:a16="http://schemas.microsoft.com/office/drawing/2014/main" id="{50B1F12C-B082-6432-C838-9F95502FA6F9}"/>
              </a:ext>
            </a:extLst>
          </p:cNvPr>
          <p:cNvSpPr/>
          <p:nvPr/>
        </p:nvSpPr>
        <p:spPr>
          <a:xfrm>
            <a:off x="5734297" y="2205558"/>
            <a:ext cx="6049717" cy="350130"/>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55" name="Rectangle: Rounded Corners 54">
            <a:extLst>
              <a:ext uri="{FF2B5EF4-FFF2-40B4-BE49-F238E27FC236}">
                <a16:creationId xmlns:a16="http://schemas.microsoft.com/office/drawing/2014/main" id="{CF8FA440-A880-0011-7FC6-035FA91E64E5}"/>
              </a:ext>
            </a:extLst>
          </p:cNvPr>
          <p:cNvSpPr/>
          <p:nvPr/>
        </p:nvSpPr>
        <p:spPr>
          <a:xfrm>
            <a:off x="3488266" y="2182135"/>
            <a:ext cx="2041016" cy="350130"/>
          </a:xfrm>
          <a:prstGeom prst="roundRect">
            <a:avLst>
              <a:gd name="adj" fmla="val 109502"/>
            </a:avLst>
          </a:prstGeom>
          <a:solidFill>
            <a:srgbClr val="00925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TTT TRAINING DECKS</a:t>
            </a:r>
          </a:p>
        </p:txBody>
      </p:sp>
      <p:sp>
        <p:nvSpPr>
          <p:cNvPr id="56" name="Rectangle: Rounded Corners 55">
            <a:extLst>
              <a:ext uri="{FF2B5EF4-FFF2-40B4-BE49-F238E27FC236}">
                <a16:creationId xmlns:a16="http://schemas.microsoft.com/office/drawing/2014/main" id="{84B6CDD8-895E-4B34-9E84-A18A0C509F57}"/>
              </a:ext>
            </a:extLst>
          </p:cNvPr>
          <p:cNvSpPr/>
          <p:nvPr/>
        </p:nvSpPr>
        <p:spPr>
          <a:xfrm>
            <a:off x="3499646" y="2205558"/>
            <a:ext cx="2041016" cy="350130"/>
          </a:xfrm>
          <a:prstGeom prst="roundRect">
            <a:avLst>
              <a:gd name="adj" fmla="val 109502"/>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400" b="1" i="0" u="none" strike="noStrike" kern="1200" cap="none" spc="0" normalizeH="0" baseline="0" noProof="0">
              <a:ln>
                <a:noFill/>
              </a:ln>
              <a:solidFill>
                <a:prstClr val="black"/>
              </a:solidFill>
              <a:effectLst/>
              <a:uLnTx/>
              <a:uFillTx/>
              <a:latin typeface="Ubuntu"/>
              <a:ea typeface="+mn-ea"/>
              <a:cs typeface="+mn-cs"/>
            </a:endParaRPr>
          </a:p>
        </p:txBody>
      </p:sp>
      <p:sp>
        <p:nvSpPr>
          <p:cNvPr id="57" name="Rectangle 56">
            <a:extLst>
              <a:ext uri="{FF2B5EF4-FFF2-40B4-BE49-F238E27FC236}">
                <a16:creationId xmlns:a16="http://schemas.microsoft.com/office/drawing/2014/main" id="{4783DBBE-F090-0D89-C5A5-FAB4570A16F1}"/>
              </a:ext>
            </a:extLst>
          </p:cNvPr>
          <p:cNvSpPr/>
          <p:nvPr/>
        </p:nvSpPr>
        <p:spPr>
          <a:xfrm>
            <a:off x="3488266" y="5064109"/>
            <a:ext cx="2052396"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DE484"/>
                </a:solidFill>
                <a:effectLst/>
                <a:uLnTx/>
                <a:uFillTx/>
                <a:latin typeface="Ubuntu"/>
                <a:ea typeface="+mn-ea"/>
                <a:cs typeface="Arial"/>
              </a:rPr>
              <a:t>AUTHORING TOOL:</a:t>
            </a:r>
            <a:r>
              <a:rPr kumimoji="0" lang="en-US" sz="1000" b="1" i="0" u="none" strike="noStrike" kern="0" cap="none" spc="0" normalizeH="0" baseline="0" noProof="0">
                <a:ln>
                  <a:noFill/>
                </a:ln>
                <a:solidFill>
                  <a:srgbClr val="FFFFFF"/>
                </a:solidFill>
                <a:effectLst/>
                <a:uLnTx/>
                <a:uFillTx/>
                <a:latin typeface="Ubuntu"/>
                <a:ea typeface="+mn-ea"/>
                <a:cs typeface="Arial"/>
              </a:rPr>
              <a:t> </a:t>
            </a:r>
            <a:br>
              <a:rPr kumimoji="0" lang="en-US" sz="1000" b="1" i="0" u="none" strike="noStrike" kern="0" cap="none" spc="0" normalizeH="0" baseline="0" noProof="0">
                <a:ln>
                  <a:noFill/>
                </a:ln>
                <a:solidFill>
                  <a:srgbClr val="FFFFFF"/>
                </a:solidFill>
                <a:effectLst/>
                <a:uLnTx/>
                <a:uFillTx/>
                <a:latin typeface="Ubuntu"/>
                <a:ea typeface="+mn-ea"/>
                <a:cs typeface="Arial"/>
              </a:rPr>
            </a:br>
            <a:r>
              <a:rPr kumimoji="0" lang="en-US" sz="1000" b="0" i="0" u="none" strike="noStrike" kern="0" cap="none" spc="0" normalizeH="0" baseline="0" noProof="0">
                <a:ln>
                  <a:noFill/>
                </a:ln>
                <a:solidFill>
                  <a:srgbClr val="FFFFFF"/>
                </a:solidFill>
                <a:effectLst/>
                <a:uLnTx/>
                <a:uFillTx/>
                <a:latin typeface="Ubuntu"/>
                <a:ea typeface="+mn-ea"/>
                <a:cs typeface="Arial"/>
              </a:rPr>
              <a:t>Microsoft PPT</a:t>
            </a:r>
          </a:p>
        </p:txBody>
      </p:sp>
      <p:sp>
        <p:nvSpPr>
          <p:cNvPr id="58" name="Rectangle 57">
            <a:extLst>
              <a:ext uri="{FF2B5EF4-FFF2-40B4-BE49-F238E27FC236}">
                <a16:creationId xmlns:a16="http://schemas.microsoft.com/office/drawing/2014/main" id="{4FB8C567-C805-FE65-B2CD-2F1F7E44611D}"/>
              </a:ext>
            </a:extLst>
          </p:cNvPr>
          <p:cNvSpPr/>
          <p:nvPr/>
        </p:nvSpPr>
        <p:spPr>
          <a:xfrm>
            <a:off x="5700565" y="5064109"/>
            <a:ext cx="1579869"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DE484"/>
                </a:solidFill>
                <a:effectLst/>
                <a:uLnTx/>
                <a:uFillTx/>
                <a:latin typeface="Ubuntu"/>
                <a:ea typeface="+mn-ea"/>
                <a:cs typeface="Arial"/>
              </a:rPr>
              <a:t>AUTHORING TOOL: </a:t>
            </a:r>
            <a:br>
              <a:rPr kumimoji="0" lang="en-US" sz="1000" b="1" i="0" u="none" strike="noStrike" kern="0" cap="none" spc="0" normalizeH="0" baseline="0" noProof="0">
                <a:ln>
                  <a:noFill/>
                </a:ln>
                <a:solidFill>
                  <a:srgbClr val="3DE484"/>
                </a:solidFill>
                <a:effectLst/>
                <a:uLnTx/>
                <a:uFillTx/>
                <a:latin typeface="Ubuntu"/>
                <a:ea typeface="+mn-ea"/>
                <a:cs typeface="Arial"/>
              </a:rPr>
            </a:br>
            <a:r>
              <a:rPr kumimoji="0" lang="en-US" sz="1000" b="0" i="0" u="none" strike="noStrike" kern="0" cap="none" spc="0" normalizeH="0" baseline="0" noProof="0">
                <a:ln>
                  <a:noFill/>
                </a:ln>
                <a:solidFill>
                  <a:srgbClr val="FFFFFF"/>
                </a:solidFill>
                <a:effectLst/>
                <a:uLnTx/>
                <a:uFillTx/>
                <a:latin typeface="Ubuntu"/>
                <a:ea typeface="+mn-ea"/>
                <a:cs typeface="Arial"/>
              </a:rPr>
              <a:t>Microsoft Word</a:t>
            </a:r>
          </a:p>
        </p:txBody>
      </p:sp>
      <p:sp>
        <p:nvSpPr>
          <p:cNvPr id="59" name="Rectangle 58">
            <a:extLst>
              <a:ext uri="{FF2B5EF4-FFF2-40B4-BE49-F238E27FC236}">
                <a16:creationId xmlns:a16="http://schemas.microsoft.com/office/drawing/2014/main" id="{3294B771-00FF-6441-C5BA-BBCC43051317}"/>
              </a:ext>
            </a:extLst>
          </p:cNvPr>
          <p:cNvSpPr/>
          <p:nvPr/>
        </p:nvSpPr>
        <p:spPr>
          <a:xfrm>
            <a:off x="7440337" y="5064109"/>
            <a:ext cx="134129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1" i="0" u="none" strike="noStrike" kern="0" cap="none" spc="0" normalizeH="0" baseline="0" noProof="0">
                <a:ln>
                  <a:noFill/>
                </a:ln>
                <a:solidFill>
                  <a:srgbClr val="3DE484"/>
                </a:solidFill>
                <a:effectLst/>
                <a:uLnTx/>
                <a:uFillTx/>
                <a:latin typeface="Ubuntu"/>
                <a:ea typeface="+mn-ea"/>
                <a:cs typeface="Arial"/>
              </a:rPr>
              <a:t>AUTHORING TOOL: </a:t>
            </a:r>
            <a:r>
              <a:rPr kumimoji="0" lang="en-AU" sz="1000" b="0" i="0" u="none" strike="noStrike" kern="0" cap="none" spc="0" normalizeH="0" baseline="0" noProof="0" err="1">
                <a:ln>
                  <a:noFill/>
                </a:ln>
                <a:solidFill>
                  <a:srgbClr val="FFFFFF"/>
                </a:solidFill>
                <a:effectLst/>
                <a:uLnTx/>
                <a:uFillTx/>
                <a:latin typeface="Ubuntu"/>
                <a:ea typeface="+mn-ea"/>
                <a:cs typeface="Arial"/>
              </a:rPr>
              <a:t>Vyond</a:t>
            </a:r>
            <a:endParaRPr kumimoji="0" lang="en-AU" sz="1000" b="0" i="0" u="none" strike="noStrike" kern="0" cap="none" spc="0" normalizeH="0" baseline="0" noProof="0">
              <a:ln>
                <a:noFill/>
              </a:ln>
              <a:solidFill>
                <a:srgbClr val="FFFFFF"/>
              </a:solidFill>
              <a:effectLst/>
              <a:uLnTx/>
              <a:uFillTx/>
              <a:latin typeface="Ubuntu"/>
              <a:ea typeface="+mn-ea"/>
              <a:cs typeface="Arial"/>
            </a:endParaRPr>
          </a:p>
        </p:txBody>
      </p:sp>
      <p:sp>
        <p:nvSpPr>
          <p:cNvPr id="60" name="Rectangle 59">
            <a:extLst>
              <a:ext uri="{FF2B5EF4-FFF2-40B4-BE49-F238E27FC236}">
                <a16:creationId xmlns:a16="http://schemas.microsoft.com/office/drawing/2014/main" id="{389D6398-AAE8-B132-C979-BD0EC871B65F}"/>
              </a:ext>
            </a:extLst>
          </p:cNvPr>
          <p:cNvSpPr/>
          <p:nvPr/>
        </p:nvSpPr>
        <p:spPr>
          <a:xfrm>
            <a:off x="8941530" y="5064109"/>
            <a:ext cx="134129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1" i="0" u="none" strike="noStrike" kern="0" cap="none" spc="0" normalizeH="0" baseline="0" noProof="0">
                <a:ln>
                  <a:noFill/>
                </a:ln>
                <a:solidFill>
                  <a:srgbClr val="3DE484"/>
                </a:solidFill>
                <a:effectLst/>
                <a:uLnTx/>
                <a:uFillTx/>
                <a:latin typeface="Ubuntu"/>
                <a:ea typeface="+mn-ea"/>
                <a:cs typeface="Arial"/>
              </a:rPr>
              <a:t>AUTHORING TOOL: </a:t>
            </a:r>
            <a:r>
              <a:rPr kumimoji="0" lang="en-AU" sz="1000" b="0" i="0" u="none" strike="noStrike" kern="0" cap="none" spc="0" normalizeH="0" baseline="0" noProof="0">
                <a:ln>
                  <a:noFill/>
                </a:ln>
                <a:solidFill>
                  <a:srgbClr val="FFFFFF"/>
                </a:solidFill>
                <a:effectLst/>
                <a:uLnTx/>
                <a:uFillTx/>
                <a:latin typeface="Ubuntu"/>
                <a:ea typeface="+mn-ea"/>
                <a:cs typeface="+mn-cs"/>
              </a:rPr>
              <a:t>Microsoft Word</a:t>
            </a:r>
          </a:p>
        </p:txBody>
      </p:sp>
      <p:sp>
        <p:nvSpPr>
          <p:cNvPr id="61" name="Rectangle 60">
            <a:extLst>
              <a:ext uri="{FF2B5EF4-FFF2-40B4-BE49-F238E27FC236}">
                <a16:creationId xmlns:a16="http://schemas.microsoft.com/office/drawing/2014/main" id="{C2965F01-AA7C-4C07-8B57-8225FCE5B2BD}"/>
              </a:ext>
            </a:extLst>
          </p:cNvPr>
          <p:cNvSpPr/>
          <p:nvPr/>
        </p:nvSpPr>
        <p:spPr>
          <a:xfrm>
            <a:off x="10442723" y="5064109"/>
            <a:ext cx="134129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DE484"/>
                </a:solidFill>
                <a:effectLst/>
                <a:uLnTx/>
                <a:uFillTx/>
                <a:latin typeface="Ubuntu"/>
                <a:ea typeface="+mn-ea"/>
                <a:cs typeface="Arial"/>
              </a:rPr>
              <a:t>AUTHORING TOOL: </a:t>
            </a:r>
            <a:r>
              <a:rPr kumimoji="0" lang="en-US" sz="1000" b="0" i="0" u="none" strike="noStrike" kern="1200" cap="none" spc="0" normalizeH="0" baseline="0" noProof="0">
                <a:ln>
                  <a:noFill/>
                </a:ln>
                <a:solidFill>
                  <a:srgbClr val="FFFFFF"/>
                </a:solidFill>
                <a:effectLst/>
                <a:uLnTx/>
                <a:uFillTx/>
                <a:latin typeface="Ubuntu"/>
                <a:ea typeface="+mn-ea"/>
                <a:cs typeface="+mn-cs"/>
              </a:rPr>
              <a:t>Microsoft Word</a:t>
            </a:r>
          </a:p>
        </p:txBody>
      </p:sp>
      <p:cxnSp>
        <p:nvCxnSpPr>
          <p:cNvPr id="62" name="Straight Connector 61">
            <a:extLst>
              <a:ext uri="{FF2B5EF4-FFF2-40B4-BE49-F238E27FC236}">
                <a16:creationId xmlns:a16="http://schemas.microsoft.com/office/drawing/2014/main" id="{DB40FB23-6647-31FB-0868-8F97F5FAC8BB}"/>
              </a:ext>
            </a:extLst>
          </p:cNvPr>
          <p:cNvCxnSpPr>
            <a:cxnSpLocks/>
          </p:cNvCxnSpPr>
          <p:nvPr/>
        </p:nvCxnSpPr>
        <p:spPr>
          <a:xfrm>
            <a:off x="3488266" y="5489657"/>
            <a:ext cx="205239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A0DC0C5-108E-C209-7676-61F6D19D44B6}"/>
              </a:ext>
            </a:extLst>
          </p:cNvPr>
          <p:cNvCxnSpPr>
            <a:cxnSpLocks/>
          </p:cNvCxnSpPr>
          <p:nvPr/>
        </p:nvCxnSpPr>
        <p:spPr>
          <a:xfrm>
            <a:off x="5700565" y="5489657"/>
            <a:ext cx="1579869"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7D1BB72-6783-0314-F569-4C733A7C3E7A}"/>
              </a:ext>
            </a:extLst>
          </p:cNvPr>
          <p:cNvCxnSpPr>
            <a:cxnSpLocks/>
          </p:cNvCxnSpPr>
          <p:nvPr/>
        </p:nvCxnSpPr>
        <p:spPr>
          <a:xfrm>
            <a:off x="7440338" y="5489657"/>
            <a:ext cx="134129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0C55854-5448-1F95-906B-4F099CBCF509}"/>
              </a:ext>
            </a:extLst>
          </p:cNvPr>
          <p:cNvCxnSpPr>
            <a:cxnSpLocks/>
          </p:cNvCxnSpPr>
          <p:nvPr/>
        </p:nvCxnSpPr>
        <p:spPr>
          <a:xfrm>
            <a:off x="8941530" y="5489657"/>
            <a:ext cx="134129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C6176B-EE2D-2BCF-D5D2-2998A9C3C4F3}"/>
              </a:ext>
            </a:extLst>
          </p:cNvPr>
          <p:cNvCxnSpPr>
            <a:cxnSpLocks/>
          </p:cNvCxnSpPr>
          <p:nvPr/>
        </p:nvCxnSpPr>
        <p:spPr>
          <a:xfrm>
            <a:off x="10442723" y="5489657"/>
            <a:ext cx="134129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4A9F0A7-432E-5E04-09AF-A1F3C17E9E95}"/>
              </a:ext>
            </a:extLst>
          </p:cNvPr>
          <p:cNvCxnSpPr>
            <a:cxnSpLocks/>
          </p:cNvCxnSpPr>
          <p:nvPr/>
        </p:nvCxnSpPr>
        <p:spPr>
          <a:xfrm>
            <a:off x="5620614" y="5568616"/>
            <a:ext cx="0" cy="89409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8FDC40A-D449-731C-8935-EA0884B0C0FC}"/>
              </a:ext>
            </a:extLst>
          </p:cNvPr>
          <p:cNvCxnSpPr/>
          <p:nvPr/>
        </p:nvCxnSpPr>
        <p:spPr>
          <a:xfrm>
            <a:off x="7360386" y="5568616"/>
            <a:ext cx="0" cy="89409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820FFE9-1241-D48A-ECBB-2BCD26D43BB8}"/>
              </a:ext>
            </a:extLst>
          </p:cNvPr>
          <p:cNvCxnSpPr/>
          <p:nvPr/>
        </p:nvCxnSpPr>
        <p:spPr>
          <a:xfrm>
            <a:off x="8861579" y="5568616"/>
            <a:ext cx="0" cy="89409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7098770-D7CB-3F03-BF66-7182CDB6BB26}"/>
              </a:ext>
            </a:extLst>
          </p:cNvPr>
          <p:cNvCxnSpPr/>
          <p:nvPr/>
        </p:nvCxnSpPr>
        <p:spPr>
          <a:xfrm>
            <a:off x="10362772" y="5568616"/>
            <a:ext cx="0" cy="89409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74" name="Graphic 73" descr="Classroom with solid fill">
            <a:extLst>
              <a:ext uri="{FF2B5EF4-FFF2-40B4-BE49-F238E27FC236}">
                <a16:creationId xmlns:a16="http://schemas.microsoft.com/office/drawing/2014/main" id="{6FB3DEF6-6E1F-85DD-C734-1F4158E11B12}"/>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459128" y="1624462"/>
            <a:ext cx="532591" cy="532591"/>
          </a:xfrm>
          <a:prstGeom prst="rect">
            <a:avLst/>
          </a:prstGeom>
        </p:spPr>
      </p:pic>
      <p:pic>
        <p:nvPicPr>
          <p:cNvPr id="76" name="Graphic 75" descr="Boardroom with solid fill">
            <a:extLst>
              <a:ext uri="{FF2B5EF4-FFF2-40B4-BE49-F238E27FC236}">
                <a16:creationId xmlns:a16="http://schemas.microsoft.com/office/drawing/2014/main" id="{7DB589EE-CAEB-2251-EA38-7F9F75602F19}"/>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195783" y="1577767"/>
            <a:ext cx="625984" cy="625982"/>
          </a:xfrm>
          <a:prstGeom prst="rect">
            <a:avLst/>
          </a:prstGeom>
        </p:spPr>
      </p:pic>
      <p:pic>
        <p:nvPicPr>
          <p:cNvPr id="79" name="Picture 78" descr="A close-up of a computer and papers on a desk&#10;&#10;Description automatically generated with low confidence">
            <a:extLst>
              <a:ext uri="{FF2B5EF4-FFF2-40B4-BE49-F238E27FC236}">
                <a16:creationId xmlns:a16="http://schemas.microsoft.com/office/drawing/2014/main" id="{C81CC819-4442-738C-F27A-6632CCA63144}"/>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0" y="0"/>
            <a:ext cx="3352800" cy="6858000"/>
          </a:xfrm>
          <a:custGeom>
            <a:avLst/>
            <a:gdLst>
              <a:gd name="connsiteX0" fmla="*/ 0 w 3352800"/>
              <a:gd name="connsiteY0" fmla="*/ 0 h 6858000"/>
              <a:gd name="connsiteX1" fmla="*/ 3352800 w 3352800"/>
              <a:gd name="connsiteY1" fmla="*/ 0 h 6858000"/>
              <a:gd name="connsiteX2" fmla="*/ 3352800 w 3352800"/>
              <a:gd name="connsiteY2" fmla="*/ 6858000 h 6858000"/>
              <a:gd name="connsiteX3" fmla="*/ 0 w 3352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52800" h="6858000">
                <a:moveTo>
                  <a:pt x="0" y="0"/>
                </a:moveTo>
                <a:lnTo>
                  <a:pt x="3352800" y="0"/>
                </a:lnTo>
                <a:lnTo>
                  <a:pt x="3352800" y="6858000"/>
                </a:lnTo>
                <a:lnTo>
                  <a:pt x="0" y="6858000"/>
                </a:lnTo>
                <a:close/>
              </a:path>
            </a:pathLst>
          </a:custGeom>
        </p:spPr>
      </p:pic>
      <p:sp>
        <p:nvSpPr>
          <p:cNvPr id="80" name="Rectangle 79">
            <a:extLst>
              <a:ext uri="{FF2B5EF4-FFF2-40B4-BE49-F238E27FC236}">
                <a16:creationId xmlns:a16="http://schemas.microsoft.com/office/drawing/2014/main" id="{5E4F94C2-ADD5-46AE-27A6-9FEC108DCD91}"/>
              </a:ext>
            </a:extLst>
          </p:cNvPr>
          <p:cNvSpPr/>
          <p:nvPr/>
        </p:nvSpPr>
        <p:spPr>
          <a:xfrm>
            <a:off x="0" y="0"/>
            <a:ext cx="3352800" cy="6858000"/>
          </a:xfrm>
          <a:prstGeom prst="rect">
            <a:avLst/>
          </a:prstGeom>
          <a:gradFill flip="none" rotWithShape="1">
            <a:gsLst>
              <a:gs pos="0">
                <a:schemeClr val="tx1">
                  <a:alpha val="0"/>
                </a:schemeClr>
              </a:gs>
              <a:gs pos="100000">
                <a:schemeClr val="tx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cxnSp>
        <p:nvCxnSpPr>
          <p:cNvPr id="82" name="Straight Connector 81">
            <a:extLst>
              <a:ext uri="{FF2B5EF4-FFF2-40B4-BE49-F238E27FC236}">
                <a16:creationId xmlns:a16="http://schemas.microsoft.com/office/drawing/2014/main" id="{DDBFA647-7702-EA4C-D983-A8FD970AD4C3}"/>
              </a:ext>
            </a:extLst>
          </p:cNvPr>
          <p:cNvCxnSpPr>
            <a:cxnSpLocks/>
          </p:cNvCxnSpPr>
          <p:nvPr/>
        </p:nvCxnSpPr>
        <p:spPr>
          <a:xfrm>
            <a:off x="3352800" y="1534435"/>
            <a:ext cx="0" cy="997830"/>
          </a:xfrm>
          <a:prstGeom prst="line">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D653F16-AC8B-0535-F14C-F0E225B9574A}"/>
              </a:ext>
            </a:extLst>
          </p:cNvPr>
          <p:cNvCxnSpPr>
            <a:cxnSpLocks/>
          </p:cNvCxnSpPr>
          <p:nvPr/>
        </p:nvCxnSpPr>
        <p:spPr>
          <a:xfrm>
            <a:off x="3352800" y="2687863"/>
            <a:ext cx="0" cy="2725156"/>
          </a:xfrm>
          <a:prstGeom prst="line">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806131C-E976-B7E8-8F3B-AD0ABC80DB7A}"/>
              </a:ext>
            </a:extLst>
          </p:cNvPr>
          <p:cNvCxnSpPr>
            <a:cxnSpLocks/>
          </p:cNvCxnSpPr>
          <p:nvPr/>
        </p:nvCxnSpPr>
        <p:spPr>
          <a:xfrm>
            <a:off x="3352800" y="5568616"/>
            <a:ext cx="0" cy="894097"/>
          </a:xfrm>
          <a:prstGeom prst="line">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7915CD63-0C14-FD95-9679-E94406B0293A}"/>
              </a:ext>
            </a:extLst>
          </p:cNvPr>
          <p:cNvSpPr txBox="1"/>
          <p:nvPr/>
        </p:nvSpPr>
        <p:spPr>
          <a:xfrm>
            <a:off x="2242726" y="3865775"/>
            <a:ext cx="1027524" cy="369332"/>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E484"/>
                </a:solidFill>
                <a:effectLst/>
                <a:uLnTx/>
                <a:uFillTx/>
                <a:latin typeface="Ubuntu"/>
                <a:ea typeface="+mn-ea"/>
                <a:cs typeface="+mn-cs"/>
              </a:rPr>
              <a:t>PRODUCT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E484"/>
                </a:solidFill>
                <a:effectLst/>
                <a:uLnTx/>
                <a:uFillTx/>
                <a:latin typeface="Ubuntu"/>
                <a:ea typeface="+mn-ea"/>
                <a:cs typeface="+mn-cs"/>
              </a:rPr>
              <a:t>DESCRIPTION</a:t>
            </a:r>
          </a:p>
        </p:txBody>
      </p:sp>
      <p:sp>
        <p:nvSpPr>
          <p:cNvPr id="87" name="TextBox 86">
            <a:extLst>
              <a:ext uri="{FF2B5EF4-FFF2-40B4-BE49-F238E27FC236}">
                <a16:creationId xmlns:a16="http://schemas.microsoft.com/office/drawing/2014/main" id="{D178DA0B-F5AD-CF08-581D-C95BFB13088E}"/>
              </a:ext>
            </a:extLst>
          </p:cNvPr>
          <p:cNvSpPr txBox="1"/>
          <p:nvPr/>
        </p:nvSpPr>
        <p:spPr>
          <a:xfrm>
            <a:off x="2529663" y="1848684"/>
            <a:ext cx="740587" cy="369332"/>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E484"/>
                </a:solidFill>
                <a:effectLst/>
                <a:uLnTx/>
                <a:uFillTx/>
                <a:latin typeface="Ubuntu"/>
                <a:ea typeface="+mn-ea"/>
                <a:cs typeface="+mn-cs"/>
              </a:rPr>
              <a:t>PRODUCT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E484"/>
                </a:solidFill>
                <a:effectLst/>
                <a:uLnTx/>
                <a:uFillTx/>
                <a:latin typeface="Ubuntu"/>
                <a:ea typeface="+mn-ea"/>
                <a:cs typeface="+mn-cs"/>
              </a:rPr>
              <a:t>TYPE</a:t>
            </a:r>
          </a:p>
        </p:txBody>
      </p:sp>
      <p:sp>
        <p:nvSpPr>
          <p:cNvPr id="88" name="TextBox 87">
            <a:extLst>
              <a:ext uri="{FF2B5EF4-FFF2-40B4-BE49-F238E27FC236}">
                <a16:creationId xmlns:a16="http://schemas.microsoft.com/office/drawing/2014/main" id="{12656EBF-02CF-23B4-7813-0CD903626FCB}"/>
              </a:ext>
            </a:extLst>
          </p:cNvPr>
          <p:cNvSpPr txBox="1"/>
          <p:nvPr/>
        </p:nvSpPr>
        <p:spPr>
          <a:xfrm>
            <a:off x="2593783" y="5830998"/>
            <a:ext cx="676467" cy="369332"/>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E484"/>
                </a:solidFill>
                <a:effectLst/>
                <a:uLnTx/>
                <a:uFillTx/>
                <a:latin typeface="Ubuntu"/>
                <a:ea typeface="+mn-ea"/>
                <a:cs typeface="+mn-cs"/>
              </a:rPr>
              <a:t>APPROX.</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E484"/>
                </a:solidFill>
                <a:effectLst/>
                <a:uLnTx/>
                <a:uFillTx/>
                <a:latin typeface="Ubuntu"/>
                <a:ea typeface="+mn-ea"/>
                <a:cs typeface="+mn-cs"/>
              </a:rPr>
              <a:t>VOLUME</a:t>
            </a:r>
          </a:p>
        </p:txBody>
      </p:sp>
      <p:pic>
        <p:nvPicPr>
          <p:cNvPr id="89" name="Image 20">
            <a:extLst>
              <a:ext uri="{FF2B5EF4-FFF2-40B4-BE49-F238E27FC236}">
                <a16:creationId xmlns:a16="http://schemas.microsoft.com/office/drawing/2014/main" id="{22C55B4B-EC8E-C4DB-0A62-262E8C8598A9}"/>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rot="5561814">
            <a:off x="-1606385" y="1321186"/>
            <a:ext cx="5488566" cy="3882194"/>
          </a:xfrm>
          <a:prstGeom prst="rect">
            <a:avLst/>
          </a:prstGeom>
        </p:spPr>
      </p:pic>
      <p:sp>
        <p:nvSpPr>
          <p:cNvPr id="5" name="TextBox 4">
            <a:extLst>
              <a:ext uri="{FF2B5EF4-FFF2-40B4-BE49-F238E27FC236}">
                <a16:creationId xmlns:a16="http://schemas.microsoft.com/office/drawing/2014/main" id="{A42C4544-273A-5C96-8E85-DC5F32BA23E5}"/>
              </a:ext>
            </a:extLst>
          </p:cNvPr>
          <p:cNvSpPr txBox="1"/>
          <p:nvPr/>
        </p:nvSpPr>
        <p:spPr>
          <a:xfrm>
            <a:off x="3390402" y="23404"/>
            <a:ext cx="7780064" cy="80021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solidFill>
                  <a:schemeClr val="bg1"/>
                </a:solidFill>
                <a:latin typeface="+mj-lt"/>
                <a:ea typeface="+mj-ea"/>
                <a:cs typeface="+mj-cs"/>
              </a:rPr>
              <a:t>PHASE 2: TTT WILL BE DELIVERED USING PROVEN TRAINING COLLATERALS</a:t>
            </a:r>
            <a:endParaRPr lang="en-US" sz="2600" dirty="0">
              <a:solidFill>
                <a:schemeClr val="bg1"/>
              </a:solidFill>
              <a:latin typeface="+mj-lt"/>
              <a:ea typeface="+mj-ea"/>
              <a:cs typeface="+mj-cs"/>
            </a:endParaRPr>
          </a:p>
        </p:txBody>
      </p:sp>
    </p:spTree>
    <p:extLst>
      <p:ext uri="{BB962C8B-B14F-4D97-AF65-F5344CB8AC3E}">
        <p14:creationId xmlns:p14="http://schemas.microsoft.com/office/powerpoint/2010/main" val="249744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F6E8-83DA-4EF4-92B9-034C0991ABA6}"/>
              </a:ext>
            </a:extLst>
          </p:cNvPr>
          <p:cNvSpPr>
            <a:spLocks noGrp="1"/>
          </p:cNvSpPr>
          <p:nvPr>
            <p:ph type="title"/>
          </p:nvPr>
        </p:nvSpPr>
        <p:spPr/>
        <p:txBody>
          <a:bodyPr/>
          <a:lstStyle/>
          <a:p>
            <a:r>
              <a:rPr lang="en-IN" sz="2800" cap="all" dirty="0"/>
              <a:t>SUMMARISING THE OVERALL APPROACH</a:t>
            </a:r>
            <a:endParaRPr lang="en-US" dirty="0"/>
          </a:p>
        </p:txBody>
      </p:sp>
      <p:sp>
        <p:nvSpPr>
          <p:cNvPr id="5" name="Rectangle: Rounded Corners 4">
            <a:extLst>
              <a:ext uri="{FF2B5EF4-FFF2-40B4-BE49-F238E27FC236}">
                <a16:creationId xmlns:a16="http://schemas.microsoft.com/office/drawing/2014/main" id="{9B033334-EDE0-4047-AB4F-2BA0951F774D}"/>
              </a:ext>
            </a:extLst>
          </p:cNvPr>
          <p:cNvSpPr/>
          <p:nvPr/>
        </p:nvSpPr>
        <p:spPr>
          <a:xfrm>
            <a:off x="2986816" y="1717392"/>
            <a:ext cx="1577379" cy="34520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mn-ea"/>
                <a:cs typeface="+mn-cs"/>
              </a:rPr>
              <a:t>ANALYSIS</a:t>
            </a:r>
            <a:endParaRPr kumimoji="0" lang="pt-PT" sz="1400" b="1" i="0" u="none" strike="noStrike" kern="1200" cap="none" spc="0" normalizeH="0" baseline="0" noProof="0">
              <a:ln>
                <a:noFill/>
              </a:ln>
              <a:solidFill>
                <a:schemeClr val="bg1"/>
              </a:solidFill>
              <a:effectLst/>
              <a:uLnTx/>
              <a:uFillTx/>
              <a:ea typeface="+mn-ea"/>
              <a:cs typeface="+mn-cs"/>
            </a:endParaRPr>
          </a:p>
        </p:txBody>
      </p:sp>
      <p:sp>
        <p:nvSpPr>
          <p:cNvPr id="6" name="Rectangle: Rounded Corners 5">
            <a:extLst>
              <a:ext uri="{FF2B5EF4-FFF2-40B4-BE49-F238E27FC236}">
                <a16:creationId xmlns:a16="http://schemas.microsoft.com/office/drawing/2014/main" id="{C7256F59-6083-451C-AC87-C9FF314567BE}"/>
              </a:ext>
            </a:extLst>
          </p:cNvPr>
          <p:cNvSpPr/>
          <p:nvPr/>
        </p:nvSpPr>
        <p:spPr>
          <a:xfrm>
            <a:off x="9807494" y="1717392"/>
            <a:ext cx="1577379" cy="34520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mn-ea"/>
                <a:cs typeface="+mn-cs"/>
              </a:rPr>
              <a:t>EVALUATE</a:t>
            </a:r>
            <a:endParaRPr kumimoji="0" lang="pt-PT" sz="1400" b="1" i="0" u="none" strike="noStrike" kern="1200" cap="none" spc="0" normalizeH="0" baseline="0" noProof="0">
              <a:ln>
                <a:noFill/>
              </a:ln>
              <a:solidFill>
                <a:schemeClr val="bg1"/>
              </a:solidFill>
              <a:effectLst/>
              <a:uLnTx/>
              <a:uFillTx/>
              <a:ea typeface="+mn-ea"/>
              <a:cs typeface="+mn-cs"/>
            </a:endParaRPr>
          </a:p>
        </p:txBody>
      </p:sp>
      <p:sp>
        <p:nvSpPr>
          <p:cNvPr id="7" name="Rectangle: Rounded Corners 6">
            <a:extLst>
              <a:ext uri="{FF2B5EF4-FFF2-40B4-BE49-F238E27FC236}">
                <a16:creationId xmlns:a16="http://schemas.microsoft.com/office/drawing/2014/main" id="{7AB0694B-A185-4CCE-83A1-07B277ADB6F0}"/>
              </a:ext>
            </a:extLst>
          </p:cNvPr>
          <p:cNvSpPr/>
          <p:nvPr/>
        </p:nvSpPr>
        <p:spPr>
          <a:xfrm>
            <a:off x="8102323" y="1717392"/>
            <a:ext cx="1577379" cy="34520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mn-ea"/>
                <a:cs typeface="+mn-cs"/>
              </a:rPr>
              <a:t>IMPLEMENT</a:t>
            </a:r>
            <a:endParaRPr kumimoji="0" lang="pt-PT" sz="1400" b="1" i="0" u="none" strike="noStrike" kern="1200" cap="none" spc="0" normalizeH="0" baseline="0" noProof="0">
              <a:ln>
                <a:noFill/>
              </a:ln>
              <a:solidFill>
                <a:schemeClr val="bg1"/>
              </a:solidFill>
              <a:effectLst/>
              <a:uLnTx/>
              <a:uFillTx/>
              <a:ea typeface="+mn-ea"/>
              <a:cs typeface="+mn-cs"/>
            </a:endParaRPr>
          </a:p>
        </p:txBody>
      </p:sp>
      <p:sp>
        <p:nvSpPr>
          <p:cNvPr id="8" name="Rectangle: Rounded Corners 7">
            <a:extLst>
              <a:ext uri="{FF2B5EF4-FFF2-40B4-BE49-F238E27FC236}">
                <a16:creationId xmlns:a16="http://schemas.microsoft.com/office/drawing/2014/main" id="{30E0723A-2788-4E77-8CF5-C3C97FB10FFF}"/>
              </a:ext>
            </a:extLst>
          </p:cNvPr>
          <p:cNvSpPr/>
          <p:nvPr/>
        </p:nvSpPr>
        <p:spPr>
          <a:xfrm>
            <a:off x="4691985" y="1717392"/>
            <a:ext cx="1577379" cy="34520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mn-ea"/>
                <a:cs typeface="+mn-cs"/>
              </a:rPr>
              <a:t>DESIGN</a:t>
            </a:r>
            <a:endParaRPr kumimoji="0" lang="pt-PT" sz="1400" b="1" i="0" u="none" strike="noStrike" kern="1200" cap="none" spc="0" normalizeH="0" baseline="0" noProof="0">
              <a:ln>
                <a:noFill/>
              </a:ln>
              <a:solidFill>
                <a:schemeClr val="bg1"/>
              </a:solidFill>
              <a:effectLst/>
              <a:uLnTx/>
              <a:uFillTx/>
              <a:ea typeface="+mn-ea"/>
              <a:cs typeface="+mn-cs"/>
            </a:endParaRPr>
          </a:p>
        </p:txBody>
      </p:sp>
      <p:sp>
        <p:nvSpPr>
          <p:cNvPr id="9" name="Rectangle: Rounded Corners 8">
            <a:extLst>
              <a:ext uri="{FF2B5EF4-FFF2-40B4-BE49-F238E27FC236}">
                <a16:creationId xmlns:a16="http://schemas.microsoft.com/office/drawing/2014/main" id="{0C0BA142-EDEC-4A46-8C55-ABF78A3A8C71}"/>
              </a:ext>
            </a:extLst>
          </p:cNvPr>
          <p:cNvSpPr/>
          <p:nvPr/>
        </p:nvSpPr>
        <p:spPr>
          <a:xfrm>
            <a:off x="6397154" y="1717392"/>
            <a:ext cx="1577379" cy="345200"/>
          </a:xfrm>
          <a:prstGeom prst="roundRect">
            <a:avLst>
              <a:gd name="adj" fmla="val 1095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mn-ea"/>
                <a:cs typeface="+mn-cs"/>
              </a:rPr>
              <a:t>DEVELOP</a:t>
            </a:r>
            <a:endParaRPr kumimoji="0" lang="pt-PT" sz="1400" b="1" i="0" u="none" strike="noStrike" kern="1200" cap="none" spc="0" normalizeH="0" baseline="0" noProof="0">
              <a:ln>
                <a:noFill/>
              </a:ln>
              <a:solidFill>
                <a:schemeClr val="bg1"/>
              </a:solidFill>
              <a:effectLst/>
              <a:uLnTx/>
              <a:uFillTx/>
              <a:ea typeface="+mn-ea"/>
              <a:cs typeface="+mn-cs"/>
            </a:endParaRPr>
          </a:p>
        </p:txBody>
      </p:sp>
      <p:sp>
        <p:nvSpPr>
          <p:cNvPr id="10" name="Arc 9">
            <a:extLst>
              <a:ext uri="{FF2B5EF4-FFF2-40B4-BE49-F238E27FC236}">
                <a16:creationId xmlns:a16="http://schemas.microsoft.com/office/drawing/2014/main" id="{B6AA89A2-D9E2-4E66-9659-458C7C6E204A}"/>
              </a:ext>
            </a:extLst>
          </p:cNvPr>
          <p:cNvSpPr/>
          <p:nvPr/>
        </p:nvSpPr>
        <p:spPr>
          <a:xfrm rot="16200000">
            <a:off x="2357903" y="1889991"/>
            <a:ext cx="576064" cy="576064"/>
          </a:xfrm>
          <a:prstGeom prst="arc">
            <a:avLst/>
          </a:prstGeom>
          <a:ln>
            <a:solidFill>
              <a:srgbClr val="27293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1" name="Straight Connector 10">
            <a:extLst>
              <a:ext uri="{FF2B5EF4-FFF2-40B4-BE49-F238E27FC236}">
                <a16:creationId xmlns:a16="http://schemas.microsoft.com/office/drawing/2014/main" id="{A1C3307B-75EE-4115-969C-B48BB0CFF3D7}"/>
              </a:ext>
            </a:extLst>
          </p:cNvPr>
          <p:cNvCxnSpPr>
            <a:cxnSpLocks/>
            <a:stCxn id="13" idx="0"/>
            <a:endCxn id="10" idx="0"/>
          </p:cNvCxnSpPr>
          <p:nvPr/>
        </p:nvCxnSpPr>
        <p:spPr>
          <a:xfrm flipH="1" flipV="1">
            <a:off x="2357903" y="2178023"/>
            <a:ext cx="2" cy="4007184"/>
          </a:xfrm>
          <a:prstGeom prst="line">
            <a:avLst/>
          </a:prstGeom>
          <a:ln>
            <a:solidFill>
              <a:srgbClr val="272936"/>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4AA3918-5CAB-4DBF-B1D8-5EAC57AAFA6E}"/>
              </a:ext>
            </a:extLst>
          </p:cNvPr>
          <p:cNvGrpSpPr/>
          <p:nvPr/>
        </p:nvGrpSpPr>
        <p:grpSpPr>
          <a:xfrm>
            <a:off x="1781841" y="5897175"/>
            <a:ext cx="576064" cy="576063"/>
            <a:chOff x="-171249" y="6031073"/>
            <a:chExt cx="576064" cy="576064"/>
          </a:xfrm>
        </p:grpSpPr>
        <p:sp>
          <p:nvSpPr>
            <p:cNvPr id="13" name="Arc 12">
              <a:extLst>
                <a:ext uri="{FF2B5EF4-FFF2-40B4-BE49-F238E27FC236}">
                  <a16:creationId xmlns:a16="http://schemas.microsoft.com/office/drawing/2014/main" id="{5F762CA0-972D-4E87-AA80-CEBE64332B46}"/>
                </a:ext>
              </a:extLst>
            </p:cNvPr>
            <p:cNvSpPr/>
            <p:nvPr/>
          </p:nvSpPr>
          <p:spPr>
            <a:xfrm rot="16200000" flipH="1" flipV="1">
              <a:off x="-171249" y="6031073"/>
              <a:ext cx="576064" cy="576064"/>
            </a:xfrm>
            <a:prstGeom prst="arc">
              <a:avLst/>
            </a:prstGeom>
            <a:ln>
              <a:solidFill>
                <a:srgbClr val="27293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4" name="Straight Connector 13">
              <a:extLst>
                <a:ext uri="{FF2B5EF4-FFF2-40B4-BE49-F238E27FC236}">
                  <a16:creationId xmlns:a16="http://schemas.microsoft.com/office/drawing/2014/main" id="{1D3A41A6-A500-4890-A104-3D6C25032BFF}"/>
                </a:ext>
              </a:extLst>
            </p:cNvPr>
            <p:cNvCxnSpPr>
              <a:cxnSpLocks/>
              <a:endCxn id="13" idx="2"/>
            </p:cNvCxnSpPr>
            <p:nvPr/>
          </p:nvCxnSpPr>
          <p:spPr>
            <a:xfrm>
              <a:off x="0" y="6607136"/>
              <a:ext cx="116783" cy="1"/>
            </a:xfrm>
            <a:prstGeom prst="line">
              <a:avLst/>
            </a:prstGeom>
            <a:ln>
              <a:solidFill>
                <a:srgbClr val="272936"/>
              </a:solidFill>
            </a:ln>
          </p:spPr>
          <p:style>
            <a:lnRef idx="1">
              <a:schemeClr val="accent1"/>
            </a:lnRef>
            <a:fillRef idx="0">
              <a:schemeClr val="accent1"/>
            </a:fillRef>
            <a:effectRef idx="0">
              <a:schemeClr val="accent1"/>
            </a:effectRef>
            <a:fontRef idx="minor">
              <a:schemeClr val="tx1"/>
            </a:fontRef>
          </p:style>
        </p:cxnSp>
      </p:grpSp>
      <p:sp>
        <p:nvSpPr>
          <p:cNvPr id="15" name="Round Same Side Corner Rectangle 19">
            <a:extLst>
              <a:ext uri="{FF2B5EF4-FFF2-40B4-BE49-F238E27FC236}">
                <a16:creationId xmlns:a16="http://schemas.microsoft.com/office/drawing/2014/main" id="{34679EEF-DEEC-4D1E-B2EB-814FC0749869}"/>
              </a:ext>
            </a:extLst>
          </p:cNvPr>
          <p:cNvSpPr/>
          <p:nvPr/>
        </p:nvSpPr>
        <p:spPr bwMode="auto">
          <a:xfrm rot="5400000">
            <a:off x="1999110" y="5357986"/>
            <a:ext cx="797978"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mn-cs"/>
              </a:rPr>
              <a:t>ROLES</a:t>
            </a:r>
            <a:br>
              <a:rPr kumimoji="0" lang="en-GB" sz="900" b="1" i="0" u="none" strike="noStrike" kern="1200" cap="none" spc="0" normalizeH="0" baseline="0" noProof="0">
                <a:ln>
                  <a:noFill/>
                </a:ln>
                <a:solidFill>
                  <a:prstClr val="white"/>
                </a:solidFill>
                <a:effectLst/>
                <a:uLnTx/>
                <a:uFillTx/>
                <a:latin typeface="Ubuntu"/>
                <a:ea typeface="+mn-ea"/>
                <a:cs typeface="+mn-cs"/>
              </a:rPr>
            </a:br>
            <a:r>
              <a:rPr kumimoji="0" lang="en-GB" sz="900" b="1" i="0" u="none" strike="noStrike" kern="1200" cap="none" spc="0" normalizeH="0" baseline="0" noProof="0">
                <a:ln>
                  <a:noFill/>
                </a:ln>
                <a:solidFill>
                  <a:prstClr val="white"/>
                </a:solidFill>
                <a:effectLst/>
                <a:uLnTx/>
                <a:uFillTx/>
                <a:latin typeface="Ubuntu"/>
                <a:ea typeface="+mn-ea"/>
                <a:cs typeface="+mn-cs"/>
              </a:rPr>
              <a:t>INVOLVED</a:t>
            </a:r>
          </a:p>
        </p:txBody>
      </p:sp>
      <p:sp>
        <p:nvSpPr>
          <p:cNvPr id="16" name="Rectangle 15">
            <a:extLst>
              <a:ext uri="{FF2B5EF4-FFF2-40B4-BE49-F238E27FC236}">
                <a16:creationId xmlns:a16="http://schemas.microsoft.com/office/drawing/2014/main" id="{4E8B9946-9E07-4900-89D6-1F676866A5A9}"/>
              </a:ext>
            </a:extLst>
          </p:cNvPr>
          <p:cNvSpPr/>
          <p:nvPr/>
        </p:nvSpPr>
        <p:spPr>
          <a:xfrm>
            <a:off x="6397154" y="2150413"/>
            <a:ext cx="1577379" cy="110799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dirty="0">
              <a:ln>
                <a:noFill/>
              </a:ln>
              <a:solidFill>
                <a:schemeClr val="bg1"/>
              </a:solidFill>
              <a:effectLst/>
              <a:uLnTx/>
              <a:uFillTx/>
              <a:ea typeface="+mn-ea"/>
              <a:cs typeface="+mn-cs"/>
            </a:endParaRPr>
          </a:p>
          <a:p>
            <a:pPr marL="179388" marR="0" lvl="1" indent="-179388" fontAlgn="auto">
              <a:lnSpc>
                <a:spcPct val="100000"/>
              </a:lnSpc>
              <a:spcBef>
                <a:spcPts val="100"/>
              </a:spcBef>
              <a:spcAft>
                <a:spcPts val="0"/>
              </a:spcAft>
              <a:buClr>
                <a:schemeClr val="bg1"/>
              </a:buClr>
              <a:buSzTx/>
              <a:buFont typeface="Wingdings" panose="05000000000000000000" pitchFamily="2" charset="2"/>
              <a:buChar char="§"/>
              <a:tabLst>
                <a:tab pos="180975" algn="l"/>
              </a:tabLst>
              <a:defRPr/>
            </a:pPr>
            <a:r>
              <a:rPr lang="en-US" sz="900" dirty="0">
                <a:solidFill>
                  <a:schemeClr val="bg1"/>
                </a:solidFill>
              </a:rPr>
              <a:t>Develop content for all the agreed Deliverables</a:t>
            </a:r>
          </a:p>
          <a:p>
            <a:pPr marL="179388" marR="0" lvl="1" indent="-179388" fontAlgn="auto">
              <a:lnSpc>
                <a:spcPct val="100000"/>
              </a:lnSpc>
              <a:spcBef>
                <a:spcPts val="100"/>
              </a:spcBef>
              <a:spcAft>
                <a:spcPts val="0"/>
              </a:spcAft>
              <a:buClr>
                <a:schemeClr val="bg1"/>
              </a:buClr>
              <a:buSzTx/>
              <a:buFont typeface="Wingdings" panose="05000000000000000000" pitchFamily="2" charset="2"/>
              <a:buChar char="§"/>
              <a:tabLst>
                <a:tab pos="180975" algn="l"/>
              </a:tabLst>
              <a:defRPr/>
            </a:pPr>
            <a:r>
              <a:rPr lang="en-US" sz="900" dirty="0">
                <a:solidFill>
                  <a:schemeClr val="bg1"/>
                </a:solidFill>
              </a:rPr>
              <a:t>Create Prototype</a:t>
            </a:r>
          </a:p>
          <a:p>
            <a:pPr marL="179388" marR="0" lvl="1" indent="-179388" fontAlgn="auto">
              <a:lnSpc>
                <a:spcPct val="100000"/>
              </a:lnSpc>
              <a:spcBef>
                <a:spcPts val="100"/>
              </a:spcBef>
              <a:spcAft>
                <a:spcPts val="0"/>
              </a:spcAft>
              <a:buClr>
                <a:schemeClr val="bg1"/>
              </a:buClr>
              <a:buSzTx/>
              <a:buFont typeface="Wingdings" panose="05000000000000000000" pitchFamily="2" charset="2"/>
              <a:buChar char="§"/>
              <a:tabLst>
                <a:tab pos="180975" algn="l"/>
              </a:tabLst>
              <a:defRPr/>
            </a:pPr>
            <a:r>
              <a:rPr lang="en-US" sz="900" dirty="0">
                <a:solidFill>
                  <a:schemeClr val="bg1"/>
                </a:solidFill>
              </a:rPr>
              <a:t>Review and feedback from SMEs and INDUS team.</a:t>
            </a:r>
          </a:p>
          <a:p>
            <a:pPr marL="179388" marR="0" lvl="1" indent="-179388" fontAlgn="auto">
              <a:lnSpc>
                <a:spcPct val="100000"/>
              </a:lnSpc>
              <a:spcBef>
                <a:spcPts val="100"/>
              </a:spcBef>
              <a:spcAft>
                <a:spcPts val="0"/>
              </a:spcAft>
              <a:buClr>
                <a:schemeClr val="bg1"/>
              </a:buClr>
              <a:buSzTx/>
              <a:buFont typeface="Wingdings" panose="05000000000000000000" pitchFamily="2" charset="2"/>
              <a:buChar char="§"/>
              <a:tabLst>
                <a:tab pos="180975" algn="l"/>
              </a:tabLst>
              <a:defRPr/>
            </a:pPr>
            <a:r>
              <a:rPr lang="en-US" sz="900" dirty="0">
                <a:solidFill>
                  <a:schemeClr val="bg1"/>
                </a:solidFill>
              </a:rPr>
              <a:t>Sign Off from INDUS team</a:t>
            </a:r>
          </a:p>
          <a:p>
            <a:pPr marL="179388" marR="0" lvl="1" indent="-179388" fontAlgn="auto">
              <a:lnSpc>
                <a:spcPct val="100000"/>
              </a:lnSpc>
              <a:spcBef>
                <a:spcPts val="100"/>
              </a:spcBef>
              <a:spcAft>
                <a:spcPts val="0"/>
              </a:spcAft>
              <a:buClr>
                <a:schemeClr val="bg1"/>
              </a:buClr>
              <a:buSzTx/>
              <a:buFont typeface="Wingdings" panose="05000000000000000000" pitchFamily="2" charset="2"/>
              <a:buChar char="§"/>
              <a:tabLst>
                <a:tab pos="180975" algn="l"/>
              </a:tabLst>
              <a:defRPr/>
            </a:pPr>
            <a:endParaRPr lang="en-US" sz="900" dirty="0">
              <a:solidFill>
                <a:schemeClr val="bg1"/>
              </a:solidFill>
            </a:endParaRPr>
          </a:p>
          <a:p>
            <a:pPr marL="179388" marR="0" lvl="1" indent="-179388" algn="l" defTabSz="914400" rtl="0" eaLnBrk="1" fontAlgn="auto" latinLnBrk="0" hangingPunct="1">
              <a:lnSpc>
                <a:spcPct val="100000"/>
              </a:lnSpc>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dirty="0">
              <a:ln>
                <a:noFill/>
              </a:ln>
              <a:solidFill>
                <a:schemeClr val="bg1"/>
              </a:solidFill>
              <a:effectLst/>
              <a:uLnTx/>
              <a:uFillTx/>
              <a:ea typeface="+mn-ea"/>
              <a:cs typeface="+mn-cs"/>
            </a:endParaRPr>
          </a:p>
          <a:p>
            <a:pPr marL="179388" marR="0" lvl="1" indent="-179388" algn="l" defTabSz="914400" rtl="0" eaLnBrk="1" fontAlgn="auto" latinLnBrk="0" hangingPunct="1">
              <a:lnSpc>
                <a:spcPct val="100000"/>
              </a:lnSpc>
              <a:spcBef>
                <a:spcPts val="100"/>
              </a:spcBef>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dirty="0">
              <a:ln>
                <a:noFill/>
              </a:ln>
              <a:solidFill>
                <a:schemeClr val="bg1"/>
              </a:solidFill>
              <a:effectLst/>
              <a:uLnTx/>
              <a:uFillTx/>
              <a:ea typeface="+mn-ea"/>
              <a:cs typeface="+mn-cs"/>
            </a:endParaRPr>
          </a:p>
        </p:txBody>
      </p:sp>
      <p:sp>
        <p:nvSpPr>
          <p:cNvPr id="17" name="Rectangle 16">
            <a:extLst>
              <a:ext uri="{FF2B5EF4-FFF2-40B4-BE49-F238E27FC236}">
                <a16:creationId xmlns:a16="http://schemas.microsoft.com/office/drawing/2014/main" id="{1164A6CB-EEE7-4BA0-90A2-DDC24A99903A}"/>
              </a:ext>
            </a:extLst>
          </p:cNvPr>
          <p:cNvSpPr/>
          <p:nvPr/>
        </p:nvSpPr>
        <p:spPr>
          <a:xfrm>
            <a:off x="8102323" y="2150413"/>
            <a:ext cx="1577379" cy="110799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dirty="0">
                <a:ln>
                  <a:noFill/>
                </a:ln>
                <a:solidFill>
                  <a:schemeClr val="bg1"/>
                </a:solidFill>
                <a:effectLst/>
                <a:uLnTx/>
                <a:uFillTx/>
                <a:ea typeface="+mn-ea"/>
                <a:cs typeface="+mn-cs"/>
              </a:rPr>
              <a:t>On premises face to face delivery of the training modules to the master trainers</a:t>
            </a:r>
          </a:p>
          <a:p>
            <a:pPr marL="179388" marR="0" lvl="1" indent="-179388" algn="l" defTabSz="914400" rtl="0" eaLnBrk="1" fontAlgn="auto" latinLnBrk="0" hangingPunct="1">
              <a:lnSpc>
                <a:spcPct val="100000"/>
              </a:lnSpc>
              <a:spcAft>
                <a:spcPts val="0"/>
              </a:spcAft>
              <a:buClr>
                <a:schemeClr val="bg1"/>
              </a:buClr>
              <a:buSzTx/>
              <a:buFont typeface="Wingdings" panose="05000000000000000000" pitchFamily="2" charset="2"/>
              <a:buChar char="§"/>
              <a:tabLst>
                <a:tab pos="180975" algn="l"/>
              </a:tabLst>
              <a:defRPr/>
            </a:pPr>
            <a:endParaRPr kumimoji="0" lang="en-US" sz="900" b="0" i="0" u="none" strike="noStrike" kern="1200" cap="none" spc="0" normalizeH="0" baseline="0" noProof="0" dirty="0">
              <a:ln>
                <a:noFill/>
              </a:ln>
              <a:solidFill>
                <a:schemeClr val="bg1"/>
              </a:solidFill>
              <a:effectLst/>
              <a:uLnTx/>
              <a:uFillTx/>
              <a:ea typeface="+mn-ea"/>
              <a:cs typeface="+mn-cs"/>
            </a:endParaRPr>
          </a:p>
          <a:p>
            <a:pPr marL="179388" marR="0" lvl="1" indent="-179388" algn="l" defTabSz="914400" rtl="0" eaLnBrk="1" fontAlgn="auto" latinLnBrk="0" hangingPunct="1">
              <a:lnSpc>
                <a:spcPct val="100000"/>
              </a:lnSpc>
              <a:spcBef>
                <a:spcPts val="100"/>
              </a:spcBef>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dirty="0">
              <a:ln>
                <a:noFill/>
              </a:ln>
              <a:solidFill>
                <a:schemeClr val="bg1"/>
              </a:solidFill>
              <a:effectLst/>
              <a:uLnTx/>
              <a:uFillTx/>
              <a:ea typeface="+mn-ea"/>
              <a:cs typeface="+mn-cs"/>
            </a:endParaRPr>
          </a:p>
        </p:txBody>
      </p:sp>
      <p:sp>
        <p:nvSpPr>
          <p:cNvPr id="18" name="Rectangle 17">
            <a:extLst>
              <a:ext uri="{FF2B5EF4-FFF2-40B4-BE49-F238E27FC236}">
                <a16:creationId xmlns:a16="http://schemas.microsoft.com/office/drawing/2014/main" id="{3B6A9030-E84E-4EA4-8313-93D068423122}"/>
              </a:ext>
            </a:extLst>
          </p:cNvPr>
          <p:cNvSpPr/>
          <p:nvPr/>
        </p:nvSpPr>
        <p:spPr>
          <a:xfrm>
            <a:off x="9807494" y="2150413"/>
            <a:ext cx="1577379" cy="110799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a:ln>
                  <a:noFill/>
                </a:ln>
                <a:solidFill>
                  <a:schemeClr val="bg1"/>
                </a:solidFill>
                <a:effectLst/>
                <a:uLnTx/>
                <a:uFillTx/>
                <a:ea typeface="+mn-ea"/>
                <a:cs typeface="+mn-cs"/>
              </a:rPr>
              <a:t>Post training support</a:t>
            </a:r>
          </a:p>
          <a:p>
            <a:pPr marL="179388" marR="0" lvl="1" indent="-179388" algn="l" defTabSz="914400" rtl="0" eaLnBrk="1" fontAlgn="auto" latinLnBrk="0" hangingPunct="1">
              <a:lnSpc>
                <a:spcPct val="100000"/>
              </a:lnSpc>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a:ln>
                  <a:noFill/>
                </a:ln>
                <a:solidFill>
                  <a:schemeClr val="bg1"/>
                </a:solidFill>
                <a:effectLst/>
                <a:uLnTx/>
                <a:uFillTx/>
                <a:ea typeface="+mn-ea"/>
                <a:cs typeface="+mn-cs"/>
              </a:rPr>
              <a:t>Training evaluation and feedback</a:t>
            </a:r>
          </a:p>
          <a:p>
            <a:pPr marL="179388" marR="0" lvl="1" indent="-179388" algn="l" defTabSz="914400" rtl="0" eaLnBrk="1" fontAlgn="auto" latinLnBrk="0" hangingPunct="1">
              <a:lnSpc>
                <a:spcPct val="100000"/>
              </a:lnSpc>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a:ln>
                <a:noFill/>
              </a:ln>
              <a:solidFill>
                <a:schemeClr val="bg1"/>
              </a:solidFill>
              <a:effectLst/>
              <a:uLnTx/>
              <a:uFillTx/>
              <a:ea typeface="+mn-ea"/>
              <a:cs typeface="+mn-cs"/>
            </a:endParaRPr>
          </a:p>
        </p:txBody>
      </p:sp>
      <p:sp>
        <p:nvSpPr>
          <p:cNvPr id="19" name="Rectangle 18">
            <a:extLst>
              <a:ext uri="{FF2B5EF4-FFF2-40B4-BE49-F238E27FC236}">
                <a16:creationId xmlns:a16="http://schemas.microsoft.com/office/drawing/2014/main" id="{3AAC6AF4-3709-4A49-B001-CB794D636ACA}"/>
              </a:ext>
            </a:extLst>
          </p:cNvPr>
          <p:cNvSpPr/>
          <p:nvPr/>
        </p:nvSpPr>
        <p:spPr>
          <a:xfrm>
            <a:off x="2986816" y="2150413"/>
            <a:ext cx="1704699" cy="110799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dirty="0">
                <a:ln>
                  <a:noFill/>
                </a:ln>
                <a:solidFill>
                  <a:schemeClr val="bg1"/>
                </a:solidFill>
                <a:effectLst/>
                <a:uLnTx/>
                <a:uFillTx/>
                <a:ea typeface="+mn-ea"/>
                <a:cs typeface="+mn-cs"/>
              </a:rPr>
              <a:t>Understand the requirement </a:t>
            </a:r>
            <a:r>
              <a:rPr lang="en-US" sz="900" dirty="0">
                <a:solidFill>
                  <a:schemeClr val="bg1"/>
                </a:solidFill>
                <a:latin typeface="Ubuntu"/>
              </a:rPr>
              <a:t>and scope of the training on the specific topic in consultation with Indus Tower SMEs</a:t>
            </a:r>
          </a:p>
          <a:p>
            <a:pPr marL="179388" lvl="1" indent="-179388">
              <a:spcBef>
                <a:spcPts val="100"/>
              </a:spcBef>
              <a:buClr>
                <a:schemeClr val="bg1"/>
              </a:buClr>
              <a:buFont typeface="Wingdings" panose="05000000000000000000" pitchFamily="2" charset="2"/>
              <a:buChar char="§"/>
              <a:tabLst>
                <a:tab pos="180975" algn="l"/>
              </a:tabLst>
              <a:defRPr/>
            </a:pPr>
            <a:r>
              <a:rPr lang="en-GB" sz="900" dirty="0">
                <a:solidFill>
                  <a:schemeClr val="bg1"/>
                </a:solidFill>
                <a:latin typeface="Ubuntu"/>
              </a:rPr>
              <a:t>Using Capgemini’s ESG SMEs  to build the content and design the curriculum outline </a:t>
            </a:r>
          </a:p>
          <a:p>
            <a:pPr marL="179388" marR="0" lvl="1" indent="-179388" algn="l" defTabSz="914400" rtl="0" eaLnBrk="1" fontAlgn="auto" latinLnBrk="0" hangingPunct="1">
              <a:lnSpc>
                <a:spcPct val="100000"/>
              </a:lnSpc>
              <a:spcBef>
                <a:spcPts val="100"/>
              </a:spcBef>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dirty="0">
              <a:ln>
                <a:noFill/>
              </a:ln>
              <a:solidFill>
                <a:schemeClr val="bg1"/>
              </a:solidFill>
              <a:effectLst/>
              <a:uLnTx/>
              <a:uFillTx/>
              <a:ea typeface="+mn-ea"/>
              <a:cs typeface="+mn-cs"/>
            </a:endParaRPr>
          </a:p>
        </p:txBody>
      </p:sp>
      <p:sp>
        <p:nvSpPr>
          <p:cNvPr id="20" name="Rectangle 19">
            <a:extLst>
              <a:ext uri="{FF2B5EF4-FFF2-40B4-BE49-F238E27FC236}">
                <a16:creationId xmlns:a16="http://schemas.microsoft.com/office/drawing/2014/main" id="{25A25555-6316-45AE-ADB2-A1320F673904}"/>
              </a:ext>
            </a:extLst>
          </p:cNvPr>
          <p:cNvSpPr/>
          <p:nvPr/>
        </p:nvSpPr>
        <p:spPr>
          <a:xfrm>
            <a:off x="4691985" y="2056197"/>
            <a:ext cx="1577379" cy="110799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1450" marR="0" lvl="1" indent="-171450" algn="l" defTabSz="914400" rtl="0" eaLnBrk="1" fontAlgn="auto" latinLnBrk="0" hangingPunct="1">
              <a:lnSpc>
                <a:spcPct val="100000"/>
              </a:lnSpc>
              <a:spcAft>
                <a:spcPts val="0"/>
              </a:spcAft>
              <a:buClr>
                <a:prstClr val="black"/>
              </a:buClr>
              <a:buSzTx/>
              <a:buFont typeface="Arial" panose="020B0604020202020204" pitchFamily="34" charset="0"/>
              <a:buChar char="•"/>
              <a:tabLst>
                <a:tab pos="180975" algn="l"/>
              </a:tabLst>
              <a:defRPr/>
            </a:pPr>
            <a:endParaRPr kumimoji="0" lang="en-US" sz="900" b="0" i="0" u="none" strike="noStrike" kern="1200" cap="none" spc="0" normalizeH="0" baseline="0" noProof="0">
              <a:ln>
                <a:noFill/>
              </a:ln>
              <a:solidFill>
                <a:schemeClr val="bg1"/>
              </a:solidFill>
              <a:effectLst/>
              <a:uLnTx/>
              <a:uFillTx/>
              <a:ea typeface="+mn-ea"/>
              <a:cs typeface="+mn-cs"/>
            </a:endParaRPr>
          </a:p>
          <a:p>
            <a:pPr marL="171450" lvl="1" indent="-171450">
              <a:buClr>
                <a:schemeClr val="bg1"/>
              </a:buClr>
              <a:buFont typeface="Arial" panose="020B0604020202020204" pitchFamily="34" charset="0"/>
              <a:buChar char="•"/>
              <a:tabLst>
                <a:tab pos="180975" algn="l"/>
              </a:tabLst>
              <a:defRPr/>
            </a:pPr>
            <a:r>
              <a:rPr lang="en-GB" sz="900">
                <a:latin typeface="Ubuntu"/>
              </a:rPr>
              <a:t>Interview and drive workshops with Indus Towers key stakeholders and content owners per session</a:t>
            </a:r>
          </a:p>
          <a:p>
            <a:pPr marL="171450" lvl="1" indent="-171450">
              <a:buClr>
                <a:schemeClr val="bg1"/>
              </a:buClr>
              <a:buFont typeface="Arial" panose="020B0604020202020204" pitchFamily="34" charset="0"/>
              <a:buChar char="•"/>
              <a:tabLst>
                <a:tab pos="180975" algn="l"/>
              </a:tabLst>
              <a:defRPr/>
            </a:pPr>
            <a:r>
              <a:rPr kumimoji="0" lang="en-US" sz="900" b="0" i="0" u="none" strike="noStrike" kern="1200" cap="none" spc="0" normalizeH="0" baseline="0" noProof="0">
                <a:ln>
                  <a:noFill/>
                </a:ln>
                <a:solidFill>
                  <a:schemeClr val="bg1"/>
                </a:solidFill>
                <a:effectLst/>
                <a:uLnTx/>
                <a:uFillTx/>
                <a:ea typeface="+mn-ea"/>
                <a:cs typeface="+mn-cs"/>
              </a:rPr>
              <a:t>SME interaction</a:t>
            </a:r>
          </a:p>
        </p:txBody>
      </p:sp>
      <p:sp>
        <p:nvSpPr>
          <p:cNvPr id="21" name="Round Same Side Corner Rectangle 7">
            <a:extLst>
              <a:ext uri="{FF2B5EF4-FFF2-40B4-BE49-F238E27FC236}">
                <a16:creationId xmlns:a16="http://schemas.microsoft.com/office/drawing/2014/main" id="{F39A79B1-E94C-485F-8B07-A7FA5AD942C6}"/>
              </a:ext>
            </a:extLst>
          </p:cNvPr>
          <p:cNvSpPr/>
          <p:nvPr/>
        </p:nvSpPr>
        <p:spPr bwMode="auto">
          <a:xfrm rot="5400000">
            <a:off x="1844084" y="2259405"/>
            <a:ext cx="1107996"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noAutofit/>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srgbClr val="FFFFFF"/>
                </a:solidFill>
                <a:effectLst/>
                <a:uLnTx/>
                <a:uFillTx/>
                <a:latin typeface="Ubuntu"/>
                <a:ea typeface="+mn-ea"/>
                <a:cs typeface="+mn-cs"/>
              </a:rPr>
              <a:t>ACTIVITY</a:t>
            </a:r>
          </a:p>
        </p:txBody>
      </p:sp>
      <p:sp>
        <p:nvSpPr>
          <p:cNvPr id="22" name="Rectangle 21">
            <a:extLst>
              <a:ext uri="{FF2B5EF4-FFF2-40B4-BE49-F238E27FC236}">
                <a16:creationId xmlns:a16="http://schemas.microsoft.com/office/drawing/2014/main" id="{F45AC6AC-F4DD-47C7-898E-A259986B37C8}"/>
              </a:ext>
            </a:extLst>
          </p:cNvPr>
          <p:cNvSpPr/>
          <p:nvPr/>
        </p:nvSpPr>
        <p:spPr>
          <a:xfrm>
            <a:off x="6397154" y="3507212"/>
            <a:ext cx="1577379" cy="90051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lvl="1" indent="-179388">
              <a:spcBef>
                <a:spcPts val="100"/>
              </a:spcBef>
              <a:buClr>
                <a:schemeClr val="bg1"/>
              </a:buClr>
              <a:buFont typeface="Wingdings" panose="05000000000000000000" pitchFamily="2" charset="2"/>
              <a:buChar char="§"/>
              <a:tabLst>
                <a:tab pos="180975" algn="l"/>
              </a:tabLst>
              <a:defRPr/>
            </a:pPr>
            <a:r>
              <a:rPr lang="en-US" sz="900" dirty="0">
                <a:solidFill>
                  <a:schemeClr val="bg1"/>
                </a:solidFill>
              </a:rPr>
              <a:t>Business scenario from business leads/SMEs</a:t>
            </a:r>
          </a:p>
          <a:p>
            <a:pPr marL="179388" lvl="1" indent="-179388">
              <a:spcBef>
                <a:spcPts val="100"/>
              </a:spcBef>
              <a:buClr>
                <a:schemeClr val="bg1"/>
              </a:buClr>
              <a:buFont typeface="Wingdings" panose="05000000000000000000" pitchFamily="2" charset="2"/>
              <a:buChar char="§"/>
              <a:tabLst>
                <a:tab pos="180975" algn="l"/>
              </a:tabLst>
              <a:defRPr/>
            </a:pPr>
            <a:r>
              <a:rPr lang="en-US" sz="900" dirty="0">
                <a:solidFill>
                  <a:schemeClr val="bg1"/>
                </a:solidFill>
              </a:rPr>
              <a:t>Templates, participant’s guide, </a:t>
            </a:r>
            <a:r>
              <a:rPr lang="en-US" sz="900" dirty="0" err="1">
                <a:solidFill>
                  <a:schemeClr val="bg1"/>
                </a:solidFill>
              </a:rPr>
              <a:t>etc</a:t>
            </a:r>
            <a:endParaRPr lang="en-US" sz="900" dirty="0">
              <a:solidFill>
                <a:schemeClr val="bg1"/>
              </a:solidFill>
            </a:endParaRPr>
          </a:p>
        </p:txBody>
      </p:sp>
      <p:sp>
        <p:nvSpPr>
          <p:cNvPr id="23" name="Rectangle 22">
            <a:extLst>
              <a:ext uri="{FF2B5EF4-FFF2-40B4-BE49-F238E27FC236}">
                <a16:creationId xmlns:a16="http://schemas.microsoft.com/office/drawing/2014/main" id="{62A9C234-12E7-472E-B966-BDADA8691438}"/>
              </a:ext>
            </a:extLst>
          </p:cNvPr>
          <p:cNvSpPr/>
          <p:nvPr/>
        </p:nvSpPr>
        <p:spPr>
          <a:xfrm>
            <a:off x="8102323" y="3434052"/>
            <a:ext cx="1577379" cy="90051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Bef>
                <a:spcPts val="100"/>
              </a:spcBef>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a:ln>
                <a:noFill/>
              </a:ln>
              <a:solidFill>
                <a:schemeClr val="bg1"/>
              </a:solidFill>
              <a:effectLst/>
              <a:uLnTx/>
              <a:uFillTx/>
              <a:ea typeface="+mn-ea"/>
              <a:cs typeface="+mn-cs"/>
            </a:endParaRPr>
          </a:p>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a:ln>
                  <a:noFill/>
                </a:ln>
                <a:solidFill>
                  <a:schemeClr val="bg1"/>
                </a:solidFill>
                <a:effectLst/>
                <a:uLnTx/>
                <a:uFillTx/>
                <a:ea typeface="+mn-ea"/>
                <a:cs typeface="+mn-cs"/>
              </a:rPr>
              <a:t>Participant’s guide</a:t>
            </a:r>
          </a:p>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a:ln>
                  <a:noFill/>
                </a:ln>
                <a:solidFill>
                  <a:schemeClr val="bg1"/>
                </a:solidFill>
                <a:effectLst/>
                <a:uLnTx/>
                <a:uFillTx/>
                <a:ea typeface="+mn-ea"/>
                <a:cs typeface="+mn-cs"/>
              </a:rPr>
              <a:t>Face-to-face training deck</a:t>
            </a:r>
          </a:p>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a:ln>
                  <a:noFill/>
                </a:ln>
                <a:solidFill>
                  <a:schemeClr val="bg1"/>
                </a:solidFill>
                <a:effectLst/>
                <a:uLnTx/>
                <a:uFillTx/>
                <a:ea typeface="+mn-ea"/>
                <a:cs typeface="+mn-cs"/>
              </a:rPr>
              <a:t>Digital Learning course</a:t>
            </a:r>
          </a:p>
        </p:txBody>
      </p:sp>
      <p:sp>
        <p:nvSpPr>
          <p:cNvPr id="24" name="Rectangle 23">
            <a:extLst>
              <a:ext uri="{FF2B5EF4-FFF2-40B4-BE49-F238E27FC236}">
                <a16:creationId xmlns:a16="http://schemas.microsoft.com/office/drawing/2014/main" id="{C2815412-9670-49BD-B939-E812D4913069}"/>
              </a:ext>
            </a:extLst>
          </p:cNvPr>
          <p:cNvSpPr/>
          <p:nvPr/>
        </p:nvSpPr>
        <p:spPr>
          <a:xfrm>
            <a:off x="9807494" y="3613061"/>
            <a:ext cx="1577379" cy="90051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lvl="1" indent="-179388">
              <a:spcBef>
                <a:spcPts val="100"/>
              </a:spcBef>
              <a:buClr>
                <a:schemeClr val="bg1"/>
              </a:buClr>
              <a:buFont typeface="Wingdings" panose="05000000000000000000" pitchFamily="2" charset="2"/>
              <a:buChar char="§"/>
              <a:tabLst>
                <a:tab pos="180975" algn="l"/>
              </a:tabLst>
              <a:defRPr/>
            </a:pPr>
            <a:r>
              <a:rPr lang="en-US" sz="900">
                <a:solidFill>
                  <a:schemeClr val="bg1"/>
                </a:solidFill>
              </a:rPr>
              <a:t>Training experience</a:t>
            </a:r>
          </a:p>
          <a:p>
            <a:pPr marL="179388" lvl="1" indent="-179388">
              <a:spcBef>
                <a:spcPts val="100"/>
              </a:spcBef>
              <a:buClr>
                <a:schemeClr val="bg1"/>
              </a:buClr>
              <a:buFont typeface="Wingdings" panose="05000000000000000000" pitchFamily="2" charset="2"/>
              <a:buChar char="§"/>
              <a:tabLst>
                <a:tab pos="180975" algn="l"/>
              </a:tabLst>
              <a:defRPr/>
            </a:pPr>
            <a:r>
              <a:rPr lang="en-US" sz="900">
                <a:solidFill>
                  <a:schemeClr val="bg1"/>
                </a:solidFill>
              </a:rPr>
              <a:t>Feedback form</a:t>
            </a:r>
          </a:p>
        </p:txBody>
      </p:sp>
      <p:sp>
        <p:nvSpPr>
          <p:cNvPr id="25" name="Rectangle 24">
            <a:extLst>
              <a:ext uri="{FF2B5EF4-FFF2-40B4-BE49-F238E27FC236}">
                <a16:creationId xmlns:a16="http://schemas.microsoft.com/office/drawing/2014/main" id="{3746D330-1232-4DC8-9610-5CBE86EFF67F}"/>
              </a:ext>
            </a:extLst>
          </p:cNvPr>
          <p:cNvSpPr/>
          <p:nvPr/>
        </p:nvSpPr>
        <p:spPr>
          <a:xfrm>
            <a:off x="2970879" y="3602778"/>
            <a:ext cx="1577379" cy="90051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module structure</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Needs Analysis (TNA) for Train The Trainers (TTT) </a:t>
            </a:r>
          </a:p>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endParaRPr kumimoji="0" lang="en-US" sz="900" b="0" i="0" u="none" strike="noStrike" kern="1200" cap="none" spc="0" normalizeH="0" baseline="0" noProof="0">
              <a:ln>
                <a:noFill/>
              </a:ln>
              <a:solidFill>
                <a:schemeClr val="bg1"/>
              </a:solidFill>
              <a:effectLst/>
              <a:uLnTx/>
              <a:uFillTx/>
              <a:ea typeface="+mn-ea"/>
              <a:cs typeface="+mn-cs"/>
            </a:endParaRPr>
          </a:p>
        </p:txBody>
      </p:sp>
      <p:sp>
        <p:nvSpPr>
          <p:cNvPr id="26" name="Rectangle 25">
            <a:extLst>
              <a:ext uri="{FF2B5EF4-FFF2-40B4-BE49-F238E27FC236}">
                <a16:creationId xmlns:a16="http://schemas.microsoft.com/office/drawing/2014/main" id="{A5E9A125-D3DE-4240-9A62-842BA217941E}"/>
              </a:ext>
            </a:extLst>
          </p:cNvPr>
          <p:cNvSpPr/>
          <p:nvPr/>
        </p:nvSpPr>
        <p:spPr>
          <a:xfrm>
            <a:off x="4736567" y="3548945"/>
            <a:ext cx="1577379" cy="90051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Work</a:t>
            </a:r>
            <a:r>
              <a:rPr kumimoji="0" lang="en-IN" sz="900" b="0" i="0" u="none" strike="noStrike" kern="1200" cap="none" spc="0" normalizeH="0" baseline="0" noProof="0">
                <a:ln>
                  <a:noFill/>
                </a:ln>
                <a:solidFill>
                  <a:srgbClr val="FFFFFF"/>
                </a:solidFill>
                <a:effectLst/>
                <a:uLnTx/>
                <a:uFillTx/>
                <a:latin typeface="Ubuntu"/>
                <a:ea typeface="+mn-ea"/>
                <a:cs typeface="+mn-cs"/>
              </a:rPr>
              <a:t> plan for learning module development</a:t>
            </a:r>
            <a:endParaRPr lang="en-IN" sz="900">
              <a:solidFill>
                <a:srgbClr val="FF0000"/>
              </a:solidFill>
              <a:latin typeface="Ubuntu"/>
            </a:endParaRP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US" sz="900">
                <a:solidFill>
                  <a:schemeClr val="bg1"/>
                </a:solidFill>
              </a:rPr>
              <a:t>Training Curriculum</a:t>
            </a:r>
            <a:endParaRPr kumimoji="0" lang="en-US" sz="900" b="0" i="0" u="none" strike="noStrike" kern="1200" cap="none" spc="0" normalizeH="0" baseline="0" noProof="0">
              <a:ln>
                <a:noFill/>
              </a:ln>
              <a:solidFill>
                <a:schemeClr val="bg1"/>
              </a:solidFill>
              <a:effectLst/>
              <a:uLnTx/>
              <a:uFillTx/>
              <a:ea typeface="+mn-ea"/>
              <a:cs typeface="+mn-cs"/>
            </a:endParaRPr>
          </a:p>
        </p:txBody>
      </p:sp>
      <p:sp>
        <p:nvSpPr>
          <p:cNvPr id="27" name="Round Same Side Corner Rectangle 17">
            <a:extLst>
              <a:ext uri="{FF2B5EF4-FFF2-40B4-BE49-F238E27FC236}">
                <a16:creationId xmlns:a16="http://schemas.microsoft.com/office/drawing/2014/main" id="{F7C8F184-A1D9-4933-97CE-3E700D62F728}"/>
              </a:ext>
            </a:extLst>
          </p:cNvPr>
          <p:cNvSpPr/>
          <p:nvPr/>
        </p:nvSpPr>
        <p:spPr bwMode="auto">
          <a:xfrm rot="5400000">
            <a:off x="1947823" y="3439306"/>
            <a:ext cx="900519"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mn-cs"/>
              </a:rPr>
              <a:t>INPUT</a:t>
            </a:r>
          </a:p>
        </p:txBody>
      </p:sp>
      <p:sp>
        <p:nvSpPr>
          <p:cNvPr id="28" name="Round Same Side Corner Rectangle 18">
            <a:extLst>
              <a:ext uri="{FF2B5EF4-FFF2-40B4-BE49-F238E27FC236}">
                <a16:creationId xmlns:a16="http://schemas.microsoft.com/office/drawing/2014/main" id="{A15E7014-56EF-45A1-920D-C4149507DFB5}"/>
              </a:ext>
            </a:extLst>
          </p:cNvPr>
          <p:cNvSpPr/>
          <p:nvPr/>
        </p:nvSpPr>
        <p:spPr bwMode="auto">
          <a:xfrm rot="5400000">
            <a:off x="2039026" y="4424281"/>
            <a:ext cx="718145"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noAutofit/>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mn-cs"/>
              </a:rPr>
              <a:t>OUTPUT</a:t>
            </a:r>
          </a:p>
        </p:txBody>
      </p:sp>
      <p:sp>
        <p:nvSpPr>
          <p:cNvPr id="31" name="Rectangle 30">
            <a:extLst>
              <a:ext uri="{FF2B5EF4-FFF2-40B4-BE49-F238E27FC236}">
                <a16:creationId xmlns:a16="http://schemas.microsoft.com/office/drawing/2014/main" id="{1B57CE29-B44B-483F-9340-9E60DEF256DB}"/>
              </a:ext>
            </a:extLst>
          </p:cNvPr>
          <p:cNvSpPr/>
          <p:nvPr/>
        </p:nvSpPr>
        <p:spPr>
          <a:xfrm>
            <a:off x="8102323" y="4510214"/>
            <a:ext cx="1577379" cy="718145"/>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r>
              <a:rPr kumimoji="0" lang="en-US" sz="900" b="0" i="0" u="none" strike="noStrike" kern="1200" cap="none" spc="0" normalizeH="0" baseline="0" noProof="0">
                <a:ln>
                  <a:noFill/>
                </a:ln>
                <a:solidFill>
                  <a:schemeClr val="bg1"/>
                </a:solidFill>
                <a:effectLst/>
                <a:uLnTx/>
                <a:uFillTx/>
              </a:rPr>
              <a:t>Face to face training delivery</a:t>
            </a:r>
            <a:endParaRPr lang="en-US" sz="900">
              <a:solidFill>
                <a:schemeClr val="bg1"/>
              </a:solidFill>
            </a:endParaRPr>
          </a:p>
        </p:txBody>
      </p:sp>
      <p:sp>
        <p:nvSpPr>
          <p:cNvPr id="32" name="Rectangle 31">
            <a:extLst>
              <a:ext uri="{FF2B5EF4-FFF2-40B4-BE49-F238E27FC236}">
                <a16:creationId xmlns:a16="http://schemas.microsoft.com/office/drawing/2014/main" id="{9F472AB6-55E7-448E-8688-C1CD941FBD6F}"/>
              </a:ext>
            </a:extLst>
          </p:cNvPr>
          <p:cNvSpPr/>
          <p:nvPr/>
        </p:nvSpPr>
        <p:spPr>
          <a:xfrm>
            <a:off x="9807494" y="4510214"/>
            <a:ext cx="1577379" cy="718145"/>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9388" marR="0" lvl="1" indent="-179388" algn="l" defTabSz="914400" rtl="0" eaLnBrk="1" fontAlgn="auto" latinLnBrk="0" hangingPunct="1">
              <a:lnSpc>
                <a:spcPct val="100000"/>
              </a:lnSpc>
              <a:spcBef>
                <a:spcPts val="100"/>
              </a:spcBef>
              <a:spcAft>
                <a:spcPts val="0"/>
              </a:spcAft>
              <a:buClr>
                <a:prstClr val="black"/>
              </a:buClr>
              <a:buSzTx/>
              <a:buFont typeface="Wingdings" panose="05000000000000000000" pitchFamily="2" charset="2"/>
              <a:buChar char="§"/>
              <a:tabLst>
                <a:tab pos="180975" algn="l"/>
              </a:tabLst>
              <a:defRPr/>
            </a:pPr>
            <a:endParaRPr kumimoji="0" lang="en-US" sz="900" b="0" i="0" u="none" strike="noStrike" kern="1200" cap="none" spc="0" normalizeH="0" baseline="0" noProof="0">
              <a:ln>
                <a:noFill/>
              </a:ln>
              <a:solidFill>
                <a:schemeClr val="bg1"/>
              </a:solidFill>
              <a:effectLst/>
              <a:uLnTx/>
              <a:uFillTx/>
              <a:ea typeface="+mn-ea"/>
              <a:cs typeface="+mn-cs"/>
            </a:endParaRPr>
          </a:p>
        </p:txBody>
      </p:sp>
      <p:sp>
        <p:nvSpPr>
          <p:cNvPr id="33" name="Rectangle 32">
            <a:extLst>
              <a:ext uri="{FF2B5EF4-FFF2-40B4-BE49-F238E27FC236}">
                <a16:creationId xmlns:a16="http://schemas.microsoft.com/office/drawing/2014/main" id="{6AB46FA6-B244-43A1-885E-8C5B7724EE6A}"/>
              </a:ext>
            </a:extLst>
          </p:cNvPr>
          <p:cNvSpPr/>
          <p:nvPr/>
        </p:nvSpPr>
        <p:spPr>
          <a:xfrm>
            <a:off x="2986816" y="4510214"/>
            <a:ext cx="1577379" cy="718145"/>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Work</a:t>
            </a:r>
            <a:r>
              <a:rPr kumimoji="0" lang="en-IN" sz="900" b="0" i="0" u="none" strike="noStrike" kern="1200" cap="none" spc="0" normalizeH="0" baseline="0" noProof="0">
                <a:ln>
                  <a:noFill/>
                </a:ln>
                <a:solidFill>
                  <a:srgbClr val="FFFFFF"/>
                </a:solidFill>
                <a:effectLst/>
                <a:uLnTx/>
                <a:uFillTx/>
                <a:latin typeface="Ubuntu"/>
                <a:ea typeface="+mn-ea"/>
                <a:cs typeface="+mn-cs"/>
              </a:rPr>
              <a:t> plan for learning module development</a:t>
            </a:r>
            <a:endParaRPr kumimoji="0" lang="en-IN" sz="900" b="0" i="0" u="none" strike="noStrike" kern="1200" cap="none" spc="0" normalizeH="0" baseline="0" noProof="0">
              <a:ln>
                <a:noFill/>
              </a:ln>
              <a:solidFill>
                <a:srgbClr val="FF0000"/>
              </a:solidFill>
              <a:effectLst/>
              <a:uLnTx/>
              <a:uFillTx/>
              <a:latin typeface="Ubuntu"/>
              <a:ea typeface="+mn-ea"/>
              <a:cs typeface="+mn-cs"/>
            </a:endParaRP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Training Curriculum</a:t>
            </a:r>
          </a:p>
          <a:p>
            <a:pPr marL="179388" marR="0" lvl="1" indent="-179388" algn="l" defTabSz="914400" rtl="0" eaLnBrk="1" fontAlgn="auto" latinLnBrk="0" hangingPunct="1">
              <a:lnSpc>
                <a:spcPct val="100000"/>
              </a:lnSpc>
              <a:spcBef>
                <a:spcPts val="100"/>
              </a:spcBef>
              <a:spcAft>
                <a:spcPts val="0"/>
              </a:spcAft>
              <a:buClr>
                <a:schemeClr val="bg1"/>
              </a:buClr>
              <a:buSzTx/>
              <a:buFont typeface="Wingdings" panose="05000000000000000000" pitchFamily="2" charset="2"/>
              <a:buChar char="§"/>
              <a:tabLst>
                <a:tab pos="180975" algn="l"/>
              </a:tabLst>
              <a:defRPr/>
            </a:pPr>
            <a:r>
              <a:rPr lang="en-US" sz="900">
                <a:solidFill>
                  <a:srgbClr val="FFFFFF"/>
                </a:solidFill>
                <a:latin typeface="Ubuntu"/>
              </a:rPr>
              <a:t>guidelines</a:t>
            </a:r>
          </a:p>
        </p:txBody>
      </p:sp>
      <p:cxnSp>
        <p:nvCxnSpPr>
          <p:cNvPr id="34" name="Straight Connector 33">
            <a:extLst>
              <a:ext uri="{FF2B5EF4-FFF2-40B4-BE49-F238E27FC236}">
                <a16:creationId xmlns:a16="http://schemas.microsoft.com/office/drawing/2014/main" id="{96A45B2B-1994-4AB7-8E23-56D5D5AFA584}"/>
              </a:ext>
            </a:extLst>
          </p:cNvPr>
          <p:cNvCxnSpPr>
            <a:cxnSpLocks/>
          </p:cNvCxnSpPr>
          <p:nvPr/>
        </p:nvCxnSpPr>
        <p:spPr>
          <a:xfrm flipV="1">
            <a:off x="2996539" y="3406598"/>
            <a:ext cx="8398057" cy="1"/>
          </a:xfrm>
          <a:prstGeom prst="line">
            <a:avLst/>
          </a:prstGeom>
          <a:ln w="317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B2BAE35-C643-4454-A934-83BA10497B8D}"/>
              </a:ext>
            </a:extLst>
          </p:cNvPr>
          <p:cNvCxnSpPr>
            <a:cxnSpLocks/>
          </p:cNvCxnSpPr>
          <p:nvPr/>
        </p:nvCxnSpPr>
        <p:spPr>
          <a:xfrm flipV="1">
            <a:off x="2986817" y="4422392"/>
            <a:ext cx="8398057" cy="1"/>
          </a:xfrm>
          <a:prstGeom prst="line">
            <a:avLst/>
          </a:prstGeom>
          <a:ln w="317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C4E8277-D25E-47B8-872A-C8EEF8E25C81}"/>
              </a:ext>
            </a:extLst>
          </p:cNvPr>
          <p:cNvCxnSpPr>
            <a:cxnSpLocks/>
          </p:cNvCxnSpPr>
          <p:nvPr/>
        </p:nvCxnSpPr>
        <p:spPr>
          <a:xfrm flipV="1">
            <a:off x="2986817" y="5316180"/>
            <a:ext cx="8398057" cy="1"/>
          </a:xfrm>
          <a:prstGeom prst="line">
            <a:avLst/>
          </a:prstGeom>
          <a:ln w="3175">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73827D33-77C0-4A06-9537-2FC39CEEAED4}"/>
              </a:ext>
            </a:extLst>
          </p:cNvPr>
          <p:cNvGrpSpPr/>
          <p:nvPr/>
        </p:nvGrpSpPr>
        <p:grpSpPr>
          <a:xfrm>
            <a:off x="10133917" y="5635161"/>
            <a:ext cx="340071" cy="338194"/>
            <a:chOff x="4216805" y="6179203"/>
            <a:chExt cx="285082" cy="283508"/>
          </a:xfrm>
        </p:grpSpPr>
        <p:sp>
          <p:nvSpPr>
            <p:cNvPr id="104" name="Oval 103">
              <a:extLst>
                <a:ext uri="{FF2B5EF4-FFF2-40B4-BE49-F238E27FC236}">
                  <a16:creationId xmlns:a16="http://schemas.microsoft.com/office/drawing/2014/main" id="{D47D8063-8BDC-46CC-9CBB-9013B883E623}"/>
                </a:ext>
              </a:extLst>
            </p:cNvPr>
            <p:cNvSpPr/>
            <p:nvPr/>
          </p:nvSpPr>
          <p:spPr>
            <a:xfrm>
              <a:off x="4216805" y="6179203"/>
              <a:ext cx="285082" cy="283508"/>
            </a:xfrm>
            <a:prstGeom prst="ellipse">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pic>
          <p:nvPicPr>
            <p:cNvPr id="105" name="Graphic 104" descr="Ui Ux with solid fill">
              <a:extLst>
                <a:ext uri="{FF2B5EF4-FFF2-40B4-BE49-F238E27FC236}">
                  <a16:creationId xmlns:a16="http://schemas.microsoft.com/office/drawing/2014/main" id="{E0639072-2339-4CFB-B851-ED61A92946B6}"/>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56618" y="6218229"/>
              <a:ext cx="205456" cy="205456"/>
            </a:xfrm>
            <a:prstGeom prst="rect">
              <a:avLst/>
            </a:prstGeom>
          </p:spPr>
        </p:pic>
      </p:grpSp>
      <p:grpSp>
        <p:nvGrpSpPr>
          <p:cNvPr id="106" name="Group 105">
            <a:extLst>
              <a:ext uri="{FF2B5EF4-FFF2-40B4-BE49-F238E27FC236}">
                <a16:creationId xmlns:a16="http://schemas.microsoft.com/office/drawing/2014/main" id="{CD931198-5143-4CE1-A02D-7882FB4DC076}"/>
              </a:ext>
            </a:extLst>
          </p:cNvPr>
          <p:cNvGrpSpPr/>
          <p:nvPr/>
        </p:nvGrpSpPr>
        <p:grpSpPr>
          <a:xfrm>
            <a:off x="9643934" y="5637196"/>
            <a:ext cx="391328" cy="355680"/>
            <a:chOff x="5705966" y="6179203"/>
            <a:chExt cx="285082" cy="283508"/>
          </a:xfrm>
        </p:grpSpPr>
        <p:sp>
          <p:nvSpPr>
            <p:cNvPr id="107" name="Oval 106">
              <a:extLst>
                <a:ext uri="{FF2B5EF4-FFF2-40B4-BE49-F238E27FC236}">
                  <a16:creationId xmlns:a16="http://schemas.microsoft.com/office/drawing/2014/main" id="{F27D1D91-6929-4A87-BAD7-20AE32721F73}"/>
                </a:ext>
              </a:extLst>
            </p:cNvPr>
            <p:cNvSpPr/>
            <p:nvPr/>
          </p:nvSpPr>
          <p:spPr>
            <a:xfrm>
              <a:off x="5705966" y="6179203"/>
              <a:ext cx="285082" cy="28350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pic>
          <p:nvPicPr>
            <p:cNvPr id="108" name="Graphic 107" descr="Customer review with solid fill">
              <a:extLst>
                <a:ext uri="{FF2B5EF4-FFF2-40B4-BE49-F238E27FC236}">
                  <a16:creationId xmlns:a16="http://schemas.microsoft.com/office/drawing/2014/main" id="{FBBAE352-F70B-4BB0-9DDA-965DA636F1BD}"/>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47305" y="6215532"/>
              <a:ext cx="202407" cy="210852"/>
            </a:xfrm>
            <a:prstGeom prst="rect">
              <a:avLst/>
            </a:prstGeom>
          </p:spPr>
        </p:pic>
      </p:grpSp>
      <p:sp>
        <p:nvSpPr>
          <p:cNvPr id="213" name="Rectangle: Rounded Corners 212">
            <a:extLst>
              <a:ext uri="{FF2B5EF4-FFF2-40B4-BE49-F238E27FC236}">
                <a16:creationId xmlns:a16="http://schemas.microsoft.com/office/drawing/2014/main" id="{7994FABA-972D-48FB-9731-ACCB1EFDE90C}"/>
              </a:ext>
            </a:extLst>
          </p:cNvPr>
          <p:cNvSpPr/>
          <p:nvPr/>
        </p:nvSpPr>
        <p:spPr>
          <a:xfrm>
            <a:off x="10630" y="3132025"/>
            <a:ext cx="1506215" cy="116699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APPROACH</a:t>
            </a:r>
          </a:p>
        </p:txBody>
      </p:sp>
      <p:sp>
        <p:nvSpPr>
          <p:cNvPr id="214" name="Triangle 1">
            <a:extLst>
              <a:ext uri="{FF2B5EF4-FFF2-40B4-BE49-F238E27FC236}">
                <a16:creationId xmlns:a16="http://schemas.microsoft.com/office/drawing/2014/main" id="{D2ED43F9-9074-4738-9642-11CBC9665443}"/>
              </a:ext>
            </a:extLst>
          </p:cNvPr>
          <p:cNvSpPr/>
          <p:nvPr/>
        </p:nvSpPr>
        <p:spPr>
          <a:xfrm rot="5400000">
            <a:off x="954967" y="3650337"/>
            <a:ext cx="1055160" cy="24219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err="1"/>
          </a:p>
        </p:txBody>
      </p:sp>
      <p:grpSp>
        <p:nvGrpSpPr>
          <p:cNvPr id="224" name="Group 223">
            <a:extLst>
              <a:ext uri="{FF2B5EF4-FFF2-40B4-BE49-F238E27FC236}">
                <a16:creationId xmlns:a16="http://schemas.microsoft.com/office/drawing/2014/main" id="{FCF334BA-70BD-47AE-96BE-4142AA9EDD24}"/>
              </a:ext>
            </a:extLst>
          </p:cNvPr>
          <p:cNvGrpSpPr/>
          <p:nvPr/>
        </p:nvGrpSpPr>
        <p:grpSpPr>
          <a:xfrm>
            <a:off x="9169797" y="5612202"/>
            <a:ext cx="359545" cy="379259"/>
            <a:chOff x="7454814" y="6179203"/>
            <a:chExt cx="285082" cy="283508"/>
          </a:xfrm>
        </p:grpSpPr>
        <p:sp>
          <p:nvSpPr>
            <p:cNvPr id="225" name="Oval 224">
              <a:extLst>
                <a:ext uri="{FF2B5EF4-FFF2-40B4-BE49-F238E27FC236}">
                  <a16:creationId xmlns:a16="http://schemas.microsoft.com/office/drawing/2014/main" id="{8BD19B87-720D-4435-8F50-D742154E6398}"/>
                </a:ext>
              </a:extLst>
            </p:cNvPr>
            <p:cNvSpPr/>
            <p:nvPr/>
          </p:nvSpPr>
          <p:spPr>
            <a:xfrm>
              <a:off x="7454814" y="6179203"/>
              <a:ext cx="285082" cy="283508"/>
            </a:xfrm>
            <a:prstGeom prst="ellipse">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pic>
          <p:nvPicPr>
            <p:cNvPr id="226" name="Graphic 225" descr="Graduation cap with solid fill">
              <a:extLst>
                <a:ext uri="{FF2B5EF4-FFF2-40B4-BE49-F238E27FC236}">
                  <a16:creationId xmlns:a16="http://schemas.microsoft.com/office/drawing/2014/main" id="{FE1EE98C-70FB-41D9-9DC5-98D3FBE2C6F0}"/>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491929" y="6215531"/>
              <a:ext cx="210852" cy="210852"/>
            </a:xfrm>
            <a:prstGeom prst="rect">
              <a:avLst/>
            </a:prstGeom>
          </p:spPr>
        </p:pic>
      </p:grpSp>
      <p:cxnSp>
        <p:nvCxnSpPr>
          <p:cNvPr id="227" name="Straight Connector 226">
            <a:extLst>
              <a:ext uri="{FF2B5EF4-FFF2-40B4-BE49-F238E27FC236}">
                <a16:creationId xmlns:a16="http://schemas.microsoft.com/office/drawing/2014/main" id="{F7E8DB05-0867-47CE-9DB4-9BDD14F41315}"/>
              </a:ext>
            </a:extLst>
          </p:cNvPr>
          <p:cNvCxnSpPr>
            <a:cxnSpLocks/>
          </p:cNvCxnSpPr>
          <p:nvPr/>
        </p:nvCxnSpPr>
        <p:spPr>
          <a:xfrm>
            <a:off x="1694523" y="1185966"/>
            <a:ext cx="984415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0" name="Rectangle 229">
            <a:extLst>
              <a:ext uri="{FF2B5EF4-FFF2-40B4-BE49-F238E27FC236}">
                <a16:creationId xmlns:a16="http://schemas.microsoft.com/office/drawing/2014/main" id="{FEDE6127-6C4A-47A2-AB43-4D222FB990AE}"/>
              </a:ext>
            </a:extLst>
          </p:cNvPr>
          <p:cNvSpPr/>
          <p:nvPr/>
        </p:nvSpPr>
        <p:spPr>
          <a:xfrm>
            <a:off x="1694524" y="1624619"/>
            <a:ext cx="6290085" cy="4560582"/>
          </a:xfrm>
          <a:prstGeom prst="rect">
            <a:avLst/>
          </a:prstGeom>
          <a:noFill/>
          <a:ln w="28575">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31" name="Rectangle 230">
            <a:extLst>
              <a:ext uri="{FF2B5EF4-FFF2-40B4-BE49-F238E27FC236}">
                <a16:creationId xmlns:a16="http://schemas.microsoft.com/office/drawing/2014/main" id="{096DD7EE-B858-42FA-AE87-2E34230644D9}"/>
              </a:ext>
            </a:extLst>
          </p:cNvPr>
          <p:cNvSpPr/>
          <p:nvPr/>
        </p:nvSpPr>
        <p:spPr>
          <a:xfrm>
            <a:off x="8044194" y="1629642"/>
            <a:ext cx="3494480" cy="4527104"/>
          </a:xfrm>
          <a:prstGeom prst="rect">
            <a:avLst/>
          </a:prstGeom>
          <a:noFill/>
          <a:ln w="28575">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32" name="TextBox 231">
            <a:extLst>
              <a:ext uri="{FF2B5EF4-FFF2-40B4-BE49-F238E27FC236}">
                <a16:creationId xmlns:a16="http://schemas.microsoft.com/office/drawing/2014/main" id="{7F7E525E-DEAB-4FD2-B8D4-3649DB69B2C1}"/>
              </a:ext>
            </a:extLst>
          </p:cNvPr>
          <p:cNvSpPr txBox="1"/>
          <p:nvPr/>
        </p:nvSpPr>
        <p:spPr>
          <a:xfrm>
            <a:off x="2663655" y="820234"/>
            <a:ext cx="1719470" cy="309958"/>
          </a:xfrm>
          <a:prstGeom prst="rect">
            <a:avLst/>
          </a:prstGeom>
          <a:noFill/>
        </p:spPr>
        <p:txBody>
          <a:bodyPr vert="horz" wrap="square" lIns="90000" tIns="46800" rIns="90000" bIns="46800" rtlCol="0" anchor="ctr">
            <a:spAutoFit/>
          </a:bodyPr>
          <a:lstStyle/>
          <a:p>
            <a:pPr marL="95250" indent="-95250" algn="ctr">
              <a:spcBef>
                <a:spcPct val="0"/>
              </a:spcBef>
            </a:pPr>
            <a:r>
              <a:rPr lang="en-GB" sz="1400" b="1">
                <a:solidFill>
                  <a:schemeClr val="accent2">
                    <a:lumMod val="20000"/>
                    <a:lumOff val="80000"/>
                  </a:schemeClr>
                </a:solidFill>
              </a:rPr>
              <a:t>~1 week</a:t>
            </a:r>
            <a:endParaRPr lang="en-US" sz="1400" b="1">
              <a:solidFill>
                <a:schemeClr val="accent2">
                  <a:lumMod val="20000"/>
                  <a:lumOff val="80000"/>
                </a:schemeClr>
              </a:solidFill>
            </a:endParaRPr>
          </a:p>
        </p:txBody>
      </p:sp>
      <p:sp>
        <p:nvSpPr>
          <p:cNvPr id="239" name="TextBox 238">
            <a:extLst>
              <a:ext uri="{FF2B5EF4-FFF2-40B4-BE49-F238E27FC236}">
                <a16:creationId xmlns:a16="http://schemas.microsoft.com/office/drawing/2014/main" id="{2EE2FCE0-2129-4110-9083-3CA71C5FC671}"/>
              </a:ext>
            </a:extLst>
          </p:cNvPr>
          <p:cNvSpPr txBox="1"/>
          <p:nvPr/>
        </p:nvSpPr>
        <p:spPr>
          <a:xfrm>
            <a:off x="4450150" y="823059"/>
            <a:ext cx="1719470" cy="309958"/>
          </a:xfrm>
          <a:prstGeom prst="rect">
            <a:avLst/>
          </a:prstGeom>
          <a:noFill/>
        </p:spPr>
        <p:txBody>
          <a:bodyPr vert="horz" wrap="square" lIns="90000" tIns="46800" rIns="90000" bIns="46800" rtlCol="0" anchor="ctr">
            <a:spAutoFit/>
          </a:bodyPr>
          <a:lstStyle/>
          <a:p>
            <a:pPr marL="95250" indent="-95250" algn="ctr">
              <a:spcBef>
                <a:spcPct val="0"/>
              </a:spcBef>
            </a:pPr>
            <a:r>
              <a:rPr lang="en-GB" sz="1400" b="1" dirty="0">
                <a:solidFill>
                  <a:schemeClr val="accent2">
                    <a:lumMod val="20000"/>
                    <a:lumOff val="80000"/>
                  </a:schemeClr>
                </a:solidFill>
              </a:rPr>
              <a:t>~1 week</a:t>
            </a:r>
            <a:endParaRPr lang="en-US" sz="1400" b="1" dirty="0">
              <a:solidFill>
                <a:schemeClr val="accent2">
                  <a:lumMod val="20000"/>
                  <a:lumOff val="80000"/>
                </a:schemeClr>
              </a:solidFill>
            </a:endParaRPr>
          </a:p>
        </p:txBody>
      </p:sp>
      <p:sp>
        <p:nvSpPr>
          <p:cNvPr id="240" name="Rectangle 239">
            <a:extLst>
              <a:ext uri="{FF2B5EF4-FFF2-40B4-BE49-F238E27FC236}">
                <a16:creationId xmlns:a16="http://schemas.microsoft.com/office/drawing/2014/main" id="{65D0A3E8-4C66-4A8F-8216-F8E5852FF717}"/>
              </a:ext>
            </a:extLst>
          </p:cNvPr>
          <p:cNvSpPr/>
          <p:nvPr/>
        </p:nvSpPr>
        <p:spPr>
          <a:xfrm>
            <a:off x="1694523" y="1281331"/>
            <a:ext cx="6290085" cy="279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PHASE 1</a:t>
            </a:r>
            <a:endParaRPr lang="en-US" sz="1600" err="1"/>
          </a:p>
        </p:txBody>
      </p:sp>
      <p:sp>
        <p:nvSpPr>
          <p:cNvPr id="241" name="Rectangle 240">
            <a:extLst>
              <a:ext uri="{FF2B5EF4-FFF2-40B4-BE49-F238E27FC236}">
                <a16:creationId xmlns:a16="http://schemas.microsoft.com/office/drawing/2014/main" id="{F4956687-5E1B-46C6-920E-823AF3AB1373}"/>
              </a:ext>
            </a:extLst>
          </p:cNvPr>
          <p:cNvSpPr/>
          <p:nvPr/>
        </p:nvSpPr>
        <p:spPr>
          <a:xfrm>
            <a:off x="8125378" y="1276335"/>
            <a:ext cx="3413295" cy="32585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PHASE 2</a:t>
            </a:r>
            <a:endParaRPr lang="en-US" sz="1600"/>
          </a:p>
        </p:txBody>
      </p:sp>
      <p:sp>
        <p:nvSpPr>
          <p:cNvPr id="3" name="Round Same Side Corner Rectangle 7">
            <a:extLst>
              <a:ext uri="{FF2B5EF4-FFF2-40B4-BE49-F238E27FC236}">
                <a16:creationId xmlns:a16="http://schemas.microsoft.com/office/drawing/2014/main" id="{CC4BEE03-4F21-1B0A-7144-408FC6DCDECF}"/>
              </a:ext>
            </a:extLst>
          </p:cNvPr>
          <p:cNvSpPr/>
          <p:nvPr/>
        </p:nvSpPr>
        <p:spPr bwMode="auto">
          <a:xfrm rot="5400000">
            <a:off x="1844084" y="2259406"/>
            <a:ext cx="1107996"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noAutofit/>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srgbClr val="FFFFFF"/>
                </a:solidFill>
                <a:effectLst/>
                <a:uLnTx/>
                <a:uFillTx/>
                <a:latin typeface="Ubuntu"/>
                <a:ea typeface="+mn-ea"/>
                <a:cs typeface="+mn-cs"/>
              </a:rPr>
              <a:t>ACTIVITY</a:t>
            </a:r>
          </a:p>
        </p:txBody>
      </p:sp>
      <p:sp>
        <p:nvSpPr>
          <p:cNvPr id="4" name="Round Same Side Corner Rectangle 17">
            <a:extLst>
              <a:ext uri="{FF2B5EF4-FFF2-40B4-BE49-F238E27FC236}">
                <a16:creationId xmlns:a16="http://schemas.microsoft.com/office/drawing/2014/main" id="{AD05B291-4EAD-4FF2-3CBC-EC731EB5AC70}"/>
              </a:ext>
            </a:extLst>
          </p:cNvPr>
          <p:cNvSpPr/>
          <p:nvPr/>
        </p:nvSpPr>
        <p:spPr bwMode="auto">
          <a:xfrm rot="5400000">
            <a:off x="1947823" y="3439307"/>
            <a:ext cx="900519"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mn-cs"/>
              </a:rPr>
              <a:t>INPUT</a:t>
            </a:r>
          </a:p>
        </p:txBody>
      </p:sp>
      <p:sp>
        <p:nvSpPr>
          <p:cNvPr id="228" name="Round Same Side Corner Rectangle 18">
            <a:extLst>
              <a:ext uri="{FF2B5EF4-FFF2-40B4-BE49-F238E27FC236}">
                <a16:creationId xmlns:a16="http://schemas.microsoft.com/office/drawing/2014/main" id="{C9C2986A-4875-F60B-8784-41595A440551}"/>
              </a:ext>
            </a:extLst>
          </p:cNvPr>
          <p:cNvSpPr/>
          <p:nvPr/>
        </p:nvSpPr>
        <p:spPr bwMode="auto">
          <a:xfrm rot="5400000">
            <a:off x="2039026" y="4424282"/>
            <a:ext cx="718145"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noAutofit/>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mn-cs"/>
              </a:rPr>
              <a:t>OUTPUT</a:t>
            </a:r>
          </a:p>
        </p:txBody>
      </p:sp>
      <p:sp>
        <p:nvSpPr>
          <p:cNvPr id="229" name="Round Same Side Corner Rectangle 7">
            <a:extLst>
              <a:ext uri="{FF2B5EF4-FFF2-40B4-BE49-F238E27FC236}">
                <a16:creationId xmlns:a16="http://schemas.microsoft.com/office/drawing/2014/main" id="{C98A2DC7-62B4-29E2-CE55-9318C3B8E966}"/>
              </a:ext>
            </a:extLst>
          </p:cNvPr>
          <p:cNvSpPr/>
          <p:nvPr/>
        </p:nvSpPr>
        <p:spPr bwMode="auto">
          <a:xfrm rot="5400000">
            <a:off x="1844084" y="2259407"/>
            <a:ext cx="1107996"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noAutofit/>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srgbClr val="FFFFFF"/>
                </a:solidFill>
                <a:effectLst/>
                <a:uLnTx/>
                <a:uFillTx/>
                <a:latin typeface="Ubuntu"/>
                <a:ea typeface="+mn-ea"/>
                <a:cs typeface="+mn-cs"/>
              </a:rPr>
              <a:t>ACTIVITY</a:t>
            </a:r>
          </a:p>
        </p:txBody>
      </p:sp>
      <p:sp>
        <p:nvSpPr>
          <p:cNvPr id="235" name="Round Same Side Corner Rectangle 17">
            <a:extLst>
              <a:ext uri="{FF2B5EF4-FFF2-40B4-BE49-F238E27FC236}">
                <a16:creationId xmlns:a16="http://schemas.microsoft.com/office/drawing/2014/main" id="{DF8E9391-B2CA-6110-8525-2D850AD770A6}"/>
              </a:ext>
            </a:extLst>
          </p:cNvPr>
          <p:cNvSpPr/>
          <p:nvPr/>
        </p:nvSpPr>
        <p:spPr bwMode="auto">
          <a:xfrm rot="5400000">
            <a:off x="1947823" y="3439308"/>
            <a:ext cx="900519" cy="890012"/>
          </a:xfrm>
          <a:prstGeom prst="round2SameRect">
            <a:avLst/>
          </a:prstGeom>
          <a:solidFill>
            <a:schemeClr val="accent2">
              <a:lumMod val="75000"/>
            </a:schemeClr>
          </a:solidFill>
          <a:ln w="6350" cap="flat" cmpd="sng" algn="ctr">
            <a:noFill/>
            <a:prstDash val="solid"/>
            <a:round/>
            <a:headEnd type="none" w="med" len="med"/>
            <a:tailEnd type="none" w="med" len="med"/>
          </a:ln>
          <a:effectLst/>
        </p:spPr>
        <p:txBody>
          <a:bodyPr vert="vert270" wrap="square" lIns="45720" tIns="45720" rIns="45720" bIns="45720" numCol="1" rtlCol="0" anchor="ctr" anchorCtr="1" compatLnSpc="1">
            <a:prstTxWarp prst="textNoShape">
              <a:avLst/>
            </a:prstTxWarp>
          </a:bodyPr>
          <a:lstStyle/>
          <a:p>
            <a:pPr marL="0" marR="0" lvl="0" indent="0" algn="ctr" defTabSz="914400" rtl="0" eaLnBrk="0" fontAlgn="auto" latinLnBrk="0" hangingPunct="0">
              <a:lnSpc>
                <a:spcPct val="100000"/>
              </a:lnSpc>
              <a:spcBef>
                <a:spcPts val="200"/>
              </a:spcBef>
              <a:spcAft>
                <a:spcPts val="2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mn-cs"/>
              </a:rPr>
              <a:t>INPUT</a:t>
            </a:r>
          </a:p>
        </p:txBody>
      </p:sp>
      <p:sp>
        <p:nvSpPr>
          <p:cNvPr id="138" name="Rectangle: Rounded Corners 137">
            <a:extLst>
              <a:ext uri="{FF2B5EF4-FFF2-40B4-BE49-F238E27FC236}">
                <a16:creationId xmlns:a16="http://schemas.microsoft.com/office/drawing/2014/main" id="{641FADBC-4C5E-43E5-8DB3-17C963941D4D}"/>
              </a:ext>
            </a:extLst>
          </p:cNvPr>
          <p:cNvSpPr/>
          <p:nvPr/>
        </p:nvSpPr>
        <p:spPr>
          <a:xfrm>
            <a:off x="77768" y="857433"/>
            <a:ext cx="1506215" cy="59215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TIMELINE</a:t>
            </a:r>
          </a:p>
        </p:txBody>
      </p:sp>
      <p:sp>
        <p:nvSpPr>
          <p:cNvPr id="139" name="Triangle 1">
            <a:extLst>
              <a:ext uri="{FF2B5EF4-FFF2-40B4-BE49-F238E27FC236}">
                <a16:creationId xmlns:a16="http://schemas.microsoft.com/office/drawing/2014/main" id="{FCE860D8-EF1E-47C4-BD56-1BB1AAA5F238}"/>
              </a:ext>
            </a:extLst>
          </p:cNvPr>
          <p:cNvSpPr/>
          <p:nvPr/>
        </p:nvSpPr>
        <p:spPr>
          <a:xfrm rot="5400000">
            <a:off x="1097186" y="1236294"/>
            <a:ext cx="814046" cy="1481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err="1"/>
          </a:p>
        </p:txBody>
      </p:sp>
      <p:sp>
        <p:nvSpPr>
          <p:cNvPr id="142" name="Rectangle: Rounded Corners 141">
            <a:extLst>
              <a:ext uri="{FF2B5EF4-FFF2-40B4-BE49-F238E27FC236}">
                <a16:creationId xmlns:a16="http://schemas.microsoft.com/office/drawing/2014/main" id="{15B3052A-660F-4249-BB49-01643EECBFDF}"/>
              </a:ext>
            </a:extLst>
          </p:cNvPr>
          <p:cNvSpPr/>
          <p:nvPr/>
        </p:nvSpPr>
        <p:spPr>
          <a:xfrm>
            <a:off x="66200" y="5528282"/>
            <a:ext cx="1506215" cy="7542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RESOURCE</a:t>
            </a:r>
          </a:p>
        </p:txBody>
      </p:sp>
      <p:sp>
        <p:nvSpPr>
          <p:cNvPr id="143" name="Rectangle: Rounded Corners 142">
            <a:extLst>
              <a:ext uri="{FF2B5EF4-FFF2-40B4-BE49-F238E27FC236}">
                <a16:creationId xmlns:a16="http://schemas.microsoft.com/office/drawing/2014/main" id="{3D21E74E-E113-4450-A871-A7EE79A7AD25}"/>
              </a:ext>
            </a:extLst>
          </p:cNvPr>
          <p:cNvSpPr/>
          <p:nvPr/>
        </p:nvSpPr>
        <p:spPr>
          <a:xfrm>
            <a:off x="77768" y="1339371"/>
            <a:ext cx="1506215" cy="45900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PHASE</a:t>
            </a:r>
          </a:p>
        </p:txBody>
      </p:sp>
      <p:sp>
        <p:nvSpPr>
          <p:cNvPr id="144" name="Triangle 1">
            <a:extLst>
              <a:ext uri="{FF2B5EF4-FFF2-40B4-BE49-F238E27FC236}">
                <a16:creationId xmlns:a16="http://schemas.microsoft.com/office/drawing/2014/main" id="{768EC581-C879-41E6-86AF-55E94ABED859}"/>
              </a:ext>
            </a:extLst>
          </p:cNvPr>
          <p:cNvSpPr/>
          <p:nvPr/>
        </p:nvSpPr>
        <p:spPr>
          <a:xfrm rot="5400000">
            <a:off x="1094613" y="5657130"/>
            <a:ext cx="814047" cy="24772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err="1"/>
          </a:p>
        </p:txBody>
      </p:sp>
      <p:grpSp>
        <p:nvGrpSpPr>
          <p:cNvPr id="145" name="Group 144">
            <a:extLst>
              <a:ext uri="{FF2B5EF4-FFF2-40B4-BE49-F238E27FC236}">
                <a16:creationId xmlns:a16="http://schemas.microsoft.com/office/drawing/2014/main" id="{163BEC65-5D74-45E4-AD23-2417FD37FE00}"/>
              </a:ext>
            </a:extLst>
          </p:cNvPr>
          <p:cNvGrpSpPr/>
          <p:nvPr/>
        </p:nvGrpSpPr>
        <p:grpSpPr>
          <a:xfrm>
            <a:off x="8708269" y="5624678"/>
            <a:ext cx="340071" cy="338194"/>
            <a:chOff x="1002842" y="6179203"/>
            <a:chExt cx="285082" cy="283508"/>
          </a:xfrm>
        </p:grpSpPr>
        <p:sp>
          <p:nvSpPr>
            <p:cNvPr id="146" name="Oval 145">
              <a:extLst>
                <a:ext uri="{FF2B5EF4-FFF2-40B4-BE49-F238E27FC236}">
                  <a16:creationId xmlns:a16="http://schemas.microsoft.com/office/drawing/2014/main" id="{B142142E-41CA-459E-9AAE-CAFF9C197738}"/>
                </a:ext>
              </a:extLst>
            </p:cNvPr>
            <p:cNvSpPr/>
            <p:nvPr/>
          </p:nvSpPr>
          <p:spPr>
            <a:xfrm>
              <a:off x="1002842" y="6179203"/>
              <a:ext cx="285082" cy="283508"/>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grpSp>
          <p:nvGrpSpPr>
            <p:cNvPr id="147" name="Groupe 305">
              <a:extLst>
                <a:ext uri="{FF2B5EF4-FFF2-40B4-BE49-F238E27FC236}">
                  <a16:creationId xmlns:a16="http://schemas.microsoft.com/office/drawing/2014/main" id="{E0B156A9-0260-4565-9CF5-96708F01AF22}"/>
                </a:ext>
              </a:extLst>
            </p:cNvPr>
            <p:cNvGrpSpPr/>
            <p:nvPr/>
          </p:nvGrpSpPr>
          <p:grpSpPr>
            <a:xfrm>
              <a:off x="1079957" y="6233842"/>
              <a:ext cx="130854" cy="174258"/>
              <a:chOff x="4032251" y="5507038"/>
              <a:chExt cx="315913" cy="420688"/>
            </a:xfrm>
            <a:solidFill>
              <a:schemeClr val="accent4"/>
            </a:solidFill>
          </p:grpSpPr>
          <p:sp>
            <p:nvSpPr>
              <p:cNvPr id="148" name="Freeform 143">
                <a:extLst>
                  <a:ext uri="{FF2B5EF4-FFF2-40B4-BE49-F238E27FC236}">
                    <a16:creationId xmlns:a16="http://schemas.microsoft.com/office/drawing/2014/main" id="{3F719B58-C1DC-4004-9B18-A387CA7B6B3D}"/>
                  </a:ext>
                </a:extLst>
              </p:cNvPr>
              <p:cNvSpPr>
                <a:spLocks/>
              </p:cNvSpPr>
              <p:nvPr/>
            </p:nvSpPr>
            <p:spPr bwMode="auto">
              <a:xfrm>
                <a:off x="4032251" y="5688013"/>
                <a:ext cx="315913" cy="239713"/>
              </a:xfrm>
              <a:custGeom>
                <a:avLst/>
                <a:gdLst>
                  <a:gd name="T0" fmla="*/ 27 w 84"/>
                  <a:gd name="T1" fmla="*/ 4 h 64"/>
                  <a:gd name="T2" fmla="*/ 0 w 84"/>
                  <a:gd name="T3" fmla="*/ 42 h 64"/>
                  <a:gd name="T4" fmla="*/ 0 w 84"/>
                  <a:gd name="T5" fmla="*/ 57 h 64"/>
                  <a:gd name="T6" fmla="*/ 0 w 84"/>
                  <a:gd name="T7" fmla="*/ 59 h 64"/>
                  <a:gd name="T8" fmla="*/ 21 w 84"/>
                  <a:gd name="T9" fmla="*/ 62 h 64"/>
                  <a:gd name="T10" fmla="*/ 56 w 84"/>
                  <a:gd name="T11" fmla="*/ 63 h 64"/>
                  <a:gd name="T12" fmla="*/ 75 w 84"/>
                  <a:gd name="T13" fmla="*/ 57 h 64"/>
                  <a:gd name="T14" fmla="*/ 78 w 84"/>
                  <a:gd name="T15" fmla="*/ 25 h 64"/>
                  <a:gd name="T16" fmla="*/ 55 w 84"/>
                  <a:gd name="T17" fmla="*/ 3 h 64"/>
                  <a:gd name="T18" fmla="*/ 27 w 84"/>
                  <a:gd name="T1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4">
                    <a:moveTo>
                      <a:pt x="27" y="4"/>
                    </a:moveTo>
                    <a:cubicBezTo>
                      <a:pt x="11" y="9"/>
                      <a:pt x="0" y="26"/>
                      <a:pt x="0" y="42"/>
                    </a:cubicBezTo>
                    <a:cubicBezTo>
                      <a:pt x="0" y="57"/>
                      <a:pt x="0" y="57"/>
                      <a:pt x="0" y="57"/>
                    </a:cubicBezTo>
                    <a:cubicBezTo>
                      <a:pt x="0" y="57"/>
                      <a:pt x="0" y="58"/>
                      <a:pt x="0" y="59"/>
                    </a:cubicBezTo>
                    <a:cubicBezTo>
                      <a:pt x="3" y="58"/>
                      <a:pt x="17" y="61"/>
                      <a:pt x="21" y="62"/>
                    </a:cubicBezTo>
                    <a:cubicBezTo>
                      <a:pt x="33" y="64"/>
                      <a:pt x="44" y="64"/>
                      <a:pt x="56" y="63"/>
                    </a:cubicBezTo>
                    <a:cubicBezTo>
                      <a:pt x="63" y="63"/>
                      <a:pt x="69" y="61"/>
                      <a:pt x="75" y="57"/>
                    </a:cubicBezTo>
                    <a:cubicBezTo>
                      <a:pt x="84" y="49"/>
                      <a:pt x="83" y="36"/>
                      <a:pt x="78" y="25"/>
                    </a:cubicBezTo>
                    <a:cubicBezTo>
                      <a:pt x="74" y="15"/>
                      <a:pt x="65" y="7"/>
                      <a:pt x="55" y="3"/>
                    </a:cubicBezTo>
                    <a:cubicBezTo>
                      <a:pt x="55" y="3"/>
                      <a:pt x="35" y="0"/>
                      <a:pt x="2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sp>
            <p:nvSpPr>
              <p:cNvPr id="149" name="Freeform 144">
                <a:extLst>
                  <a:ext uri="{FF2B5EF4-FFF2-40B4-BE49-F238E27FC236}">
                    <a16:creationId xmlns:a16="http://schemas.microsoft.com/office/drawing/2014/main" id="{C666BE44-C2B6-47D7-A0A4-3C5C5DAB8540}"/>
                  </a:ext>
                </a:extLst>
              </p:cNvPr>
              <p:cNvSpPr>
                <a:spLocks/>
              </p:cNvSpPr>
              <p:nvPr/>
            </p:nvSpPr>
            <p:spPr bwMode="auto">
              <a:xfrm>
                <a:off x="4100513" y="5507038"/>
                <a:ext cx="168275" cy="207963"/>
              </a:xfrm>
              <a:custGeom>
                <a:avLst/>
                <a:gdLst>
                  <a:gd name="T0" fmla="*/ 45 w 45"/>
                  <a:gd name="T1" fmla="*/ 28 h 55"/>
                  <a:gd name="T2" fmla="*/ 22 w 45"/>
                  <a:gd name="T3" fmla="*/ 55 h 55"/>
                  <a:gd name="T4" fmla="*/ 0 w 45"/>
                  <a:gd name="T5" fmla="*/ 28 h 55"/>
                  <a:gd name="T6" fmla="*/ 22 w 45"/>
                  <a:gd name="T7" fmla="*/ 0 h 55"/>
                  <a:gd name="T8" fmla="*/ 45 w 45"/>
                  <a:gd name="T9" fmla="*/ 28 h 55"/>
                </a:gdLst>
                <a:ahLst/>
                <a:cxnLst>
                  <a:cxn ang="0">
                    <a:pos x="T0" y="T1"/>
                  </a:cxn>
                  <a:cxn ang="0">
                    <a:pos x="T2" y="T3"/>
                  </a:cxn>
                  <a:cxn ang="0">
                    <a:pos x="T4" y="T5"/>
                  </a:cxn>
                  <a:cxn ang="0">
                    <a:pos x="T6" y="T7"/>
                  </a:cxn>
                  <a:cxn ang="0">
                    <a:pos x="T8" y="T9"/>
                  </a:cxn>
                </a:cxnLst>
                <a:rect l="0" t="0" r="r" b="b"/>
                <a:pathLst>
                  <a:path w="45" h="55">
                    <a:moveTo>
                      <a:pt x="45" y="28"/>
                    </a:moveTo>
                    <a:cubicBezTo>
                      <a:pt x="45" y="43"/>
                      <a:pt x="35" y="55"/>
                      <a:pt x="22" y="55"/>
                    </a:cubicBezTo>
                    <a:cubicBezTo>
                      <a:pt x="11" y="55"/>
                      <a:pt x="0" y="43"/>
                      <a:pt x="0" y="28"/>
                    </a:cubicBezTo>
                    <a:cubicBezTo>
                      <a:pt x="0" y="13"/>
                      <a:pt x="10" y="0"/>
                      <a:pt x="22" y="0"/>
                    </a:cubicBezTo>
                    <a:cubicBezTo>
                      <a:pt x="34" y="0"/>
                      <a:pt x="45" y="13"/>
                      <a:pt x="4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sp>
            <p:nvSpPr>
              <p:cNvPr id="150" name="Freeform 145">
                <a:extLst>
                  <a:ext uri="{FF2B5EF4-FFF2-40B4-BE49-F238E27FC236}">
                    <a16:creationId xmlns:a16="http://schemas.microsoft.com/office/drawing/2014/main" id="{6E5CB1EA-6D1B-423C-9888-7EDA05341252}"/>
                  </a:ext>
                </a:extLst>
              </p:cNvPr>
              <p:cNvSpPr>
                <a:spLocks/>
              </p:cNvSpPr>
              <p:nvPr/>
            </p:nvSpPr>
            <p:spPr bwMode="auto">
              <a:xfrm>
                <a:off x="4164013" y="5729288"/>
                <a:ext cx="38100" cy="33338"/>
              </a:xfrm>
              <a:custGeom>
                <a:avLst/>
                <a:gdLst>
                  <a:gd name="T0" fmla="*/ 10 w 10"/>
                  <a:gd name="T1" fmla="*/ 3 h 9"/>
                  <a:gd name="T2" fmla="*/ 5 w 10"/>
                  <a:gd name="T3" fmla="*/ 9 h 9"/>
                  <a:gd name="T4" fmla="*/ 0 w 10"/>
                  <a:gd name="T5" fmla="*/ 3 h 9"/>
                  <a:gd name="T6" fmla="*/ 5 w 10"/>
                  <a:gd name="T7" fmla="*/ 0 h 9"/>
                  <a:gd name="T8" fmla="*/ 10 w 10"/>
                  <a:gd name="T9" fmla="*/ 3 h 9"/>
                </a:gdLst>
                <a:ahLst/>
                <a:cxnLst>
                  <a:cxn ang="0">
                    <a:pos x="T0" y="T1"/>
                  </a:cxn>
                  <a:cxn ang="0">
                    <a:pos x="T2" y="T3"/>
                  </a:cxn>
                  <a:cxn ang="0">
                    <a:pos x="T4" y="T5"/>
                  </a:cxn>
                  <a:cxn ang="0">
                    <a:pos x="T6" y="T7"/>
                  </a:cxn>
                  <a:cxn ang="0">
                    <a:pos x="T8" y="T9"/>
                  </a:cxn>
                </a:cxnLst>
                <a:rect l="0" t="0" r="r" b="b"/>
                <a:pathLst>
                  <a:path w="10" h="9">
                    <a:moveTo>
                      <a:pt x="10" y="3"/>
                    </a:moveTo>
                    <a:cubicBezTo>
                      <a:pt x="10" y="6"/>
                      <a:pt x="8" y="9"/>
                      <a:pt x="5" y="9"/>
                    </a:cubicBezTo>
                    <a:cubicBezTo>
                      <a:pt x="3" y="9"/>
                      <a:pt x="0" y="6"/>
                      <a:pt x="0" y="3"/>
                    </a:cubicBezTo>
                    <a:cubicBezTo>
                      <a:pt x="0" y="1"/>
                      <a:pt x="2" y="0"/>
                      <a:pt x="5" y="0"/>
                    </a:cubicBezTo>
                    <a:cubicBezTo>
                      <a:pt x="8" y="0"/>
                      <a:pt x="10" y="1"/>
                      <a:pt x="10" y="3"/>
                    </a:cubicBez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sp>
            <p:nvSpPr>
              <p:cNvPr id="151" name="Freeform 146">
                <a:extLst>
                  <a:ext uri="{FF2B5EF4-FFF2-40B4-BE49-F238E27FC236}">
                    <a16:creationId xmlns:a16="http://schemas.microsoft.com/office/drawing/2014/main" id="{357E991B-9CE8-4DB6-BAC0-3D6CF01610B6}"/>
                  </a:ext>
                </a:extLst>
              </p:cNvPr>
              <p:cNvSpPr>
                <a:spLocks/>
              </p:cNvSpPr>
              <p:nvPr/>
            </p:nvSpPr>
            <p:spPr bwMode="auto">
              <a:xfrm>
                <a:off x="4167188" y="5759451"/>
                <a:ext cx="41275" cy="112713"/>
              </a:xfrm>
              <a:custGeom>
                <a:avLst/>
                <a:gdLst>
                  <a:gd name="T0" fmla="*/ 7 w 26"/>
                  <a:gd name="T1" fmla="*/ 0 h 71"/>
                  <a:gd name="T2" fmla="*/ 0 w 26"/>
                  <a:gd name="T3" fmla="*/ 54 h 71"/>
                  <a:gd name="T4" fmla="*/ 14 w 26"/>
                  <a:gd name="T5" fmla="*/ 71 h 71"/>
                  <a:gd name="T6" fmla="*/ 26 w 26"/>
                  <a:gd name="T7" fmla="*/ 54 h 71"/>
                  <a:gd name="T8" fmla="*/ 14 w 26"/>
                  <a:gd name="T9" fmla="*/ 0 h 71"/>
                  <a:gd name="T10" fmla="*/ 7 w 26"/>
                  <a:gd name="T11" fmla="*/ 0 h 71"/>
                </a:gdLst>
                <a:ahLst/>
                <a:cxnLst>
                  <a:cxn ang="0">
                    <a:pos x="T0" y="T1"/>
                  </a:cxn>
                  <a:cxn ang="0">
                    <a:pos x="T2" y="T3"/>
                  </a:cxn>
                  <a:cxn ang="0">
                    <a:pos x="T4" y="T5"/>
                  </a:cxn>
                  <a:cxn ang="0">
                    <a:pos x="T6" y="T7"/>
                  </a:cxn>
                  <a:cxn ang="0">
                    <a:pos x="T8" y="T9"/>
                  </a:cxn>
                  <a:cxn ang="0">
                    <a:pos x="T10" y="T11"/>
                  </a:cxn>
                </a:cxnLst>
                <a:rect l="0" t="0" r="r" b="b"/>
                <a:pathLst>
                  <a:path w="26" h="71">
                    <a:moveTo>
                      <a:pt x="7" y="0"/>
                    </a:moveTo>
                    <a:lnTo>
                      <a:pt x="0" y="54"/>
                    </a:lnTo>
                    <a:lnTo>
                      <a:pt x="14" y="71"/>
                    </a:lnTo>
                    <a:lnTo>
                      <a:pt x="26" y="54"/>
                    </a:lnTo>
                    <a:lnTo>
                      <a:pt x="14" y="0"/>
                    </a:lnTo>
                    <a:lnTo>
                      <a:pt x="7" y="0"/>
                    </a:ln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grpSp>
      </p:grpSp>
      <p:grpSp>
        <p:nvGrpSpPr>
          <p:cNvPr id="162" name="Group 161">
            <a:extLst>
              <a:ext uri="{FF2B5EF4-FFF2-40B4-BE49-F238E27FC236}">
                <a16:creationId xmlns:a16="http://schemas.microsoft.com/office/drawing/2014/main" id="{CCB5048C-B35A-412E-85BC-179E818605B7}"/>
              </a:ext>
            </a:extLst>
          </p:cNvPr>
          <p:cNvGrpSpPr/>
          <p:nvPr/>
        </p:nvGrpSpPr>
        <p:grpSpPr>
          <a:xfrm>
            <a:off x="5870000" y="5599833"/>
            <a:ext cx="340071" cy="338194"/>
            <a:chOff x="4216805" y="6179203"/>
            <a:chExt cx="285082" cy="283508"/>
          </a:xfrm>
        </p:grpSpPr>
        <p:sp>
          <p:nvSpPr>
            <p:cNvPr id="163" name="Oval 162">
              <a:extLst>
                <a:ext uri="{FF2B5EF4-FFF2-40B4-BE49-F238E27FC236}">
                  <a16:creationId xmlns:a16="http://schemas.microsoft.com/office/drawing/2014/main" id="{BD271BA6-050A-4155-AF59-7D3810CCF1F9}"/>
                </a:ext>
              </a:extLst>
            </p:cNvPr>
            <p:cNvSpPr/>
            <p:nvPr/>
          </p:nvSpPr>
          <p:spPr>
            <a:xfrm>
              <a:off x="4216805" y="6179203"/>
              <a:ext cx="285082" cy="283508"/>
            </a:xfrm>
            <a:prstGeom prst="ellipse">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pic>
          <p:nvPicPr>
            <p:cNvPr id="164" name="Graphic 163" descr="Ui Ux with solid fill">
              <a:extLst>
                <a:ext uri="{FF2B5EF4-FFF2-40B4-BE49-F238E27FC236}">
                  <a16:creationId xmlns:a16="http://schemas.microsoft.com/office/drawing/2014/main" id="{2C2BE427-AB0D-488A-A6F0-E2ED18ECE91A}"/>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56618" y="6218229"/>
              <a:ext cx="205456" cy="205456"/>
            </a:xfrm>
            <a:prstGeom prst="rect">
              <a:avLst/>
            </a:prstGeom>
          </p:spPr>
        </p:pic>
      </p:grpSp>
      <p:grpSp>
        <p:nvGrpSpPr>
          <p:cNvPr id="165" name="Group 164">
            <a:extLst>
              <a:ext uri="{FF2B5EF4-FFF2-40B4-BE49-F238E27FC236}">
                <a16:creationId xmlns:a16="http://schemas.microsoft.com/office/drawing/2014/main" id="{E01CAE34-2559-4A94-810B-AE1FA41A25BA}"/>
              </a:ext>
            </a:extLst>
          </p:cNvPr>
          <p:cNvGrpSpPr/>
          <p:nvPr/>
        </p:nvGrpSpPr>
        <p:grpSpPr>
          <a:xfrm>
            <a:off x="5314193" y="5576993"/>
            <a:ext cx="391328" cy="355680"/>
            <a:chOff x="5705966" y="6179203"/>
            <a:chExt cx="285082" cy="283508"/>
          </a:xfrm>
        </p:grpSpPr>
        <p:sp>
          <p:nvSpPr>
            <p:cNvPr id="166" name="Oval 165">
              <a:extLst>
                <a:ext uri="{FF2B5EF4-FFF2-40B4-BE49-F238E27FC236}">
                  <a16:creationId xmlns:a16="http://schemas.microsoft.com/office/drawing/2014/main" id="{03ED67A7-5E37-48DE-A016-175E0D2AB37E}"/>
                </a:ext>
              </a:extLst>
            </p:cNvPr>
            <p:cNvSpPr/>
            <p:nvPr/>
          </p:nvSpPr>
          <p:spPr>
            <a:xfrm>
              <a:off x="5705966" y="6179203"/>
              <a:ext cx="285082" cy="28350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pic>
          <p:nvPicPr>
            <p:cNvPr id="167" name="Graphic 166" descr="Customer review with solid fill">
              <a:extLst>
                <a:ext uri="{FF2B5EF4-FFF2-40B4-BE49-F238E27FC236}">
                  <a16:creationId xmlns:a16="http://schemas.microsoft.com/office/drawing/2014/main" id="{6C5148D2-734F-4B27-9CE5-77C50400996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47305" y="6215532"/>
              <a:ext cx="202407" cy="210852"/>
            </a:xfrm>
            <a:prstGeom prst="rect">
              <a:avLst/>
            </a:prstGeom>
          </p:spPr>
        </p:pic>
      </p:grpSp>
      <p:grpSp>
        <p:nvGrpSpPr>
          <p:cNvPr id="168" name="Group 167">
            <a:extLst>
              <a:ext uri="{FF2B5EF4-FFF2-40B4-BE49-F238E27FC236}">
                <a16:creationId xmlns:a16="http://schemas.microsoft.com/office/drawing/2014/main" id="{21580A66-64B0-4440-AC6B-BF5914C53110}"/>
              </a:ext>
            </a:extLst>
          </p:cNvPr>
          <p:cNvGrpSpPr/>
          <p:nvPr/>
        </p:nvGrpSpPr>
        <p:grpSpPr>
          <a:xfrm>
            <a:off x="4812972" y="5555232"/>
            <a:ext cx="457671" cy="444876"/>
            <a:chOff x="7454814" y="6179203"/>
            <a:chExt cx="285082" cy="283508"/>
          </a:xfrm>
        </p:grpSpPr>
        <p:sp>
          <p:nvSpPr>
            <p:cNvPr id="169" name="Oval 168">
              <a:extLst>
                <a:ext uri="{FF2B5EF4-FFF2-40B4-BE49-F238E27FC236}">
                  <a16:creationId xmlns:a16="http://schemas.microsoft.com/office/drawing/2014/main" id="{62ED54E9-1613-4805-85CC-0D57A02A37FF}"/>
                </a:ext>
              </a:extLst>
            </p:cNvPr>
            <p:cNvSpPr/>
            <p:nvPr/>
          </p:nvSpPr>
          <p:spPr>
            <a:xfrm>
              <a:off x="7454814" y="6179203"/>
              <a:ext cx="285082" cy="283508"/>
            </a:xfrm>
            <a:prstGeom prst="ellipse">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pic>
          <p:nvPicPr>
            <p:cNvPr id="170" name="Graphic 169" descr="Graduation cap with solid fill">
              <a:extLst>
                <a:ext uri="{FF2B5EF4-FFF2-40B4-BE49-F238E27FC236}">
                  <a16:creationId xmlns:a16="http://schemas.microsoft.com/office/drawing/2014/main" id="{F1762E19-3157-4FA1-9160-A8DCBE1CB9EB}"/>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491929" y="6215531"/>
              <a:ext cx="210852" cy="210852"/>
            </a:xfrm>
            <a:prstGeom prst="rect">
              <a:avLst/>
            </a:prstGeom>
          </p:spPr>
        </p:pic>
      </p:grpSp>
      <p:grpSp>
        <p:nvGrpSpPr>
          <p:cNvPr id="171" name="Group 170">
            <a:extLst>
              <a:ext uri="{FF2B5EF4-FFF2-40B4-BE49-F238E27FC236}">
                <a16:creationId xmlns:a16="http://schemas.microsoft.com/office/drawing/2014/main" id="{A1305A5C-29B2-4210-B3F7-0817738C58C6}"/>
              </a:ext>
            </a:extLst>
          </p:cNvPr>
          <p:cNvGrpSpPr/>
          <p:nvPr/>
        </p:nvGrpSpPr>
        <p:grpSpPr>
          <a:xfrm>
            <a:off x="4284324" y="5588255"/>
            <a:ext cx="407191" cy="401577"/>
            <a:chOff x="1002842" y="6179203"/>
            <a:chExt cx="285082" cy="283508"/>
          </a:xfrm>
        </p:grpSpPr>
        <p:sp>
          <p:nvSpPr>
            <p:cNvPr id="172" name="Oval 171">
              <a:extLst>
                <a:ext uri="{FF2B5EF4-FFF2-40B4-BE49-F238E27FC236}">
                  <a16:creationId xmlns:a16="http://schemas.microsoft.com/office/drawing/2014/main" id="{A6C33702-40E3-44A2-A7A2-BB17187D8B32}"/>
                </a:ext>
              </a:extLst>
            </p:cNvPr>
            <p:cNvSpPr/>
            <p:nvPr/>
          </p:nvSpPr>
          <p:spPr>
            <a:xfrm>
              <a:off x="1002842" y="6179203"/>
              <a:ext cx="285082" cy="283508"/>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grpSp>
          <p:nvGrpSpPr>
            <p:cNvPr id="173" name="Groupe 305">
              <a:extLst>
                <a:ext uri="{FF2B5EF4-FFF2-40B4-BE49-F238E27FC236}">
                  <a16:creationId xmlns:a16="http://schemas.microsoft.com/office/drawing/2014/main" id="{5C337EB9-821A-431B-AD49-AA4566843C8A}"/>
                </a:ext>
              </a:extLst>
            </p:cNvPr>
            <p:cNvGrpSpPr/>
            <p:nvPr/>
          </p:nvGrpSpPr>
          <p:grpSpPr>
            <a:xfrm>
              <a:off x="1079957" y="6233842"/>
              <a:ext cx="130854" cy="174258"/>
              <a:chOff x="4032251" y="5507038"/>
              <a:chExt cx="315913" cy="420688"/>
            </a:xfrm>
            <a:solidFill>
              <a:schemeClr val="accent4"/>
            </a:solidFill>
          </p:grpSpPr>
          <p:sp>
            <p:nvSpPr>
              <p:cNvPr id="174" name="Freeform 143">
                <a:extLst>
                  <a:ext uri="{FF2B5EF4-FFF2-40B4-BE49-F238E27FC236}">
                    <a16:creationId xmlns:a16="http://schemas.microsoft.com/office/drawing/2014/main" id="{29B50329-3A08-48C8-B09C-B2542C7DCC4A}"/>
                  </a:ext>
                </a:extLst>
              </p:cNvPr>
              <p:cNvSpPr>
                <a:spLocks/>
              </p:cNvSpPr>
              <p:nvPr/>
            </p:nvSpPr>
            <p:spPr bwMode="auto">
              <a:xfrm>
                <a:off x="4032251" y="5688013"/>
                <a:ext cx="315913" cy="239713"/>
              </a:xfrm>
              <a:custGeom>
                <a:avLst/>
                <a:gdLst>
                  <a:gd name="T0" fmla="*/ 27 w 84"/>
                  <a:gd name="T1" fmla="*/ 4 h 64"/>
                  <a:gd name="T2" fmla="*/ 0 w 84"/>
                  <a:gd name="T3" fmla="*/ 42 h 64"/>
                  <a:gd name="T4" fmla="*/ 0 w 84"/>
                  <a:gd name="T5" fmla="*/ 57 h 64"/>
                  <a:gd name="T6" fmla="*/ 0 w 84"/>
                  <a:gd name="T7" fmla="*/ 59 h 64"/>
                  <a:gd name="T8" fmla="*/ 21 w 84"/>
                  <a:gd name="T9" fmla="*/ 62 h 64"/>
                  <a:gd name="T10" fmla="*/ 56 w 84"/>
                  <a:gd name="T11" fmla="*/ 63 h 64"/>
                  <a:gd name="T12" fmla="*/ 75 w 84"/>
                  <a:gd name="T13" fmla="*/ 57 h 64"/>
                  <a:gd name="T14" fmla="*/ 78 w 84"/>
                  <a:gd name="T15" fmla="*/ 25 h 64"/>
                  <a:gd name="T16" fmla="*/ 55 w 84"/>
                  <a:gd name="T17" fmla="*/ 3 h 64"/>
                  <a:gd name="T18" fmla="*/ 27 w 84"/>
                  <a:gd name="T1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4">
                    <a:moveTo>
                      <a:pt x="27" y="4"/>
                    </a:moveTo>
                    <a:cubicBezTo>
                      <a:pt x="11" y="9"/>
                      <a:pt x="0" y="26"/>
                      <a:pt x="0" y="42"/>
                    </a:cubicBezTo>
                    <a:cubicBezTo>
                      <a:pt x="0" y="57"/>
                      <a:pt x="0" y="57"/>
                      <a:pt x="0" y="57"/>
                    </a:cubicBezTo>
                    <a:cubicBezTo>
                      <a:pt x="0" y="57"/>
                      <a:pt x="0" y="58"/>
                      <a:pt x="0" y="59"/>
                    </a:cubicBezTo>
                    <a:cubicBezTo>
                      <a:pt x="3" y="58"/>
                      <a:pt x="17" y="61"/>
                      <a:pt x="21" y="62"/>
                    </a:cubicBezTo>
                    <a:cubicBezTo>
                      <a:pt x="33" y="64"/>
                      <a:pt x="44" y="64"/>
                      <a:pt x="56" y="63"/>
                    </a:cubicBezTo>
                    <a:cubicBezTo>
                      <a:pt x="63" y="63"/>
                      <a:pt x="69" y="61"/>
                      <a:pt x="75" y="57"/>
                    </a:cubicBezTo>
                    <a:cubicBezTo>
                      <a:pt x="84" y="49"/>
                      <a:pt x="83" y="36"/>
                      <a:pt x="78" y="25"/>
                    </a:cubicBezTo>
                    <a:cubicBezTo>
                      <a:pt x="74" y="15"/>
                      <a:pt x="65" y="7"/>
                      <a:pt x="55" y="3"/>
                    </a:cubicBezTo>
                    <a:cubicBezTo>
                      <a:pt x="55" y="3"/>
                      <a:pt x="35" y="0"/>
                      <a:pt x="2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sp>
            <p:nvSpPr>
              <p:cNvPr id="175" name="Freeform 144">
                <a:extLst>
                  <a:ext uri="{FF2B5EF4-FFF2-40B4-BE49-F238E27FC236}">
                    <a16:creationId xmlns:a16="http://schemas.microsoft.com/office/drawing/2014/main" id="{E34CACE6-6F9E-4DD1-8361-FD648DF3339E}"/>
                  </a:ext>
                </a:extLst>
              </p:cNvPr>
              <p:cNvSpPr>
                <a:spLocks/>
              </p:cNvSpPr>
              <p:nvPr/>
            </p:nvSpPr>
            <p:spPr bwMode="auto">
              <a:xfrm>
                <a:off x="4100513" y="5507038"/>
                <a:ext cx="168275" cy="207963"/>
              </a:xfrm>
              <a:custGeom>
                <a:avLst/>
                <a:gdLst>
                  <a:gd name="T0" fmla="*/ 45 w 45"/>
                  <a:gd name="T1" fmla="*/ 28 h 55"/>
                  <a:gd name="T2" fmla="*/ 22 w 45"/>
                  <a:gd name="T3" fmla="*/ 55 h 55"/>
                  <a:gd name="T4" fmla="*/ 0 w 45"/>
                  <a:gd name="T5" fmla="*/ 28 h 55"/>
                  <a:gd name="T6" fmla="*/ 22 w 45"/>
                  <a:gd name="T7" fmla="*/ 0 h 55"/>
                  <a:gd name="T8" fmla="*/ 45 w 45"/>
                  <a:gd name="T9" fmla="*/ 28 h 55"/>
                </a:gdLst>
                <a:ahLst/>
                <a:cxnLst>
                  <a:cxn ang="0">
                    <a:pos x="T0" y="T1"/>
                  </a:cxn>
                  <a:cxn ang="0">
                    <a:pos x="T2" y="T3"/>
                  </a:cxn>
                  <a:cxn ang="0">
                    <a:pos x="T4" y="T5"/>
                  </a:cxn>
                  <a:cxn ang="0">
                    <a:pos x="T6" y="T7"/>
                  </a:cxn>
                  <a:cxn ang="0">
                    <a:pos x="T8" y="T9"/>
                  </a:cxn>
                </a:cxnLst>
                <a:rect l="0" t="0" r="r" b="b"/>
                <a:pathLst>
                  <a:path w="45" h="55">
                    <a:moveTo>
                      <a:pt x="45" y="28"/>
                    </a:moveTo>
                    <a:cubicBezTo>
                      <a:pt x="45" y="43"/>
                      <a:pt x="35" y="55"/>
                      <a:pt x="22" y="55"/>
                    </a:cubicBezTo>
                    <a:cubicBezTo>
                      <a:pt x="11" y="55"/>
                      <a:pt x="0" y="43"/>
                      <a:pt x="0" y="28"/>
                    </a:cubicBezTo>
                    <a:cubicBezTo>
                      <a:pt x="0" y="13"/>
                      <a:pt x="10" y="0"/>
                      <a:pt x="22" y="0"/>
                    </a:cubicBezTo>
                    <a:cubicBezTo>
                      <a:pt x="34" y="0"/>
                      <a:pt x="45" y="13"/>
                      <a:pt x="4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sp>
            <p:nvSpPr>
              <p:cNvPr id="176" name="Freeform 145">
                <a:extLst>
                  <a:ext uri="{FF2B5EF4-FFF2-40B4-BE49-F238E27FC236}">
                    <a16:creationId xmlns:a16="http://schemas.microsoft.com/office/drawing/2014/main" id="{73A8E836-9A19-46DF-BF1C-4C13F94B69C6}"/>
                  </a:ext>
                </a:extLst>
              </p:cNvPr>
              <p:cNvSpPr>
                <a:spLocks/>
              </p:cNvSpPr>
              <p:nvPr/>
            </p:nvSpPr>
            <p:spPr bwMode="auto">
              <a:xfrm>
                <a:off x="4164013" y="5729288"/>
                <a:ext cx="38100" cy="33338"/>
              </a:xfrm>
              <a:custGeom>
                <a:avLst/>
                <a:gdLst>
                  <a:gd name="T0" fmla="*/ 10 w 10"/>
                  <a:gd name="T1" fmla="*/ 3 h 9"/>
                  <a:gd name="T2" fmla="*/ 5 w 10"/>
                  <a:gd name="T3" fmla="*/ 9 h 9"/>
                  <a:gd name="T4" fmla="*/ 0 w 10"/>
                  <a:gd name="T5" fmla="*/ 3 h 9"/>
                  <a:gd name="T6" fmla="*/ 5 w 10"/>
                  <a:gd name="T7" fmla="*/ 0 h 9"/>
                  <a:gd name="T8" fmla="*/ 10 w 10"/>
                  <a:gd name="T9" fmla="*/ 3 h 9"/>
                </a:gdLst>
                <a:ahLst/>
                <a:cxnLst>
                  <a:cxn ang="0">
                    <a:pos x="T0" y="T1"/>
                  </a:cxn>
                  <a:cxn ang="0">
                    <a:pos x="T2" y="T3"/>
                  </a:cxn>
                  <a:cxn ang="0">
                    <a:pos x="T4" y="T5"/>
                  </a:cxn>
                  <a:cxn ang="0">
                    <a:pos x="T6" y="T7"/>
                  </a:cxn>
                  <a:cxn ang="0">
                    <a:pos x="T8" y="T9"/>
                  </a:cxn>
                </a:cxnLst>
                <a:rect l="0" t="0" r="r" b="b"/>
                <a:pathLst>
                  <a:path w="10" h="9">
                    <a:moveTo>
                      <a:pt x="10" y="3"/>
                    </a:moveTo>
                    <a:cubicBezTo>
                      <a:pt x="10" y="6"/>
                      <a:pt x="8" y="9"/>
                      <a:pt x="5" y="9"/>
                    </a:cubicBezTo>
                    <a:cubicBezTo>
                      <a:pt x="3" y="9"/>
                      <a:pt x="0" y="6"/>
                      <a:pt x="0" y="3"/>
                    </a:cubicBezTo>
                    <a:cubicBezTo>
                      <a:pt x="0" y="1"/>
                      <a:pt x="2" y="0"/>
                      <a:pt x="5" y="0"/>
                    </a:cubicBezTo>
                    <a:cubicBezTo>
                      <a:pt x="8" y="0"/>
                      <a:pt x="10" y="1"/>
                      <a:pt x="10" y="3"/>
                    </a:cubicBez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sp>
            <p:nvSpPr>
              <p:cNvPr id="177" name="Freeform 146">
                <a:extLst>
                  <a:ext uri="{FF2B5EF4-FFF2-40B4-BE49-F238E27FC236}">
                    <a16:creationId xmlns:a16="http://schemas.microsoft.com/office/drawing/2014/main" id="{9305DCD0-5924-4604-9C58-7839F9C1CC60}"/>
                  </a:ext>
                </a:extLst>
              </p:cNvPr>
              <p:cNvSpPr>
                <a:spLocks/>
              </p:cNvSpPr>
              <p:nvPr/>
            </p:nvSpPr>
            <p:spPr bwMode="auto">
              <a:xfrm>
                <a:off x="4167188" y="5759451"/>
                <a:ext cx="41275" cy="112713"/>
              </a:xfrm>
              <a:custGeom>
                <a:avLst/>
                <a:gdLst>
                  <a:gd name="T0" fmla="*/ 7 w 26"/>
                  <a:gd name="T1" fmla="*/ 0 h 71"/>
                  <a:gd name="T2" fmla="*/ 0 w 26"/>
                  <a:gd name="T3" fmla="*/ 54 h 71"/>
                  <a:gd name="T4" fmla="*/ 14 w 26"/>
                  <a:gd name="T5" fmla="*/ 71 h 71"/>
                  <a:gd name="T6" fmla="*/ 26 w 26"/>
                  <a:gd name="T7" fmla="*/ 54 h 71"/>
                  <a:gd name="T8" fmla="*/ 14 w 26"/>
                  <a:gd name="T9" fmla="*/ 0 h 71"/>
                  <a:gd name="T10" fmla="*/ 7 w 26"/>
                  <a:gd name="T11" fmla="*/ 0 h 71"/>
                </a:gdLst>
                <a:ahLst/>
                <a:cxnLst>
                  <a:cxn ang="0">
                    <a:pos x="T0" y="T1"/>
                  </a:cxn>
                  <a:cxn ang="0">
                    <a:pos x="T2" y="T3"/>
                  </a:cxn>
                  <a:cxn ang="0">
                    <a:pos x="T4" y="T5"/>
                  </a:cxn>
                  <a:cxn ang="0">
                    <a:pos x="T6" y="T7"/>
                  </a:cxn>
                  <a:cxn ang="0">
                    <a:pos x="T8" y="T9"/>
                  </a:cxn>
                  <a:cxn ang="0">
                    <a:pos x="T10" y="T11"/>
                  </a:cxn>
                </a:cxnLst>
                <a:rect l="0" t="0" r="r" b="b"/>
                <a:pathLst>
                  <a:path w="26" h="71">
                    <a:moveTo>
                      <a:pt x="7" y="0"/>
                    </a:moveTo>
                    <a:lnTo>
                      <a:pt x="0" y="54"/>
                    </a:lnTo>
                    <a:lnTo>
                      <a:pt x="14" y="71"/>
                    </a:lnTo>
                    <a:lnTo>
                      <a:pt x="26" y="54"/>
                    </a:lnTo>
                    <a:lnTo>
                      <a:pt x="14" y="0"/>
                    </a:lnTo>
                    <a:lnTo>
                      <a:pt x="7" y="0"/>
                    </a:lnTo>
                    <a:close/>
                  </a:path>
                </a:pathLst>
              </a:custGeom>
              <a:solidFill>
                <a:srgbClr val="3EE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Verdana"/>
                  <a:ea typeface="+mn-ea"/>
                  <a:cs typeface="+mn-cs"/>
                </a:endParaRPr>
              </a:p>
            </p:txBody>
          </p:sp>
        </p:grpSp>
      </p:grpSp>
      <p:grpSp>
        <p:nvGrpSpPr>
          <p:cNvPr id="178" name="Group 177">
            <a:extLst>
              <a:ext uri="{FF2B5EF4-FFF2-40B4-BE49-F238E27FC236}">
                <a16:creationId xmlns:a16="http://schemas.microsoft.com/office/drawing/2014/main" id="{155156F0-33A8-4ECC-87AC-5C071B788743}"/>
              </a:ext>
            </a:extLst>
          </p:cNvPr>
          <p:cNvGrpSpPr/>
          <p:nvPr/>
        </p:nvGrpSpPr>
        <p:grpSpPr>
          <a:xfrm>
            <a:off x="6321310" y="5614935"/>
            <a:ext cx="340072" cy="322657"/>
            <a:chOff x="2466355" y="6179203"/>
            <a:chExt cx="285082" cy="283508"/>
          </a:xfrm>
        </p:grpSpPr>
        <p:sp>
          <p:nvSpPr>
            <p:cNvPr id="179" name="Oval 178">
              <a:extLst>
                <a:ext uri="{FF2B5EF4-FFF2-40B4-BE49-F238E27FC236}">
                  <a16:creationId xmlns:a16="http://schemas.microsoft.com/office/drawing/2014/main" id="{88087A6E-07D7-4348-B17E-35368B57E77E}"/>
                </a:ext>
              </a:extLst>
            </p:cNvPr>
            <p:cNvSpPr/>
            <p:nvPr/>
          </p:nvSpPr>
          <p:spPr>
            <a:xfrm>
              <a:off x="2466355" y="6179203"/>
              <a:ext cx="285082" cy="2835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pic>
          <p:nvPicPr>
            <p:cNvPr id="180" name="Graphic 179" descr="Blueprint with solid fill">
              <a:extLst>
                <a:ext uri="{FF2B5EF4-FFF2-40B4-BE49-F238E27FC236}">
                  <a16:creationId xmlns:a16="http://schemas.microsoft.com/office/drawing/2014/main" id="{E794F3A6-95FF-43B8-B65A-5DAA29D589CB}"/>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506168" y="6218229"/>
              <a:ext cx="205456" cy="205456"/>
            </a:xfrm>
            <a:prstGeom prst="rect">
              <a:avLst/>
            </a:prstGeom>
          </p:spPr>
        </p:pic>
      </p:grpSp>
      <p:sp>
        <p:nvSpPr>
          <p:cNvPr id="125" name="Rectangle: Rounded Corners 124">
            <a:extLst>
              <a:ext uri="{FF2B5EF4-FFF2-40B4-BE49-F238E27FC236}">
                <a16:creationId xmlns:a16="http://schemas.microsoft.com/office/drawing/2014/main" id="{635712F7-F824-39B7-9A14-AF26F8DF81B7}"/>
              </a:ext>
            </a:extLst>
          </p:cNvPr>
          <p:cNvSpPr/>
          <p:nvPr/>
        </p:nvSpPr>
        <p:spPr>
          <a:xfrm>
            <a:off x="2615668" y="6515771"/>
            <a:ext cx="123562" cy="123111"/>
          </a:xfrm>
          <a:prstGeom prst="roundRect">
            <a:avLst/>
          </a:prstGeom>
          <a:solidFill>
            <a:srgbClr val="863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6" name="Rectangle: Rounded Corners 125">
            <a:extLst>
              <a:ext uri="{FF2B5EF4-FFF2-40B4-BE49-F238E27FC236}">
                <a16:creationId xmlns:a16="http://schemas.microsoft.com/office/drawing/2014/main" id="{6F9EB9D2-FA84-BF8E-41F5-817A8D6FAE68}"/>
              </a:ext>
            </a:extLst>
          </p:cNvPr>
          <p:cNvSpPr/>
          <p:nvPr/>
        </p:nvSpPr>
        <p:spPr>
          <a:xfrm>
            <a:off x="3619030" y="6515771"/>
            <a:ext cx="123562" cy="123111"/>
          </a:xfrm>
          <a:prstGeom prst="roundRect">
            <a:avLst/>
          </a:prstGeom>
          <a:solidFill>
            <a:srgbClr val="3DE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7" name="Rectangle: Rounded Corners 126">
            <a:extLst>
              <a:ext uri="{FF2B5EF4-FFF2-40B4-BE49-F238E27FC236}">
                <a16:creationId xmlns:a16="http://schemas.microsoft.com/office/drawing/2014/main" id="{547DADDF-F470-57D2-E23C-EDBFDBC2C5B6}"/>
              </a:ext>
            </a:extLst>
          </p:cNvPr>
          <p:cNvSpPr/>
          <p:nvPr/>
        </p:nvSpPr>
        <p:spPr>
          <a:xfrm>
            <a:off x="5074449" y="6515771"/>
            <a:ext cx="123562" cy="123111"/>
          </a:xfrm>
          <a:prstGeom prst="roundRect">
            <a:avLst/>
          </a:prstGeom>
          <a:solidFill>
            <a:srgbClr val="00B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8" name="Rectangle: Rounded Corners 127">
            <a:extLst>
              <a:ext uri="{FF2B5EF4-FFF2-40B4-BE49-F238E27FC236}">
                <a16:creationId xmlns:a16="http://schemas.microsoft.com/office/drawing/2014/main" id="{0B7A5E73-647B-7D51-8EA6-C98CDB5448D7}"/>
              </a:ext>
            </a:extLst>
          </p:cNvPr>
          <p:cNvSpPr/>
          <p:nvPr/>
        </p:nvSpPr>
        <p:spPr>
          <a:xfrm>
            <a:off x="6242198" y="6515771"/>
            <a:ext cx="123562" cy="123111"/>
          </a:xfrm>
          <a:prstGeom prst="roundRect">
            <a:avLst/>
          </a:prstGeom>
          <a:solidFill>
            <a:srgbClr val="2EA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29" name="TextBox 128">
            <a:extLst>
              <a:ext uri="{FF2B5EF4-FFF2-40B4-BE49-F238E27FC236}">
                <a16:creationId xmlns:a16="http://schemas.microsoft.com/office/drawing/2014/main" id="{47ED427C-238E-554C-0F43-FBAA60D5EF23}"/>
              </a:ext>
            </a:extLst>
          </p:cNvPr>
          <p:cNvSpPr txBox="1"/>
          <p:nvPr/>
        </p:nvSpPr>
        <p:spPr>
          <a:xfrm>
            <a:off x="2784298" y="6493269"/>
            <a:ext cx="866809"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Program lead</a:t>
            </a:r>
          </a:p>
        </p:txBody>
      </p:sp>
      <p:sp>
        <p:nvSpPr>
          <p:cNvPr id="130" name="TextBox 129">
            <a:extLst>
              <a:ext uri="{FF2B5EF4-FFF2-40B4-BE49-F238E27FC236}">
                <a16:creationId xmlns:a16="http://schemas.microsoft.com/office/drawing/2014/main" id="{53AA8008-EFB1-1A16-2771-91A3B3F99651}"/>
              </a:ext>
            </a:extLst>
          </p:cNvPr>
          <p:cNvSpPr txBox="1"/>
          <p:nvPr/>
        </p:nvSpPr>
        <p:spPr>
          <a:xfrm>
            <a:off x="3811070" y="6502237"/>
            <a:ext cx="1171904"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Instructional</a:t>
            </a:r>
            <a:r>
              <a:rPr kumimoji="0" lang="en-US" sz="900" b="0" i="0" u="none" strike="noStrike" kern="1200" cap="none" spc="0" normalizeH="0" baseline="0" noProof="0">
                <a:ln>
                  <a:noFill/>
                </a:ln>
                <a:solidFill>
                  <a:srgbClr val="000000"/>
                </a:solidFill>
                <a:effectLst/>
                <a:uLnTx/>
                <a:uFillTx/>
                <a:latin typeface="Ubuntu"/>
                <a:ea typeface="+mn-ea"/>
                <a:cs typeface="+mn-cs"/>
              </a:rPr>
              <a:t> </a:t>
            </a:r>
            <a:r>
              <a:rPr kumimoji="0" lang="en-US" sz="900" b="0" i="0" u="none" strike="noStrike" kern="1200" cap="none" spc="0" normalizeH="0" baseline="0" noProof="0">
                <a:ln>
                  <a:noFill/>
                </a:ln>
                <a:solidFill>
                  <a:schemeClr val="bg1"/>
                </a:solidFill>
                <a:effectLst/>
                <a:uLnTx/>
                <a:uFillTx/>
                <a:latin typeface="Ubuntu"/>
                <a:ea typeface="+mn-ea"/>
                <a:cs typeface="+mn-cs"/>
              </a:rPr>
              <a:t>Designer</a:t>
            </a:r>
          </a:p>
        </p:txBody>
      </p:sp>
      <p:sp>
        <p:nvSpPr>
          <p:cNvPr id="131" name="TextBox 130">
            <a:extLst>
              <a:ext uri="{FF2B5EF4-FFF2-40B4-BE49-F238E27FC236}">
                <a16:creationId xmlns:a16="http://schemas.microsoft.com/office/drawing/2014/main" id="{E9D23090-EEC5-DFFC-A21E-F12558A985D7}"/>
              </a:ext>
            </a:extLst>
          </p:cNvPr>
          <p:cNvSpPr txBox="1"/>
          <p:nvPr/>
        </p:nvSpPr>
        <p:spPr>
          <a:xfrm>
            <a:off x="5250900" y="6495334"/>
            <a:ext cx="928061"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Graphic Designer</a:t>
            </a:r>
          </a:p>
        </p:txBody>
      </p:sp>
      <p:sp>
        <p:nvSpPr>
          <p:cNvPr id="132" name="TextBox 131">
            <a:extLst>
              <a:ext uri="{FF2B5EF4-FFF2-40B4-BE49-F238E27FC236}">
                <a16:creationId xmlns:a16="http://schemas.microsoft.com/office/drawing/2014/main" id="{3056DD47-1147-EBC0-60BA-A2588F5769B0}"/>
              </a:ext>
            </a:extLst>
          </p:cNvPr>
          <p:cNvSpPr txBox="1"/>
          <p:nvPr/>
        </p:nvSpPr>
        <p:spPr>
          <a:xfrm>
            <a:off x="6446887" y="6460009"/>
            <a:ext cx="144316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SME( </a:t>
            </a:r>
            <a:r>
              <a:rPr lang="en-US" sz="900">
                <a:solidFill>
                  <a:schemeClr val="bg1"/>
                </a:solidFill>
                <a:latin typeface="Ubuntu"/>
              </a:rPr>
              <a:t>Phase 1 includes content creator)</a:t>
            </a:r>
          </a:p>
        </p:txBody>
      </p:sp>
      <p:sp>
        <p:nvSpPr>
          <p:cNvPr id="134" name="TextBox 133">
            <a:extLst>
              <a:ext uri="{FF2B5EF4-FFF2-40B4-BE49-F238E27FC236}">
                <a16:creationId xmlns:a16="http://schemas.microsoft.com/office/drawing/2014/main" id="{4088B7F4-DEA9-627B-4339-587C21D7722A}"/>
              </a:ext>
            </a:extLst>
          </p:cNvPr>
          <p:cNvSpPr txBox="1"/>
          <p:nvPr/>
        </p:nvSpPr>
        <p:spPr>
          <a:xfrm>
            <a:off x="7950134" y="6493269"/>
            <a:ext cx="1767707"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latin typeface="Ubuntu"/>
              </a:rPr>
              <a:t>Client Learning team (SME &amp; L&amp;D)</a:t>
            </a: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sp>
        <p:nvSpPr>
          <p:cNvPr id="61" name="Rectangle: Rounded Corners 60">
            <a:extLst>
              <a:ext uri="{FF2B5EF4-FFF2-40B4-BE49-F238E27FC236}">
                <a16:creationId xmlns:a16="http://schemas.microsoft.com/office/drawing/2014/main" id="{FB69D15F-C6F7-2C82-A94A-464FFC343C53}"/>
              </a:ext>
            </a:extLst>
          </p:cNvPr>
          <p:cNvSpPr/>
          <p:nvPr/>
        </p:nvSpPr>
        <p:spPr>
          <a:xfrm>
            <a:off x="7755965" y="6493269"/>
            <a:ext cx="123562" cy="12311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35" name="TextBox 134">
            <a:extLst>
              <a:ext uri="{FF2B5EF4-FFF2-40B4-BE49-F238E27FC236}">
                <a16:creationId xmlns:a16="http://schemas.microsoft.com/office/drawing/2014/main" id="{EC27D7C5-16EB-5DFD-A798-28BBE62F2EF4}"/>
              </a:ext>
            </a:extLst>
          </p:cNvPr>
          <p:cNvSpPr txBox="1"/>
          <p:nvPr/>
        </p:nvSpPr>
        <p:spPr>
          <a:xfrm>
            <a:off x="4654193" y="4448712"/>
            <a:ext cx="1625247" cy="610314"/>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Template for participant’s guide</a:t>
            </a:r>
            <a:r>
              <a:rPr lang="en-IN" sz="900" noProof="0">
                <a:solidFill>
                  <a:srgbClr val="FFFFFF"/>
                </a:solidFill>
                <a:latin typeface="Ubuntu"/>
              </a:rPr>
              <a:t>, </a:t>
            </a:r>
            <a:r>
              <a:rPr kumimoji="0" lang="en-IN" sz="900" b="0" i="0" u="none" strike="noStrike" kern="1200" cap="none" spc="0" normalizeH="0" baseline="0" noProof="0">
                <a:ln>
                  <a:noFill/>
                </a:ln>
                <a:solidFill>
                  <a:srgbClr val="FFFFFF"/>
                </a:solidFill>
                <a:effectLst/>
                <a:uLnTx/>
                <a:uFillTx/>
                <a:latin typeface="Ubuntu"/>
                <a:ea typeface="+mn-ea"/>
                <a:cs typeface="+mn-cs"/>
              </a:rPr>
              <a:t>face-to-face training deck</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rgbClr val="FFFFFF"/>
                </a:solidFill>
                <a:latin typeface="Ubuntu"/>
              </a:rPr>
              <a:t>Template for introductory videos, Activity sheets, Assesments </a:t>
            </a:r>
            <a:endParaRPr kumimoji="0" lang="en-IN" sz="900" b="0" i="0" u="none" strike="noStrike" kern="1200" cap="none" spc="0" normalizeH="0" baseline="0" noProof="0">
              <a:ln>
                <a:noFill/>
              </a:ln>
              <a:solidFill>
                <a:srgbClr val="FFFFFF"/>
              </a:solidFill>
              <a:effectLst/>
              <a:uLnTx/>
              <a:uFillTx/>
              <a:latin typeface="Ubuntu"/>
              <a:ea typeface="+mn-ea"/>
              <a:cs typeface="+mn-cs"/>
            </a:endParaRPr>
          </a:p>
        </p:txBody>
      </p:sp>
      <p:sp>
        <p:nvSpPr>
          <p:cNvPr id="136" name="TextBox 135">
            <a:extLst>
              <a:ext uri="{FF2B5EF4-FFF2-40B4-BE49-F238E27FC236}">
                <a16:creationId xmlns:a16="http://schemas.microsoft.com/office/drawing/2014/main" id="{8681F4DE-4F68-DA62-55C0-821511178EF7}"/>
              </a:ext>
            </a:extLst>
          </p:cNvPr>
          <p:cNvSpPr txBox="1"/>
          <p:nvPr/>
        </p:nvSpPr>
        <p:spPr>
          <a:xfrm>
            <a:off x="6435271" y="4505102"/>
            <a:ext cx="1444256" cy="610311"/>
          </a:xfrm>
          <a:prstGeom prst="rect">
            <a:avLst/>
          </a:prstGeom>
          <a:noFill/>
        </p:spPr>
        <p:txBody>
          <a:bodyPr wrap="square" lIns="0" tIns="0" rIns="0" bIns="0">
            <a:no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Participant’s guide</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Face-to-face training deck for facilitators  </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TTT tool kit (</a:t>
            </a:r>
            <a:r>
              <a:rPr lang="en-IN" sz="900">
                <a:solidFill>
                  <a:srgbClr val="FFFFFF"/>
                </a:solidFill>
                <a:latin typeface="Ubuntu"/>
              </a:rPr>
              <a:t>For details, </a:t>
            </a:r>
            <a:r>
              <a:rPr kumimoji="0" lang="en-IN" sz="900" b="0" i="0" u="none" strike="noStrike" kern="1200" cap="none" spc="0" normalizeH="0" baseline="0" noProof="0">
                <a:ln>
                  <a:noFill/>
                </a:ln>
                <a:solidFill>
                  <a:srgbClr val="FFFFFF"/>
                </a:solidFill>
                <a:effectLst/>
                <a:uLnTx/>
                <a:uFillTx/>
                <a:latin typeface="Ubuntu"/>
                <a:ea typeface="+mn-ea"/>
                <a:cs typeface="+mn-cs"/>
              </a:rPr>
              <a:t>please refer to slide 9)</a:t>
            </a:r>
          </a:p>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IN" sz="900" b="0" i="0" u="none" strike="noStrike" kern="1200" cap="none" spc="0" normalizeH="0" baseline="0" noProof="0">
              <a:ln>
                <a:noFill/>
              </a:ln>
              <a:solidFill>
                <a:srgbClr val="FFFFFF"/>
              </a:solidFill>
              <a:effectLst/>
              <a:uLnTx/>
              <a:uFillTx/>
              <a:latin typeface="Ubuntu"/>
              <a:ea typeface="+mn-ea"/>
              <a:cs typeface="+mn-cs"/>
            </a:endParaRPr>
          </a:p>
        </p:txBody>
      </p:sp>
      <p:sp>
        <p:nvSpPr>
          <p:cNvPr id="137" name="TextBox 136">
            <a:extLst>
              <a:ext uri="{FF2B5EF4-FFF2-40B4-BE49-F238E27FC236}">
                <a16:creationId xmlns:a16="http://schemas.microsoft.com/office/drawing/2014/main" id="{5015DD60-FF55-B1AB-BFB2-EA4F44E4F47A}"/>
              </a:ext>
            </a:extLst>
          </p:cNvPr>
          <p:cNvSpPr txBox="1"/>
          <p:nvPr/>
        </p:nvSpPr>
        <p:spPr>
          <a:xfrm>
            <a:off x="9791272" y="4469262"/>
            <a:ext cx="1253447" cy="553998"/>
          </a:xfrm>
          <a:prstGeom prst="rect">
            <a:avLst/>
          </a:prstGeom>
          <a:noFill/>
        </p:spPr>
        <p:txBody>
          <a:bodyPr wrap="square" lIns="0" tIns="0" rIns="0" bIns="0">
            <a:spAutoFit/>
          </a:bodyPr>
          <a:lstStyle/>
          <a:p>
            <a:pPr marL="176400" marR="0" lvl="0" indent="-1764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IN" sz="900">
                <a:solidFill>
                  <a:schemeClr val="bg1"/>
                </a:solidFill>
              </a:rPr>
              <a:t>Evaluation of the training success by analysing the feedback form</a:t>
            </a:r>
          </a:p>
        </p:txBody>
      </p:sp>
      <p:sp>
        <p:nvSpPr>
          <p:cNvPr id="29" name="TextBox 28">
            <a:extLst>
              <a:ext uri="{FF2B5EF4-FFF2-40B4-BE49-F238E27FC236}">
                <a16:creationId xmlns:a16="http://schemas.microsoft.com/office/drawing/2014/main" id="{5D2D1CD2-1CC8-CD6A-086B-A781C7EE7DBB}"/>
              </a:ext>
            </a:extLst>
          </p:cNvPr>
          <p:cNvSpPr txBox="1"/>
          <p:nvPr/>
        </p:nvSpPr>
        <p:spPr>
          <a:xfrm>
            <a:off x="6355987" y="796645"/>
            <a:ext cx="1719470" cy="309958"/>
          </a:xfrm>
          <a:prstGeom prst="rect">
            <a:avLst/>
          </a:prstGeom>
          <a:noFill/>
        </p:spPr>
        <p:txBody>
          <a:bodyPr vert="horz" wrap="square" lIns="90000" tIns="46800" rIns="90000" bIns="46800" rtlCol="0" anchor="ctr">
            <a:spAutoFit/>
          </a:bodyPr>
          <a:lstStyle/>
          <a:p>
            <a:pPr marL="95250" indent="-95250" algn="ctr">
              <a:spcBef>
                <a:spcPct val="0"/>
              </a:spcBef>
            </a:pPr>
            <a:r>
              <a:rPr lang="en-GB" sz="1400" b="1" dirty="0">
                <a:solidFill>
                  <a:schemeClr val="accent2">
                    <a:lumMod val="20000"/>
                    <a:lumOff val="80000"/>
                  </a:schemeClr>
                </a:solidFill>
              </a:rPr>
              <a:t>~3.5 week</a:t>
            </a:r>
            <a:endParaRPr lang="en-US" sz="1400" b="1" dirty="0">
              <a:solidFill>
                <a:schemeClr val="accent2">
                  <a:lumMod val="20000"/>
                  <a:lumOff val="80000"/>
                </a:schemeClr>
              </a:solidFill>
            </a:endParaRPr>
          </a:p>
        </p:txBody>
      </p:sp>
      <p:sp>
        <p:nvSpPr>
          <p:cNvPr id="30" name="TextBox 29">
            <a:extLst>
              <a:ext uri="{FF2B5EF4-FFF2-40B4-BE49-F238E27FC236}">
                <a16:creationId xmlns:a16="http://schemas.microsoft.com/office/drawing/2014/main" id="{70E2E565-C433-4246-E929-88FDDDDE2AAC}"/>
              </a:ext>
            </a:extLst>
          </p:cNvPr>
          <p:cNvSpPr txBox="1"/>
          <p:nvPr/>
        </p:nvSpPr>
        <p:spPr>
          <a:xfrm>
            <a:off x="8820255" y="780644"/>
            <a:ext cx="1719470" cy="309958"/>
          </a:xfrm>
          <a:prstGeom prst="rect">
            <a:avLst/>
          </a:prstGeom>
          <a:noFill/>
        </p:spPr>
        <p:txBody>
          <a:bodyPr vert="horz" wrap="square" lIns="90000" tIns="46800" rIns="90000" bIns="46800" rtlCol="0" anchor="ctr">
            <a:spAutoFit/>
          </a:bodyPr>
          <a:lstStyle/>
          <a:p>
            <a:pPr marL="95250" indent="-95250" algn="ctr">
              <a:spcBef>
                <a:spcPct val="0"/>
              </a:spcBef>
            </a:pPr>
            <a:r>
              <a:rPr lang="en-GB" sz="1400" b="1" dirty="0">
                <a:solidFill>
                  <a:schemeClr val="accent2">
                    <a:lumMod val="20000"/>
                    <a:lumOff val="80000"/>
                  </a:schemeClr>
                </a:solidFill>
              </a:rPr>
              <a:t>~0.5 week</a:t>
            </a:r>
            <a:endParaRPr lang="en-US" sz="1400" b="1" dirty="0">
              <a:solidFill>
                <a:schemeClr val="accent2">
                  <a:lumMod val="20000"/>
                  <a:lumOff val="80000"/>
                </a:schemeClr>
              </a:solidFill>
            </a:endParaRPr>
          </a:p>
        </p:txBody>
      </p:sp>
    </p:spTree>
    <p:extLst>
      <p:ext uri="{BB962C8B-B14F-4D97-AF65-F5344CB8AC3E}">
        <p14:creationId xmlns:p14="http://schemas.microsoft.com/office/powerpoint/2010/main" val="26824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EF5E2F-2246-481E-BBB1-EB377260F39A}"/>
              </a:ext>
            </a:extLst>
          </p:cNvPr>
          <p:cNvSpPr txBox="1">
            <a:spLocks/>
          </p:cNvSpPr>
          <p:nvPr/>
        </p:nvSpPr>
        <p:spPr>
          <a:xfrm>
            <a:off x="316927" y="3429000"/>
            <a:ext cx="6465372" cy="1000888"/>
          </a:xfrm>
          <a:prstGeom prst="rect">
            <a:avLst/>
          </a:prstGeom>
        </p:spPr>
        <p:txBody>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1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sz="4000" b="1" spc="200" dirty="0">
                <a:solidFill>
                  <a:srgbClr val="FFFFFF"/>
                </a:solidFill>
                <a:latin typeface="Ubuntu" panose="020B0504030602030204" pitchFamily="34" charset="0"/>
              </a:rPr>
              <a:t>RESOURCE &amp; COMMERCIALS</a:t>
            </a:r>
            <a:endParaRPr kumimoji="0" lang="en-US" sz="4000" b="1" i="0" u="none" strike="noStrike" kern="1200" cap="none" spc="200" normalizeH="0" baseline="0" noProof="0" dirty="0">
              <a:ln>
                <a:noFill/>
              </a:ln>
              <a:solidFill>
                <a:srgbClr val="FFFFFF"/>
              </a:solidFill>
              <a:effectLs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151168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72ADD-3DD5-441D-B570-C61F909E50E4}"/>
              </a:ext>
            </a:extLst>
          </p:cNvPr>
          <p:cNvSpPr>
            <a:spLocks noGrp="1"/>
          </p:cNvSpPr>
          <p:nvPr>
            <p:ph type="title"/>
          </p:nvPr>
        </p:nvSpPr>
        <p:spPr/>
        <p:txBody>
          <a:bodyPr/>
          <a:lstStyle/>
          <a:p>
            <a:r>
              <a:rPr lang="en-US" sz="2800">
                <a:latin typeface="Ubuntu Medium" panose="020B0604030602030204" pitchFamily="34" charset="0"/>
              </a:rPr>
              <a:t>ASSUMPTIONS &amp; DEPENDENCIES</a:t>
            </a:r>
            <a:endParaRPr lang="en-US"/>
          </a:p>
        </p:txBody>
      </p:sp>
      <p:sp>
        <p:nvSpPr>
          <p:cNvPr id="5" name="Block Arc 4">
            <a:extLst>
              <a:ext uri="{FF2B5EF4-FFF2-40B4-BE49-F238E27FC236}">
                <a16:creationId xmlns:a16="http://schemas.microsoft.com/office/drawing/2014/main" id="{C795E449-69DD-4EE5-8D0D-18FC44AA7714}"/>
              </a:ext>
            </a:extLst>
          </p:cNvPr>
          <p:cNvSpPr/>
          <p:nvPr/>
        </p:nvSpPr>
        <p:spPr>
          <a:xfrm rot="5400000">
            <a:off x="-170087" y="1919941"/>
            <a:ext cx="3518423" cy="3568776"/>
          </a:xfrm>
          <a:prstGeom prst="blockArc">
            <a:avLst/>
          </a:pr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endParaRPr>
          </a:p>
        </p:txBody>
      </p:sp>
      <p:sp>
        <p:nvSpPr>
          <p:cNvPr id="6" name="Oval 5">
            <a:extLst>
              <a:ext uri="{FF2B5EF4-FFF2-40B4-BE49-F238E27FC236}">
                <a16:creationId xmlns:a16="http://schemas.microsoft.com/office/drawing/2014/main" id="{56FC7A04-5568-48F5-A5EE-AE1124119B9A}"/>
              </a:ext>
            </a:extLst>
          </p:cNvPr>
          <p:cNvSpPr/>
          <p:nvPr/>
        </p:nvSpPr>
        <p:spPr>
          <a:xfrm>
            <a:off x="224678" y="2420247"/>
            <a:ext cx="2694152" cy="2748817"/>
          </a:xfrm>
          <a:prstGeom prst="ellipse">
            <a:avLst/>
          </a:prstGeom>
          <a:solidFill>
            <a:schemeClr val="bg2"/>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7" name="Oval 6">
            <a:extLst>
              <a:ext uri="{FF2B5EF4-FFF2-40B4-BE49-F238E27FC236}">
                <a16:creationId xmlns:a16="http://schemas.microsoft.com/office/drawing/2014/main" id="{B0FB16AD-EE0A-47ED-A505-1D30F152F23E}"/>
              </a:ext>
            </a:extLst>
          </p:cNvPr>
          <p:cNvSpPr/>
          <p:nvPr/>
        </p:nvSpPr>
        <p:spPr>
          <a:xfrm>
            <a:off x="224678" y="2411369"/>
            <a:ext cx="2694152" cy="2748817"/>
          </a:xfrm>
          <a:prstGeom prst="ellipse">
            <a:avLst/>
          </a:prstGeom>
          <a:solidFill>
            <a:schemeClr val="bg2"/>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8" name="Graphic 7" descr="Kite with solid fill">
            <a:extLst>
              <a:ext uri="{FF2B5EF4-FFF2-40B4-BE49-F238E27FC236}">
                <a16:creationId xmlns:a16="http://schemas.microsoft.com/office/drawing/2014/main" id="{1577112D-DC63-498D-916D-DD598B06A7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9057" y="3407149"/>
            <a:ext cx="945393" cy="945393"/>
          </a:xfrm>
          <a:prstGeom prst="rect">
            <a:avLst/>
          </a:prstGeom>
        </p:spPr>
      </p:pic>
      <p:sp>
        <p:nvSpPr>
          <p:cNvPr id="9" name="TextBox 8">
            <a:extLst>
              <a:ext uri="{FF2B5EF4-FFF2-40B4-BE49-F238E27FC236}">
                <a16:creationId xmlns:a16="http://schemas.microsoft.com/office/drawing/2014/main" id="{8F1B6898-C33D-4DF7-997F-3832D584552F}"/>
              </a:ext>
            </a:extLst>
          </p:cNvPr>
          <p:cNvSpPr txBox="1"/>
          <p:nvPr/>
        </p:nvSpPr>
        <p:spPr>
          <a:xfrm>
            <a:off x="4064726" y="1460340"/>
            <a:ext cx="7423081" cy="4278094"/>
          </a:xfrm>
          <a:prstGeom prst="rect">
            <a:avLst/>
          </a:prstGeom>
          <a:noFill/>
          <a:ln>
            <a:solidFill>
              <a:srgbClr val="009E8F"/>
            </a:solidFill>
          </a:ln>
        </p:spPr>
        <p:txBody>
          <a:bodyPr wrap="square" lIns="91440" tIns="45720" rIns="91440" bIns="45720" rtlCol="0" anchor="t">
            <a:spAutoFit/>
          </a:bodyPr>
          <a:lstStyle/>
          <a:p>
            <a:pPr marL="342900" indent="-342900">
              <a:buClr>
                <a:srgbClr val="00929B"/>
              </a:buClr>
              <a:buFont typeface="Wingdings" panose="05000000000000000000" pitchFamily="2" charset="2"/>
              <a:buChar char="§"/>
            </a:pPr>
            <a:r>
              <a:rPr lang="en-US" sz="1600" dirty="0">
                <a:solidFill>
                  <a:schemeClr val="bg1"/>
                </a:solidFill>
                <a:ea typeface="Times New Roman" panose="02020603050405020304" pitchFamily="18" charset="0"/>
              </a:rPr>
              <a:t>Capgemini SME &amp; Indus Tower SME will collaborate to create  content</a:t>
            </a:r>
            <a:r>
              <a:rPr lang="en-US" sz="1600" dirty="0">
                <a:solidFill>
                  <a:schemeClr val="bg1"/>
                </a:solidFill>
                <a:effectLst/>
                <a:ea typeface="Times New Roman" panose="02020603050405020304" pitchFamily="18" charset="0"/>
              </a:rPr>
              <a:t> </a:t>
            </a:r>
          </a:p>
          <a:p>
            <a:pPr marL="342900" indent="-342900">
              <a:buClr>
                <a:srgbClr val="00929B"/>
              </a:buClr>
              <a:buFont typeface="Wingdings" panose="05000000000000000000" pitchFamily="2" charset="2"/>
              <a:buChar char="§"/>
            </a:pPr>
            <a:r>
              <a:rPr lang="en-US" sz="1600" dirty="0">
                <a:solidFill>
                  <a:schemeClr val="bg1"/>
                </a:solidFill>
                <a:ea typeface="Times New Roman" panose="02020603050405020304" pitchFamily="18" charset="0"/>
              </a:rPr>
              <a:t>Capgemini &amp; Indus Tower SPOCs to </a:t>
            </a:r>
            <a:r>
              <a:rPr lang="en-US" sz="1600" dirty="0" err="1">
                <a:solidFill>
                  <a:schemeClr val="bg1"/>
                </a:solidFill>
                <a:ea typeface="Times New Roman" panose="02020603050405020304" pitchFamily="18" charset="0"/>
              </a:rPr>
              <a:t>finalise</a:t>
            </a:r>
            <a:r>
              <a:rPr lang="en-US" sz="1600" dirty="0">
                <a:solidFill>
                  <a:schemeClr val="bg1"/>
                </a:solidFill>
                <a:ea typeface="Times New Roman" panose="02020603050405020304" pitchFamily="18" charset="0"/>
              </a:rPr>
              <a:t> on the role and requirements</a:t>
            </a:r>
            <a:endParaRPr lang="en-US" sz="1600" dirty="0">
              <a:solidFill>
                <a:schemeClr val="bg1"/>
              </a:solidFill>
              <a:effectLst/>
              <a:ea typeface="Times New Roman" panose="02020603050405020304" pitchFamily="18" charset="0"/>
            </a:endParaRPr>
          </a:p>
          <a:p>
            <a:pPr marL="342900" indent="-342900">
              <a:buClr>
                <a:srgbClr val="00929B"/>
              </a:buClr>
              <a:buFont typeface="Wingdings" panose="05000000000000000000" pitchFamily="2" charset="2"/>
              <a:buChar char="§"/>
            </a:pPr>
            <a:r>
              <a:rPr lang="en-US" sz="1600" dirty="0">
                <a:solidFill>
                  <a:schemeClr val="bg1"/>
                </a:solidFill>
                <a:ea typeface="Times New Roman" panose="02020603050405020304" pitchFamily="18" charset="0"/>
              </a:rPr>
              <a:t>Content creators will include Instructional Designer and Training Developer</a:t>
            </a:r>
            <a:endParaRPr lang="en-US" sz="1600" dirty="0">
              <a:solidFill>
                <a:schemeClr val="bg1"/>
              </a:solidFill>
              <a:effectLst/>
              <a:ea typeface="Times New Roman" panose="02020603050405020304" pitchFamily="18" charset="0"/>
            </a:endParaRPr>
          </a:p>
          <a:p>
            <a:pPr marL="342900" indent="-342900">
              <a:buClr>
                <a:srgbClr val="00929B"/>
              </a:buClr>
              <a:buFont typeface="Wingdings" panose="05000000000000000000" pitchFamily="2" charset="2"/>
              <a:buChar char="§"/>
            </a:pPr>
            <a:r>
              <a:rPr lang="en-US" sz="1600" dirty="0">
                <a:solidFill>
                  <a:schemeClr val="bg1"/>
                </a:solidFill>
                <a:ea typeface="Times New Roman" panose="02020603050405020304" pitchFamily="18" charset="0"/>
              </a:rPr>
              <a:t>Required </a:t>
            </a:r>
            <a:r>
              <a:rPr lang="en-US" sz="1600" dirty="0">
                <a:solidFill>
                  <a:schemeClr val="bg1"/>
                </a:solidFill>
              </a:rPr>
              <a:t>review and sign off to be done by Indus Tower </a:t>
            </a:r>
          </a:p>
          <a:p>
            <a:pPr marL="342900" indent="-342900">
              <a:buClr>
                <a:srgbClr val="00929B"/>
              </a:buClr>
              <a:buFont typeface="Wingdings" panose="05000000000000000000" pitchFamily="2" charset="2"/>
              <a:buChar char="§"/>
            </a:pPr>
            <a:r>
              <a:rPr lang="en-IN" sz="1600" dirty="0">
                <a:solidFill>
                  <a:schemeClr val="bg1"/>
                </a:solidFill>
              </a:rPr>
              <a:t>Voiceover audio will be automated tool generated</a:t>
            </a:r>
            <a:r>
              <a:rPr lang="en-US" sz="1600" dirty="0">
                <a:solidFill>
                  <a:schemeClr val="bg1"/>
                </a:solidFill>
              </a:rPr>
              <a:t>        </a:t>
            </a:r>
          </a:p>
          <a:p>
            <a:pPr marL="342900" indent="-342900">
              <a:buClr>
                <a:srgbClr val="00929B"/>
              </a:buClr>
              <a:buFont typeface="Wingdings" panose="05000000000000000000" pitchFamily="2" charset="2"/>
              <a:buChar char="§"/>
            </a:pPr>
            <a:r>
              <a:rPr lang="en-IN" sz="1600" dirty="0">
                <a:solidFill>
                  <a:schemeClr val="bg1"/>
                </a:solidFill>
              </a:rPr>
              <a:t>The training materials would undergo a maximum of 3 iterations. Any further change would impact timelines/cost</a:t>
            </a:r>
            <a:r>
              <a:rPr lang="en-US" sz="1600" dirty="0">
                <a:solidFill>
                  <a:schemeClr val="bg1"/>
                </a:solidFill>
              </a:rPr>
              <a:t>     </a:t>
            </a:r>
          </a:p>
          <a:p>
            <a:pPr marL="342900" indent="-342900">
              <a:buClr>
                <a:srgbClr val="00929B"/>
              </a:buClr>
              <a:buFont typeface="Wingdings" panose="05000000000000000000" pitchFamily="2" charset="2"/>
              <a:buChar char="§"/>
            </a:pPr>
            <a:r>
              <a:rPr lang="en-US" sz="1600" dirty="0">
                <a:solidFill>
                  <a:schemeClr val="bg1"/>
                </a:solidFill>
                <a:effectLst/>
                <a:ea typeface="Times New Roman" panose="02020603050405020304" pitchFamily="18" charset="0"/>
              </a:rPr>
              <a:t>The </a:t>
            </a:r>
            <a:r>
              <a:rPr lang="en-US" sz="1600" dirty="0">
                <a:solidFill>
                  <a:schemeClr val="bg1"/>
                </a:solidFill>
              </a:rPr>
              <a:t>activities to be covered by the Client are the following:                   </a:t>
            </a:r>
            <a:r>
              <a:rPr lang="en-US" sz="1600" dirty="0">
                <a:solidFill>
                  <a:schemeClr val="bg1"/>
                </a:solidFill>
                <a:effectLst/>
                <a:ea typeface="Times New Roman" panose="02020603050405020304" pitchFamily="18" charset="0"/>
              </a:rPr>
              <a:t>                                </a:t>
            </a:r>
            <a:r>
              <a:rPr lang="en-US" sz="1600" dirty="0">
                <a:solidFill>
                  <a:schemeClr val="bg1"/>
                </a:solidFill>
                <a:ea typeface="Times New Roman" panose="02020603050405020304" pitchFamily="18" charset="0"/>
              </a:rPr>
              <a:t> </a:t>
            </a:r>
            <a:endParaRPr lang="en-US" sz="1600" dirty="0">
              <a:solidFill>
                <a:schemeClr val="bg1"/>
              </a:solidFill>
              <a:effectLst/>
              <a:ea typeface="Calibri" panose="020F0502020204030204" pitchFamily="34" charset="0"/>
            </a:endParaRPr>
          </a:p>
          <a:p>
            <a:pPr marL="742950" lvl="1" indent="-285750">
              <a:buClr>
                <a:srgbClr val="00929B"/>
              </a:buClr>
              <a:buFont typeface="Arial" panose="020B0604020202020204" pitchFamily="34" charset="0"/>
              <a:buChar char="•"/>
            </a:pPr>
            <a:r>
              <a:rPr lang="en-US" sz="1600" dirty="0">
                <a:solidFill>
                  <a:schemeClr val="bg1"/>
                </a:solidFill>
                <a:effectLst/>
                <a:ea typeface="Calibri" panose="020F0502020204030204" pitchFamily="34" charset="0"/>
              </a:rPr>
              <a:t>Training material validation and sign off                          </a:t>
            </a:r>
            <a:r>
              <a:rPr lang="en-US" sz="1600" dirty="0">
                <a:solidFill>
                  <a:schemeClr val="bg1"/>
                </a:solidFill>
                <a:ea typeface="Calibri" panose="020F0502020204030204" pitchFamily="34" charset="0"/>
              </a:rPr>
              <a:t> </a:t>
            </a:r>
            <a:endParaRPr lang="en-US" sz="1600" dirty="0">
              <a:solidFill>
                <a:schemeClr val="bg1"/>
              </a:solidFill>
              <a:effectLst/>
              <a:ea typeface="Calibri" panose="020F0502020204030204" pitchFamily="34" charset="0"/>
            </a:endParaRPr>
          </a:p>
          <a:p>
            <a:pPr marL="742950" marR="0" lvl="1" indent="-285750">
              <a:spcBef>
                <a:spcPts val="0"/>
              </a:spcBef>
              <a:spcAft>
                <a:spcPts val="0"/>
              </a:spcAft>
              <a:buClr>
                <a:srgbClr val="00929B"/>
              </a:buClr>
              <a:buFont typeface="Arial" panose="020B0604020202020204" pitchFamily="34" charset="0"/>
              <a:buChar char="•"/>
            </a:pPr>
            <a:r>
              <a:rPr lang="en-US" sz="1600" dirty="0">
                <a:solidFill>
                  <a:schemeClr val="bg1"/>
                </a:solidFill>
                <a:effectLst/>
                <a:ea typeface="Calibri" panose="020F0502020204030204" pitchFamily="34" charset="0"/>
              </a:rPr>
              <a:t>Training material content maintenance beyond the handover of the final training material</a:t>
            </a:r>
          </a:p>
          <a:p>
            <a:pPr marL="742950" marR="0" lvl="1" indent="-285750">
              <a:spcBef>
                <a:spcPts val="0"/>
              </a:spcBef>
              <a:spcAft>
                <a:spcPts val="0"/>
              </a:spcAft>
              <a:buClr>
                <a:srgbClr val="00929B"/>
              </a:buClr>
              <a:buFont typeface="Arial" panose="020B0604020202020204" pitchFamily="34" charset="0"/>
              <a:buChar char="•"/>
            </a:pPr>
            <a:r>
              <a:rPr lang="en-US" sz="1600" dirty="0">
                <a:solidFill>
                  <a:schemeClr val="bg1"/>
                </a:solidFill>
                <a:ea typeface="Calibri" panose="020F0502020204030204" pitchFamily="34" charset="0"/>
              </a:rPr>
              <a:t>End to end Hosting of Trainings of Master trainers (Identifying participants, sending invitation, all cost related to training like venue, food,  logistical arrangement to be borne by Indus)</a:t>
            </a:r>
          </a:p>
          <a:p>
            <a:pPr marL="742950" marR="0" lvl="1" indent="-285750">
              <a:spcBef>
                <a:spcPts val="0"/>
              </a:spcBef>
              <a:spcAft>
                <a:spcPts val="0"/>
              </a:spcAft>
              <a:buClr>
                <a:srgbClr val="00929B"/>
              </a:buClr>
              <a:buFont typeface="Arial" panose="020B0604020202020204" pitchFamily="34" charset="0"/>
              <a:buChar char="•"/>
            </a:pPr>
            <a:r>
              <a:rPr lang="en-US" sz="1600" dirty="0">
                <a:solidFill>
                  <a:schemeClr val="bg1"/>
                </a:solidFill>
                <a:effectLst/>
                <a:ea typeface="Calibri" panose="020F0502020204030204" pitchFamily="34" charset="0"/>
              </a:rPr>
              <a:t>Training material print out to be done by Indus  </a:t>
            </a:r>
          </a:p>
        </p:txBody>
      </p:sp>
    </p:spTree>
    <p:extLst>
      <p:ext uri="{BB962C8B-B14F-4D97-AF65-F5344CB8AC3E}">
        <p14:creationId xmlns:p14="http://schemas.microsoft.com/office/powerpoint/2010/main" val="245990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C735B-B04A-4AC6-8A8F-1FC1B2B1C4B7}"/>
              </a:ext>
            </a:extLst>
          </p:cNvPr>
          <p:cNvSpPr>
            <a:spLocks noGrp="1"/>
          </p:cNvSpPr>
          <p:nvPr>
            <p:ph type="title"/>
          </p:nvPr>
        </p:nvSpPr>
        <p:spPr>
          <a:xfrm>
            <a:off x="404813" y="388188"/>
            <a:ext cx="10947772" cy="716711"/>
          </a:xfrm>
        </p:spPr>
        <p:txBody>
          <a:bodyPr/>
          <a:lstStyle/>
          <a:p>
            <a:r>
              <a:rPr lang="en-IN"/>
              <a:t>ASSUMPTIONS – Project logistics</a:t>
            </a:r>
          </a:p>
        </p:txBody>
      </p:sp>
      <p:sp>
        <p:nvSpPr>
          <p:cNvPr id="8" name="TextBox 7">
            <a:extLst>
              <a:ext uri="{FF2B5EF4-FFF2-40B4-BE49-F238E27FC236}">
                <a16:creationId xmlns:a16="http://schemas.microsoft.com/office/drawing/2014/main" id="{0D897358-7623-4C69-B50C-99E50FFD8235}"/>
              </a:ext>
            </a:extLst>
          </p:cNvPr>
          <p:cNvSpPr txBox="1"/>
          <p:nvPr/>
        </p:nvSpPr>
        <p:spPr>
          <a:xfrm>
            <a:off x="189100" y="1220512"/>
            <a:ext cx="11379198" cy="511715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pt-PT"/>
            </a:defPPr>
            <a:lvl1pPr>
              <a:defRPr>
                <a:solidFill>
                  <a:schemeClr val="lt1"/>
                </a:solidFill>
              </a:defRPr>
            </a:lvl1pPr>
            <a:lvl2pPr marL="282575" marR="0" lvl="1" indent="-282575" fontAlgn="auto">
              <a:lnSpc>
                <a:spcPct val="100000"/>
              </a:lnSpc>
              <a:spcBef>
                <a:spcPts val="400"/>
              </a:spcBef>
              <a:spcAft>
                <a:spcPts val="400"/>
              </a:spcAft>
              <a:buClr>
                <a:schemeClr val="bg1"/>
              </a:buClr>
              <a:buSzTx/>
              <a:buFont typeface="Wingdings" panose="05000000000000000000" pitchFamily="2" charset="2"/>
              <a:buChar char="§"/>
              <a:tabLst/>
              <a:defRPr kumimoji="0" sz="1400" b="0" i="0" u="none" strike="noStrike" cap="none" spc="0" normalizeH="0" baseline="0">
                <a:ln>
                  <a:noFill/>
                </a:ln>
                <a:solidFill>
                  <a:schemeClr val="bg1"/>
                </a:solidFill>
                <a:effectLst/>
                <a:uLnTx/>
                <a:uFillTx/>
                <a:ea typeface="Verdana" panose="020B060403050404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28600" marR="0" lvl="0" indent="-228600" algn="just" defTabSz="914400" rtl="0" eaLnBrk="1" fontAlgn="auto" latinLnBrk="0" hangingPunct="1">
              <a:lnSpc>
                <a:spcPct val="100000"/>
              </a:lnSpc>
              <a:spcAft>
                <a:spcPts val="600"/>
              </a:spcAft>
              <a:buClrTx/>
              <a:buSzTx/>
              <a:buFont typeface="+mj-lt"/>
              <a:buAutoNum type="arabicPeriod"/>
              <a:tabLst/>
              <a:defRPr/>
            </a:pPr>
            <a:r>
              <a:rPr kumimoji="0" lang="en-IN" sz="1400" i="0" u="none" strike="noStrike" kern="1200" cap="none" spc="0" normalizeH="0" baseline="0" noProof="0" dirty="0">
                <a:ln>
                  <a:noFill/>
                </a:ln>
                <a:solidFill>
                  <a:schemeClr val="bg1"/>
                </a:solidFill>
                <a:effectLst/>
                <a:uLnTx/>
                <a:uFillTx/>
                <a:ea typeface="+mn-ea"/>
                <a:cs typeface="+mn-cs"/>
              </a:rPr>
              <a:t>Scope of work is limited to the activities mentioned in RFP and clarified during subsequent discussions; and further outlined in the Statement of Work to be entered into by the parties. Any additional activity or deliverable will be subject to a change request, budgets and output for which would be mutually discussed between </a:t>
            </a:r>
            <a:r>
              <a:rPr lang="en-IN" sz="1400" dirty="0">
                <a:solidFill>
                  <a:schemeClr val="bg1"/>
                </a:solidFill>
              </a:rPr>
              <a:t>Indus Tower</a:t>
            </a:r>
            <a:r>
              <a:rPr kumimoji="0" lang="en-IN" sz="1400" i="0" u="none" strike="noStrike" kern="1200" cap="none" spc="0" normalizeH="0" baseline="0" noProof="0" dirty="0">
                <a:ln>
                  <a:noFill/>
                </a:ln>
                <a:solidFill>
                  <a:schemeClr val="bg1"/>
                </a:solidFill>
                <a:effectLst/>
                <a:uLnTx/>
                <a:uFillTx/>
                <a:ea typeface="+mn-ea"/>
                <a:cs typeface="+mn-cs"/>
              </a:rPr>
              <a:t> and Capgemini.</a:t>
            </a:r>
          </a:p>
          <a:p>
            <a:pPr marL="228600" marR="0" lvl="0" indent="-228600" algn="just" defTabSz="914400" rtl="0" eaLnBrk="1" fontAlgn="auto" latinLnBrk="0" hangingPunct="1">
              <a:lnSpc>
                <a:spcPct val="100000"/>
              </a:lnSpc>
              <a:spcAft>
                <a:spcPts val="600"/>
              </a:spcAft>
              <a:buClrTx/>
              <a:buSzTx/>
              <a:buFont typeface="+mj-lt"/>
              <a:buAutoNum type="arabicPeriod"/>
              <a:tabLst/>
              <a:defRPr/>
            </a:pPr>
            <a:r>
              <a:rPr lang="en-IN" sz="1400" dirty="0">
                <a:solidFill>
                  <a:schemeClr val="bg1"/>
                </a:solidFill>
              </a:rPr>
              <a:t>Indus Tower</a:t>
            </a:r>
            <a:r>
              <a:rPr kumimoji="0" lang="en-IN" sz="1400" i="0" u="none" strike="noStrike" kern="1200" cap="none" spc="0" normalizeH="0" baseline="0" noProof="0" dirty="0">
                <a:ln>
                  <a:noFill/>
                </a:ln>
                <a:solidFill>
                  <a:schemeClr val="bg1"/>
                </a:solidFill>
                <a:effectLst/>
                <a:uLnTx/>
                <a:uFillTx/>
              </a:rPr>
              <a:t> will commit adequate resources and time to the project to ensure that both teams work within scope and meet deadlines to complete the program objectives.</a:t>
            </a:r>
            <a:endParaRPr lang="en-IN" sz="1400" i="0" u="none" strike="noStrike" kern="1200" cap="none" spc="0" normalizeH="0" baseline="0" noProof="0" dirty="0">
              <a:ln>
                <a:noFill/>
              </a:ln>
              <a:solidFill>
                <a:schemeClr val="bg1"/>
              </a:solidFill>
              <a:effectLst/>
              <a:uLnTx/>
              <a:uFillTx/>
            </a:endParaRPr>
          </a:p>
          <a:p>
            <a:pPr marL="228600" lvl="0" indent="-228600" algn="just">
              <a:spcAft>
                <a:spcPts val="600"/>
              </a:spcAft>
              <a:buFont typeface="+mj-lt"/>
              <a:buAutoNum type="arabicPeriod"/>
              <a:defRPr/>
            </a:pPr>
            <a:r>
              <a:rPr lang="en-IN" sz="1400" dirty="0">
                <a:solidFill>
                  <a:srgbClr val="FFFFFF"/>
                </a:solidFill>
              </a:rPr>
              <a:t>Indus Tower</a:t>
            </a:r>
            <a:r>
              <a:rPr kumimoji="0" lang="en-IN" sz="1400" i="0" u="none" strike="noStrike" kern="1200" cap="none" spc="0" normalizeH="0" baseline="0" noProof="0" dirty="0">
                <a:ln>
                  <a:noFill/>
                </a:ln>
                <a:solidFill>
                  <a:schemeClr val="bg1"/>
                </a:solidFill>
                <a:effectLst/>
                <a:uLnTx/>
                <a:uFillTx/>
              </a:rPr>
              <a:t> will make available all materials, information access for the project to Capgemini, as needed for smooth functioning and knowledge transfer.</a:t>
            </a:r>
            <a:endParaRPr lang="en-IN" sz="1400" i="0" u="none" strike="noStrike" kern="1200" cap="none" spc="0" normalizeH="0" baseline="0" noProof="0" dirty="0">
              <a:ln>
                <a:noFill/>
              </a:ln>
              <a:solidFill>
                <a:schemeClr val="bg1"/>
              </a:solidFill>
              <a:effectLst/>
              <a:uLnTx/>
              <a:uFillTx/>
            </a:endParaRPr>
          </a:p>
          <a:p>
            <a:pPr marL="228600" marR="0" lvl="0" indent="-228600" algn="just" defTabSz="914400" rtl="0" eaLnBrk="1" fontAlgn="auto" latinLnBrk="0" hangingPunct="1">
              <a:lnSpc>
                <a:spcPct val="100000"/>
              </a:lnSpc>
              <a:spcAft>
                <a:spcPts val="600"/>
              </a:spcAft>
              <a:buClrTx/>
              <a:buSzTx/>
              <a:buFont typeface="+mj-lt"/>
              <a:buAutoNum type="arabicPeriod"/>
              <a:tabLst/>
              <a:defRPr/>
            </a:pPr>
            <a:r>
              <a:rPr kumimoji="0" lang="en-IN" sz="1400" i="0" u="none" strike="noStrike" kern="1200" cap="none" spc="0" normalizeH="0" baseline="0" noProof="0" dirty="0">
                <a:ln>
                  <a:noFill/>
                </a:ln>
                <a:solidFill>
                  <a:schemeClr val="bg1"/>
                </a:solidFill>
                <a:effectLst/>
                <a:uLnTx/>
                <a:uFillTx/>
                <a:ea typeface="+mn-ea"/>
                <a:cs typeface="+mn-cs"/>
              </a:rPr>
              <a:t>Capgemini will work in their respective offices and will visit the Indus Tower </a:t>
            </a:r>
            <a:r>
              <a:rPr lang="en-IN" sz="1400" dirty="0">
                <a:solidFill>
                  <a:schemeClr val="bg1"/>
                </a:solidFill>
              </a:rPr>
              <a:t>site/office</a:t>
            </a:r>
            <a:r>
              <a:rPr kumimoji="0" lang="en-IN" sz="1400" i="0" u="none" strike="noStrike" kern="1200" cap="none" spc="0" normalizeH="0" baseline="0" noProof="0" dirty="0">
                <a:ln>
                  <a:noFill/>
                </a:ln>
                <a:solidFill>
                  <a:schemeClr val="bg1"/>
                </a:solidFill>
                <a:effectLst/>
                <a:uLnTx/>
                <a:uFillTx/>
                <a:ea typeface="+mn-ea"/>
                <a:cs typeface="+mn-cs"/>
              </a:rPr>
              <a:t> as an when required. We will </a:t>
            </a:r>
            <a:r>
              <a:rPr kumimoji="0" lang="en-US" sz="1400" i="0" u="none" strike="noStrike" kern="1200" cap="none" spc="0" normalizeH="0" baseline="0" noProof="0" dirty="0">
                <a:ln>
                  <a:noFill/>
                </a:ln>
                <a:solidFill>
                  <a:schemeClr val="bg1"/>
                </a:solidFill>
                <a:effectLst/>
                <a:uLnTx/>
                <a:uFillTx/>
              </a:rPr>
              <a:t>communicate through available collaboration and communication tools like MS Team or similar, as mutually agreed.</a:t>
            </a:r>
            <a:endParaRPr lang="en-US" sz="1400" i="0" u="none" strike="noStrike" kern="1200" cap="none" spc="0" normalizeH="0" baseline="0" noProof="0" dirty="0">
              <a:ln>
                <a:noFill/>
              </a:ln>
              <a:solidFill>
                <a:schemeClr val="bg1"/>
              </a:solidFill>
              <a:effectLst/>
              <a:uLnTx/>
              <a:uFillTx/>
            </a:endParaRPr>
          </a:p>
          <a:p>
            <a:pPr marL="228600" indent="-228600" algn="just">
              <a:spcAft>
                <a:spcPts val="600"/>
              </a:spcAft>
              <a:buFont typeface="+mj-lt"/>
              <a:buAutoNum type="arabicPeriod"/>
              <a:defRPr/>
            </a:pPr>
            <a:r>
              <a:rPr kumimoji="0" lang="en-US" sz="1400" i="0" u="none" strike="noStrike" kern="1200" cap="none" spc="0" normalizeH="0" baseline="0" noProof="0" dirty="0">
                <a:ln>
                  <a:noFill/>
                </a:ln>
                <a:solidFill>
                  <a:schemeClr val="bg1"/>
                </a:solidFill>
                <a:effectLst/>
                <a:uLnTx/>
                <a:uFillTx/>
                <a:ea typeface="+mn-ea"/>
                <a:cs typeface="+mn-cs"/>
              </a:rPr>
              <a:t>Indus Tower </a:t>
            </a:r>
            <a:r>
              <a:rPr lang="en-US" sz="1400" dirty="0">
                <a:solidFill>
                  <a:schemeClr val="bg1"/>
                </a:solidFill>
              </a:rPr>
              <a:t>project team will</a:t>
            </a:r>
            <a:r>
              <a:rPr kumimoji="0" lang="en-US" sz="1400" i="0" u="none" strike="noStrike" kern="1200" cap="none" spc="0" normalizeH="0" baseline="0" noProof="0" dirty="0">
                <a:ln>
                  <a:noFill/>
                </a:ln>
                <a:solidFill>
                  <a:schemeClr val="bg1"/>
                </a:solidFill>
                <a:effectLst/>
                <a:uLnTx/>
                <a:uFillTx/>
                <a:ea typeface="+mn-ea"/>
                <a:cs typeface="+mn-cs"/>
              </a:rPr>
              <a:t> accompany Capgemini</a:t>
            </a:r>
            <a:r>
              <a:rPr lang="en-US" sz="1400" dirty="0">
                <a:solidFill>
                  <a:schemeClr val="bg1"/>
                </a:solidFill>
              </a:rPr>
              <a:t> consultants</a:t>
            </a:r>
            <a:r>
              <a:rPr kumimoji="0" lang="en-US" sz="1400" i="0" u="none" strike="noStrike" kern="1200" cap="none" spc="0" normalizeH="0" baseline="0" noProof="0" dirty="0">
                <a:ln>
                  <a:noFill/>
                </a:ln>
                <a:solidFill>
                  <a:schemeClr val="bg1"/>
                </a:solidFill>
                <a:effectLst/>
                <a:uLnTx/>
                <a:uFillTx/>
              </a:rPr>
              <a:t> during the site visits.</a:t>
            </a:r>
            <a:endParaRPr lang="en-US" sz="1400" i="0" u="none" strike="noStrike" kern="1200" cap="none" spc="0" normalizeH="0" baseline="0" noProof="0" dirty="0">
              <a:ln>
                <a:noFill/>
              </a:ln>
              <a:solidFill>
                <a:schemeClr val="bg1"/>
              </a:solidFill>
              <a:effectLst/>
              <a:uLnTx/>
              <a:uFillTx/>
            </a:endParaRPr>
          </a:p>
          <a:p>
            <a:pPr marL="228600" marR="0" lvl="0" indent="-228600" algn="just" defTabSz="914400" rtl="0" eaLnBrk="1" fontAlgn="auto" latinLnBrk="0" hangingPunct="1">
              <a:lnSpc>
                <a:spcPct val="100000"/>
              </a:lnSpc>
              <a:spcAft>
                <a:spcPts val="600"/>
              </a:spcAft>
              <a:buClrTx/>
              <a:buSzTx/>
              <a:buFont typeface="+mj-lt"/>
              <a:buAutoNum type="arabicPeriod"/>
              <a:tabLst/>
              <a:defRPr/>
            </a:pPr>
            <a:r>
              <a:rPr kumimoji="0" lang="en-IN" sz="1400" i="0" u="none" strike="noStrike" kern="1200" cap="none" spc="0" normalizeH="0" baseline="0" noProof="0" dirty="0">
                <a:ln>
                  <a:noFill/>
                </a:ln>
                <a:solidFill>
                  <a:schemeClr val="bg1"/>
                </a:solidFill>
                <a:effectLst/>
                <a:uLnTx/>
                <a:uFillTx/>
                <a:ea typeface="+mn-ea"/>
                <a:cs typeface="+mn-cs"/>
              </a:rPr>
              <a:t>Capgemini will be working on weekdays, from Monday to Friday. Public holidays in India &amp; declared holidays will be available for the project team. </a:t>
            </a:r>
          </a:p>
          <a:p>
            <a:pPr marL="228600" indent="-228600" algn="just">
              <a:spcAft>
                <a:spcPts val="600"/>
              </a:spcAft>
              <a:buFont typeface="+mj-lt"/>
              <a:buAutoNum type="arabicPeriod"/>
              <a:defRPr/>
            </a:pPr>
            <a:r>
              <a:rPr lang="en-US" sz="1400" dirty="0">
                <a:solidFill>
                  <a:schemeClr val="bg1"/>
                </a:solidFill>
              </a:rPr>
              <a:t>The performance of services, schedules, resources, fees, and expenses provided in this proposal are based upon the assumptions herein. Should these assumptions change, the fees, expenses, and schedule associated with this project may need to be adjusted.</a:t>
            </a:r>
            <a:endParaRPr lang="en-IN" sz="1400" dirty="0">
              <a:solidFill>
                <a:schemeClr val="bg1"/>
              </a:solidFill>
            </a:endParaRPr>
          </a:p>
        </p:txBody>
      </p:sp>
    </p:spTree>
    <p:extLst>
      <p:ext uri="{BB962C8B-B14F-4D97-AF65-F5344CB8AC3E}">
        <p14:creationId xmlns:p14="http://schemas.microsoft.com/office/powerpoint/2010/main" val="3136842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EF5E2F-2246-481E-BBB1-EB377260F39A}"/>
              </a:ext>
            </a:extLst>
          </p:cNvPr>
          <p:cNvSpPr txBox="1">
            <a:spLocks/>
          </p:cNvSpPr>
          <p:nvPr/>
        </p:nvSpPr>
        <p:spPr>
          <a:xfrm>
            <a:off x="316927" y="3429000"/>
            <a:ext cx="6465372" cy="1000888"/>
          </a:xfrm>
          <a:prstGeom prst="rect">
            <a:avLst/>
          </a:prstGeom>
        </p:spPr>
        <p:txBody>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1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200" normalizeH="0" baseline="0" noProof="0" dirty="0">
                <a:ln>
                  <a:noFill/>
                </a:ln>
                <a:solidFill>
                  <a:srgbClr val="FFFFFF"/>
                </a:solidFill>
                <a:effectLst/>
                <a:uLnTx/>
                <a:uFillTx/>
                <a:latin typeface="Ubuntu" panose="020B0504030602030204" pitchFamily="34" charset="0"/>
                <a:ea typeface="+mj-ea"/>
                <a:cs typeface="+mj-cs"/>
              </a:rPr>
              <a:t>SELECT CASE STUDIES</a:t>
            </a:r>
            <a:endParaRPr kumimoji="0" lang="en-US" sz="4000" b="1" i="0" u="none" strike="noStrike" kern="1200" cap="none" spc="200" normalizeH="0" baseline="0" noProof="0" dirty="0">
              <a:ln>
                <a:noFill/>
              </a:ln>
              <a:solidFill>
                <a:srgbClr val="FFFFFF"/>
              </a:solidFill>
              <a:effectLs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969809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Google Shape;2166;p101">
            <a:extLst>
              <a:ext uri="{FF2B5EF4-FFF2-40B4-BE49-F238E27FC236}">
                <a16:creationId xmlns:a16="http://schemas.microsoft.com/office/drawing/2014/main" id="{456E4E37-9796-43BB-AAE0-7B43D03E41EE}"/>
              </a:ext>
            </a:extLst>
          </p:cNvPr>
          <p:cNvSpPr/>
          <p:nvPr/>
        </p:nvSpPr>
        <p:spPr>
          <a:xfrm>
            <a:off x="5511705" y="-1713"/>
            <a:ext cx="3045325" cy="6859713"/>
          </a:xfrm>
          <a:prstGeom prst="rect">
            <a:avLst/>
          </a:prstGeom>
          <a:solidFill>
            <a:srgbClr val="077F6E"/>
          </a:solidFill>
          <a:ln>
            <a:noFill/>
          </a:ln>
        </p:spPr>
        <p:txBody>
          <a:bodyPr spcFirstLastPara="1" wrap="square" lIns="121900" tIns="60933" rIns="121900" bIns="6093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600" b="0" i="0" u="none" strike="noStrike" kern="0" cap="none" spc="0" normalizeH="0" baseline="0" noProof="0">
              <a:ln>
                <a:noFill/>
              </a:ln>
              <a:solidFill>
                <a:srgbClr val="FFFFFF"/>
              </a:solidFill>
              <a:effectLst/>
              <a:uLnTx/>
              <a:uFillTx/>
              <a:latin typeface="Century Gothic"/>
              <a:ea typeface="+mn-ea"/>
              <a:cs typeface="+mn-cs"/>
              <a:sym typeface="Century Gothic"/>
            </a:endParaRPr>
          </a:p>
        </p:txBody>
      </p:sp>
      <p:sp>
        <p:nvSpPr>
          <p:cNvPr id="6" name="TextBox 5">
            <a:extLst>
              <a:ext uri="{FF2B5EF4-FFF2-40B4-BE49-F238E27FC236}">
                <a16:creationId xmlns:a16="http://schemas.microsoft.com/office/drawing/2014/main" id="{7CA6123F-7D03-410B-AD09-26745EDA5E26}"/>
              </a:ext>
            </a:extLst>
          </p:cNvPr>
          <p:cNvSpPr txBox="1"/>
          <p:nvPr/>
        </p:nvSpPr>
        <p:spPr>
          <a:xfrm>
            <a:off x="238395" y="1749323"/>
            <a:ext cx="226906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0" u="none" strike="noStrike" kern="0" cap="none" spc="0" normalizeH="0" baseline="0" noProof="0">
                <a:ln>
                  <a:noFill/>
                </a:ln>
                <a:solidFill>
                  <a:srgbClr val="00B050"/>
                </a:solidFill>
                <a:effectLst/>
                <a:uLnTx/>
                <a:uFillTx/>
                <a:latin typeface="Ubuntu"/>
                <a:ea typeface="+mn-ea"/>
                <a:cs typeface="Arial"/>
                <a:sym typeface="Arial"/>
              </a:rPr>
              <a:t>CHALLENGES</a:t>
            </a:r>
          </a:p>
        </p:txBody>
      </p:sp>
      <p:sp>
        <p:nvSpPr>
          <p:cNvPr id="7" name="TextBox 6">
            <a:extLst>
              <a:ext uri="{FF2B5EF4-FFF2-40B4-BE49-F238E27FC236}">
                <a16:creationId xmlns:a16="http://schemas.microsoft.com/office/drawing/2014/main" id="{EB305DE3-33AD-4410-B0EA-EA917AC33BFC}"/>
              </a:ext>
            </a:extLst>
          </p:cNvPr>
          <p:cNvSpPr txBox="1"/>
          <p:nvPr/>
        </p:nvSpPr>
        <p:spPr>
          <a:xfrm>
            <a:off x="238395" y="4576245"/>
            <a:ext cx="226906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0" u="none" strike="noStrike" kern="0" cap="none" spc="0" normalizeH="0" baseline="0" noProof="0">
                <a:ln>
                  <a:noFill/>
                </a:ln>
                <a:solidFill>
                  <a:srgbClr val="00B050"/>
                </a:solidFill>
                <a:effectLst/>
                <a:uLnTx/>
                <a:uFillTx/>
                <a:latin typeface="Ubuntu"/>
                <a:ea typeface="+mn-ea"/>
                <a:cs typeface="Arial"/>
                <a:sym typeface="Arial"/>
              </a:rPr>
              <a:t>SOLUTIONS</a:t>
            </a:r>
          </a:p>
        </p:txBody>
      </p:sp>
      <p:sp>
        <p:nvSpPr>
          <p:cNvPr id="9" name="Rectangle 8">
            <a:extLst>
              <a:ext uri="{FF2B5EF4-FFF2-40B4-BE49-F238E27FC236}">
                <a16:creationId xmlns:a16="http://schemas.microsoft.com/office/drawing/2014/main" id="{67666F9E-82F1-43C6-A23F-CC19D307F93B}"/>
              </a:ext>
            </a:extLst>
          </p:cNvPr>
          <p:cNvSpPr/>
          <p:nvPr/>
        </p:nvSpPr>
        <p:spPr>
          <a:xfrm>
            <a:off x="238395" y="444166"/>
            <a:ext cx="4972719" cy="707886"/>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2000" b="0" i="0" u="none" strike="noStrike" kern="1200" cap="none" spc="0" normalizeH="0" baseline="0" noProof="0" dirty="0" err="1">
                <a:ln>
                  <a:noFill/>
                </a:ln>
                <a:solidFill>
                  <a:schemeClr val="bg1"/>
                </a:solidFill>
                <a:effectLst/>
                <a:uLnTx/>
                <a:uFillTx/>
                <a:latin typeface="Ubuntu Medium"/>
                <a:ea typeface="+mn-ea"/>
                <a:cs typeface="+mn-cs"/>
                <a:sym typeface="Arial"/>
              </a:rPr>
              <a:t>Sustainability</a:t>
            </a:r>
            <a:r>
              <a:rPr kumimoji="0" lang="fr-FR" sz="2000" b="0" i="0" u="none" strike="noStrike" kern="1200" cap="none" spc="0" normalizeH="0" baseline="0" noProof="0" dirty="0">
                <a:ln>
                  <a:noFill/>
                </a:ln>
                <a:solidFill>
                  <a:schemeClr val="bg1"/>
                </a:solidFill>
                <a:effectLst/>
                <a:uLnTx/>
                <a:uFillTx/>
                <a:latin typeface="Ubuntu Medium"/>
                <a:ea typeface="+mn-ea"/>
                <a:cs typeface="+mn-cs"/>
                <a:sym typeface="Arial"/>
              </a:rPr>
              <a:t> </a:t>
            </a:r>
            <a:r>
              <a:rPr kumimoji="0" lang="fr-FR" sz="2000" b="0" i="0" u="none" strike="noStrike" kern="1200" cap="none" spc="0" normalizeH="0" baseline="0" noProof="0" dirty="0" err="1">
                <a:ln>
                  <a:noFill/>
                </a:ln>
                <a:solidFill>
                  <a:schemeClr val="bg1"/>
                </a:solidFill>
                <a:effectLst/>
                <a:uLnTx/>
                <a:uFillTx/>
                <a:latin typeface="Ubuntu Medium"/>
                <a:ea typeface="+mn-ea"/>
                <a:cs typeface="+mn-cs"/>
                <a:sym typeface="Arial"/>
              </a:rPr>
              <a:t>Academy</a:t>
            </a:r>
            <a:r>
              <a:rPr kumimoji="0" lang="fr-FR" sz="2000" b="0" i="0" u="none" strike="noStrike" kern="1200" cap="none" spc="0" normalizeH="0" baseline="0" noProof="0" dirty="0">
                <a:ln>
                  <a:noFill/>
                </a:ln>
                <a:solidFill>
                  <a:schemeClr val="bg1"/>
                </a:solidFill>
                <a:effectLst/>
                <a:uLnTx/>
                <a:uFillTx/>
                <a:latin typeface="Ubuntu Medium"/>
                <a:ea typeface="+mn-ea"/>
                <a:cs typeface="+mn-cs"/>
                <a:sym typeface="Arial"/>
              </a:rPr>
              <a:t> </a:t>
            </a:r>
            <a:r>
              <a:rPr kumimoji="0" lang="en-US" sz="2000" b="0" i="0" u="none" strike="noStrike" kern="1200" cap="none" spc="0" normalizeH="0" baseline="0" noProof="0" dirty="0">
                <a:ln>
                  <a:noFill/>
                </a:ln>
                <a:solidFill>
                  <a:schemeClr val="bg1"/>
                </a:solidFill>
                <a:effectLst/>
                <a:uLnTx/>
                <a:uFillTx/>
                <a:latin typeface="Ubuntu Medium"/>
                <a:ea typeface="+mn-ea"/>
                <a:cs typeface="+mn-cs"/>
              </a:rPr>
              <a:t>for a major player in the banking sector</a:t>
            </a:r>
            <a:endParaRPr kumimoji="0" lang="fr-FR" sz="2000" b="0" i="0" u="none" strike="noStrike" kern="0" cap="none" spc="0" normalizeH="0" baseline="0" noProof="0" dirty="0">
              <a:ln>
                <a:noFill/>
              </a:ln>
              <a:solidFill>
                <a:schemeClr val="bg1"/>
              </a:solidFill>
              <a:effectLst/>
              <a:uLnTx/>
              <a:uFillTx/>
              <a:latin typeface="Ubuntu Medium"/>
              <a:ea typeface="+mn-ea"/>
              <a:cs typeface="Arial"/>
              <a:sym typeface="Arial"/>
            </a:endParaRPr>
          </a:p>
        </p:txBody>
      </p:sp>
      <p:sp>
        <p:nvSpPr>
          <p:cNvPr id="39" name="Rectangle 38">
            <a:extLst>
              <a:ext uri="{FF2B5EF4-FFF2-40B4-BE49-F238E27FC236}">
                <a16:creationId xmlns:a16="http://schemas.microsoft.com/office/drawing/2014/main" id="{CCE23E6F-2A91-419E-8144-892C5403534A}"/>
              </a:ext>
            </a:extLst>
          </p:cNvPr>
          <p:cNvSpPr/>
          <p:nvPr/>
        </p:nvSpPr>
        <p:spPr>
          <a:xfrm>
            <a:off x="238395" y="2077424"/>
            <a:ext cx="4788627" cy="1461939"/>
          </a:xfrm>
          <a:prstGeom prst="rect">
            <a:avLst/>
          </a:prstGeom>
        </p:spPr>
        <p:txBody>
          <a:bodyPr wrap="square">
            <a:spAutoFit/>
          </a:bodyPr>
          <a:lstStyle/>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The customer is the first concerned of his sector on the move towards a more sustainable world, but consumers have difficulty to perceive its commitment </a:t>
            </a: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Some consumers are already looking for support in their sustainable transformation</a:t>
            </a: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Others feel less concerned, but the client can raise their awareness and anticipate their future needs</a:t>
            </a:r>
            <a:endParaRPr kumimoji="0" lang="fr-FR"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endParaRPr>
          </a:p>
        </p:txBody>
      </p:sp>
      <p:sp>
        <p:nvSpPr>
          <p:cNvPr id="63" name="TextBox 62">
            <a:extLst>
              <a:ext uri="{FF2B5EF4-FFF2-40B4-BE49-F238E27FC236}">
                <a16:creationId xmlns:a16="http://schemas.microsoft.com/office/drawing/2014/main" id="{5C67ABC7-0895-4114-BF83-2D94377FB050}"/>
              </a:ext>
            </a:extLst>
          </p:cNvPr>
          <p:cNvSpPr txBox="1"/>
          <p:nvPr/>
        </p:nvSpPr>
        <p:spPr>
          <a:xfrm>
            <a:off x="238395" y="3620740"/>
            <a:ext cx="226906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0" u="none" strike="noStrike" kern="0" cap="none" spc="0" normalizeH="0" baseline="0" noProof="0">
                <a:ln>
                  <a:noFill/>
                </a:ln>
                <a:solidFill>
                  <a:srgbClr val="00B050"/>
                </a:solidFill>
                <a:effectLst/>
                <a:uLnTx/>
                <a:uFillTx/>
                <a:latin typeface="Ubuntu"/>
                <a:ea typeface="+mn-ea"/>
                <a:cs typeface="Arial"/>
                <a:sym typeface="Arial"/>
              </a:rPr>
              <a:t>OBJECTIVES</a:t>
            </a:r>
          </a:p>
        </p:txBody>
      </p:sp>
      <p:sp>
        <p:nvSpPr>
          <p:cNvPr id="64" name="Rectangle 63">
            <a:extLst>
              <a:ext uri="{FF2B5EF4-FFF2-40B4-BE49-F238E27FC236}">
                <a16:creationId xmlns:a16="http://schemas.microsoft.com/office/drawing/2014/main" id="{C431B0BA-8A58-487E-A139-4BEE79415782}"/>
              </a:ext>
            </a:extLst>
          </p:cNvPr>
          <p:cNvSpPr/>
          <p:nvPr/>
        </p:nvSpPr>
        <p:spPr>
          <a:xfrm>
            <a:off x="238395" y="3976441"/>
            <a:ext cx="4729581" cy="684803"/>
          </a:xfrm>
          <a:prstGeom prst="rect">
            <a:avLst/>
          </a:prstGeom>
        </p:spPr>
        <p:txBody>
          <a:bodyPr wrap="square">
            <a:spAutoFit/>
          </a:bodyPr>
          <a:lstStyle/>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Build a training program that can bring commitment into its DNA and increase the sustainable skills of all its employees </a:t>
            </a: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fr-FR"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endParaRPr>
          </a:p>
        </p:txBody>
      </p:sp>
      <p:sp>
        <p:nvSpPr>
          <p:cNvPr id="15" name="Rectangle 14">
            <a:extLst>
              <a:ext uri="{FF2B5EF4-FFF2-40B4-BE49-F238E27FC236}">
                <a16:creationId xmlns:a16="http://schemas.microsoft.com/office/drawing/2014/main" id="{CCACEC1E-9A61-4E34-A41A-F9F7FE837209}"/>
              </a:ext>
            </a:extLst>
          </p:cNvPr>
          <p:cNvSpPr/>
          <p:nvPr/>
        </p:nvSpPr>
        <p:spPr>
          <a:xfrm>
            <a:off x="78659" y="1172549"/>
            <a:ext cx="5580822" cy="5670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00B050"/>
                </a:solidFill>
                <a:effectLst/>
                <a:uLnTx/>
                <a:uFillTx/>
                <a:latin typeface="inherit"/>
                <a:ea typeface="+mn-ea"/>
                <a:cs typeface="+mn-cs"/>
              </a:rPr>
              <a:t>“Vision: In 2025, the client is a pioneer of the sustainable transformation, essential for its customers and trademark for its sector.”</a:t>
            </a:r>
            <a:r>
              <a:rPr kumimoji="0" lang="en-US" altLang="en-US" sz="400" b="1" i="0" u="none" strike="noStrike" kern="1200" cap="none" spc="0" normalizeH="0" baseline="0" noProof="0" dirty="0">
                <a:ln>
                  <a:noFill/>
                </a:ln>
                <a:solidFill>
                  <a:srgbClr val="00B050"/>
                </a:solidFill>
                <a:effectLst/>
                <a:uLnTx/>
                <a:uFillTx/>
                <a:latin typeface="Ubuntu"/>
                <a:ea typeface="+mn-ea"/>
                <a:cs typeface="+mn-cs"/>
              </a:rPr>
              <a:t> </a:t>
            </a:r>
            <a:endParaRPr kumimoji="0" lang="en-US" altLang="en-US" sz="1100" b="1" i="0" u="none" strike="noStrike" kern="1200" cap="none" spc="0" normalizeH="0" baseline="0" noProof="0" dirty="0">
              <a:ln>
                <a:noFill/>
              </a:ln>
              <a:solidFill>
                <a:srgbClr val="00B050"/>
              </a:solidFill>
              <a:effectLst/>
              <a:uLnTx/>
              <a:uFillTx/>
              <a:latin typeface="Arial" panose="020B0604020202020204" pitchFamily="34" charset="0"/>
              <a:ea typeface="+mn-ea"/>
              <a:cs typeface="+mn-cs"/>
            </a:endParaRPr>
          </a:p>
        </p:txBody>
      </p:sp>
      <p:sp>
        <p:nvSpPr>
          <p:cNvPr id="23" name="TextBox 22">
            <a:extLst>
              <a:ext uri="{FF2B5EF4-FFF2-40B4-BE49-F238E27FC236}">
                <a16:creationId xmlns:a16="http://schemas.microsoft.com/office/drawing/2014/main" id="{C23EC1CD-D9D6-43F3-BCD7-6A563043EF18}"/>
              </a:ext>
            </a:extLst>
          </p:cNvPr>
          <p:cNvSpPr txBox="1"/>
          <p:nvPr/>
        </p:nvSpPr>
        <p:spPr>
          <a:xfrm>
            <a:off x="6550263" y="602685"/>
            <a:ext cx="1665387"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FFFFFF"/>
                </a:solidFill>
                <a:effectLst/>
                <a:uLnTx/>
                <a:uFillTx/>
                <a:latin typeface="Ubuntu Medium"/>
                <a:ea typeface="+mn-ea"/>
                <a:cs typeface="Arial"/>
                <a:sym typeface="Arial"/>
              </a:rPr>
              <a:t>The c</a:t>
            </a:r>
            <a:r>
              <a:rPr kumimoji="0" lang="en-US" sz="1400" b="0" i="0" u="none" strike="noStrike" kern="0" cap="none" spc="0" normalizeH="0" baseline="0" noProof="0" err="1">
                <a:ln>
                  <a:noFill/>
                </a:ln>
                <a:solidFill>
                  <a:srgbClr val="FFFFFF"/>
                </a:solidFill>
                <a:effectLst/>
                <a:uLnTx/>
                <a:uFillTx/>
                <a:latin typeface="Ubuntu Medium"/>
                <a:ea typeface="+mn-ea"/>
                <a:cs typeface="Arial"/>
                <a:sym typeface="Arial"/>
              </a:rPr>
              <a:t>ommon</a:t>
            </a:r>
            <a:r>
              <a:rPr kumimoji="0" lang="en-US" sz="1400" b="0" i="0" u="none" strike="noStrike" kern="0" cap="none" spc="0" normalizeH="0" baseline="0" noProof="0">
                <a:ln>
                  <a:noFill/>
                </a:ln>
                <a:solidFill>
                  <a:srgbClr val="FFFFFF"/>
                </a:solidFill>
                <a:effectLst/>
                <a:uLnTx/>
                <a:uFillTx/>
                <a:latin typeface="Ubuntu Medium"/>
                <a:ea typeface="+mn-ea"/>
                <a:cs typeface="Arial"/>
                <a:sym typeface="Arial"/>
              </a:rPr>
              <a:t> core of knowledge for all employees with 4 e-learning modules</a:t>
            </a:r>
            <a:endParaRPr kumimoji="0" lang="fr-FR" sz="1400" b="0" i="0" u="none" strike="noStrike" kern="0" cap="none" spc="0" normalizeH="0" baseline="0" noProof="0">
              <a:ln>
                <a:noFill/>
              </a:ln>
              <a:solidFill>
                <a:srgbClr val="FFFFFF"/>
              </a:solidFill>
              <a:effectLst/>
              <a:uLnTx/>
              <a:uFillTx/>
              <a:latin typeface="Ubuntu Medium"/>
              <a:ea typeface="+mn-ea"/>
              <a:cs typeface="Arial"/>
              <a:sym typeface="Arial"/>
            </a:endParaRPr>
          </a:p>
        </p:txBody>
      </p:sp>
      <p:sp>
        <p:nvSpPr>
          <p:cNvPr id="111" name="TextBox 110">
            <a:extLst>
              <a:ext uri="{FF2B5EF4-FFF2-40B4-BE49-F238E27FC236}">
                <a16:creationId xmlns:a16="http://schemas.microsoft.com/office/drawing/2014/main" id="{7B68CAD6-2892-4F06-B5E2-E8E0B775155D}"/>
              </a:ext>
            </a:extLst>
          </p:cNvPr>
          <p:cNvSpPr txBox="1"/>
          <p:nvPr/>
        </p:nvSpPr>
        <p:spPr>
          <a:xfrm>
            <a:off x="5776429" y="2120023"/>
            <a:ext cx="643515"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0" b="1" i="0" u="none" strike="noStrike" kern="0" cap="none" spc="0" normalizeH="0" baseline="0" noProof="0">
                <a:ln>
                  <a:noFill/>
                </a:ln>
                <a:solidFill>
                  <a:srgbClr val="FFFFFF"/>
                </a:solidFill>
                <a:effectLst/>
                <a:uLnTx/>
                <a:uFillTx/>
                <a:latin typeface="Ubuntu Medium"/>
                <a:ea typeface="+mn-ea"/>
                <a:cs typeface="Arial"/>
                <a:sym typeface="Arial"/>
              </a:rPr>
              <a:t>3</a:t>
            </a:r>
          </a:p>
        </p:txBody>
      </p:sp>
      <p:sp>
        <p:nvSpPr>
          <p:cNvPr id="112" name="TextBox 111">
            <a:extLst>
              <a:ext uri="{FF2B5EF4-FFF2-40B4-BE49-F238E27FC236}">
                <a16:creationId xmlns:a16="http://schemas.microsoft.com/office/drawing/2014/main" id="{849224EA-94A8-4372-8F99-7CA3B71724EE}"/>
              </a:ext>
            </a:extLst>
          </p:cNvPr>
          <p:cNvSpPr txBox="1"/>
          <p:nvPr/>
        </p:nvSpPr>
        <p:spPr>
          <a:xfrm>
            <a:off x="6550263" y="2379138"/>
            <a:ext cx="162918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0" i="0" u="none" strike="noStrike" kern="0" cap="none" spc="0" normalizeH="0" baseline="0" noProof="0" err="1">
                <a:ln>
                  <a:noFill/>
                </a:ln>
                <a:solidFill>
                  <a:srgbClr val="FFFFFF"/>
                </a:solidFill>
                <a:effectLst/>
                <a:uLnTx/>
                <a:uFillTx/>
                <a:latin typeface="Ubuntu Medium"/>
                <a:ea typeface="+mn-ea"/>
                <a:cs typeface="Arial"/>
                <a:sym typeface="Arial"/>
              </a:rPr>
              <a:t>Specific</a:t>
            </a:r>
            <a:r>
              <a:rPr kumimoji="0" lang="fr-FR" sz="1400" b="0" i="0" u="none" strike="noStrike" kern="0" cap="none" spc="0" normalizeH="0" baseline="0" noProof="0">
                <a:ln>
                  <a:noFill/>
                </a:ln>
                <a:solidFill>
                  <a:srgbClr val="FFFFFF"/>
                </a:solidFill>
                <a:effectLst/>
                <a:uLnTx/>
                <a:uFillTx/>
                <a:latin typeface="Ubuntu Medium"/>
                <a:ea typeface="+mn-ea"/>
                <a:cs typeface="Arial"/>
                <a:sym typeface="Arial"/>
              </a:rPr>
              <a:t> </a:t>
            </a:r>
            <a:r>
              <a:rPr kumimoji="0" lang="fr-FR" sz="1400" b="0" i="0" u="none" strike="noStrike" kern="0" cap="none" spc="0" normalizeH="0" baseline="0" noProof="0" err="1">
                <a:ln>
                  <a:noFill/>
                </a:ln>
                <a:solidFill>
                  <a:srgbClr val="FFFFFF"/>
                </a:solidFill>
                <a:effectLst/>
                <a:uLnTx/>
                <a:uFillTx/>
                <a:latin typeface="Ubuntu Medium"/>
                <a:ea typeface="+mn-ea"/>
                <a:cs typeface="Arial"/>
                <a:sym typeface="Arial"/>
              </a:rPr>
              <a:t>career</a:t>
            </a:r>
            <a:r>
              <a:rPr kumimoji="0" lang="fr-FR" sz="1400" b="0" i="0" u="none" strike="noStrike" kern="0" cap="none" spc="0" normalizeH="0" baseline="0" noProof="0">
                <a:ln>
                  <a:noFill/>
                </a:ln>
                <a:solidFill>
                  <a:srgbClr val="FFFFFF"/>
                </a:solidFill>
                <a:effectLst/>
                <a:uLnTx/>
                <a:uFillTx/>
                <a:latin typeface="Ubuntu Medium"/>
                <a:ea typeface="+mn-ea"/>
                <a:cs typeface="Arial"/>
                <a:sym typeface="Arial"/>
              </a:rPr>
              <a:t> </a:t>
            </a:r>
            <a:r>
              <a:rPr kumimoji="0" lang="fr-FR" sz="1400" b="0" i="0" u="none" strike="noStrike" kern="0" cap="none" spc="0" normalizeH="0" baseline="0" noProof="0" err="1">
                <a:ln>
                  <a:noFill/>
                </a:ln>
                <a:solidFill>
                  <a:srgbClr val="FFFFFF"/>
                </a:solidFill>
                <a:effectLst/>
                <a:uLnTx/>
                <a:uFillTx/>
                <a:latin typeface="Ubuntu Medium"/>
                <a:ea typeface="+mn-ea"/>
                <a:cs typeface="Arial"/>
                <a:sym typeface="Arial"/>
              </a:rPr>
              <a:t>paths</a:t>
            </a:r>
            <a:endParaRPr kumimoji="0" lang="fr-FR" sz="1400" b="0" i="0" u="none" strike="noStrike" kern="0" cap="none" spc="0" normalizeH="0" baseline="0" noProof="0">
              <a:ln>
                <a:noFill/>
              </a:ln>
              <a:solidFill>
                <a:srgbClr val="FFFFFF"/>
              </a:solidFill>
              <a:effectLst/>
              <a:uLnTx/>
              <a:uFillTx/>
              <a:latin typeface="Ubuntu Medium"/>
              <a:ea typeface="+mn-ea"/>
              <a:cs typeface="Arial"/>
              <a:sym typeface="Arial"/>
            </a:endParaRPr>
          </a:p>
        </p:txBody>
      </p:sp>
      <p:sp>
        <p:nvSpPr>
          <p:cNvPr id="119" name="AutoShape 4">
            <a:extLst>
              <a:ext uri="{FF2B5EF4-FFF2-40B4-BE49-F238E27FC236}">
                <a16:creationId xmlns:a16="http://schemas.microsoft.com/office/drawing/2014/main" id="{EC4DB1DC-D358-4D8C-A133-079FFE070C24}"/>
              </a:ext>
            </a:extLst>
          </p:cNvPr>
          <p:cNvSpPr>
            <a:spLocks noChangeAspect="1" noChangeArrowheads="1"/>
          </p:cNvSpPr>
          <p:nvPr/>
        </p:nvSpPr>
        <p:spPr bwMode="auto">
          <a:xfrm>
            <a:off x="6446267" y="3124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Ubuntu"/>
              <a:ea typeface="+mn-ea"/>
              <a:cs typeface="+mn-cs"/>
            </a:endParaRPr>
          </a:p>
        </p:txBody>
      </p:sp>
      <p:sp>
        <p:nvSpPr>
          <p:cNvPr id="43" name="Rectangle 42">
            <a:extLst>
              <a:ext uri="{FF2B5EF4-FFF2-40B4-BE49-F238E27FC236}">
                <a16:creationId xmlns:a16="http://schemas.microsoft.com/office/drawing/2014/main" id="{B04CDB7C-AB81-4F9C-BA71-84797748F958}"/>
              </a:ext>
            </a:extLst>
          </p:cNvPr>
          <p:cNvSpPr/>
          <p:nvPr/>
        </p:nvSpPr>
        <p:spPr>
          <a:xfrm>
            <a:off x="238395" y="4860902"/>
            <a:ext cx="4935422" cy="2054409"/>
          </a:xfrm>
          <a:prstGeom prst="rect">
            <a:avLst/>
          </a:prstGeom>
        </p:spPr>
        <p:txBody>
          <a:bodyPr wrap="square">
            <a:spAutoFit/>
          </a:bodyPr>
          <a:lstStyle/>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Construction of a common path with 4 gamified e-learning modules for all employees in order to homogenize knowledge</a:t>
            </a: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Definition and writing of scripts for specific courses for the 3 main business lines: Retail, Corporate and Private Banking in order to deepen the knowledge and contextualize it to the different business situations</a:t>
            </a: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rPr>
              <a:t>Support the training process with a change management approach based on the tools, rituals and community already in place with customers</a:t>
            </a:r>
            <a:endParaRPr kumimoji="0" lang="fr-FR" sz="1200" b="0" i="0" u="none" strike="noStrike" kern="1200" cap="none" spc="0" normalizeH="0" baseline="0" noProof="0" dirty="0">
              <a:ln>
                <a:noFill/>
              </a:ln>
              <a:solidFill>
                <a:schemeClr val="bg1"/>
              </a:solidFill>
              <a:effectLst/>
              <a:uLnTx/>
              <a:uFillTx/>
              <a:latin typeface="Ubuntu"/>
              <a:ea typeface="Verdana" panose="020B0604030504040204" pitchFamily="34" charset="0"/>
              <a:cs typeface="+mn-cs"/>
            </a:endParaRP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fr-FR" sz="1200" b="0" i="0" u="none" strike="noStrike" kern="1200" cap="none" spc="0" normalizeH="0" baseline="0" noProof="0" dirty="0">
              <a:ln>
                <a:noFill/>
              </a:ln>
              <a:solidFill>
                <a:schemeClr val="bg1"/>
              </a:solidFill>
              <a:effectLst/>
              <a:uLnTx/>
              <a:uFillTx/>
              <a:latin typeface="Ubuntu Medium"/>
              <a:ea typeface="Verdana" panose="020B0604030504040204" pitchFamily="34" charset="0"/>
              <a:cs typeface="+mn-cs"/>
            </a:endParaRPr>
          </a:p>
        </p:txBody>
      </p:sp>
      <p:sp>
        <p:nvSpPr>
          <p:cNvPr id="44" name="TextBox 43">
            <a:extLst>
              <a:ext uri="{FF2B5EF4-FFF2-40B4-BE49-F238E27FC236}">
                <a16:creationId xmlns:a16="http://schemas.microsoft.com/office/drawing/2014/main" id="{42F66E7E-EBE5-49E7-9382-0FAD3D158D96}"/>
              </a:ext>
            </a:extLst>
          </p:cNvPr>
          <p:cNvSpPr txBox="1"/>
          <p:nvPr/>
        </p:nvSpPr>
        <p:spPr>
          <a:xfrm>
            <a:off x="5781931" y="610579"/>
            <a:ext cx="65418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0" b="1" i="0" u="none" strike="noStrike" kern="0" cap="none" spc="0" normalizeH="0" baseline="0" noProof="0">
                <a:ln>
                  <a:noFill/>
                </a:ln>
                <a:solidFill>
                  <a:srgbClr val="FFFFFF"/>
                </a:solidFill>
                <a:effectLst/>
                <a:uLnTx/>
                <a:uFillTx/>
                <a:latin typeface="Ubuntu Medium"/>
                <a:ea typeface="+mn-ea"/>
                <a:cs typeface="Arial"/>
                <a:sym typeface="Arial"/>
              </a:rPr>
              <a:t>1</a:t>
            </a:r>
          </a:p>
        </p:txBody>
      </p:sp>
      <p:pic>
        <p:nvPicPr>
          <p:cNvPr id="48" name="Picture 47">
            <a:extLst>
              <a:ext uri="{FF2B5EF4-FFF2-40B4-BE49-F238E27FC236}">
                <a16:creationId xmlns:a16="http://schemas.microsoft.com/office/drawing/2014/main" id="{3E454478-F753-48E1-8A22-982F9D84AC0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96001" y="1665416"/>
            <a:ext cx="2125732" cy="1197495"/>
          </a:xfrm>
          <a:prstGeom prst="rect">
            <a:avLst/>
          </a:prstGeom>
          <a:ln>
            <a:solidFill>
              <a:schemeClr val="bg1"/>
            </a:solidFill>
          </a:ln>
        </p:spPr>
      </p:pic>
      <p:pic>
        <p:nvPicPr>
          <p:cNvPr id="49" name="Picture 48">
            <a:extLst>
              <a:ext uri="{FF2B5EF4-FFF2-40B4-BE49-F238E27FC236}">
                <a16:creationId xmlns:a16="http://schemas.microsoft.com/office/drawing/2014/main" id="{FF617356-61A9-4B4E-B323-43D47277082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447812" y="1952864"/>
            <a:ext cx="2123189" cy="1196063"/>
          </a:xfrm>
          <a:prstGeom prst="rect">
            <a:avLst/>
          </a:prstGeom>
          <a:ln>
            <a:solidFill>
              <a:schemeClr val="bg1"/>
            </a:solidFill>
          </a:ln>
        </p:spPr>
      </p:pic>
      <p:pic>
        <p:nvPicPr>
          <p:cNvPr id="50" name="Picture 49">
            <a:extLst>
              <a:ext uri="{FF2B5EF4-FFF2-40B4-BE49-F238E27FC236}">
                <a16:creationId xmlns:a16="http://schemas.microsoft.com/office/drawing/2014/main" id="{5900124F-3533-409B-B180-4CD9AFAEC9A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699621" y="2234445"/>
            <a:ext cx="2123191" cy="1196063"/>
          </a:xfrm>
          <a:prstGeom prst="rect">
            <a:avLst/>
          </a:prstGeom>
          <a:ln>
            <a:solidFill>
              <a:schemeClr val="bg1"/>
            </a:solidFill>
          </a:ln>
        </p:spPr>
      </p:pic>
      <p:sp>
        <p:nvSpPr>
          <p:cNvPr id="51" name="TextBox 50">
            <a:extLst>
              <a:ext uri="{FF2B5EF4-FFF2-40B4-BE49-F238E27FC236}">
                <a16:creationId xmlns:a16="http://schemas.microsoft.com/office/drawing/2014/main" id="{E3D548C4-B1C1-4178-8AB8-6C591C38BCC8}"/>
              </a:ext>
            </a:extLst>
          </p:cNvPr>
          <p:cNvSpPr txBox="1"/>
          <p:nvPr/>
        </p:nvSpPr>
        <p:spPr>
          <a:xfrm>
            <a:off x="5528435" y="3629467"/>
            <a:ext cx="116117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0" b="1" i="0" u="none" strike="noStrike" kern="0" cap="none" spc="0" normalizeH="0" baseline="0" noProof="0">
                <a:ln>
                  <a:noFill/>
                </a:ln>
                <a:solidFill>
                  <a:srgbClr val="FFFFFF"/>
                </a:solidFill>
                <a:effectLst/>
                <a:uLnTx/>
                <a:uFillTx/>
                <a:latin typeface="Ubuntu Medium"/>
                <a:ea typeface="+mn-ea"/>
                <a:cs typeface="Arial"/>
                <a:sym typeface="Arial"/>
              </a:rPr>
              <a:t>25</a:t>
            </a:r>
          </a:p>
        </p:txBody>
      </p:sp>
      <p:sp>
        <p:nvSpPr>
          <p:cNvPr id="52" name="TextBox 51">
            <a:extLst>
              <a:ext uri="{FF2B5EF4-FFF2-40B4-BE49-F238E27FC236}">
                <a16:creationId xmlns:a16="http://schemas.microsoft.com/office/drawing/2014/main" id="{2D8FCF63-C05E-4359-9F4B-DCC3C53AD7F0}"/>
              </a:ext>
            </a:extLst>
          </p:cNvPr>
          <p:cNvSpPr txBox="1"/>
          <p:nvPr/>
        </p:nvSpPr>
        <p:spPr>
          <a:xfrm>
            <a:off x="6598667" y="3770640"/>
            <a:ext cx="191852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FFFFFF"/>
                </a:solidFill>
                <a:effectLst/>
                <a:uLnTx/>
                <a:uFillTx/>
                <a:latin typeface="Ubuntu Medium"/>
                <a:ea typeface="+mn-ea"/>
                <a:cs typeface="Arial"/>
                <a:sym typeface="Arial"/>
              </a:rPr>
              <a:t>Priority skills to be acquired by 2023 through new training courses</a:t>
            </a:r>
            <a:endParaRPr kumimoji="0" lang="fr-FR" sz="1400" b="0" i="0" u="none" strike="noStrike" kern="0" cap="none" spc="0" normalizeH="0" baseline="0" noProof="0">
              <a:ln>
                <a:noFill/>
              </a:ln>
              <a:solidFill>
                <a:srgbClr val="FFFFFF"/>
              </a:solidFill>
              <a:effectLst/>
              <a:uLnTx/>
              <a:uFillTx/>
              <a:latin typeface="Ubuntu Medium"/>
              <a:ea typeface="+mn-ea"/>
              <a:cs typeface="Arial"/>
              <a:sym typeface="Arial"/>
            </a:endParaRPr>
          </a:p>
        </p:txBody>
      </p:sp>
      <p:pic>
        <p:nvPicPr>
          <p:cNvPr id="3" name="Picture 2">
            <a:extLst>
              <a:ext uri="{FF2B5EF4-FFF2-40B4-BE49-F238E27FC236}">
                <a16:creationId xmlns:a16="http://schemas.microsoft.com/office/drawing/2014/main" id="{5EC53E16-DF72-42EF-946E-CCEA9251D9A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371453" y="3880297"/>
            <a:ext cx="2470819" cy="1391895"/>
          </a:xfrm>
          <a:prstGeom prst="rect">
            <a:avLst/>
          </a:prstGeom>
        </p:spPr>
      </p:pic>
      <p:sp>
        <p:nvSpPr>
          <p:cNvPr id="54" name="ZoneTexte 171">
            <a:extLst>
              <a:ext uri="{FF2B5EF4-FFF2-40B4-BE49-F238E27FC236}">
                <a16:creationId xmlns:a16="http://schemas.microsoft.com/office/drawing/2014/main" id="{6E791A40-C8AE-42E3-B8B8-6F39C2FD6021}"/>
              </a:ext>
            </a:extLst>
          </p:cNvPr>
          <p:cNvSpPr txBox="1"/>
          <p:nvPr/>
        </p:nvSpPr>
        <p:spPr>
          <a:xfrm>
            <a:off x="9797724" y="725962"/>
            <a:ext cx="2228468" cy="784895"/>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300" normalizeH="0" baseline="0" noProof="0" dirty="0">
                <a:ln>
                  <a:noFill/>
                </a:ln>
                <a:solidFill>
                  <a:schemeClr val="bg1"/>
                </a:solidFill>
                <a:effectLst/>
                <a:uLnTx/>
                <a:uFillTx/>
                <a:latin typeface="Helvetica" panose="020B0604020202020204" pitchFamily="34" charset="0"/>
                <a:ea typeface="+mn-ea"/>
                <a:cs typeface="Helvetica" panose="020B0604020202020204" pitchFamily="34" charset="0"/>
              </a:rPr>
              <a:t>SUSTAINABLE ACADEMY</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300" normalizeH="0" baseline="0" noProof="0" dirty="0">
                <a:ln>
                  <a:noFill/>
                </a:ln>
                <a:solidFill>
                  <a:schemeClr val="bg1"/>
                </a:solidFill>
                <a:effectLst/>
                <a:uLnTx/>
                <a:uFillTx/>
                <a:latin typeface="Helvetica" panose="020B0604020202020204" pitchFamily="34" charset="0"/>
                <a:ea typeface="+mn-ea"/>
                <a:cs typeface="Helvetica" panose="020B0604020202020204" pitchFamily="34" charset="0"/>
              </a:rPr>
              <a:t>COMMON PATH</a:t>
            </a:r>
          </a:p>
        </p:txBody>
      </p:sp>
      <p:grpSp>
        <p:nvGrpSpPr>
          <p:cNvPr id="55" name="Group 54">
            <a:extLst>
              <a:ext uri="{FF2B5EF4-FFF2-40B4-BE49-F238E27FC236}">
                <a16:creationId xmlns:a16="http://schemas.microsoft.com/office/drawing/2014/main" id="{6CAB15EC-1930-4F5A-B941-2695A246EAB1}"/>
              </a:ext>
            </a:extLst>
          </p:cNvPr>
          <p:cNvGrpSpPr/>
          <p:nvPr/>
        </p:nvGrpSpPr>
        <p:grpSpPr>
          <a:xfrm>
            <a:off x="8132421" y="863590"/>
            <a:ext cx="583239" cy="364713"/>
            <a:chOff x="7421111" y="1171977"/>
            <a:chExt cx="1344562" cy="0"/>
          </a:xfrm>
        </p:grpSpPr>
        <p:cxnSp>
          <p:nvCxnSpPr>
            <p:cNvPr id="56" name="Straight Connector 55">
              <a:extLst>
                <a:ext uri="{FF2B5EF4-FFF2-40B4-BE49-F238E27FC236}">
                  <a16:creationId xmlns:a16="http://schemas.microsoft.com/office/drawing/2014/main" id="{69AB6C5A-62AE-4CE4-AB18-525BCA557047}"/>
                </a:ext>
              </a:extLst>
            </p:cNvPr>
            <p:cNvCxnSpPr>
              <a:cxnSpLocks/>
            </p:cNvCxnSpPr>
            <p:nvPr/>
          </p:nvCxnSpPr>
          <p:spPr>
            <a:xfrm flipV="1">
              <a:off x="7421111" y="1171977"/>
              <a:ext cx="67969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3EDCAB9-5165-4883-A312-C80DD917F304}"/>
                </a:ext>
              </a:extLst>
            </p:cNvPr>
            <p:cNvCxnSpPr>
              <a:cxnSpLocks/>
            </p:cNvCxnSpPr>
            <p:nvPr/>
          </p:nvCxnSpPr>
          <p:spPr>
            <a:xfrm>
              <a:off x="7785675" y="1171977"/>
              <a:ext cx="97999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58" name="Picture 57" descr="Icon&#10;&#10;Description automatically generated">
            <a:extLst>
              <a:ext uri="{FF2B5EF4-FFF2-40B4-BE49-F238E27FC236}">
                <a16:creationId xmlns:a16="http://schemas.microsoft.com/office/drawing/2014/main" id="{576D4519-F118-4B28-A744-C0829AF0C396}"/>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916208" y="626490"/>
            <a:ext cx="540167" cy="540167"/>
          </a:xfrm>
          <a:prstGeom prst="rect">
            <a:avLst/>
          </a:prstGeom>
        </p:spPr>
      </p:pic>
      <p:sp>
        <p:nvSpPr>
          <p:cNvPr id="59" name="Freeform 11">
            <a:extLst>
              <a:ext uri="{FF2B5EF4-FFF2-40B4-BE49-F238E27FC236}">
                <a16:creationId xmlns:a16="http://schemas.microsoft.com/office/drawing/2014/main" id="{262A164C-0A8C-488C-BCCE-45182AF64485}"/>
              </a:ext>
            </a:extLst>
          </p:cNvPr>
          <p:cNvSpPr>
            <a:spLocks/>
          </p:cNvSpPr>
          <p:nvPr>
            <p:custDataLst>
              <p:tags r:id="rId1"/>
            </p:custDataLst>
          </p:nvPr>
        </p:nvSpPr>
        <p:spPr bwMode="auto">
          <a:xfrm>
            <a:off x="8669218" y="445223"/>
            <a:ext cx="1016318" cy="830492"/>
          </a:xfrm>
          <a:custGeom>
            <a:avLst/>
            <a:gdLst>
              <a:gd name="T0" fmla="*/ 322 w 1286"/>
              <a:gd name="T1" fmla="*/ 1116 h 1116"/>
              <a:gd name="T2" fmla="*/ 0 w 1286"/>
              <a:gd name="T3" fmla="*/ 557 h 1116"/>
              <a:gd name="T4" fmla="*/ 322 w 1286"/>
              <a:gd name="T5" fmla="*/ 0 h 1116"/>
              <a:gd name="T6" fmla="*/ 965 w 1286"/>
              <a:gd name="T7" fmla="*/ 0 h 1116"/>
              <a:gd name="T8" fmla="*/ 1286 w 1286"/>
              <a:gd name="T9" fmla="*/ 557 h 1116"/>
              <a:gd name="T10" fmla="*/ 965 w 1286"/>
              <a:gd name="T11" fmla="*/ 1116 h 1116"/>
              <a:gd name="T12" fmla="*/ 322 w 1286"/>
              <a:gd name="T13" fmla="*/ 1116 h 1116"/>
            </a:gdLst>
            <a:ahLst/>
            <a:cxnLst>
              <a:cxn ang="0">
                <a:pos x="T0" y="T1"/>
              </a:cxn>
              <a:cxn ang="0">
                <a:pos x="T2" y="T3"/>
              </a:cxn>
              <a:cxn ang="0">
                <a:pos x="T4" y="T5"/>
              </a:cxn>
              <a:cxn ang="0">
                <a:pos x="T6" y="T7"/>
              </a:cxn>
              <a:cxn ang="0">
                <a:pos x="T8" y="T9"/>
              </a:cxn>
              <a:cxn ang="0">
                <a:pos x="T10" y="T11"/>
              </a:cxn>
              <a:cxn ang="0">
                <a:pos x="T12" y="T13"/>
              </a:cxn>
            </a:cxnLst>
            <a:rect l="0" t="0" r="r" b="b"/>
            <a:pathLst>
              <a:path w="1286" h="1116">
                <a:moveTo>
                  <a:pt x="322" y="1116"/>
                </a:moveTo>
                <a:lnTo>
                  <a:pt x="0" y="557"/>
                </a:lnTo>
                <a:lnTo>
                  <a:pt x="322" y="0"/>
                </a:lnTo>
                <a:lnTo>
                  <a:pt x="965" y="0"/>
                </a:lnTo>
                <a:lnTo>
                  <a:pt x="1286" y="557"/>
                </a:lnTo>
                <a:lnTo>
                  <a:pt x="965" y="1116"/>
                </a:lnTo>
                <a:lnTo>
                  <a:pt x="322" y="1116"/>
                </a:lnTo>
                <a:close/>
              </a:path>
            </a:pathLst>
          </a:custGeom>
          <a:noFill/>
          <a:ln w="38100">
            <a:solidFill>
              <a:schemeClr val="accent1"/>
            </a:solidFill>
          </a:ln>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Helvetica" panose="020B0604020202020204" pitchFamily="34" charset="0"/>
              <a:ea typeface="+mn-ea"/>
              <a:cs typeface="Helvetica" panose="020B0604020202020204" pitchFamily="34" charset="0"/>
              <a:sym typeface="Calibri"/>
            </a:endParaRPr>
          </a:p>
        </p:txBody>
      </p:sp>
      <p:sp>
        <p:nvSpPr>
          <p:cNvPr id="32" name="Rectangle 31">
            <a:extLst>
              <a:ext uri="{FF2B5EF4-FFF2-40B4-BE49-F238E27FC236}">
                <a16:creationId xmlns:a16="http://schemas.microsoft.com/office/drawing/2014/main" id="{CE98338A-CF02-4051-9EE8-A45EDF683D69}"/>
              </a:ext>
            </a:extLst>
          </p:cNvPr>
          <p:cNvSpPr/>
          <p:nvPr/>
        </p:nvSpPr>
        <p:spPr>
          <a:xfrm>
            <a:off x="0" y="0"/>
            <a:ext cx="551384" cy="371959"/>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a:ln>
                  <a:solidFill>
                    <a:prstClr val="black"/>
                  </a:solidFill>
                </a:ln>
                <a:solidFill>
                  <a:srgbClr val="FFFFFF"/>
                </a:solidFill>
                <a:effectLst/>
                <a:uLnTx/>
                <a:uFillTx/>
                <a:latin typeface="Ubuntu"/>
                <a:ea typeface="+mn-ea"/>
                <a:cs typeface="+mn-cs"/>
              </a:rPr>
              <a:t>1</a:t>
            </a:r>
          </a:p>
        </p:txBody>
      </p:sp>
      <p:sp>
        <p:nvSpPr>
          <p:cNvPr id="35" name="Rectangle 34">
            <a:extLst>
              <a:ext uri="{FF2B5EF4-FFF2-40B4-BE49-F238E27FC236}">
                <a16:creationId xmlns:a16="http://schemas.microsoft.com/office/drawing/2014/main" id="{47F722D8-CD08-46E5-B92B-8A88F0093F07}"/>
              </a:ext>
            </a:extLst>
          </p:cNvPr>
          <p:cNvSpPr/>
          <p:nvPr/>
        </p:nvSpPr>
        <p:spPr>
          <a:xfrm>
            <a:off x="5591944" y="130932"/>
            <a:ext cx="828000" cy="260731"/>
          </a:xfrm>
          <a:prstGeom prst="rect">
            <a:avLst/>
          </a:prstGeom>
          <a:solidFill>
            <a:srgbClr val="57CF8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FFFFFF"/>
                </a:solidFill>
                <a:effectLst/>
                <a:uLnTx/>
                <a:uFillTx/>
                <a:latin typeface="Ubuntu"/>
                <a:ea typeface="+mn-ea"/>
                <a:cs typeface="+mn-cs"/>
              </a:rPr>
              <a:t>Sustainable </a:t>
            </a:r>
          </a:p>
        </p:txBody>
      </p:sp>
      <p:sp>
        <p:nvSpPr>
          <p:cNvPr id="36" name="Rectangle 35">
            <a:extLst>
              <a:ext uri="{FF2B5EF4-FFF2-40B4-BE49-F238E27FC236}">
                <a16:creationId xmlns:a16="http://schemas.microsoft.com/office/drawing/2014/main" id="{61CC2C3C-90C5-4E93-98D0-3E32DDA08476}"/>
              </a:ext>
            </a:extLst>
          </p:cNvPr>
          <p:cNvSpPr/>
          <p:nvPr/>
        </p:nvSpPr>
        <p:spPr>
          <a:xfrm>
            <a:off x="6479105" y="130932"/>
            <a:ext cx="828000" cy="260731"/>
          </a:xfrm>
          <a:prstGeom prst="rect">
            <a:avLst/>
          </a:prstGeom>
          <a:solidFill>
            <a:srgbClr val="FF577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ln>
                  <a:noFill/>
                </a:ln>
                <a:solidFill>
                  <a:srgbClr val="FFFFFF"/>
                </a:solidFill>
                <a:effectLst/>
                <a:uLnTx/>
                <a:uFillTx/>
                <a:latin typeface="Ubuntu"/>
                <a:ea typeface="+mn-ea"/>
                <a:cs typeface="+mn-cs"/>
              </a:rPr>
              <a:t>Academy</a:t>
            </a:r>
            <a:endParaRPr kumimoji="0" lang="fr-FR" sz="1000" b="1" i="0" u="none" strike="noStrike" kern="1200" cap="none" spc="0" normalizeH="0" baseline="0" noProof="0">
              <a:ln>
                <a:noFill/>
              </a:ln>
              <a:solidFill>
                <a:srgbClr val="FFFFFF"/>
              </a:solidFill>
              <a:effectLst/>
              <a:uLnTx/>
              <a:uFillTx/>
              <a:latin typeface="Ubuntu"/>
              <a:ea typeface="+mn-ea"/>
              <a:cs typeface="+mn-cs"/>
            </a:endParaRPr>
          </a:p>
        </p:txBody>
      </p:sp>
      <p:sp>
        <p:nvSpPr>
          <p:cNvPr id="37" name="TextBox 36">
            <a:extLst>
              <a:ext uri="{FF2B5EF4-FFF2-40B4-BE49-F238E27FC236}">
                <a16:creationId xmlns:a16="http://schemas.microsoft.com/office/drawing/2014/main" id="{A31FB2A3-6816-4E7D-9451-3D632F619EE9}"/>
              </a:ext>
            </a:extLst>
          </p:cNvPr>
          <p:cNvSpPr txBox="1"/>
          <p:nvPr/>
        </p:nvSpPr>
        <p:spPr>
          <a:xfrm>
            <a:off x="5591944" y="5283542"/>
            <a:ext cx="116117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0" b="1" i="0" u="none" strike="noStrike" kern="0" cap="none" spc="0" normalizeH="0" baseline="0" noProof="0">
                <a:ln>
                  <a:noFill/>
                </a:ln>
                <a:solidFill>
                  <a:srgbClr val="FFFFFF"/>
                </a:solidFill>
                <a:effectLst/>
                <a:uLnTx/>
                <a:uFillTx/>
                <a:latin typeface="Ubuntu Medium"/>
                <a:ea typeface="+mn-ea"/>
                <a:cs typeface="Arial"/>
                <a:sym typeface="Arial"/>
              </a:rPr>
              <a:t>30</a:t>
            </a:r>
          </a:p>
        </p:txBody>
      </p:sp>
      <p:sp>
        <p:nvSpPr>
          <p:cNvPr id="38" name="TextBox 37">
            <a:extLst>
              <a:ext uri="{FF2B5EF4-FFF2-40B4-BE49-F238E27FC236}">
                <a16:creationId xmlns:a16="http://schemas.microsoft.com/office/drawing/2014/main" id="{58B14B05-AA3E-4586-9EE2-2F66EC0AC927}"/>
              </a:ext>
            </a:extLst>
          </p:cNvPr>
          <p:cNvSpPr txBox="1"/>
          <p:nvPr/>
        </p:nvSpPr>
        <p:spPr>
          <a:xfrm>
            <a:off x="6638508" y="5345098"/>
            <a:ext cx="191852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FFFFFF"/>
                </a:solidFill>
                <a:effectLst/>
                <a:uLnTx/>
                <a:uFillTx/>
                <a:latin typeface="Ubuntu Medium"/>
                <a:ea typeface="+mn-ea"/>
                <a:cs typeface="Arial"/>
                <a:sym typeface="Arial"/>
              </a:rPr>
              <a:t>Thousands employees trained through at least the Common path</a:t>
            </a:r>
            <a:endParaRPr kumimoji="0" lang="fr-FR" sz="1400" b="0" i="0" u="none" strike="noStrike" kern="0" cap="none" spc="0" normalizeH="0" baseline="0" noProof="0">
              <a:ln>
                <a:noFill/>
              </a:ln>
              <a:solidFill>
                <a:srgbClr val="FFFFFF"/>
              </a:solidFill>
              <a:effectLst/>
              <a:uLnTx/>
              <a:uFillTx/>
              <a:latin typeface="Ubuntu Medium"/>
              <a:ea typeface="+mn-ea"/>
              <a:cs typeface="Arial"/>
              <a:sym typeface="Arial"/>
            </a:endParaRPr>
          </a:p>
        </p:txBody>
      </p:sp>
    </p:spTree>
    <p:extLst>
      <p:ext uri="{BB962C8B-B14F-4D97-AF65-F5344CB8AC3E}">
        <p14:creationId xmlns:p14="http://schemas.microsoft.com/office/powerpoint/2010/main" val="4204043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Google Shape;2166;p101">
            <a:extLst>
              <a:ext uri="{FF2B5EF4-FFF2-40B4-BE49-F238E27FC236}">
                <a16:creationId xmlns:a16="http://schemas.microsoft.com/office/drawing/2014/main" id="{C0B9CF16-5F6E-4960-9FD8-4BA31AD7956E}"/>
              </a:ext>
            </a:extLst>
          </p:cNvPr>
          <p:cNvSpPr/>
          <p:nvPr/>
        </p:nvSpPr>
        <p:spPr>
          <a:xfrm>
            <a:off x="5539402" y="-1713"/>
            <a:ext cx="2778855" cy="6859713"/>
          </a:xfrm>
          <a:prstGeom prst="rect">
            <a:avLst/>
          </a:prstGeom>
          <a:solidFill>
            <a:srgbClr val="077F6E"/>
          </a:solidFill>
          <a:ln>
            <a:noFill/>
          </a:ln>
        </p:spPr>
        <p:txBody>
          <a:bodyPr spcFirstLastPara="1" wrap="square" lIns="121900" tIns="60933" rIns="121900" bIns="6093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600" b="0" i="0" u="none" strike="noStrike" kern="0" cap="none" spc="0" normalizeH="0" baseline="0" noProof="0">
              <a:ln>
                <a:noFill/>
              </a:ln>
              <a:solidFill>
                <a:srgbClr val="FFFFFF"/>
              </a:solidFill>
              <a:effectLst/>
              <a:uLnTx/>
              <a:uFillTx/>
              <a:ea typeface="+mn-ea"/>
              <a:cs typeface="+mn-cs"/>
              <a:sym typeface="Century Gothic"/>
            </a:endParaRPr>
          </a:p>
        </p:txBody>
      </p:sp>
      <p:sp>
        <p:nvSpPr>
          <p:cNvPr id="8" name="object 8"/>
          <p:cNvSpPr txBox="1"/>
          <p:nvPr/>
        </p:nvSpPr>
        <p:spPr>
          <a:xfrm>
            <a:off x="230758" y="2136247"/>
            <a:ext cx="1433930" cy="228909"/>
          </a:xfrm>
          <a:prstGeom prst="rect">
            <a:avLst/>
          </a:prstGeom>
        </p:spPr>
        <p:txBody>
          <a:bodyPr vert="horz" wrap="square" lIns="0" tIns="13335" rIns="0" bIns="0" rtlCol="0">
            <a:spAutoFit/>
          </a:bodyPr>
          <a:lstStyle/>
          <a:p>
            <a:pPr marL="12700">
              <a:lnSpc>
                <a:spcPct val="100000"/>
              </a:lnSpc>
              <a:spcBef>
                <a:spcPts val="105"/>
              </a:spcBef>
            </a:pPr>
            <a:r>
              <a:rPr lang="fr-FR" sz="1400" b="1" spc="10">
                <a:solidFill>
                  <a:srgbClr val="00B050"/>
                </a:solidFill>
                <a:cs typeface="Microsoft Sans Serif"/>
              </a:rPr>
              <a:t>SOLUTIONS</a:t>
            </a:r>
            <a:endParaRPr sz="1400" b="1">
              <a:solidFill>
                <a:srgbClr val="00B050"/>
              </a:solidFill>
              <a:cs typeface="Microsoft Sans Serif"/>
            </a:endParaRPr>
          </a:p>
        </p:txBody>
      </p:sp>
      <p:sp>
        <p:nvSpPr>
          <p:cNvPr id="9" name="object 9"/>
          <p:cNvSpPr txBox="1"/>
          <p:nvPr/>
        </p:nvSpPr>
        <p:spPr>
          <a:xfrm>
            <a:off x="5965387" y="4258162"/>
            <a:ext cx="2081530" cy="1193165"/>
          </a:xfrm>
          <a:prstGeom prst="rect">
            <a:avLst/>
          </a:prstGeom>
        </p:spPr>
        <p:txBody>
          <a:bodyPr vert="horz" wrap="square" lIns="0" tIns="12700" rIns="0" bIns="0" rtlCol="0">
            <a:spAutoFit/>
          </a:bodyPr>
          <a:lstStyle/>
          <a:p>
            <a:pPr marL="12700">
              <a:lnSpc>
                <a:spcPts val="7834"/>
              </a:lnSpc>
              <a:spcBef>
                <a:spcPts val="100"/>
              </a:spcBef>
            </a:pPr>
            <a:r>
              <a:rPr lang="en-US" sz="6600" b="1" spc="30">
                <a:solidFill>
                  <a:srgbClr val="FFFFFF"/>
                </a:solidFill>
                <a:cs typeface="Arial"/>
              </a:rPr>
              <a:t>6-8</a:t>
            </a:r>
            <a:endParaRPr lang="en-US" sz="6600">
              <a:cs typeface="Arial"/>
            </a:endParaRPr>
          </a:p>
          <a:p>
            <a:pPr marL="12700">
              <a:lnSpc>
                <a:spcPts val="1355"/>
              </a:lnSpc>
            </a:pPr>
            <a:r>
              <a:rPr lang="fr-FR" sz="1200" spc="-10" err="1">
                <a:solidFill>
                  <a:srgbClr val="FFFFFF"/>
                </a:solidFill>
                <a:cs typeface="Microsoft Sans Serif"/>
              </a:rPr>
              <a:t>Weeks</a:t>
            </a:r>
            <a:endParaRPr sz="1200">
              <a:cs typeface="Microsoft Sans Serif"/>
            </a:endParaRPr>
          </a:p>
        </p:txBody>
      </p:sp>
      <p:sp>
        <p:nvSpPr>
          <p:cNvPr id="11" name="object 11"/>
          <p:cNvSpPr txBox="1"/>
          <p:nvPr/>
        </p:nvSpPr>
        <p:spPr>
          <a:xfrm>
            <a:off x="5965387" y="1380596"/>
            <a:ext cx="1452245" cy="1031875"/>
          </a:xfrm>
          <a:prstGeom prst="rect">
            <a:avLst/>
          </a:prstGeom>
        </p:spPr>
        <p:txBody>
          <a:bodyPr vert="horz" wrap="square" lIns="0" tIns="12700" rIns="0" bIns="0" rtlCol="0">
            <a:spAutoFit/>
          </a:bodyPr>
          <a:lstStyle/>
          <a:p>
            <a:pPr marL="12700">
              <a:lnSpc>
                <a:spcPct val="100000"/>
              </a:lnSpc>
              <a:spcBef>
                <a:spcPts val="100"/>
              </a:spcBef>
            </a:pPr>
            <a:r>
              <a:rPr lang="fr-FR" sz="6600" b="1" spc="5">
                <a:solidFill>
                  <a:srgbClr val="FFFFFF"/>
                </a:solidFill>
                <a:cs typeface="Arial"/>
              </a:rPr>
              <a:t>2</a:t>
            </a:r>
            <a:endParaRPr sz="6600">
              <a:cs typeface="Arial"/>
            </a:endParaRPr>
          </a:p>
        </p:txBody>
      </p:sp>
      <p:sp>
        <p:nvSpPr>
          <p:cNvPr id="12" name="object 12"/>
          <p:cNvSpPr txBox="1"/>
          <p:nvPr/>
        </p:nvSpPr>
        <p:spPr>
          <a:xfrm>
            <a:off x="5965387" y="2297713"/>
            <a:ext cx="1551305" cy="197490"/>
          </a:xfrm>
          <a:prstGeom prst="rect">
            <a:avLst/>
          </a:prstGeom>
        </p:spPr>
        <p:txBody>
          <a:bodyPr vert="horz" wrap="square" lIns="0" tIns="12700" rIns="0" bIns="0" rtlCol="0">
            <a:spAutoFit/>
          </a:bodyPr>
          <a:lstStyle/>
          <a:p>
            <a:pPr marL="12700">
              <a:lnSpc>
                <a:spcPct val="100000"/>
              </a:lnSpc>
              <a:spcBef>
                <a:spcPts val="100"/>
              </a:spcBef>
            </a:pPr>
            <a:r>
              <a:rPr lang="fr-FR" sz="1200" spc="75" err="1">
                <a:solidFill>
                  <a:srgbClr val="FFFFFF"/>
                </a:solidFill>
                <a:cs typeface="Microsoft Sans Serif"/>
              </a:rPr>
              <a:t>Plenary</a:t>
            </a:r>
            <a:r>
              <a:rPr lang="fr-FR" sz="1200" spc="75">
                <a:solidFill>
                  <a:srgbClr val="FFFFFF"/>
                </a:solidFill>
                <a:cs typeface="Microsoft Sans Serif"/>
              </a:rPr>
              <a:t> sessions</a:t>
            </a:r>
            <a:endParaRPr sz="1200">
              <a:cs typeface="Microsoft Sans Serif"/>
            </a:endParaRPr>
          </a:p>
        </p:txBody>
      </p:sp>
      <p:sp>
        <p:nvSpPr>
          <p:cNvPr id="13" name="object 13"/>
          <p:cNvSpPr txBox="1"/>
          <p:nvPr/>
        </p:nvSpPr>
        <p:spPr>
          <a:xfrm>
            <a:off x="5927706" y="2690017"/>
            <a:ext cx="502284" cy="1031875"/>
          </a:xfrm>
          <a:prstGeom prst="rect">
            <a:avLst/>
          </a:prstGeom>
        </p:spPr>
        <p:txBody>
          <a:bodyPr vert="horz" wrap="square" lIns="0" tIns="12700" rIns="0" bIns="0" rtlCol="0">
            <a:spAutoFit/>
          </a:bodyPr>
          <a:lstStyle/>
          <a:p>
            <a:pPr marL="12700">
              <a:lnSpc>
                <a:spcPct val="100000"/>
              </a:lnSpc>
              <a:spcBef>
                <a:spcPts val="100"/>
              </a:spcBef>
            </a:pPr>
            <a:r>
              <a:rPr lang="en-US" sz="6600" b="1" spc="75">
                <a:solidFill>
                  <a:srgbClr val="FFFFFF"/>
                </a:solidFill>
                <a:cs typeface="Arial"/>
              </a:rPr>
              <a:t>2</a:t>
            </a:r>
            <a:endParaRPr sz="6600">
              <a:cs typeface="Arial"/>
            </a:endParaRPr>
          </a:p>
        </p:txBody>
      </p:sp>
      <p:sp>
        <p:nvSpPr>
          <p:cNvPr id="14" name="object 14"/>
          <p:cNvSpPr txBox="1"/>
          <p:nvPr/>
        </p:nvSpPr>
        <p:spPr>
          <a:xfrm>
            <a:off x="5965387" y="3696492"/>
            <a:ext cx="1373505" cy="197490"/>
          </a:xfrm>
          <a:prstGeom prst="rect">
            <a:avLst/>
          </a:prstGeom>
        </p:spPr>
        <p:txBody>
          <a:bodyPr vert="horz" wrap="square" lIns="0" tIns="12700" rIns="0" bIns="0" rtlCol="0">
            <a:spAutoFit/>
          </a:bodyPr>
          <a:lstStyle/>
          <a:p>
            <a:pPr marL="12700">
              <a:lnSpc>
                <a:spcPct val="100000"/>
              </a:lnSpc>
              <a:spcBef>
                <a:spcPts val="100"/>
              </a:spcBef>
            </a:pPr>
            <a:r>
              <a:rPr lang="fr-FR" sz="1200" spc="-85">
                <a:solidFill>
                  <a:srgbClr val="FFFFFF"/>
                </a:solidFill>
                <a:cs typeface="Microsoft Sans Serif"/>
              </a:rPr>
              <a:t>Workshops</a:t>
            </a:r>
            <a:endParaRPr sz="1200">
              <a:cs typeface="Microsoft Sans Serif"/>
            </a:endParaRPr>
          </a:p>
        </p:txBody>
      </p:sp>
      <p:sp>
        <p:nvSpPr>
          <p:cNvPr id="15" name="object 15"/>
          <p:cNvSpPr txBox="1"/>
          <p:nvPr/>
        </p:nvSpPr>
        <p:spPr>
          <a:xfrm>
            <a:off x="230758" y="2457745"/>
            <a:ext cx="4765813" cy="938847"/>
          </a:xfrm>
          <a:prstGeom prst="rect">
            <a:avLst/>
          </a:prstGeom>
          <a:solidFill>
            <a:schemeClr val="bg1"/>
          </a:solidFill>
        </p:spPr>
        <p:txBody>
          <a:bodyPr vert="horz" wrap="square" lIns="0" tIns="12700" rIns="0" bIns="0" rtlCol="0">
            <a:spAutoFit/>
          </a:bodyPr>
          <a:lstStyle/>
          <a:p>
            <a:pPr marR="0" lvl="0" algn="just" defTabSz="914377" rtl="0" eaLnBrk="1" fontAlgn="auto" latinLnBrk="0" hangingPunct="1">
              <a:lnSpc>
                <a:spcPct val="102000"/>
              </a:lnSpc>
              <a:spcBef>
                <a:spcPts val="0"/>
              </a:spcBef>
              <a:spcAft>
                <a:spcPts val="800"/>
              </a:spcAft>
              <a:buClrTx/>
              <a:buSzTx/>
              <a:tabLst/>
              <a:defRPr/>
            </a:pPr>
            <a:r>
              <a:rPr kumimoji="0" lang="en-US" sz="1200" i="0" u="none" strike="noStrike" kern="1200" cap="none" spc="0" normalizeH="0" baseline="0" noProof="0">
                <a:ln>
                  <a:noFill/>
                </a:ln>
                <a:effectLst/>
                <a:uLnTx/>
                <a:uFillTx/>
                <a:ea typeface="Roboto" panose="02000000000000000000" pitchFamily="2" charset="0"/>
                <a:cs typeface="Arial" panose="020B0604020202020204" pitchFamily="34" charset="0"/>
              </a:rPr>
              <a:t>Deployment carried by the </a:t>
            </a:r>
            <a:r>
              <a:rPr kumimoji="0" lang="en-US" sz="1200" b="1" i="0" u="none" strike="noStrike" kern="1200" cap="none" spc="0" normalizeH="0" baseline="0" noProof="0">
                <a:ln>
                  <a:noFill/>
                </a:ln>
                <a:effectLst/>
                <a:uLnTx/>
                <a:uFillTx/>
                <a:ea typeface="Roboto" panose="02000000000000000000" pitchFamily="2" charset="0"/>
                <a:cs typeface="Arial" panose="020B0604020202020204" pitchFamily="34" charset="0"/>
              </a:rPr>
              <a:t>management</a:t>
            </a:r>
            <a:r>
              <a:rPr kumimoji="0" lang="en-US" sz="1200" i="0" u="none" strike="noStrike" kern="1200" cap="none" spc="0" normalizeH="0" baseline="0" noProof="0">
                <a:ln>
                  <a:noFill/>
                </a:ln>
                <a:effectLst/>
                <a:uLnTx/>
                <a:uFillTx/>
                <a:ea typeface="Roboto" panose="02000000000000000000" pitchFamily="2" charset="0"/>
                <a:cs typeface="Arial" panose="020B0604020202020204" pitchFamily="34" charset="0"/>
              </a:rPr>
              <a:t> without the requirement to be an expert: leaders and managers will animate the sessions thanks to </a:t>
            </a:r>
            <a:r>
              <a:rPr kumimoji="0" lang="en-US" sz="1200" b="1" i="0" u="none" strike="noStrike" kern="1200" cap="none" spc="0" normalizeH="0" baseline="0" noProof="0">
                <a:ln>
                  <a:noFill/>
                </a:ln>
                <a:effectLst/>
                <a:uLnTx/>
                <a:uFillTx/>
                <a:ea typeface="Roboto" panose="02000000000000000000" pitchFamily="2" charset="0"/>
                <a:cs typeface="Arial" panose="020B0604020202020204" pitchFamily="34" charset="0"/>
              </a:rPr>
              <a:t>self-supporting animation tools and operational support from Capgemini teams</a:t>
            </a:r>
            <a:r>
              <a:rPr kumimoji="0" lang="en-US" sz="1200" i="0" u="none" strike="noStrike" kern="1200" cap="none" spc="0" normalizeH="0" baseline="0" noProof="0">
                <a:ln>
                  <a:noFill/>
                </a:ln>
                <a:effectLst/>
                <a:uLnTx/>
                <a:uFillTx/>
                <a:ea typeface="Roboto" panose="02000000000000000000" pitchFamily="2" charset="0"/>
                <a:cs typeface="Arial" panose="020B0604020202020204" pitchFamily="34" charset="0"/>
              </a:rPr>
              <a:t>. The objective is to receive this </a:t>
            </a:r>
            <a:r>
              <a:rPr kumimoji="0" lang="en-US" sz="1200" b="1" i="0" u="none" strike="noStrike" kern="1200" cap="none" spc="0" normalizeH="0" baseline="0" noProof="0">
                <a:ln>
                  <a:noFill/>
                </a:ln>
                <a:effectLst/>
                <a:uLnTx/>
                <a:uFillTx/>
                <a:ea typeface="Roboto" panose="02000000000000000000" pitchFamily="2" charset="0"/>
                <a:cs typeface="Arial" panose="020B0604020202020204" pitchFamily="34" charset="0"/>
              </a:rPr>
              <a:t>training on site </a:t>
            </a:r>
            <a:r>
              <a:rPr kumimoji="0" lang="en-US" sz="1200" i="0" u="none" strike="noStrike" kern="1200" cap="none" spc="0" normalizeH="0" baseline="0" noProof="0">
                <a:ln>
                  <a:noFill/>
                </a:ln>
                <a:effectLst/>
                <a:uLnTx/>
                <a:uFillTx/>
                <a:ea typeface="Roboto" panose="02000000000000000000" pitchFamily="2" charset="0"/>
                <a:cs typeface="Arial" panose="020B0604020202020204" pitchFamily="34" charset="0"/>
              </a:rPr>
              <a:t>as much as possible.</a:t>
            </a:r>
            <a:endParaRPr kumimoji="0" lang="fr-FR" sz="1200" i="0" u="none" strike="noStrike" kern="1200" cap="none" spc="0" normalizeH="0" baseline="0" noProof="0">
              <a:ln>
                <a:noFill/>
              </a:ln>
              <a:effectLst/>
              <a:uLnTx/>
              <a:uFillTx/>
              <a:ea typeface="Roboto" panose="02000000000000000000" pitchFamily="2" charset="0"/>
              <a:cs typeface="Arial" panose="020B0604020202020204" pitchFamily="34" charset="0"/>
            </a:endParaRPr>
          </a:p>
        </p:txBody>
      </p:sp>
      <p:sp>
        <p:nvSpPr>
          <p:cNvPr id="22" name="object 22"/>
          <p:cNvSpPr txBox="1"/>
          <p:nvPr/>
        </p:nvSpPr>
        <p:spPr>
          <a:xfrm>
            <a:off x="230758" y="1236589"/>
            <a:ext cx="5030480" cy="966931"/>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bg1"/>
                </a:solidFill>
                <a:effectLst/>
                <a:uLnTx/>
                <a:uFillTx/>
                <a:ea typeface="+mn-ea"/>
                <a:cs typeface="+mn-cs"/>
              </a:rPr>
              <a:t>Help collaborators to lead the company's new position by developing common knowledge and a new corporate culture (author of the company's new ambition, and the themes of energy transition, the climate challenge, the electricity​).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374649"/>
              </a:solidFill>
              <a:effectLst/>
              <a:uLnTx/>
              <a:uFillTx/>
              <a:ea typeface="+mn-ea"/>
              <a:cs typeface="+mn-cs"/>
            </a:endParaRPr>
          </a:p>
        </p:txBody>
      </p:sp>
      <p:sp>
        <p:nvSpPr>
          <p:cNvPr id="52" name="Rectangle 51">
            <a:extLst>
              <a:ext uri="{FF2B5EF4-FFF2-40B4-BE49-F238E27FC236}">
                <a16:creationId xmlns:a16="http://schemas.microsoft.com/office/drawing/2014/main" id="{50DB36D9-DD47-4A06-B624-87993B741B95}"/>
              </a:ext>
            </a:extLst>
          </p:cNvPr>
          <p:cNvSpPr/>
          <p:nvPr/>
        </p:nvSpPr>
        <p:spPr>
          <a:xfrm>
            <a:off x="0" y="0"/>
            <a:ext cx="551384" cy="371959"/>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a:ln>
                  <a:solidFill>
                    <a:prstClr val="black"/>
                  </a:solidFill>
                </a:ln>
                <a:solidFill>
                  <a:srgbClr val="FFFFFF"/>
                </a:solidFill>
              </a:rPr>
              <a:t>2</a:t>
            </a:r>
            <a:endParaRPr kumimoji="0" lang="fr-FR" sz="3200" b="1" i="0" u="none" strike="noStrike" kern="1200" cap="none" spc="0" normalizeH="0" baseline="0" noProof="0">
              <a:ln>
                <a:solidFill>
                  <a:prstClr val="black"/>
                </a:solidFill>
              </a:ln>
              <a:solidFill>
                <a:srgbClr val="FFFFFF"/>
              </a:solidFill>
              <a:effectLst/>
              <a:uLnTx/>
              <a:uFillTx/>
              <a:ea typeface="+mn-ea"/>
              <a:cs typeface="+mn-cs"/>
            </a:endParaRPr>
          </a:p>
        </p:txBody>
      </p:sp>
      <p:sp>
        <p:nvSpPr>
          <p:cNvPr id="57" name="Rectangle 56">
            <a:extLst>
              <a:ext uri="{FF2B5EF4-FFF2-40B4-BE49-F238E27FC236}">
                <a16:creationId xmlns:a16="http://schemas.microsoft.com/office/drawing/2014/main" id="{88A2930A-B7AC-4B3E-90A7-7AD087226493}"/>
              </a:ext>
            </a:extLst>
          </p:cNvPr>
          <p:cNvSpPr/>
          <p:nvPr/>
        </p:nvSpPr>
        <p:spPr>
          <a:xfrm>
            <a:off x="5591944" y="130932"/>
            <a:ext cx="828000" cy="260731"/>
          </a:xfrm>
          <a:prstGeom prst="rect">
            <a:avLst/>
          </a:prstGeom>
          <a:solidFill>
            <a:srgbClr val="57CF8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solidFill>
                  <a:schemeClr val="bg1"/>
                </a:solidFill>
                <a:effectLst/>
                <a:uLnTx/>
                <a:uFillTx/>
                <a:ea typeface="+mn-ea"/>
                <a:cs typeface="+mn-cs"/>
              </a:rPr>
              <a:t>Sustainable </a:t>
            </a:r>
          </a:p>
        </p:txBody>
      </p:sp>
      <p:sp>
        <p:nvSpPr>
          <p:cNvPr id="58" name="Rectangle 57">
            <a:extLst>
              <a:ext uri="{FF2B5EF4-FFF2-40B4-BE49-F238E27FC236}">
                <a16:creationId xmlns:a16="http://schemas.microsoft.com/office/drawing/2014/main" id="{B2322535-1773-4C0F-9118-139A1343FBEF}"/>
              </a:ext>
            </a:extLst>
          </p:cNvPr>
          <p:cNvSpPr/>
          <p:nvPr/>
        </p:nvSpPr>
        <p:spPr>
          <a:xfrm>
            <a:off x="6479105" y="130932"/>
            <a:ext cx="828000" cy="260731"/>
          </a:xfrm>
          <a:prstGeom prst="rect">
            <a:avLst/>
          </a:prstGeom>
          <a:solidFill>
            <a:srgbClr val="FF577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solidFill>
                  <a:schemeClr val="bg1"/>
                </a:solidFill>
                <a:effectLst/>
                <a:uLnTx/>
                <a:uFillTx/>
                <a:ea typeface="+mn-ea"/>
                <a:cs typeface="+mn-cs"/>
              </a:rPr>
              <a:t>Academy</a:t>
            </a:r>
            <a:endParaRPr kumimoji="0" lang="fr-FR" sz="1000" b="1" i="0" u="none" strike="noStrike" kern="1200" cap="none" spc="0" normalizeH="0" baseline="0" noProof="0">
              <a:solidFill>
                <a:schemeClr val="bg1"/>
              </a:solidFill>
              <a:effectLst/>
              <a:uLnTx/>
              <a:uFillTx/>
              <a:ea typeface="+mn-ea"/>
              <a:cs typeface="+mn-cs"/>
            </a:endParaRPr>
          </a:p>
        </p:txBody>
      </p:sp>
      <p:sp>
        <p:nvSpPr>
          <p:cNvPr id="59" name="Rectangle 58">
            <a:extLst>
              <a:ext uri="{FF2B5EF4-FFF2-40B4-BE49-F238E27FC236}">
                <a16:creationId xmlns:a16="http://schemas.microsoft.com/office/drawing/2014/main" id="{E9692FE8-F511-4458-9790-5E0142FE7A24}"/>
              </a:ext>
            </a:extLst>
          </p:cNvPr>
          <p:cNvSpPr/>
          <p:nvPr/>
        </p:nvSpPr>
        <p:spPr>
          <a:xfrm>
            <a:off x="7366265" y="130932"/>
            <a:ext cx="828000" cy="260731"/>
          </a:xfrm>
          <a:prstGeom prst="rect">
            <a:avLst/>
          </a:prstGeom>
          <a:solidFill>
            <a:schemeClr val="accent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solidFill>
                  <a:schemeClr val="bg1"/>
                </a:solidFill>
                <a:effectLst/>
                <a:uLnTx/>
                <a:uFillTx/>
                <a:ea typeface="+mn-ea"/>
                <a:cs typeface="+mn-cs"/>
              </a:rPr>
              <a:t>Benchmarck</a:t>
            </a:r>
            <a:endParaRPr kumimoji="0" lang="fr-FR" sz="1000" b="1" i="0" u="none" strike="noStrike" kern="1200" cap="none" spc="0" normalizeH="0" baseline="0" noProof="0">
              <a:solidFill>
                <a:schemeClr val="bg1"/>
              </a:solidFill>
              <a:effectLst/>
              <a:uLnTx/>
              <a:uFillTx/>
              <a:ea typeface="+mn-ea"/>
              <a:cs typeface="+mn-cs"/>
            </a:endParaRPr>
          </a:p>
        </p:txBody>
      </p:sp>
      <p:sp>
        <p:nvSpPr>
          <p:cNvPr id="56" name="object 8">
            <a:extLst>
              <a:ext uri="{FF2B5EF4-FFF2-40B4-BE49-F238E27FC236}">
                <a16:creationId xmlns:a16="http://schemas.microsoft.com/office/drawing/2014/main" id="{8C5BF310-CEC3-4074-9760-37CB8B151722}"/>
              </a:ext>
            </a:extLst>
          </p:cNvPr>
          <p:cNvSpPr txBox="1"/>
          <p:nvPr/>
        </p:nvSpPr>
        <p:spPr>
          <a:xfrm>
            <a:off x="230758" y="3586653"/>
            <a:ext cx="2366184" cy="228909"/>
          </a:xfrm>
          <a:prstGeom prst="rect">
            <a:avLst/>
          </a:prstGeom>
        </p:spPr>
        <p:txBody>
          <a:bodyPr vert="horz" wrap="square" lIns="0" tIns="13335" rIns="0" bIns="0" rtlCol="0">
            <a:spAutoFit/>
          </a:bodyPr>
          <a:lstStyle/>
          <a:p>
            <a:pPr marL="12700">
              <a:lnSpc>
                <a:spcPct val="100000"/>
              </a:lnSpc>
              <a:spcBef>
                <a:spcPts val="105"/>
              </a:spcBef>
            </a:pPr>
            <a:r>
              <a:rPr lang="fr-FR" sz="1400" b="1" spc="10">
                <a:solidFill>
                  <a:srgbClr val="00B050"/>
                </a:solidFill>
                <a:cs typeface="Microsoft Sans Serif"/>
              </a:rPr>
              <a:t>EXPECTED RESULTS</a:t>
            </a:r>
            <a:endParaRPr sz="1400" b="1">
              <a:solidFill>
                <a:srgbClr val="00B050"/>
              </a:solidFill>
              <a:cs typeface="Microsoft Sans Serif"/>
            </a:endParaRPr>
          </a:p>
        </p:txBody>
      </p:sp>
      <p:sp>
        <p:nvSpPr>
          <p:cNvPr id="61" name="TextBox 60">
            <a:extLst>
              <a:ext uri="{FF2B5EF4-FFF2-40B4-BE49-F238E27FC236}">
                <a16:creationId xmlns:a16="http://schemas.microsoft.com/office/drawing/2014/main" id="{B9EAB281-21BB-470C-B891-5DDE2C698F50}"/>
              </a:ext>
            </a:extLst>
          </p:cNvPr>
          <p:cNvSpPr txBox="1"/>
          <p:nvPr/>
        </p:nvSpPr>
        <p:spPr>
          <a:xfrm>
            <a:off x="345440" y="5824172"/>
            <a:ext cx="4747260" cy="851297"/>
          </a:xfrm>
          <a:prstGeom prst="flowChartAlternateProcess">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100" b="1">
                <a:solidFill>
                  <a:srgbClr val="00B050"/>
                </a:solidFill>
                <a:cs typeface="Arial" panose="020B0604020202020204" pitchFamily="34" charset="0"/>
              </a:rPr>
              <a:t>Thanks to a tailor-made deployment kit adapted to the needs of each Deployment Manager and continuous support throughout the training, we give the keys to the customer teams to carry out the training successfully.</a:t>
            </a:r>
            <a:endParaRPr lang="fr-FR" sz="1100" b="1">
              <a:solidFill>
                <a:srgbClr val="00B050"/>
              </a:solidFill>
              <a:cs typeface="Arial" panose="020B0604020202020204" pitchFamily="34" charset="0"/>
            </a:endParaRPr>
          </a:p>
        </p:txBody>
      </p:sp>
      <p:sp>
        <p:nvSpPr>
          <p:cNvPr id="62" name="Rectangle 61">
            <a:extLst>
              <a:ext uri="{FF2B5EF4-FFF2-40B4-BE49-F238E27FC236}">
                <a16:creationId xmlns:a16="http://schemas.microsoft.com/office/drawing/2014/main" id="{D614437E-BE09-4BA2-A827-833F099DDB41}"/>
              </a:ext>
            </a:extLst>
          </p:cNvPr>
          <p:cNvSpPr/>
          <p:nvPr/>
        </p:nvSpPr>
        <p:spPr>
          <a:xfrm rot="5400000">
            <a:off x="5766440" y="2724064"/>
            <a:ext cx="6858001" cy="1409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66" name="Étoile : 5 branches 11">
            <a:extLst>
              <a:ext uri="{FF2B5EF4-FFF2-40B4-BE49-F238E27FC236}">
                <a16:creationId xmlns:a16="http://schemas.microsoft.com/office/drawing/2014/main" id="{4A0C9E28-8A88-4C0C-994C-FA4FC58CCE1A}"/>
              </a:ext>
            </a:extLst>
          </p:cNvPr>
          <p:cNvSpPr/>
          <p:nvPr/>
        </p:nvSpPr>
        <p:spPr>
          <a:xfrm>
            <a:off x="9062266" y="340931"/>
            <a:ext cx="252000" cy="252000"/>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srgbClr val="FFFFFF"/>
              </a:solidFill>
              <a:effectLst/>
              <a:uLnTx/>
              <a:uFillTx/>
              <a:ea typeface="+mn-ea"/>
              <a:cs typeface="+mn-cs"/>
            </a:endParaRPr>
          </a:p>
        </p:txBody>
      </p:sp>
      <p:cxnSp>
        <p:nvCxnSpPr>
          <p:cNvPr id="68" name="Straight Connector 67">
            <a:extLst>
              <a:ext uri="{FF2B5EF4-FFF2-40B4-BE49-F238E27FC236}">
                <a16:creationId xmlns:a16="http://schemas.microsoft.com/office/drawing/2014/main" id="{1AB800DD-97FB-43F8-A561-A8D8A643AFBD}"/>
              </a:ext>
            </a:extLst>
          </p:cNvPr>
          <p:cNvCxnSpPr>
            <a:cxnSpLocks/>
          </p:cNvCxnSpPr>
          <p:nvPr/>
        </p:nvCxnSpPr>
        <p:spPr>
          <a:xfrm flipH="1">
            <a:off x="4363957" y="7938767"/>
            <a:ext cx="1088023" cy="0"/>
          </a:xfrm>
          <a:prstGeom prst="line">
            <a:avLst/>
          </a:prstGeom>
          <a:ln w="12700">
            <a:gradFill flip="none" rotWithShape="1">
              <a:gsLst>
                <a:gs pos="0">
                  <a:srgbClr val="59D379"/>
                </a:gs>
                <a:gs pos="100000">
                  <a:srgbClr val="ED0000"/>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90AD20AF-ECEA-4382-B52B-EBFE5AAD0BBF}"/>
              </a:ext>
            </a:extLst>
          </p:cNvPr>
          <p:cNvGrpSpPr/>
          <p:nvPr/>
        </p:nvGrpSpPr>
        <p:grpSpPr>
          <a:xfrm>
            <a:off x="8982993" y="3094638"/>
            <a:ext cx="410546" cy="393537"/>
            <a:chOff x="6261432" y="1381761"/>
            <a:chExt cx="410546" cy="393537"/>
          </a:xfrm>
        </p:grpSpPr>
        <p:sp>
          <p:nvSpPr>
            <p:cNvPr id="70" name="Google Shape;117;p15">
              <a:extLst>
                <a:ext uri="{FF2B5EF4-FFF2-40B4-BE49-F238E27FC236}">
                  <a16:creationId xmlns:a16="http://schemas.microsoft.com/office/drawing/2014/main" id="{6067F043-D2FD-48A0-BC8C-AB6B57EA084E}"/>
                </a:ext>
              </a:extLst>
            </p:cNvPr>
            <p:cNvSpPr/>
            <p:nvPr/>
          </p:nvSpPr>
          <p:spPr>
            <a:xfrm rot="20682436">
              <a:off x="6261432" y="1381761"/>
              <a:ext cx="410546" cy="393537"/>
            </a:xfrm>
            <a:custGeom>
              <a:avLst/>
              <a:gdLst/>
              <a:ahLst/>
              <a:cxnLst/>
              <a:rect l="l" t="t" r="r" b="b"/>
              <a:pathLst>
                <a:path w="14531" h="14560" extrusionOk="0">
                  <a:moveTo>
                    <a:pt x="7265" y="0"/>
                  </a:moveTo>
                  <a:cubicBezTo>
                    <a:pt x="3253" y="0"/>
                    <a:pt x="1" y="3252"/>
                    <a:pt x="1" y="7265"/>
                  </a:cubicBezTo>
                  <a:cubicBezTo>
                    <a:pt x="1" y="11277"/>
                    <a:pt x="3253" y="14559"/>
                    <a:pt x="7265" y="14559"/>
                  </a:cubicBezTo>
                  <a:cubicBezTo>
                    <a:pt x="11278" y="14559"/>
                    <a:pt x="14530" y="11277"/>
                    <a:pt x="14530" y="7265"/>
                  </a:cubicBezTo>
                  <a:cubicBezTo>
                    <a:pt x="14530" y="3252"/>
                    <a:pt x="11278" y="0"/>
                    <a:pt x="7265" y="0"/>
                  </a:cubicBezTo>
                  <a:close/>
                </a:path>
              </a:pathLst>
            </a:custGeom>
            <a:solidFill>
              <a:srgbClr val="59D379"/>
            </a:solidFill>
            <a:ln>
              <a:noFill/>
            </a:ln>
          </p:spPr>
          <p:txBody>
            <a:bodyPr spcFirstLastPara="1" wrap="square" lIns="91425" tIns="91425" rIns="91425" bIns="91425" anchor="ctr" anchorCtr="0">
              <a:noAutofit/>
            </a:bodyPr>
            <a:lstStyle/>
            <a:p>
              <a:pPr marL="0" marR="0" lvl="0" indent="0" defTabSz="914377"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009CEA"/>
                </a:solidFill>
                <a:effectLst/>
                <a:uLnTx/>
                <a:uFillTx/>
              </a:endParaRPr>
            </a:p>
          </p:txBody>
        </p:sp>
        <p:pic>
          <p:nvPicPr>
            <p:cNvPr id="71" name="Graphique 18" descr="Réunion avec un remplissage uni">
              <a:extLst>
                <a:ext uri="{FF2B5EF4-FFF2-40B4-BE49-F238E27FC236}">
                  <a16:creationId xmlns:a16="http://schemas.microsoft.com/office/drawing/2014/main" id="{17241B35-E13F-4AE8-B52A-7406555F6835}"/>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306299" y="1402190"/>
              <a:ext cx="319124" cy="318742"/>
            </a:xfrm>
            <a:prstGeom prst="rect">
              <a:avLst/>
            </a:prstGeom>
          </p:spPr>
        </p:pic>
      </p:grpSp>
      <p:cxnSp>
        <p:nvCxnSpPr>
          <p:cNvPr id="75" name="Straight Connector 74">
            <a:extLst>
              <a:ext uri="{FF2B5EF4-FFF2-40B4-BE49-F238E27FC236}">
                <a16:creationId xmlns:a16="http://schemas.microsoft.com/office/drawing/2014/main" id="{C5C09448-88B1-4B68-9226-F164779E5D2E}"/>
              </a:ext>
            </a:extLst>
          </p:cNvPr>
          <p:cNvCxnSpPr>
            <a:cxnSpLocks/>
          </p:cNvCxnSpPr>
          <p:nvPr/>
        </p:nvCxnSpPr>
        <p:spPr>
          <a:xfrm flipV="1">
            <a:off x="9174763" y="2248077"/>
            <a:ext cx="5515" cy="866990"/>
          </a:xfrm>
          <a:prstGeom prst="line">
            <a:avLst/>
          </a:prstGeom>
          <a:ln w="12700">
            <a:gradFill flip="none" rotWithShape="1">
              <a:gsLst>
                <a:gs pos="0">
                  <a:srgbClr val="00BFFB"/>
                </a:gs>
                <a:gs pos="100000">
                  <a:srgbClr val="59D379"/>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124CF34-451E-446F-BEDE-52C54E6E0530}"/>
              </a:ext>
            </a:extLst>
          </p:cNvPr>
          <p:cNvCxnSpPr>
            <a:cxnSpLocks/>
          </p:cNvCxnSpPr>
          <p:nvPr/>
        </p:nvCxnSpPr>
        <p:spPr>
          <a:xfrm flipH="1" flipV="1">
            <a:off x="9183749" y="3440220"/>
            <a:ext cx="9034" cy="1932996"/>
          </a:xfrm>
          <a:prstGeom prst="line">
            <a:avLst/>
          </a:prstGeom>
          <a:ln w="12700">
            <a:gradFill flip="none" rotWithShape="1">
              <a:gsLst>
                <a:gs pos="29000">
                  <a:srgbClr val="57CF80"/>
                </a:gs>
                <a:gs pos="100000">
                  <a:srgbClr val="FFC000"/>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F366398-5900-4AC4-BF6D-A5CB15F411ED}"/>
              </a:ext>
            </a:extLst>
          </p:cNvPr>
          <p:cNvCxnSpPr>
            <a:cxnSpLocks/>
            <a:stCxn id="62" idx="3"/>
          </p:cNvCxnSpPr>
          <p:nvPr/>
        </p:nvCxnSpPr>
        <p:spPr>
          <a:xfrm flipV="1">
            <a:off x="9195441" y="5556097"/>
            <a:ext cx="3469" cy="1301907"/>
          </a:xfrm>
          <a:prstGeom prst="line">
            <a:avLst/>
          </a:prstGeom>
          <a:ln w="12700">
            <a:gradFill flip="none" rotWithShape="1">
              <a:gsLst>
                <a:gs pos="95000">
                  <a:srgbClr val="F66A00"/>
                </a:gs>
                <a:gs pos="67450">
                  <a:srgbClr val="F98300"/>
                </a:gs>
                <a:gs pos="0">
                  <a:srgbClr val="FFC000"/>
                </a:gs>
              </a:gsLst>
              <a:lin ang="10800000" scaled="1"/>
              <a:tileRect/>
            </a:gradFill>
            <a:prstDash val="dash"/>
            <a:head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68CC35F5-95B5-403F-A543-5510BCB717B3}"/>
              </a:ext>
            </a:extLst>
          </p:cNvPr>
          <p:cNvSpPr/>
          <p:nvPr/>
        </p:nvSpPr>
        <p:spPr>
          <a:xfrm>
            <a:off x="9096826" y="4131910"/>
            <a:ext cx="182880" cy="182880"/>
          </a:xfrm>
          <a:prstGeom prst="ellipse">
            <a:avLst/>
          </a:prstGeom>
          <a:solidFill>
            <a:srgbClr val="36C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prstClr val="white"/>
                </a:solidFill>
                <a:effectLst/>
                <a:uLnTx/>
                <a:uFillTx/>
                <a:ea typeface="+mn-ea"/>
                <a:cs typeface="+mn-cs"/>
              </a:rPr>
              <a:t>1</a:t>
            </a:r>
          </a:p>
        </p:txBody>
      </p:sp>
      <p:sp>
        <p:nvSpPr>
          <p:cNvPr id="81" name="Oval 80">
            <a:extLst>
              <a:ext uri="{FF2B5EF4-FFF2-40B4-BE49-F238E27FC236}">
                <a16:creationId xmlns:a16="http://schemas.microsoft.com/office/drawing/2014/main" id="{2995BC4A-8FC6-4375-A0A1-0450E81CCC3C}"/>
              </a:ext>
            </a:extLst>
          </p:cNvPr>
          <p:cNvSpPr/>
          <p:nvPr/>
        </p:nvSpPr>
        <p:spPr>
          <a:xfrm>
            <a:off x="9096826" y="5273826"/>
            <a:ext cx="182880" cy="182880"/>
          </a:xfrm>
          <a:prstGeom prst="ellipse">
            <a:avLst/>
          </a:prstGeom>
          <a:solidFill>
            <a:srgbClr val="FAC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prstClr val="white"/>
                </a:solidFill>
                <a:effectLst/>
                <a:uLnTx/>
                <a:uFillTx/>
                <a:ea typeface="+mn-ea"/>
                <a:cs typeface="+mn-cs"/>
              </a:rPr>
              <a:t>2</a:t>
            </a:r>
          </a:p>
        </p:txBody>
      </p:sp>
      <p:sp>
        <p:nvSpPr>
          <p:cNvPr id="82" name="Oval 81">
            <a:extLst>
              <a:ext uri="{FF2B5EF4-FFF2-40B4-BE49-F238E27FC236}">
                <a16:creationId xmlns:a16="http://schemas.microsoft.com/office/drawing/2014/main" id="{E894450F-4971-45AB-A0F3-48EC0A76778C}"/>
              </a:ext>
            </a:extLst>
          </p:cNvPr>
          <p:cNvSpPr/>
          <p:nvPr/>
        </p:nvSpPr>
        <p:spPr>
          <a:xfrm>
            <a:off x="9096826" y="6269564"/>
            <a:ext cx="182880" cy="182880"/>
          </a:xfrm>
          <a:prstGeom prst="ellipse">
            <a:avLst/>
          </a:prstGeom>
          <a:solidFill>
            <a:srgbClr val="EF57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prstClr val="white"/>
                </a:solidFill>
                <a:effectLst/>
                <a:uLnTx/>
                <a:uFillTx/>
                <a:ea typeface="+mn-ea"/>
                <a:cs typeface="+mn-cs"/>
              </a:rPr>
              <a:t>3</a:t>
            </a:r>
          </a:p>
        </p:txBody>
      </p:sp>
      <p:sp>
        <p:nvSpPr>
          <p:cNvPr id="83" name="Rectangle: Rounded Corners 82">
            <a:extLst>
              <a:ext uri="{FF2B5EF4-FFF2-40B4-BE49-F238E27FC236}">
                <a16:creationId xmlns:a16="http://schemas.microsoft.com/office/drawing/2014/main" id="{4002F6D2-F22B-485F-964D-13596CA348E9}"/>
              </a:ext>
            </a:extLst>
          </p:cNvPr>
          <p:cNvSpPr/>
          <p:nvPr/>
        </p:nvSpPr>
        <p:spPr>
          <a:xfrm>
            <a:off x="8951925" y="4712571"/>
            <a:ext cx="472683" cy="267757"/>
          </a:xfrm>
          <a:prstGeom prst="round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US" sz="800">
                <a:solidFill>
                  <a:schemeClr val="tx1"/>
                </a:solidFill>
              </a:rPr>
              <a:t>Time Flight 2</a:t>
            </a:r>
            <a:endParaRPr lang="fr-FR" sz="800">
              <a:solidFill>
                <a:schemeClr val="tx1"/>
              </a:solidFill>
            </a:endParaRPr>
          </a:p>
        </p:txBody>
      </p:sp>
      <p:sp>
        <p:nvSpPr>
          <p:cNvPr id="84" name="Rectangle: Rounded Corners 83">
            <a:extLst>
              <a:ext uri="{FF2B5EF4-FFF2-40B4-BE49-F238E27FC236}">
                <a16:creationId xmlns:a16="http://schemas.microsoft.com/office/drawing/2014/main" id="{19958DA6-7139-4A60-BAB9-CBAB86BB5AAB}"/>
              </a:ext>
            </a:extLst>
          </p:cNvPr>
          <p:cNvSpPr/>
          <p:nvPr/>
        </p:nvSpPr>
        <p:spPr>
          <a:xfrm>
            <a:off x="8951925" y="5835081"/>
            <a:ext cx="472683" cy="2677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US" sz="800">
                <a:solidFill>
                  <a:schemeClr val="tx1"/>
                </a:solidFill>
              </a:rPr>
              <a:t>Time Flight 3</a:t>
            </a:r>
            <a:endParaRPr lang="fr-FR" sz="800">
              <a:solidFill>
                <a:schemeClr val="tx1"/>
              </a:solidFill>
            </a:endParaRPr>
          </a:p>
        </p:txBody>
      </p:sp>
      <p:sp>
        <p:nvSpPr>
          <p:cNvPr id="86" name="Rectangle: Rounded Corners 85">
            <a:extLst>
              <a:ext uri="{FF2B5EF4-FFF2-40B4-BE49-F238E27FC236}">
                <a16:creationId xmlns:a16="http://schemas.microsoft.com/office/drawing/2014/main" id="{1117C73D-7406-44DF-8295-1CE984E355B1}"/>
              </a:ext>
            </a:extLst>
          </p:cNvPr>
          <p:cNvSpPr/>
          <p:nvPr/>
        </p:nvSpPr>
        <p:spPr>
          <a:xfrm>
            <a:off x="8951925" y="3640033"/>
            <a:ext cx="472683" cy="267757"/>
          </a:xfrm>
          <a:prstGeom prst="round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US" sz="800">
                <a:solidFill>
                  <a:schemeClr val="tx1"/>
                </a:solidFill>
              </a:rPr>
              <a:t>Time Flight 1</a:t>
            </a:r>
            <a:endParaRPr lang="fr-FR" sz="800">
              <a:solidFill>
                <a:schemeClr val="tx1"/>
              </a:solidFill>
            </a:endParaRPr>
          </a:p>
        </p:txBody>
      </p:sp>
      <p:sp>
        <p:nvSpPr>
          <p:cNvPr id="103" name="TextBox 102">
            <a:extLst>
              <a:ext uri="{FF2B5EF4-FFF2-40B4-BE49-F238E27FC236}">
                <a16:creationId xmlns:a16="http://schemas.microsoft.com/office/drawing/2014/main" id="{FA815472-51ED-4EF8-ADE6-D3EFCB1E6AFA}"/>
              </a:ext>
            </a:extLst>
          </p:cNvPr>
          <p:cNvSpPr txBox="1"/>
          <p:nvPr/>
        </p:nvSpPr>
        <p:spPr>
          <a:xfrm>
            <a:off x="9648512" y="434181"/>
            <a:ext cx="2565962" cy="523220"/>
          </a:xfrm>
          <a:prstGeom prst="rect">
            <a:avLst/>
          </a:prstGeom>
          <a:noFill/>
        </p:spPr>
        <p:txBody>
          <a:bodyPr wrap="square">
            <a:spAutoFit/>
          </a:bodyPr>
          <a:lstStyle/>
          <a:p>
            <a:pPr algn="ctr"/>
            <a:br>
              <a:rPr lang="en-US" sz="1400">
                <a:latin typeface="+mj-lt"/>
              </a:rPr>
            </a:br>
            <a:r>
              <a:rPr lang="en-US" sz="1400" b="0" i="0">
                <a:solidFill>
                  <a:schemeClr val="bg1"/>
                </a:solidFill>
                <a:effectLst/>
                <a:latin typeface="+mj-lt"/>
              </a:rPr>
              <a:t>3 STAGES APPROACH</a:t>
            </a:r>
            <a:endParaRPr lang="x-none" sz="1400" b="1">
              <a:solidFill>
                <a:schemeClr val="bg1"/>
              </a:solidFill>
              <a:latin typeface="+mj-lt"/>
            </a:endParaRPr>
          </a:p>
        </p:txBody>
      </p:sp>
      <p:cxnSp>
        <p:nvCxnSpPr>
          <p:cNvPr id="67" name="Straight Connector 66">
            <a:extLst>
              <a:ext uri="{FF2B5EF4-FFF2-40B4-BE49-F238E27FC236}">
                <a16:creationId xmlns:a16="http://schemas.microsoft.com/office/drawing/2014/main" id="{B6767B19-9F32-4E4C-8ABD-119D17A3AF30}"/>
              </a:ext>
            </a:extLst>
          </p:cNvPr>
          <p:cNvCxnSpPr>
            <a:cxnSpLocks/>
          </p:cNvCxnSpPr>
          <p:nvPr/>
        </p:nvCxnSpPr>
        <p:spPr>
          <a:xfrm flipV="1">
            <a:off x="9185650" y="756429"/>
            <a:ext cx="5233" cy="1098246"/>
          </a:xfrm>
          <a:prstGeom prst="line">
            <a:avLst/>
          </a:prstGeom>
          <a:ln w="12700">
            <a:gradFill flip="none" rotWithShape="1">
              <a:gsLst>
                <a:gs pos="0">
                  <a:schemeClr val="tx1"/>
                </a:gs>
                <a:gs pos="100000">
                  <a:srgbClr val="00BFFB"/>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6F807303-BA0E-4353-9C9C-A54185417BEE}"/>
              </a:ext>
            </a:extLst>
          </p:cNvPr>
          <p:cNvSpPr/>
          <p:nvPr/>
        </p:nvSpPr>
        <p:spPr>
          <a:xfrm>
            <a:off x="8355251" y="514044"/>
            <a:ext cx="167126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ysClr val="windowText" lastClr="000000"/>
                </a:solidFill>
                <a:effectLst/>
                <a:uLnTx/>
                <a:uFillTx/>
                <a:ea typeface="+mn-ea"/>
                <a:cs typeface="+mn-cs"/>
              </a:rPr>
              <a:t>Webinaire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ysClr val="windowText" lastClr="000000"/>
                </a:solidFill>
                <a:effectLst/>
                <a:uLnTx/>
                <a:uFillTx/>
                <a:ea typeface="+mn-ea"/>
                <a:cs typeface="+mn-cs"/>
              </a:rPr>
              <a:t>lancement</a:t>
            </a:r>
          </a:p>
        </p:txBody>
      </p:sp>
      <p:grpSp>
        <p:nvGrpSpPr>
          <p:cNvPr id="72" name="Group 71">
            <a:extLst>
              <a:ext uri="{FF2B5EF4-FFF2-40B4-BE49-F238E27FC236}">
                <a16:creationId xmlns:a16="http://schemas.microsoft.com/office/drawing/2014/main" id="{BD470B41-CBC6-408B-A59A-E9633295AC82}"/>
              </a:ext>
            </a:extLst>
          </p:cNvPr>
          <p:cNvGrpSpPr/>
          <p:nvPr/>
        </p:nvGrpSpPr>
        <p:grpSpPr>
          <a:xfrm>
            <a:off x="8982993" y="1852204"/>
            <a:ext cx="410546" cy="395873"/>
            <a:chOff x="1804580" y="1774820"/>
            <a:chExt cx="410546" cy="395873"/>
          </a:xfrm>
        </p:grpSpPr>
        <p:sp>
          <p:nvSpPr>
            <p:cNvPr id="73" name="Google Shape;117;p15">
              <a:extLst>
                <a:ext uri="{FF2B5EF4-FFF2-40B4-BE49-F238E27FC236}">
                  <a16:creationId xmlns:a16="http://schemas.microsoft.com/office/drawing/2014/main" id="{A37E6444-5A46-4230-8E9B-112A828EFA21}"/>
                </a:ext>
              </a:extLst>
            </p:cNvPr>
            <p:cNvSpPr/>
            <p:nvPr/>
          </p:nvSpPr>
          <p:spPr>
            <a:xfrm rot="20682436">
              <a:off x="1804580" y="1774820"/>
              <a:ext cx="410546" cy="393537"/>
            </a:xfrm>
            <a:custGeom>
              <a:avLst/>
              <a:gdLst/>
              <a:ahLst/>
              <a:cxnLst/>
              <a:rect l="l" t="t" r="r" b="b"/>
              <a:pathLst>
                <a:path w="14531" h="14560" extrusionOk="0">
                  <a:moveTo>
                    <a:pt x="7265" y="0"/>
                  </a:moveTo>
                  <a:cubicBezTo>
                    <a:pt x="3253" y="0"/>
                    <a:pt x="1" y="3252"/>
                    <a:pt x="1" y="7265"/>
                  </a:cubicBezTo>
                  <a:cubicBezTo>
                    <a:pt x="1" y="11277"/>
                    <a:pt x="3253" y="14559"/>
                    <a:pt x="7265" y="14559"/>
                  </a:cubicBezTo>
                  <a:cubicBezTo>
                    <a:pt x="11278" y="14559"/>
                    <a:pt x="14530" y="11277"/>
                    <a:pt x="14530" y="7265"/>
                  </a:cubicBezTo>
                  <a:cubicBezTo>
                    <a:pt x="14530" y="3252"/>
                    <a:pt x="11278" y="0"/>
                    <a:pt x="7265" y="0"/>
                  </a:cubicBezTo>
                  <a:close/>
                </a:path>
              </a:pathLst>
            </a:custGeom>
            <a:solidFill>
              <a:srgbClr val="00BFFB"/>
            </a:solidFill>
            <a:ln>
              <a:noFill/>
            </a:ln>
          </p:spPr>
          <p:txBody>
            <a:bodyPr spcFirstLastPara="1" wrap="square" lIns="91425" tIns="91425" rIns="91425" bIns="91425" anchor="ctr" anchorCtr="0">
              <a:noAutofit/>
            </a:bodyPr>
            <a:lstStyle/>
            <a:p>
              <a:pPr marL="0" marR="0" lvl="0" indent="0" defTabSz="914377"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009CEA"/>
                </a:solidFill>
                <a:effectLst/>
                <a:uLnTx/>
                <a:uFillTx/>
              </a:endParaRPr>
            </a:p>
          </p:txBody>
        </p:sp>
        <p:pic>
          <p:nvPicPr>
            <p:cNvPr id="74" name="Graphic 73" descr="Bullseye with solid fill">
              <a:extLst>
                <a:ext uri="{FF2B5EF4-FFF2-40B4-BE49-F238E27FC236}">
                  <a16:creationId xmlns:a16="http://schemas.microsoft.com/office/drawing/2014/main" id="{537394AA-476D-4B27-93BC-FBDB69ECC3EA}"/>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817823" y="1777291"/>
              <a:ext cx="393402" cy="393402"/>
            </a:xfrm>
            <a:prstGeom prst="rect">
              <a:avLst/>
            </a:prstGeom>
          </p:spPr>
        </p:pic>
      </p:grpSp>
      <p:sp>
        <p:nvSpPr>
          <p:cNvPr id="104" name="TextBox 103">
            <a:extLst>
              <a:ext uri="{FF2B5EF4-FFF2-40B4-BE49-F238E27FC236}">
                <a16:creationId xmlns:a16="http://schemas.microsoft.com/office/drawing/2014/main" id="{6D37CE2A-7676-4F95-9946-AA373B385643}"/>
              </a:ext>
            </a:extLst>
          </p:cNvPr>
          <p:cNvSpPr txBox="1"/>
          <p:nvPr/>
        </p:nvSpPr>
        <p:spPr>
          <a:xfrm>
            <a:off x="9918065" y="1016810"/>
            <a:ext cx="1753258" cy="307777"/>
          </a:xfrm>
          <a:prstGeom prst="rect">
            <a:avLst/>
          </a:prstGeom>
          <a:noFill/>
        </p:spPr>
        <p:txBody>
          <a:bodyPr wrap="square">
            <a:spAutoFit/>
          </a:bodyPr>
          <a:lstStyle/>
          <a:p>
            <a:r>
              <a:rPr lang="fr-FR" sz="1400" b="1">
                <a:solidFill>
                  <a:srgbClr val="00B050"/>
                </a:solidFill>
              </a:rPr>
              <a:t>ONBOARDING</a:t>
            </a:r>
            <a:endParaRPr lang="x-none" sz="1400" b="1">
              <a:solidFill>
                <a:srgbClr val="00B050"/>
              </a:solidFill>
            </a:endParaRPr>
          </a:p>
        </p:txBody>
      </p:sp>
      <p:sp>
        <p:nvSpPr>
          <p:cNvPr id="105" name="TextBox 104">
            <a:extLst>
              <a:ext uri="{FF2B5EF4-FFF2-40B4-BE49-F238E27FC236}">
                <a16:creationId xmlns:a16="http://schemas.microsoft.com/office/drawing/2014/main" id="{DE1FD97E-1ECC-40BE-8510-B13B44E20EAD}"/>
              </a:ext>
            </a:extLst>
          </p:cNvPr>
          <p:cNvSpPr txBox="1"/>
          <p:nvPr/>
        </p:nvSpPr>
        <p:spPr>
          <a:xfrm>
            <a:off x="9918065" y="2658564"/>
            <a:ext cx="1621685" cy="307777"/>
          </a:xfrm>
          <a:prstGeom prst="rect">
            <a:avLst/>
          </a:prstGeom>
          <a:noFill/>
        </p:spPr>
        <p:txBody>
          <a:bodyPr wrap="square">
            <a:spAutoFit/>
          </a:bodyPr>
          <a:lstStyle/>
          <a:p>
            <a:r>
              <a:rPr lang="fr-FR" sz="1400" b="1">
                <a:solidFill>
                  <a:srgbClr val="00B050"/>
                </a:solidFill>
              </a:rPr>
              <a:t>PREPARATION</a:t>
            </a:r>
            <a:endParaRPr lang="x-none" sz="1400" b="1">
              <a:solidFill>
                <a:srgbClr val="00B050"/>
              </a:solidFill>
            </a:endParaRPr>
          </a:p>
        </p:txBody>
      </p:sp>
      <p:sp>
        <p:nvSpPr>
          <p:cNvPr id="106" name="TextBox 105">
            <a:extLst>
              <a:ext uri="{FF2B5EF4-FFF2-40B4-BE49-F238E27FC236}">
                <a16:creationId xmlns:a16="http://schemas.microsoft.com/office/drawing/2014/main" id="{4DB81CA2-1947-44B7-AD08-FC4E521088B7}"/>
              </a:ext>
            </a:extLst>
          </p:cNvPr>
          <p:cNvSpPr txBox="1"/>
          <p:nvPr/>
        </p:nvSpPr>
        <p:spPr>
          <a:xfrm>
            <a:off x="9918065" y="4223374"/>
            <a:ext cx="1637165" cy="307777"/>
          </a:xfrm>
          <a:prstGeom prst="rect">
            <a:avLst/>
          </a:prstGeom>
          <a:noFill/>
        </p:spPr>
        <p:txBody>
          <a:bodyPr wrap="square">
            <a:spAutoFit/>
          </a:bodyPr>
          <a:lstStyle/>
          <a:p>
            <a:r>
              <a:rPr lang="fr-FR" sz="1400" b="1">
                <a:solidFill>
                  <a:srgbClr val="00B050"/>
                </a:solidFill>
              </a:rPr>
              <a:t>DEPLOIEMENT</a:t>
            </a:r>
            <a:endParaRPr lang="x-none" sz="1400" b="1">
              <a:solidFill>
                <a:srgbClr val="00B050"/>
              </a:solidFill>
            </a:endParaRPr>
          </a:p>
        </p:txBody>
      </p:sp>
      <p:sp>
        <p:nvSpPr>
          <p:cNvPr id="108" name="TextBox 107">
            <a:extLst>
              <a:ext uri="{FF2B5EF4-FFF2-40B4-BE49-F238E27FC236}">
                <a16:creationId xmlns:a16="http://schemas.microsoft.com/office/drawing/2014/main" id="{1126FBE0-47D6-4531-AD42-274BF248F4F5}"/>
              </a:ext>
            </a:extLst>
          </p:cNvPr>
          <p:cNvSpPr txBox="1"/>
          <p:nvPr/>
        </p:nvSpPr>
        <p:spPr>
          <a:xfrm>
            <a:off x="9751807" y="1406800"/>
            <a:ext cx="2228749" cy="1169551"/>
          </a:xfrm>
          <a:prstGeom prst="rect">
            <a:avLst/>
          </a:prstGeom>
          <a:noFill/>
        </p:spPr>
        <p:txBody>
          <a:bodyPr wrap="square" lIns="0" rtlCol="0">
            <a:spAutoFit/>
          </a:bodyPr>
          <a:lstStyle>
            <a:defPPr>
              <a:defRPr lang="pt-PT"/>
            </a:defPPr>
            <a:lvl1pPr marL="216000" marR="0" lvl="0" indent="-216000" fontAlgn="auto">
              <a:lnSpc>
                <a:spcPct val="100000"/>
              </a:lnSpc>
              <a:spcBef>
                <a:spcPts val="0"/>
              </a:spcBef>
              <a:spcAft>
                <a:spcPts val="600"/>
              </a:spcAft>
              <a:buClrTx/>
              <a:buSzTx/>
              <a:buFontTx/>
              <a:buBlip>
                <a:blip r:embed="rId7"/>
              </a:buBlip>
              <a:tabLst>
                <a:tab pos="144000" algn="l"/>
              </a:tabLst>
              <a:defRPr kumimoji="0" sz="1200" b="1" i="0" u="none" strike="noStrike" cap="none" spc="0" normalizeH="0" baseline="0">
                <a:ln>
                  <a:noFill/>
                </a:ln>
                <a:solidFill>
                  <a:srgbClr val="009CEA"/>
                </a:solidFill>
                <a:effectLst/>
                <a:uLnTx/>
                <a:uFillTx/>
                <a:latin typeface="Arial" panose="020B0604020202020204"/>
              </a:defRPr>
            </a:lvl1pPr>
          </a:lstStyle>
          <a:p>
            <a:pPr>
              <a:spcAft>
                <a:spcPts val="1200"/>
              </a:spcAft>
              <a:buClr>
                <a:schemeClr val="tx1"/>
              </a:buClr>
              <a:buFont typeface="Arial" panose="020B0604020202020204" pitchFamily="34" charset="0"/>
              <a:buChar char="•"/>
            </a:pPr>
            <a:r>
              <a:rPr lang="fr-FR" b="0" spc="-10" err="1">
                <a:solidFill>
                  <a:schemeClr val="bg1"/>
                </a:solidFill>
                <a:latin typeface="+mn-lt"/>
              </a:rPr>
              <a:t>Collect</a:t>
            </a:r>
            <a:r>
              <a:rPr lang="fr-FR" b="0" spc="-10">
                <a:solidFill>
                  <a:schemeClr val="bg1"/>
                </a:solidFill>
                <a:latin typeface="+mn-lt"/>
              </a:rPr>
              <a:t> </a:t>
            </a:r>
            <a:r>
              <a:rPr lang="fr-FR" spc="-10" err="1">
                <a:solidFill>
                  <a:schemeClr val="bg1"/>
                </a:solidFill>
                <a:latin typeface="+mn-lt"/>
              </a:rPr>
              <a:t>deployment</a:t>
            </a:r>
            <a:r>
              <a:rPr lang="fr-FR" spc="-10">
                <a:solidFill>
                  <a:schemeClr val="bg1"/>
                </a:solidFill>
                <a:latin typeface="+mn-lt"/>
              </a:rPr>
              <a:t> </a:t>
            </a:r>
            <a:r>
              <a:rPr lang="fr-FR" spc="-10" err="1">
                <a:solidFill>
                  <a:schemeClr val="bg1"/>
                </a:solidFill>
                <a:latin typeface="+mn-lt"/>
              </a:rPr>
              <a:t>modalities</a:t>
            </a:r>
            <a:endParaRPr lang="fr-FR">
              <a:solidFill>
                <a:schemeClr val="bg1"/>
              </a:solidFill>
              <a:latin typeface="+mn-lt"/>
            </a:endParaRPr>
          </a:p>
          <a:p>
            <a:pPr>
              <a:spcAft>
                <a:spcPts val="1200"/>
              </a:spcAft>
              <a:buClr>
                <a:schemeClr val="tx1"/>
              </a:buClr>
              <a:buFont typeface="Arial" panose="020B0604020202020204" pitchFamily="34" charset="0"/>
              <a:buChar char="•"/>
            </a:pPr>
            <a:r>
              <a:rPr lang="en-US">
                <a:solidFill>
                  <a:schemeClr val="bg1"/>
                </a:solidFill>
                <a:latin typeface="+mn-lt"/>
              </a:rPr>
              <a:t>Identify </a:t>
            </a:r>
            <a:r>
              <a:rPr lang="en-US" b="0">
                <a:solidFill>
                  <a:schemeClr val="bg1"/>
                </a:solidFill>
                <a:latin typeface="+mn-lt"/>
              </a:rPr>
              <a:t>the</a:t>
            </a:r>
            <a:r>
              <a:rPr lang="en-US">
                <a:solidFill>
                  <a:schemeClr val="bg1"/>
                </a:solidFill>
                <a:latin typeface="+mn-lt"/>
              </a:rPr>
              <a:t> local relay </a:t>
            </a:r>
            <a:r>
              <a:rPr lang="en-US" b="0">
                <a:solidFill>
                  <a:schemeClr val="bg1"/>
                </a:solidFill>
                <a:latin typeface="+mn-lt"/>
              </a:rPr>
              <a:t>in charge of the operational implementation</a:t>
            </a:r>
            <a:endParaRPr lang="fr-FR" b="0" spc="-10">
              <a:solidFill>
                <a:schemeClr val="bg1"/>
              </a:solidFill>
              <a:latin typeface="+mn-lt"/>
            </a:endParaRPr>
          </a:p>
        </p:txBody>
      </p:sp>
      <p:sp>
        <p:nvSpPr>
          <p:cNvPr id="109" name="Rectangle 108">
            <a:extLst>
              <a:ext uri="{FF2B5EF4-FFF2-40B4-BE49-F238E27FC236}">
                <a16:creationId xmlns:a16="http://schemas.microsoft.com/office/drawing/2014/main" id="{9493B364-1BF0-4ECB-B4E1-BFEFD951028E}"/>
              </a:ext>
            </a:extLst>
          </p:cNvPr>
          <p:cNvSpPr/>
          <p:nvPr/>
        </p:nvSpPr>
        <p:spPr>
          <a:xfrm>
            <a:off x="9751807" y="3048554"/>
            <a:ext cx="2565962" cy="1169551"/>
          </a:xfrm>
          <a:prstGeom prst="rect">
            <a:avLst/>
          </a:prstGeom>
          <a:noFill/>
        </p:spPr>
        <p:txBody>
          <a:bodyPr wrap="square" lIns="0" rtlCol="0">
            <a:spAutoFit/>
          </a:bodyPr>
          <a:lstStyle/>
          <a:p>
            <a:pPr marL="285750" indent="-285750">
              <a:spcAft>
                <a:spcPts val="1200"/>
              </a:spcAft>
              <a:buClr>
                <a:srgbClr val="272936"/>
              </a:buClr>
              <a:buFont typeface="Arial" panose="020B0604020202020204" pitchFamily="34" charset="0"/>
              <a:buChar char="•"/>
              <a:tabLst>
                <a:tab pos="144000" algn="l"/>
              </a:tabLst>
              <a:defRPr/>
            </a:pPr>
            <a:r>
              <a:rPr lang="en-US" sz="1200">
                <a:solidFill>
                  <a:schemeClr val="bg1"/>
                </a:solidFill>
              </a:rPr>
              <a:t>Detail the deployment methods (schedules, division of groups, etc.)</a:t>
            </a:r>
          </a:p>
          <a:p>
            <a:pPr marL="285750" indent="-285750">
              <a:spcAft>
                <a:spcPts val="1200"/>
              </a:spcAft>
              <a:buClr>
                <a:srgbClr val="272936"/>
              </a:buClr>
              <a:buFont typeface="Arial" panose="020B0604020202020204" pitchFamily="34" charset="0"/>
              <a:buChar char="•"/>
              <a:tabLst>
                <a:tab pos="144000" algn="l"/>
              </a:tabLst>
              <a:defRPr/>
            </a:pPr>
            <a:r>
              <a:rPr lang="en-US" sz="1200">
                <a:solidFill>
                  <a:schemeClr val="bg1"/>
                </a:solidFill>
              </a:rPr>
              <a:t>Build the custom deployment kit</a:t>
            </a:r>
            <a:endParaRPr lang="fr-FR" sz="1200">
              <a:solidFill>
                <a:schemeClr val="bg1"/>
              </a:solidFill>
            </a:endParaRPr>
          </a:p>
        </p:txBody>
      </p:sp>
      <p:sp>
        <p:nvSpPr>
          <p:cNvPr id="110" name="Rectangle 109">
            <a:extLst>
              <a:ext uri="{FF2B5EF4-FFF2-40B4-BE49-F238E27FC236}">
                <a16:creationId xmlns:a16="http://schemas.microsoft.com/office/drawing/2014/main" id="{3A313AFC-82C4-459F-BCB3-FC5FD86B6BE4}"/>
              </a:ext>
            </a:extLst>
          </p:cNvPr>
          <p:cNvSpPr/>
          <p:nvPr/>
        </p:nvSpPr>
        <p:spPr>
          <a:xfrm>
            <a:off x="9751807" y="4525044"/>
            <a:ext cx="2427983" cy="2062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285750" indent="-285750">
              <a:spcAft>
                <a:spcPts val="1200"/>
              </a:spcAft>
              <a:buClr>
                <a:srgbClr val="272936"/>
              </a:buClr>
              <a:buFont typeface="Arial" panose="020B0604020202020204" pitchFamily="34" charset="0"/>
              <a:buChar char="•"/>
              <a:defRPr/>
            </a:pPr>
            <a:r>
              <a:rPr lang="en-US" sz="1200">
                <a:solidFill>
                  <a:schemeClr val="bg1"/>
                </a:solidFill>
              </a:rPr>
              <a:t>Carry out stopovers in line with the </a:t>
            </a:r>
            <a:r>
              <a:rPr lang="en-US" sz="1200" b="1">
                <a:solidFill>
                  <a:schemeClr val="bg1"/>
                </a:solidFill>
              </a:rPr>
              <a:t>tailor-made schedule</a:t>
            </a:r>
          </a:p>
          <a:p>
            <a:pPr marL="285750" indent="-285750">
              <a:spcAft>
                <a:spcPts val="1200"/>
              </a:spcAft>
              <a:buClr>
                <a:srgbClr val="272936"/>
              </a:buClr>
              <a:buFont typeface="Arial" panose="020B0604020202020204" pitchFamily="34" charset="0"/>
              <a:buChar char="•"/>
              <a:defRPr/>
            </a:pPr>
            <a:r>
              <a:rPr lang="en-US" sz="1200">
                <a:solidFill>
                  <a:schemeClr val="bg1"/>
                </a:solidFill>
              </a:rPr>
              <a:t>Provide </a:t>
            </a:r>
            <a:r>
              <a:rPr lang="en-US" sz="1200" b="1">
                <a:solidFill>
                  <a:schemeClr val="bg1"/>
                </a:solidFill>
              </a:rPr>
              <a:t>ongoing operational support</a:t>
            </a:r>
          </a:p>
          <a:p>
            <a:pPr marL="285750" indent="-285750">
              <a:spcAft>
                <a:spcPts val="1200"/>
              </a:spcAft>
              <a:buClr>
                <a:srgbClr val="272936"/>
              </a:buClr>
              <a:buFont typeface="Arial" panose="020B0604020202020204" pitchFamily="34" charset="0"/>
              <a:buChar char="•"/>
              <a:defRPr/>
            </a:pPr>
            <a:r>
              <a:rPr lang="en-US" sz="1200" b="1">
                <a:solidFill>
                  <a:schemeClr val="bg1"/>
                </a:solidFill>
              </a:rPr>
              <a:t>Offer the possibility to be on site </a:t>
            </a:r>
            <a:r>
              <a:rPr lang="en-US" sz="1200">
                <a:solidFill>
                  <a:schemeClr val="bg1"/>
                </a:solidFill>
              </a:rPr>
              <a:t>during face-to-face training, if necessary, worldwide</a:t>
            </a:r>
            <a:endParaRPr lang="fr-FR" sz="1200">
              <a:solidFill>
                <a:schemeClr val="bg1"/>
              </a:solidFill>
            </a:endParaRPr>
          </a:p>
        </p:txBody>
      </p:sp>
      <p:sp>
        <p:nvSpPr>
          <p:cNvPr id="88" name="Rectangle 87">
            <a:extLst>
              <a:ext uri="{FF2B5EF4-FFF2-40B4-BE49-F238E27FC236}">
                <a16:creationId xmlns:a16="http://schemas.microsoft.com/office/drawing/2014/main" id="{482267F6-DCCD-4E12-A508-0F7C5D4221FF}"/>
              </a:ext>
            </a:extLst>
          </p:cNvPr>
          <p:cNvSpPr/>
          <p:nvPr/>
        </p:nvSpPr>
        <p:spPr>
          <a:xfrm>
            <a:off x="8679628" y="2462622"/>
            <a:ext cx="923916" cy="2584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BFFB"/>
              </a:solidFill>
              <a:effectLst/>
              <a:uLnTx/>
              <a:uFillTx/>
              <a:ea typeface="+mn-ea"/>
              <a:cs typeface="+mn-cs"/>
            </a:endParaRPr>
          </a:p>
        </p:txBody>
      </p:sp>
      <p:sp>
        <p:nvSpPr>
          <p:cNvPr id="51" name="object 7">
            <a:extLst>
              <a:ext uri="{FF2B5EF4-FFF2-40B4-BE49-F238E27FC236}">
                <a16:creationId xmlns:a16="http://schemas.microsoft.com/office/drawing/2014/main" id="{70ED7802-0D0D-41FD-B0D5-219023D4FA7F}"/>
              </a:ext>
            </a:extLst>
          </p:cNvPr>
          <p:cNvSpPr txBox="1"/>
          <p:nvPr/>
        </p:nvSpPr>
        <p:spPr>
          <a:xfrm>
            <a:off x="230758" y="986082"/>
            <a:ext cx="5246504" cy="227626"/>
          </a:xfrm>
          <a:prstGeom prst="rect">
            <a:avLst/>
          </a:prstGeom>
        </p:spPr>
        <p:txBody>
          <a:bodyPr vert="horz" wrap="square" lIns="0" tIns="12065" rIns="0" bIns="0" rtlCol="0">
            <a:spAutoFit/>
          </a:bodyPr>
          <a:lstStyle/>
          <a:p>
            <a:pPr marL="12700">
              <a:lnSpc>
                <a:spcPct val="100000"/>
              </a:lnSpc>
              <a:spcBef>
                <a:spcPts val="590"/>
              </a:spcBef>
            </a:pPr>
            <a:r>
              <a:rPr lang="fr-FR" sz="1400" b="1" spc="40">
                <a:solidFill>
                  <a:srgbClr val="00B050"/>
                </a:solidFill>
                <a:cs typeface="Microsoft Sans Serif"/>
              </a:rPr>
              <a:t>CHALLENGES</a:t>
            </a:r>
            <a:endParaRPr lang="fr-FR" sz="1400" b="1">
              <a:solidFill>
                <a:srgbClr val="00B050"/>
              </a:solidFill>
              <a:cs typeface="Microsoft Sans Serif"/>
            </a:endParaRPr>
          </a:p>
        </p:txBody>
      </p:sp>
      <p:sp>
        <p:nvSpPr>
          <p:cNvPr id="63" name="Rectangle 62">
            <a:extLst>
              <a:ext uri="{FF2B5EF4-FFF2-40B4-BE49-F238E27FC236}">
                <a16:creationId xmlns:a16="http://schemas.microsoft.com/office/drawing/2014/main" id="{3794BEA9-6780-4ADC-A5B9-E44554DDF870}"/>
              </a:ext>
            </a:extLst>
          </p:cNvPr>
          <p:cNvSpPr/>
          <p:nvPr/>
        </p:nvSpPr>
        <p:spPr>
          <a:xfrm>
            <a:off x="8458400" y="2401680"/>
            <a:ext cx="1459732" cy="4241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a:solidFill>
                  <a:srgbClr val="59D379"/>
                </a:solidFill>
              </a:rPr>
              <a:t>Kick-Off</a:t>
            </a:r>
            <a:endParaRPr kumimoji="0" lang="fr-FR" sz="1050" b="1" i="0" u="none" strike="noStrike" kern="1200" cap="none" spc="0" normalizeH="0" baseline="0" noProof="0">
              <a:ln>
                <a:noFill/>
              </a:ln>
              <a:solidFill>
                <a:srgbClr val="59D379"/>
              </a:solidFill>
              <a:effectLst/>
              <a:uLnTx/>
              <a:uFillTx/>
              <a:ea typeface="+mn-ea"/>
              <a:cs typeface="+mn-cs"/>
            </a:endParaRPr>
          </a:p>
        </p:txBody>
      </p:sp>
      <p:sp>
        <p:nvSpPr>
          <p:cNvPr id="89" name="Rectangle 88">
            <a:extLst>
              <a:ext uri="{FF2B5EF4-FFF2-40B4-BE49-F238E27FC236}">
                <a16:creationId xmlns:a16="http://schemas.microsoft.com/office/drawing/2014/main" id="{5C65ECD9-A81A-4ED9-88DC-23F71E69FF00}"/>
              </a:ext>
            </a:extLst>
          </p:cNvPr>
          <p:cNvSpPr/>
          <p:nvPr/>
        </p:nvSpPr>
        <p:spPr>
          <a:xfrm>
            <a:off x="8722210" y="1078674"/>
            <a:ext cx="923916" cy="5289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BFFB"/>
              </a:solidFill>
              <a:effectLst/>
              <a:uLnTx/>
              <a:uFillTx/>
              <a:ea typeface="+mn-ea"/>
              <a:cs typeface="+mn-cs"/>
            </a:endParaRPr>
          </a:p>
        </p:txBody>
      </p:sp>
      <p:sp>
        <p:nvSpPr>
          <p:cNvPr id="64" name="Rectangle 63">
            <a:extLst>
              <a:ext uri="{FF2B5EF4-FFF2-40B4-BE49-F238E27FC236}">
                <a16:creationId xmlns:a16="http://schemas.microsoft.com/office/drawing/2014/main" id="{A5A8FFD5-5B78-4775-8D19-409220D2353B}"/>
              </a:ext>
            </a:extLst>
          </p:cNvPr>
          <p:cNvSpPr/>
          <p:nvPr/>
        </p:nvSpPr>
        <p:spPr>
          <a:xfrm>
            <a:off x="8490503" y="1138180"/>
            <a:ext cx="1409880" cy="385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ea typeface="+mn-ea"/>
                <a:cs typeface="+mn-cs"/>
              </a:rPr>
              <a:t>INTERVIEW with the deployment manager</a:t>
            </a:r>
            <a:endParaRPr kumimoji="0" lang="fr-FR" sz="1000" b="1" i="0" u="none" strike="noStrike" kern="1200" cap="none" spc="0" normalizeH="0" baseline="0" noProof="0" dirty="0">
              <a:ln>
                <a:noFill/>
              </a:ln>
              <a:solidFill>
                <a:schemeClr val="tx1"/>
              </a:solidFill>
              <a:effectLst/>
              <a:uLnTx/>
              <a:uFillTx/>
              <a:ea typeface="+mn-ea"/>
              <a:cs typeface="+mn-cs"/>
            </a:endParaRPr>
          </a:p>
        </p:txBody>
      </p:sp>
      <p:sp>
        <p:nvSpPr>
          <p:cNvPr id="90" name="Rectangle 89">
            <a:extLst>
              <a:ext uri="{FF2B5EF4-FFF2-40B4-BE49-F238E27FC236}">
                <a16:creationId xmlns:a16="http://schemas.microsoft.com/office/drawing/2014/main" id="{C60E9710-9BBF-4108-A84D-62F53FABA474}"/>
              </a:ext>
            </a:extLst>
          </p:cNvPr>
          <p:cNvSpPr/>
          <p:nvPr/>
        </p:nvSpPr>
        <p:spPr>
          <a:xfrm>
            <a:off x="8708319" y="4335991"/>
            <a:ext cx="936045" cy="2111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BFFB"/>
              </a:solidFill>
              <a:effectLst/>
              <a:uLnTx/>
              <a:uFillTx/>
              <a:ea typeface="+mn-ea"/>
              <a:cs typeface="+mn-cs"/>
            </a:endParaRPr>
          </a:p>
        </p:txBody>
      </p:sp>
      <p:sp>
        <p:nvSpPr>
          <p:cNvPr id="85" name="Rectangle 84">
            <a:extLst>
              <a:ext uri="{FF2B5EF4-FFF2-40B4-BE49-F238E27FC236}">
                <a16:creationId xmlns:a16="http://schemas.microsoft.com/office/drawing/2014/main" id="{A747037D-6C5F-4493-B392-236651AF34F5}"/>
              </a:ext>
            </a:extLst>
          </p:cNvPr>
          <p:cNvSpPr/>
          <p:nvPr/>
        </p:nvSpPr>
        <p:spPr>
          <a:xfrm>
            <a:off x="8670694" y="4315801"/>
            <a:ext cx="1035145"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u="none" strike="noStrike" kern="1200" cap="none" spc="0" normalizeH="0" baseline="0" noProof="0">
                <a:ln>
                  <a:noFill/>
                </a:ln>
                <a:solidFill>
                  <a:srgbClr val="36CC55"/>
                </a:solidFill>
                <a:effectLst/>
                <a:uLnTx/>
                <a:uFillTx/>
                <a:ea typeface="+mn-ea"/>
                <a:cs typeface="+mn-cs"/>
              </a:rPr>
              <a:t>Stop-over 1</a:t>
            </a:r>
          </a:p>
        </p:txBody>
      </p:sp>
      <p:sp>
        <p:nvSpPr>
          <p:cNvPr id="91" name="Rectangle 90">
            <a:extLst>
              <a:ext uri="{FF2B5EF4-FFF2-40B4-BE49-F238E27FC236}">
                <a16:creationId xmlns:a16="http://schemas.microsoft.com/office/drawing/2014/main" id="{F750DA1A-7C47-47AA-835C-EEA0D079A3EF}"/>
              </a:ext>
            </a:extLst>
          </p:cNvPr>
          <p:cNvSpPr/>
          <p:nvPr/>
        </p:nvSpPr>
        <p:spPr>
          <a:xfrm>
            <a:off x="8732113" y="6512630"/>
            <a:ext cx="936045"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BFFB"/>
              </a:solidFill>
              <a:effectLst/>
              <a:uLnTx/>
              <a:uFillTx/>
              <a:ea typeface="+mn-ea"/>
              <a:cs typeface="+mn-cs"/>
            </a:endParaRPr>
          </a:p>
        </p:txBody>
      </p:sp>
      <p:sp>
        <p:nvSpPr>
          <p:cNvPr id="77" name="Rectangle 76">
            <a:extLst>
              <a:ext uri="{FF2B5EF4-FFF2-40B4-BE49-F238E27FC236}">
                <a16:creationId xmlns:a16="http://schemas.microsoft.com/office/drawing/2014/main" id="{24406EF5-282B-40A4-952C-8DF018FBDE07}"/>
              </a:ext>
            </a:extLst>
          </p:cNvPr>
          <p:cNvSpPr/>
          <p:nvPr/>
        </p:nvSpPr>
        <p:spPr>
          <a:xfrm>
            <a:off x="8641329" y="6405010"/>
            <a:ext cx="109910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F66A00"/>
                </a:solidFill>
                <a:effectLst/>
                <a:uLnTx/>
                <a:uFillTx/>
                <a:ea typeface="+mn-ea"/>
                <a:cs typeface="+mn-cs"/>
              </a:rPr>
              <a:t>Stop-over 3</a:t>
            </a:r>
          </a:p>
        </p:txBody>
      </p:sp>
      <p:sp>
        <p:nvSpPr>
          <p:cNvPr id="92" name="Rectangle 91">
            <a:extLst>
              <a:ext uri="{FF2B5EF4-FFF2-40B4-BE49-F238E27FC236}">
                <a16:creationId xmlns:a16="http://schemas.microsoft.com/office/drawing/2014/main" id="{DC4745E7-9E59-4567-8890-632369115842}"/>
              </a:ext>
            </a:extLst>
          </p:cNvPr>
          <p:cNvSpPr/>
          <p:nvPr/>
        </p:nvSpPr>
        <p:spPr>
          <a:xfrm>
            <a:off x="8721136" y="5533100"/>
            <a:ext cx="936045" cy="1824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BFFB"/>
              </a:solidFill>
              <a:effectLst/>
              <a:uLnTx/>
              <a:uFillTx/>
              <a:ea typeface="+mn-ea"/>
              <a:cs typeface="+mn-cs"/>
            </a:endParaRPr>
          </a:p>
        </p:txBody>
      </p:sp>
      <p:sp>
        <p:nvSpPr>
          <p:cNvPr id="76" name="Rectangle 75">
            <a:extLst>
              <a:ext uri="{FF2B5EF4-FFF2-40B4-BE49-F238E27FC236}">
                <a16:creationId xmlns:a16="http://schemas.microsoft.com/office/drawing/2014/main" id="{05B9530F-65F1-43A8-B250-33E75247D5BC}"/>
              </a:ext>
            </a:extLst>
          </p:cNvPr>
          <p:cNvSpPr/>
          <p:nvPr/>
        </p:nvSpPr>
        <p:spPr>
          <a:xfrm>
            <a:off x="8652700" y="5431110"/>
            <a:ext cx="109910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FFC000"/>
                </a:solidFill>
                <a:effectLst/>
                <a:uLnTx/>
                <a:uFillTx/>
                <a:ea typeface="+mn-ea"/>
                <a:cs typeface="+mn-cs"/>
              </a:rPr>
              <a:t>Stop-over 2</a:t>
            </a:r>
          </a:p>
        </p:txBody>
      </p:sp>
      <p:sp>
        <p:nvSpPr>
          <p:cNvPr id="93" name="Rectangle 92">
            <a:extLst>
              <a:ext uri="{FF2B5EF4-FFF2-40B4-BE49-F238E27FC236}">
                <a16:creationId xmlns:a16="http://schemas.microsoft.com/office/drawing/2014/main" id="{2A0DE6DB-4BD6-482B-B944-D1BD3FCD3D8C}"/>
              </a:ext>
            </a:extLst>
          </p:cNvPr>
          <p:cNvSpPr/>
          <p:nvPr/>
        </p:nvSpPr>
        <p:spPr>
          <a:xfrm>
            <a:off x="238395" y="444166"/>
            <a:ext cx="4972719" cy="400110"/>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2000" err="1">
                <a:solidFill>
                  <a:schemeClr val="bg1"/>
                </a:solidFill>
                <a:latin typeface="+mj-lt"/>
                <a:sym typeface="Arial"/>
              </a:rPr>
              <a:t>Sustainability</a:t>
            </a:r>
            <a:r>
              <a:rPr lang="fr-FR" sz="2000">
                <a:solidFill>
                  <a:schemeClr val="bg1"/>
                </a:solidFill>
                <a:latin typeface="+mj-lt"/>
                <a:sym typeface="Arial"/>
              </a:rPr>
              <a:t> </a:t>
            </a:r>
            <a:r>
              <a:rPr lang="fr-FR" sz="2000" err="1">
                <a:solidFill>
                  <a:schemeClr val="bg1"/>
                </a:solidFill>
                <a:latin typeface="+mj-lt"/>
                <a:sym typeface="Arial"/>
              </a:rPr>
              <a:t>Academy</a:t>
            </a:r>
            <a:r>
              <a:rPr lang="fr-FR" sz="2000">
                <a:solidFill>
                  <a:schemeClr val="bg1"/>
                </a:solidFill>
                <a:latin typeface="+mj-lt"/>
                <a:sym typeface="Arial"/>
              </a:rPr>
              <a:t> </a:t>
            </a:r>
            <a:r>
              <a:rPr lang="en-US" sz="2000">
                <a:solidFill>
                  <a:schemeClr val="bg1"/>
                </a:solidFill>
                <a:latin typeface="+mj-lt"/>
              </a:rPr>
              <a:t>for Total</a:t>
            </a:r>
            <a:endParaRPr kumimoji="0" lang="fr-FR" sz="2000" b="0" i="0" u="none" strike="noStrike" kern="0" cap="none" spc="0" normalizeH="0" baseline="0" noProof="0">
              <a:ln>
                <a:noFill/>
              </a:ln>
              <a:solidFill>
                <a:schemeClr val="bg1"/>
              </a:solidFill>
              <a:effectLst/>
              <a:uLnTx/>
              <a:uFillTx/>
              <a:latin typeface="+mj-lt"/>
              <a:ea typeface="+mn-ea"/>
              <a:cs typeface="Arial"/>
              <a:sym typeface="Arial"/>
            </a:endParaRPr>
          </a:p>
        </p:txBody>
      </p:sp>
    </p:spTree>
    <p:extLst>
      <p:ext uri="{BB962C8B-B14F-4D97-AF65-F5344CB8AC3E}">
        <p14:creationId xmlns:p14="http://schemas.microsoft.com/office/powerpoint/2010/main" val="2369108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8A8F84-4E58-482F-9EDD-4A510006DDDC}"/>
              </a:ext>
            </a:extLst>
          </p:cNvPr>
          <p:cNvSpPr/>
          <p:nvPr/>
        </p:nvSpPr>
        <p:spPr>
          <a:xfrm>
            <a:off x="5077896" y="1"/>
            <a:ext cx="3020906" cy="6858000"/>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Ubuntu" panose="020B0504030602030204" pitchFamily="34" charset="0"/>
              <a:sym typeface="Arial"/>
            </a:endParaRPr>
          </a:p>
        </p:txBody>
      </p:sp>
      <p:sp>
        <p:nvSpPr>
          <p:cNvPr id="153" name="TextBox 152">
            <a:extLst>
              <a:ext uri="{FF2B5EF4-FFF2-40B4-BE49-F238E27FC236}">
                <a16:creationId xmlns:a16="http://schemas.microsoft.com/office/drawing/2014/main" id="{A7F8426D-9E16-4E94-903C-93B75FAE94F8}"/>
              </a:ext>
            </a:extLst>
          </p:cNvPr>
          <p:cNvSpPr txBox="1"/>
          <p:nvPr/>
        </p:nvSpPr>
        <p:spPr>
          <a:xfrm>
            <a:off x="292815" y="1560531"/>
            <a:ext cx="4571747" cy="3917483"/>
          </a:xfrm>
          <a:prstGeom prst="rect">
            <a:avLst/>
          </a:prstGeom>
          <a:noFill/>
        </p:spPr>
        <p:txBody>
          <a:bodyPr wrap="square">
            <a:spAutoFit/>
          </a:bodyPr>
          <a:lstStyle/>
          <a:p>
            <a:pPr marL="12700">
              <a:spcBef>
                <a:spcPts val="590"/>
              </a:spcBef>
            </a:pPr>
            <a:r>
              <a:rPr lang="en-US" sz="1400" b="1" spc="40" dirty="0">
                <a:solidFill>
                  <a:srgbClr val="00B050"/>
                </a:solidFill>
                <a:cs typeface="Microsoft Sans Serif"/>
              </a:rPr>
              <a:t>OBJECTIVES AND CONTEXTS</a:t>
            </a:r>
          </a:p>
          <a:p>
            <a:r>
              <a:rPr lang="en-US" sz="1200" dirty="0">
                <a:solidFill>
                  <a:schemeClr val="bg1"/>
                </a:solidFill>
              </a:rPr>
              <a:t>Identify themes and mechanisms to bring out innovative and sustainable solutions</a:t>
            </a:r>
          </a:p>
          <a:p>
            <a:endParaRPr lang="en-US" sz="1200" b="1" dirty="0">
              <a:solidFill>
                <a:schemeClr val="tx1">
                  <a:lumMod val="65000"/>
                  <a:lumOff val="35000"/>
                </a:schemeClr>
              </a:solidFill>
              <a:latin typeface="Ubuntu" panose="020B0504030602030204" pitchFamily="34" charset="0"/>
              <a:ea typeface="Verdana" panose="020B0604030504040204" pitchFamily="34" charset="0"/>
            </a:endParaRPr>
          </a:p>
          <a:p>
            <a:pPr marL="12700">
              <a:spcBef>
                <a:spcPts val="590"/>
              </a:spcBef>
            </a:pPr>
            <a:r>
              <a:rPr lang="en-US" sz="1400" b="1" spc="40" dirty="0">
                <a:solidFill>
                  <a:srgbClr val="00B050"/>
                </a:solidFill>
                <a:cs typeface="Microsoft Sans Serif"/>
              </a:rPr>
              <a:t>SOLUTIONS</a:t>
            </a:r>
          </a:p>
          <a:p>
            <a:pPr marL="197485" indent="-197485" defTabSz="412750">
              <a:lnSpc>
                <a:spcPct val="90000"/>
              </a:lnSpc>
              <a:spcBef>
                <a:spcPts val="650"/>
              </a:spcBef>
              <a:buSzPct val="80000"/>
              <a:buChar char="•"/>
              <a:defRPr sz="1800">
                <a:uFillTx/>
              </a:defRPr>
            </a:pPr>
            <a:r>
              <a:rPr lang="en-US" sz="1200" dirty="0">
                <a:solidFill>
                  <a:schemeClr val="bg1"/>
                </a:solidFill>
              </a:rPr>
              <a:t>Analysis of CSR impacts and risks on the value chain and associated economic opportunities;</a:t>
            </a:r>
          </a:p>
          <a:p>
            <a:pPr marL="197485" indent="-197485" defTabSz="412750">
              <a:lnSpc>
                <a:spcPct val="90000"/>
              </a:lnSpc>
              <a:spcBef>
                <a:spcPts val="650"/>
              </a:spcBef>
              <a:buSzPct val="80000"/>
              <a:buChar char="•"/>
              <a:defRPr sz="1800">
                <a:uFillTx/>
              </a:defRPr>
            </a:pPr>
            <a:r>
              <a:rPr lang="en-US" sz="1200" dirty="0">
                <a:solidFill>
                  <a:schemeClr val="bg1"/>
                </a:solidFill>
              </a:rPr>
              <a:t>Raise COMEX awareness of to the environmental issues of the sector + Workshop creation on the ambition and actions of the group's roadmap;</a:t>
            </a:r>
          </a:p>
          <a:p>
            <a:pPr marL="197485" indent="-197485" defTabSz="412750">
              <a:lnSpc>
                <a:spcPct val="90000"/>
              </a:lnSpc>
              <a:spcBef>
                <a:spcPts val="650"/>
              </a:spcBef>
              <a:buSzPct val="80000"/>
              <a:buChar char="•"/>
              <a:defRPr sz="1800">
                <a:uFillTx/>
              </a:defRPr>
            </a:pPr>
            <a:r>
              <a:rPr lang="en-US" sz="1200" dirty="0">
                <a:solidFill>
                  <a:schemeClr val="bg1"/>
                </a:solidFill>
              </a:rPr>
              <a:t>Workshop co-creation with the 40 (corsairs) privateers identified;</a:t>
            </a:r>
          </a:p>
          <a:p>
            <a:pPr marL="197485" indent="-197485" defTabSz="412750">
              <a:lnSpc>
                <a:spcPct val="90000"/>
              </a:lnSpc>
              <a:spcBef>
                <a:spcPts val="650"/>
              </a:spcBef>
              <a:buSzPct val="80000"/>
              <a:buChar char="•"/>
              <a:defRPr sz="1800">
                <a:uFillTx/>
              </a:defRPr>
            </a:pPr>
            <a:r>
              <a:rPr lang="en-US" sz="1200" dirty="0">
                <a:solidFill>
                  <a:schemeClr val="bg1"/>
                </a:solidFill>
              </a:rPr>
              <a:t>Definition of 4 priority action projects around: energy renovation, zero carbon supply chain, circularity, employees;</a:t>
            </a:r>
          </a:p>
          <a:p>
            <a:pPr marL="197485" indent="-197485" defTabSz="412750">
              <a:lnSpc>
                <a:spcPct val="90000"/>
              </a:lnSpc>
              <a:spcBef>
                <a:spcPts val="650"/>
              </a:spcBef>
              <a:buSzPct val="80000"/>
              <a:buChar char="•"/>
              <a:defRPr sz="1800">
                <a:uFillTx/>
              </a:defRPr>
            </a:pPr>
            <a:r>
              <a:rPr lang="en-US" sz="1200" dirty="0">
                <a:solidFill>
                  <a:schemeClr val="bg1"/>
                </a:solidFill>
              </a:rPr>
              <a:t>Address the manifesto embodying the social and environmental ambition of SGDBF, create the tools needed to spread this ambition and enable the 23,000 employees to make their live this ambition in their jobs.</a:t>
            </a:r>
            <a:endParaRPr lang="fr-FR" sz="1200" dirty="0">
              <a:solidFill>
                <a:schemeClr val="bg1"/>
              </a:solidFill>
            </a:endParaRPr>
          </a:p>
          <a:p>
            <a:pPr marL="171450" indent="-171450">
              <a:buFont typeface="Arial" panose="020B0604020202020204" pitchFamily="34" charset="0"/>
              <a:buChar char="•"/>
            </a:pPr>
            <a:endParaRPr lang="en-US" sz="1200" dirty="0">
              <a:solidFill>
                <a:schemeClr val="tx1">
                  <a:lumMod val="65000"/>
                  <a:lumOff val="35000"/>
                </a:schemeClr>
              </a:solidFill>
              <a:latin typeface="Ubuntu" panose="020B0504030602030204" pitchFamily="34" charset="0"/>
            </a:endParaRPr>
          </a:p>
        </p:txBody>
      </p:sp>
      <p:sp>
        <p:nvSpPr>
          <p:cNvPr id="34" name="object 11">
            <a:extLst>
              <a:ext uri="{FF2B5EF4-FFF2-40B4-BE49-F238E27FC236}">
                <a16:creationId xmlns:a16="http://schemas.microsoft.com/office/drawing/2014/main" id="{CEFCD76D-25DD-430D-B15F-53CD8C1F436D}"/>
              </a:ext>
            </a:extLst>
          </p:cNvPr>
          <p:cNvSpPr txBox="1"/>
          <p:nvPr/>
        </p:nvSpPr>
        <p:spPr>
          <a:xfrm>
            <a:off x="5359753" y="804367"/>
            <a:ext cx="1452245" cy="1031875"/>
          </a:xfrm>
          <a:prstGeom prst="rect">
            <a:avLst/>
          </a:prstGeom>
        </p:spPr>
        <p:txBody>
          <a:bodyPr vert="horz" wrap="square" lIns="0" tIns="12700" rIns="0" bIns="0" rtlCol="0">
            <a:spAutoFit/>
          </a:bodyPr>
          <a:lstStyle/>
          <a:p>
            <a:pPr marL="12700">
              <a:lnSpc>
                <a:spcPct val="100000"/>
              </a:lnSpc>
              <a:spcBef>
                <a:spcPts val="100"/>
              </a:spcBef>
            </a:pPr>
            <a:r>
              <a:rPr lang="fr-FR" sz="6600" b="1" spc="5">
                <a:solidFill>
                  <a:srgbClr val="FFFFFF"/>
                </a:solidFill>
                <a:cs typeface="Arial"/>
              </a:rPr>
              <a:t>30</a:t>
            </a:r>
            <a:endParaRPr sz="6600">
              <a:cs typeface="Arial"/>
            </a:endParaRPr>
          </a:p>
        </p:txBody>
      </p:sp>
      <p:sp>
        <p:nvSpPr>
          <p:cNvPr id="35" name="object 12">
            <a:extLst>
              <a:ext uri="{FF2B5EF4-FFF2-40B4-BE49-F238E27FC236}">
                <a16:creationId xmlns:a16="http://schemas.microsoft.com/office/drawing/2014/main" id="{4C5CFDAB-300D-4B54-903C-4115E3325B14}"/>
              </a:ext>
            </a:extLst>
          </p:cNvPr>
          <p:cNvSpPr txBox="1"/>
          <p:nvPr/>
        </p:nvSpPr>
        <p:spPr>
          <a:xfrm>
            <a:off x="5359753" y="1922440"/>
            <a:ext cx="1551305" cy="825867"/>
          </a:xfrm>
          <a:prstGeom prst="rect">
            <a:avLst/>
          </a:prstGeom>
        </p:spPr>
        <p:txBody>
          <a:bodyPr vert="horz" wrap="square" lIns="0" tIns="12700" rIns="0" bIns="0" rtlCol="0">
            <a:spAutoFit/>
          </a:bodyPr>
          <a:lstStyle/>
          <a:p>
            <a:pPr marL="12700">
              <a:spcBef>
                <a:spcPts val="100"/>
              </a:spcBef>
            </a:pPr>
            <a:r>
              <a:rPr lang="fr-FR" sz="1600" b="1" spc="75">
                <a:solidFill>
                  <a:schemeClr val="bg1"/>
                </a:solidFill>
                <a:cs typeface="Microsoft Sans Serif"/>
              </a:rPr>
              <a:t>Interviews</a:t>
            </a:r>
            <a:r>
              <a:rPr lang="fr-FR" sz="1200" spc="75">
                <a:solidFill>
                  <a:schemeClr val="bg1"/>
                </a:solidFill>
                <a:cs typeface="Microsoft Sans Serif"/>
              </a:rPr>
              <a:t> </a:t>
            </a:r>
          </a:p>
          <a:p>
            <a:pPr marL="12700">
              <a:spcBef>
                <a:spcPts val="100"/>
              </a:spcBef>
            </a:pPr>
            <a:r>
              <a:rPr lang="en-US" sz="1200" spc="75">
                <a:solidFill>
                  <a:schemeClr val="bg1"/>
                </a:solidFill>
                <a:cs typeface="Microsoft Sans Serif"/>
              </a:rPr>
              <a:t>with COMEX-level people and Ambassadors</a:t>
            </a:r>
            <a:endParaRPr sz="1200">
              <a:cs typeface="Microsoft Sans Serif"/>
            </a:endParaRPr>
          </a:p>
        </p:txBody>
      </p:sp>
      <p:sp>
        <p:nvSpPr>
          <p:cNvPr id="36" name="object 13">
            <a:extLst>
              <a:ext uri="{FF2B5EF4-FFF2-40B4-BE49-F238E27FC236}">
                <a16:creationId xmlns:a16="http://schemas.microsoft.com/office/drawing/2014/main" id="{46897229-68F0-4B4B-94C3-4D9F75CA41DC}"/>
              </a:ext>
            </a:extLst>
          </p:cNvPr>
          <p:cNvSpPr txBox="1"/>
          <p:nvPr/>
        </p:nvSpPr>
        <p:spPr>
          <a:xfrm>
            <a:off x="5359753" y="3110016"/>
            <a:ext cx="502284" cy="1031875"/>
          </a:xfrm>
          <a:prstGeom prst="rect">
            <a:avLst/>
          </a:prstGeom>
        </p:spPr>
        <p:txBody>
          <a:bodyPr vert="horz" wrap="square" lIns="0" tIns="12700" rIns="0" bIns="0" rtlCol="0">
            <a:spAutoFit/>
          </a:bodyPr>
          <a:lstStyle/>
          <a:p>
            <a:pPr marL="12700">
              <a:lnSpc>
                <a:spcPct val="100000"/>
              </a:lnSpc>
              <a:spcBef>
                <a:spcPts val="100"/>
              </a:spcBef>
            </a:pPr>
            <a:r>
              <a:rPr sz="6600" b="1" spc="75">
                <a:solidFill>
                  <a:srgbClr val="FFFFFF"/>
                </a:solidFill>
                <a:cs typeface="Arial"/>
              </a:rPr>
              <a:t>4</a:t>
            </a:r>
            <a:endParaRPr sz="6600">
              <a:cs typeface="Arial"/>
            </a:endParaRPr>
          </a:p>
        </p:txBody>
      </p:sp>
      <p:sp>
        <p:nvSpPr>
          <p:cNvPr id="37" name="object 14">
            <a:extLst>
              <a:ext uri="{FF2B5EF4-FFF2-40B4-BE49-F238E27FC236}">
                <a16:creationId xmlns:a16="http://schemas.microsoft.com/office/drawing/2014/main" id="{4E4B545A-A529-4AA5-B300-4C91B58AAB4F}"/>
              </a:ext>
            </a:extLst>
          </p:cNvPr>
          <p:cNvSpPr txBox="1"/>
          <p:nvPr/>
        </p:nvSpPr>
        <p:spPr>
          <a:xfrm>
            <a:off x="5359753" y="4228089"/>
            <a:ext cx="1979873" cy="1195199"/>
          </a:xfrm>
          <a:prstGeom prst="rect">
            <a:avLst/>
          </a:prstGeom>
        </p:spPr>
        <p:txBody>
          <a:bodyPr vert="horz" wrap="square" lIns="0" tIns="12700" rIns="0" bIns="0" rtlCol="0">
            <a:spAutoFit/>
          </a:bodyPr>
          <a:lstStyle/>
          <a:p>
            <a:pPr marL="12700">
              <a:lnSpc>
                <a:spcPct val="100000"/>
              </a:lnSpc>
              <a:spcBef>
                <a:spcPts val="100"/>
              </a:spcBef>
            </a:pPr>
            <a:r>
              <a:rPr lang="fr-FR" sz="1600" b="1" spc="-85">
                <a:solidFill>
                  <a:srgbClr val="FFFFFF"/>
                </a:solidFill>
                <a:cs typeface="Microsoft Sans Serif"/>
              </a:rPr>
              <a:t>Achievements </a:t>
            </a:r>
          </a:p>
          <a:p>
            <a:pPr marL="12700">
              <a:spcBef>
                <a:spcPts val="100"/>
              </a:spcBef>
            </a:pPr>
            <a:r>
              <a:rPr lang="en-US" sz="1200">
                <a:solidFill>
                  <a:schemeClr val="bg1"/>
                </a:solidFill>
              </a:rPr>
              <a:t>Identified sites, action/site plan, quantified objectives defined in co-construction with the COMEX and the ambassadors</a:t>
            </a:r>
            <a:endParaRPr sz="1200">
              <a:cs typeface="Microsoft Sans Serif"/>
            </a:endParaRPr>
          </a:p>
        </p:txBody>
      </p:sp>
      <p:pic>
        <p:nvPicPr>
          <p:cNvPr id="38" name="1_miro_postersPlan de travail 4 copie.jpg" descr="1_miro_postersPlan de travail 4 copie.jpg">
            <a:extLst>
              <a:ext uri="{FF2B5EF4-FFF2-40B4-BE49-F238E27FC236}">
                <a16:creationId xmlns:a16="http://schemas.microsoft.com/office/drawing/2014/main" id="{BE73C0B6-05C2-45E0-ADBA-A1B25DFD6D9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91090" y="3623774"/>
            <a:ext cx="1651843" cy="2339457"/>
          </a:xfrm>
          <a:prstGeom prst="rect">
            <a:avLst/>
          </a:prstGeom>
          <a:ln w="12700">
            <a:miter lim="400000"/>
          </a:ln>
          <a:effectLst>
            <a:outerShdw blurRad="50800" dist="38100" dir="5400000" algn="t" rotWithShape="0">
              <a:prstClr val="black">
                <a:alpha val="40000"/>
              </a:prstClr>
            </a:outerShdw>
          </a:effectLst>
        </p:spPr>
      </p:pic>
      <p:pic>
        <p:nvPicPr>
          <p:cNvPr id="39" name="1_miro_postersPlan de travail 3 copie.jpg" descr="1_miro_postersPlan de travail 3 copie.jpg">
            <a:extLst>
              <a:ext uri="{FF2B5EF4-FFF2-40B4-BE49-F238E27FC236}">
                <a16:creationId xmlns:a16="http://schemas.microsoft.com/office/drawing/2014/main" id="{AF22883D-A5D1-4F40-81DE-962B7D30B0F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48794" y="3623774"/>
            <a:ext cx="1651843" cy="2339457"/>
          </a:xfrm>
          <a:prstGeom prst="rect">
            <a:avLst/>
          </a:prstGeom>
          <a:ln w="12700">
            <a:miter lim="400000"/>
          </a:ln>
          <a:effectLst>
            <a:outerShdw blurRad="50800" dist="38100" dir="5400000" algn="t" rotWithShape="0">
              <a:prstClr val="black">
                <a:alpha val="40000"/>
              </a:prstClr>
            </a:outerShdw>
          </a:effectLst>
        </p:spPr>
      </p:pic>
      <p:pic>
        <p:nvPicPr>
          <p:cNvPr id="40" name="1_miro_postersPlan de travail 2 copie.jpg" descr="1_miro_postersPlan de travail 2 copie.jpg">
            <a:extLst>
              <a:ext uri="{FF2B5EF4-FFF2-40B4-BE49-F238E27FC236}">
                <a16:creationId xmlns:a16="http://schemas.microsoft.com/office/drawing/2014/main" id="{D2C2C2A7-BA82-4401-A284-C40F4481EE8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391090" y="1012270"/>
            <a:ext cx="1651843" cy="2339458"/>
          </a:xfrm>
          <a:prstGeom prst="rect">
            <a:avLst/>
          </a:prstGeom>
          <a:ln w="12700">
            <a:miter lim="400000"/>
          </a:ln>
          <a:effectLst>
            <a:outerShdw blurRad="50800" dist="38100" dir="5400000" algn="t" rotWithShape="0">
              <a:prstClr val="black">
                <a:alpha val="40000"/>
              </a:prstClr>
            </a:outerShdw>
          </a:effectLst>
        </p:spPr>
      </p:pic>
      <p:pic>
        <p:nvPicPr>
          <p:cNvPr id="41" name="1_miro_postersPlan de travail 1 copie.jpg" descr="1_miro_postersPlan de travail 1 copie.jpg">
            <a:extLst>
              <a:ext uri="{FF2B5EF4-FFF2-40B4-BE49-F238E27FC236}">
                <a16:creationId xmlns:a16="http://schemas.microsoft.com/office/drawing/2014/main" id="{FD5804BD-3637-4130-8F74-E0ADEF1CC09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599951" y="1012271"/>
            <a:ext cx="1651843" cy="2339457"/>
          </a:xfrm>
          <a:prstGeom prst="rect">
            <a:avLst/>
          </a:prstGeom>
          <a:ln w="12700">
            <a:miter lim="400000"/>
          </a:ln>
          <a:effectLst>
            <a:outerShdw blurRad="50800" dist="38100" dir="5400000" algn="t" rotWithShape="0">
              <a:prstClr val="black">
                <a:alpha val="40000"/>
              </a:prstClr>
            </a:outerShdw>
          </a:effectLst>
        </p:spPr>
      </p:pic>
      <p:pic>
        <p:nvPicPr>
          <p:cNvPr id="42" name="Image" descr="Image">
            <a:extLst>
              <a:ext uri="{FF2B5EF4-FFF2-40B4-BE49-F238E27FC236}">
                <a16:creationId xmlns:a16="http://schemas.microsoft.com/office/drawing/2014/main" id="{034730CA-7204-41FF-B6AB-BC6164D04216}"/>
              </a:ext>
            </a:extLst>
          </p:cNvPr>
          <p:cNvPicPr>
            <a:picLocks noChangeAspect="1"/>
          </p:cNvPicPr>
          <p:nvPr/>
        </p:nvPicPr>
        <p:blipFill>
          <a:blip r:embed="rId7" cstate="screen">
            <a:lum bright="70000" contrast="-70000"/>
            <a:extLst>
              <a:ext uri="{BEBA8EAE-BF5A-486C-A8C5-ECC9F3942E4B}">
                <a14:imgProps xmlns:a14="http://schemas.microsoft.com/office/drawing/2010/main">
                  <a14:imgLayer r:embed="rId8">
                    <a14:imgEffect>
                      <a14:artisticPhotocopy/>
                    </a14:imgEffect>
                    <a14:imgEffect>
                      <a14:saturation sat="0"/>
                    </a14:imgEffect>
                  </a14:imgLayer>
                </a14:imgProps>
              </a:ext>
              <a:ext uri="{28A0092B-C50C-407E-A947-70E740481C1C}">
                <a14:useLocalDpi xmlns:a14="http://schemas.microsoft.com/office/drawing/2010/main"/>
              </a:ext>
            </a:extLst>
          </a:blip>
          <a:stretch>
            <a:fillRect/>
          </a:stretch>
        </p:blipFill>
        <p:spPr>
          <a:xfrm>
            <a:off x="607402" y="-9190"/>
            <a:ext cx="784251" cy="371959"/>
          </a:xfrm>
          <a:prstGeom prst="rect">
            <a:avLst/>
          </a:prstGeom>
          <a:ln w="12700">
            <a:miter lim="400000"/>
          </a:ln>
        </p:spPr>
      </p:pic>
      <p:sp>
        <p:nvSpPr>
          <p:cNvPr id="52" name="Rectangle 51">
            <a:extLst>
              <a:ext uri="{FF2B5EF4-FFF2-40B4-BE49-F238E27FC236}">
                <a16:creationId xmlns:a16="http://schemas.microsoft.com/office/drawing/2014/main" id="{B8BFFCEA-B2C5-41B7-A031-5573469C97A6}"/>
              </a:ext>
            </a:extLst>
          </p:cNvPr>
          <p:cNvSpPr/>
          <p:nvPr/>
        </p:nvSpPr>
        <p:spPr>
          <a:xfrm>
            <a:off x="5302013" y="130932"/>
            <a:ext cx="828000" cy="260731"/>
          </a:xfrm>
          <a:prstGeom prst="rect">
            <a:avLst/>
          </a:prstGeom>
          <a:solidFill>
            <a:srgbClr val="57CF8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solidFill>
                  <a:schemeClr val="bg1"/>
                </a:solidFill>
                <a:effectLst/>
                <a:uLnTx/>
                <a:uFillTx/>
                <a:ea typeface="+mn-ea"/>
                <a:cs typeface="+mn-cs"/>
              </a:rPr>
              <a:t>Sustainable </a:t>
            </a:r>
          </a:p>
        </p:txBody>
      </p:sp>
      <p:sp>
        <p:nvSpPr>
          <p:cNvPr id="53" name="Rectangle 52">
            <a:extLst>
              <a:ext uri="{FF2B5EF4-FFF2-40B4-BE49-F238E27FC236}">
                <a16:creationId xmlns:a16="http://schemas.microsoft.com/office/drawing/2014/main" id="{3EA3525F-1823-4615-962F-141802AED36A}"/>
              </a:ext>
            </a:extLst>
          </p:cNvPr>
          <p:cNvSpPr/>
          <p:nvPr/>
        </p:nvSpPr>
        <p:spPr>
          <a:xfrm>
            <a:off x="6189174" y="130932"/>
            <a:ext cx="828000" cy="260731"/>
          </a:xfrm>
          <a:prstGeom prst="rect">
            <a:avLst/>
          </a:prstGeom>
          <a:solidFill>
            <a:srgbClr val="FF577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solidFill>
                  <a:schemeClr val="bg1"/>
                </a:solidFill>
                <a:effectLst/>
                <a:uLnTx/>
                <a:uFillTx/>
                <a:ea typeface="+mn-ea"/>
                <a:cs typeface="+mn-cs"/>
              </a:rPr>
              <a:t>Academy</a:t>
            </a:r>
            <a:endParaRPr kumimoji="0" lang="fr-FR" sz="1000" b="1" i="0" u="none" strike="noStrike" kern="1200" cap="none" spc="0" normalizeH="0" baseline="0" noProof="0">
              <a:solidFill>
                <a:schemeClr val="bg1"/>
              </a:solidFill>
              <a:effectLst/>
              <a:uLnTx/>
              <a:uFillTx/>
              <a:ea typeface="+mn-ea"/>
              <a:cs typeface="+mn-cs"/>
            </a:endParaRPr>
          </a:p>
        </p:txBody>
      </p:sp>
      <p:sp>
        <p:nvSpPr>
          <p:cNvPr id="54" name="Rectangle 53">
            <a:extLst>
              <a:ext uri="{FF2B5EF4-FFF2-40B4-BE49-F238E27FC236}">
                <a16:creationId xmlns:a16="http://schemas.microsoft.com/office/drawing/2014/main" id="{58D29EE7-D212-41C6-89D0-68A4E99EBF42}"/>
              </a:ext>
            </a:extLst>
          </p:cNvPr>
          <p:cNvSpPr/>
          <p:nvPr/>
        </p:nvSpPr>
        <p:spPr>
          <a:xfrm>
            <a:off x="7076334" y="130932"/>
            <a:ext cx="828000" cy="260731"/>
          </a:xfrm>
          <a:prstGeom prst="rect">
            <a:avLst/>
          </a:prstGeom>
          <a:solidFill>
            <a:schemeClr val="accent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solidFill>
                  <a:schemeClr val="bg1"/>
                </a:solidFill>
                <a:effectLst/>
                <a:uLnTx/>
                <a:uFillTx/>
                <a:ea typeface="+mn-ea"/>
                <a:cs typeface="+mn-cs"/>
              </a:rPr>
              <a:t>Benchmarck</a:t>
            </a:r>
            <a:endParaRPr kumimoji="0" lang="fr-FR" sz="1000" b="1" i="0" u="none" strike="noStrike" kern="1200" cap="none" spc="0" normalizeH="0" baseline="0" noProof="0">
              <a:solidFill>
                <a:schemeClr val="bg1"/>
              </a:solidFill>
              <a:effectLst/>
              <a:uLnTx/>
              <a:uFillTx/>
              <a:ea typeface="+mn-ea"/>
              <a:cs typeface="+mn-cs"/>
            </a:endParaRPr>
          </a:p>
        </p:txBody>
      </p:sp>
      <p:sp>
        <p:nvSpPr>
          <p:cNvPr id="55" name="Rectangle 54">
            <a:extLst>
              <a:ext uri="{FF2B5EF4-FFF2-40B4-BE49-F238E27FC236}">
                <a16:creationId xmlns:a16="http://schemas.microsoft.com/office/drawing/2014/main" id="{47631F4B-6352-4F2D-9842-8E010EC5E9AE}"/>
              </a:ext>
            </a:extLst>
          </p:cNvPr>
          <p:cNvSpPr/>
          <p:nvPr/>
        </p:nvSpPr>
        <p:spPr>
          <a:xfrm>
            <a:off x="0" y="0"/>
            <a:ext cx="551384" cy="371959"/>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solidFill>
                    <a:prstClr val="black"/>
                  </a:solidFill>
                </a:ln>
                <a:solidFill>
                  <a:srgbClr val="FFFFFF"/>
                </a:solidFill>
                <a:effectLst/>
                <a:uLnTx/>
                <a:uFillTx/>
                <a:ea typeface="+mn-ea"/>
                <a:cs typeface="+mn-cs"/>
              </a:rPr>
              <a:t>4</a:t>
            </a:r>
            <a:endParaRPr kumimoji="0" lang="fr-FR" sz="3200" b="1" i="0" u="none" strike="noStrike" kern="1200" cap="none" spc="0" normalizeH="0" baseline="0" noProof="0">
              <a:ln>
                <a:solidFill>
                  <a:prstClr val="black"/>
                </a:solidFill>
              </a:ln>
              <a:solidFill>
                <a:srgbClr val="FFFFFF"/>
              </a:solidFill>
              <a:effectLst/>
              <a:uLnTx/>
              <a:uFillTx/>
              <a:ea typeface="+mn-ea"/>
              <a:cs typeface="+mn-cs"/>
            </a:endParaRPr>
          </a:p>
        </p:txBody>
      </p:sp>
      <p:sp>
        <p:nvSpPr>
          <p:cNvPr id="57" name="Rectangle 56">
            <a:extLst>
              <a:ext uri="{FF2B5EF4-FFF2-40B4-BE49-F238E27FC236}">
                <a16:creationId xmlns:a16="http://schemas.microsoft.com/office/drawing/2014/main" id="{FDA605FF-3BB6-41ED-B225-5BF1F613A283}"/>
              </a:ext>
            </a:extLst>
          </p:cNvPr>
          <p:cNvSpPr/>
          <p:nvPr/>
        </p:nvSpPr>
        <p:spPr>
          <a:xfrm>
            <a:off x="292815" y="474515"/>
            <a:ext cx="4703466" cy="707886"/>
          </a:xfrm>
          <a:prstGeom prst="rect">
            <a:avLst/>
          </a:prstGeom>
        </p:spPr>
        <p:txBody>
          <a:bodyPr wrap="square" lIns="91440" tIns="45720" rIns="91440" bIns="45720" anchor="t">
            <a:spAutoFit/>
          </a:bodyPr>
          <a:lstStyle/>
          <a:p>
            <a:pPr>
              <a:buClr>
                <a:srgbClr val="000000"/>
              </a:buClr>
              <a:defRPr/>
            </a:pPr>
            <a:r>
              <a:rPr lang="en-US" sz="2000">
                <a:solidFill>
                  <a:schemeClr val="bg1"/>
                </a:solidFill>
                <a:latin typeface="+mj-lt"/>
                <a:sym typeface="Arial"/>
              </a:rPr>
              <a:t>Sustainability Academy for </a:t>
            </a:r>
          </a:p>
          <a:p>
            <a:pPr>
              <a:buClr>
                <a:srgbClr val="000000"/>
              </a:buClr>
              <a:defRPr/>
            </a:pPr>
            <a:r>
              <a:rPr lang="en-US" sz="2000">
                <a:solidFill>
                  <a:schemeClr val="bg1"/>
                </a:solidFill>
                <a:latin typeface="+mj-lt"/>
                <a:sym typeface="Arial"/>
              </a:rPr>
              <a:t>Saint-Gobain</a:t>
            </a:r>
          </a:p>
        </p:txBody>
      </p:sp>
    </p:spTree>
    <p:extLst>
      <p:ext uri="{BB962C8B-B14F-4D97-AF65-F5344CB8AC3E}">
        <p14:creationId xmlns:p14="http://schemas.microsoft.com/office/powerpoint/2010/main" val="855204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8F48-54B5-4F68-9F7D-28D3A90539F8}"/>
              </a:ext>
            </a:extLst>
          </p:cNvPr>
          <p:cNvSpPr>
            <a:spLocks noGrp="1"/>
          </p:cNvSpPr>
          <p:nvPr>
            <p:ph type="title"/>
          </p:nvPr>
        </p:nvSpPr>
        <p:spPr>
          <a:xfrm>
            <a:off x="614342" y="371959"/>
            <a:ext cx="4442395" cy="716711"/>
          </a:xfrm>
        </p:spPr>
        <p:txBody>
          <a:bodyPr/>
          <a:lstStyle/>
          <a:p>
            <a:pPr>
              <a:buClr>
                <a:srgbClr val="000000"/>
              </a:buClr>
              <a:defRPr/>
            </a:pPr>
            <a:r>
              <a:rPr lang="en-IN" sz="2000" dirty="0">
                <a:ea typeface="+mn-ea"/>
                <a:cs typeface="+mn-cs"/>
              </a:rPr>
              <a:t>Project Wilbur: Learning and Adoption Program for SAP BRIM For </a:t>
            </a:r>
            <a:r>
              <a:rPr lang="en-IN" sz="2000" dirty="0" err="1">
                <a:ea typeface="+mn-ea"/>
                <a:cs typeface="+mn-cs"/>
              </a:rPr>
              <a:t>For</a:t>
            </a:r>
            <a:r>
              <a:rPr lang="en-IN" sz="2000" dirty="0">
                <a:ea typeface="+mn-ea"/>
                <a:cs typeface="+mn-cs"/>
              </a:rPr>
              <a:t> US Based Beverage Company</a:t>
            </a:r>
            <a:endParaRPr lang="en-US" sz="2000" dirty="0">
              <a:ea typeface="+mn-ea"/>
              <a:cs typeface="+mn-cs"/>
            </a:endParaRPr>
          </a:p>
        </p:txBody>
      </p:sp>
      <p:sp>
        <p:nvSpPr>
          <p:cNvPr id="3" name="TextBox 2">
            <a:extLst>
              <a:ext uri="{FF2B5EF4-FFF2-40B4-BE49-F238E27FC236}">
                <a16:creationId xmlns:a16="http://schemas.microsoft.com/office/drawing/2014/main" id="{884BD62B-0F0C-4C1D-BB88-7B0781353909}"/>
              </a:ext>
            </a:extLst>
          </p:cNvPr>
          <p:cNvSpPr txBox="1"/>
          <p:nvPr/>
        </p:nvSpPr>
        <p:spPr>
          <a:xfrm>
            <a:off x="349321" y="1294545"/>
            <a:ext cx="4627239" cy="5523176"/>
          </a:xfrm>
          <a:prstGeom prst="rect">
            <a:avLst/>
          </a:prstGeom>
          <a:noFill/>
        </p:spPr>
        <p:txBody>
          <a:bodyPr wrap="square">
            <a:spAutoFit/>
          </a:bodyPr>
          <a:lstStyle/>
          <a:p>
            <a:pPr>
              <a:buClr>
                <a:schemeClr val="bg1"/>
              </a:buClr>
              <a:buSzPct val="100000"/>
              <a:tabLst>
                <a:tab pos="457200" algn="l"/>
              </a:tabLst>
            </a:pPr>
            <a:r>
              <a:rPr lang="en-US" sz="1400" b="1" spc="40">
                <a:solidFill>
                  <a:srgbClr val="00B050"/>
                </a:solidFill>
                <a:cs typeface="Microsoft Sans Serif"/>
              </a:rPr>
              <a:t>CLIENT CHALLENGE</a:t>
            </a:r>
          </a:p>
          <a:p>
            <a:pPr>
              <a:buClr>
                <a:schemeClr val="bg1"/>
              </a:buClr>
              <a:buSzPct val="100000"/>
              <a:tabLst>
                <a:tab pos="457200" algn="l"/>
              </a:tabLst>
            </a:pPr>
            <a:endParaRPr lang="en-US" sz="1400" b="1" spc="40">
              <a:solidFill>
                <a:srgbClr val="00B050"/>
              </a:solidFill>
              <a:cs typeface="Microsoft Sans Serif"/>
            </a:endParaRPr>
          </a:p>
          <a:p>
            <a:pPr marL="171450" indent="-171450">
              <a:buClr>
                <a:schemeClr val="bg1"/>
              </a:buClr>
              <a:buSzPct val="100000"/>
              <a:buFont typeface="Arial" panose="020B0604020202020204" pitchFamily="34" charset="0"/>
              <a:buChar char="•"/>
              <a:tabLst>
                <a:tab pos="457200" algn="l"/>
              </a:tabLst>
            </a:pPr>
            <a:r>
              <a:rPr lang="en-US" sz="1200">
                <a:solidFill>
                  <a:schemeClr val="bg1"/>
                </a:solidFill>
              </a:rPr>
              <a:t>Client wanted to execute a learning and adoption program for their newly implemented SAP BRIM platform</a:t>
            </a:r>
          </a:p>
          <a:p>
            <a:pPr marL="176213" indent="-176213">
              <a:buClr>
                <a:schemeClr val="bg1"/>
              </a:buClr>
              <a:buSzPct val="100000"/>
              <a:buFont typeface="Wingdings" panose="05000000000000000000" pitchFamily="2" charset="2"/>
              <a:buChar char=""/>
              <a:tabLst>
                <a:tab pos="457200" algn="l"/>
              </a:tabLst>
            </a:pPr>
            <a:r>
              <a:rPr lang="en-US" sz="1200">
                <a:solidFill>
                  <a:schemeClr val="bg1"/>
                </a:solidFill>
              </a:rPr>
              <a:t>Needed a Structured Learning Program that targets the skill development of TCCC employees. </a:t>
            </a:r>
          </a:p>
          <a:p>
            <a:pPr marL="176213" indent="-176213">
              <a:buClr>
                <a:schemeClr val="bg1"/>
              </a:buClr>
              <a:buSzPct val="100000"/>
              <a:buFont typeface="Wingdings" panose="05000000000000000000" pitchFamily="2" charset="2"/>
              <a:buChar char=""/>
              <a:tabLst>
                <a:tab pos="457200" algn="l"/>
              </a:tabLst>
            </a:pPr>
            <a:r>
              <a:rPr lang="en-US" sz="1200">
                <a:solidFill>
                  <a:schemeClr val="bg1"/>
                </a:solidFill>
              </a:rPr>
              <a:t>The high-level objective of this program was to use the SAP BRIM platform seamlessly for the Billing and Reimbursement related OTC processes.</a:t>
            </a:r>
            <a:endParaRPr lang="en-IN" sz="1200">
              <a:solidFill>
                <a:schemeClr val="bg1"/>
              </a:solidFill>
            </a:endParaRPr>
          </a:p>
          <a:p>
            <a:pPr marL="176213" indent="-176213">
              <a:buClr>
                <a:schemeClr val="bg1"/>
              </a:buClr>
              <a:buSzPct val="100000"/>
              <a:buFont typeface="Wingdings" panose="05000000000000000000" pitchFamily="2" charset="2"/>
              <a:buChar char=""/>
              <a:tabLst>
                <a:tab pos="457200" algn="l"/>
              </a:tabLst>
            </a:pPr>
            <a:r>
              <a:rPr lang="en-US" sz="1200">
                <a:solidFill>
                  <a:schemeClr val="bg1"/>
                </a:solidFill>
              </a:rPr>
              <a:t>A Learning Program aligned with the Contour Learning Program (a separate division) but can also be executed independently.</a:t>
            </a:r>
          </a:p>
          <a:p>
            <a:pPr>
              <a:buClr>
                <a:schemeClr val="tx1"/>
              </a:buClr>
              <a:buSzPct val="100000"/>
              <a:tabLst>
                <a:tab pos="457200" algn="l"/>
              </a:tabLst>
            </a:pPr>
            <a:endParaRPr lang="en-IN" sz="1200">
              <a:solidFill>
                <a:schemeClr val="bg1"/>
              </a:solidFill>
            </a:endParaRPr>
          </a:p>
          <a:p>
            <a:pPr marL="176213" indent="-176213">
              <a:buFont typeface="Wingdings" panose="05000000000000000000" pitchFamily="2" charset="2"/>
              <a:buChar char=""/>
              <a:tabLst>
                <a:tab pos="457200" algn="l"/>
              </a:tabLst>
            </a:pPr>
            <a:endParaRPr lang="en-US" sz="1200">
              <a:solidFill>
                <a:schemeClr val="bg1"/>
              </a:solidFill>
            </a:endParaRPr>
          </a:p>
          <a:p>
            <a:pPr marL="12700">
              <a:spcBef>
                <a:spcPts val="590"/>
              </a:spcBef>
            </a:pPr>
            <a:r>
              <a:rPr lang="en-US" sz="1400" b="1" spc="40">
                <a:solidFill>
                  <a:srgbClr val="00B050"/>
                </a:solidFill>
                <a:cs typeface="Microsoft Sans Serif"/>
              </a:rPr>
              <a:t>SOLUTIONS</a:t>
            </a:r>
          </a:p>
          <a:p>
            <a:pPr marL="12700">
              <a:spcBef>
                <a:spcPts val="590"/>
              </a:spcBef>
            </a:pPr>
            <a:endParaRPr lang="en-US" sz="1400" b="1" spc="40">
              <a:solidFill>
                <a:srgbClr val="00B050"/>
              </a:solidFill>
              <a:cs typeface="Microsoft Sans Serif"/>
            </a:endParaRPr>
          </a:p>
          <a:p>
            <a:pPr marL="176213" marR="0" lvl="0" indent="-176213">
              <a:buFont typeface="Wingdings" panose="05000000000000000000" pitchFamily="2" charset="2"/>
              <a:buChar char=""/>
              <a:tabLst>
                <a:tab pos="457200" algn="l"/>
              </a:tabLst>
            </a:pPr>
            <a:r>
              <a:rPr lang="en-US" sz="1200">
                <a:solidFill>
                  <a:schemeClr val="bg1"/>
                </a:solidFill>
              </a:rPr>
              <a:t>The solution proposed included a blended-learning approach to enhance the learning and adoption experience. </a:t>
            </a:r>
            <a:endParaRPr lang="en-IN" sz="1200">
              <a:solidFill>
                <a:schemeClr val="bg1"/>
              </a:solidFill>
            </a:endParaRPr>
          </a:p>
          <a:p>
            <a:pPr marL="176213" marR="0" lvl="0" indent="-176213">
              <a:buFont typeface="Wingdings" panose="05000000000000000000" pitchFamily="2" charset="2"/>
              <a:buChar char=""/>
              <a:tabLst>
                <a:tab pos="457200" algn="l"/>
              </a:tabLst>
            </a:pPr>
            <a:r>
              <a:rPr lang="en-US" sz="1200">
                <a:solidFill>
                  <a:schemeClr val="bg1"/>
                </a:solidFill>
              </a:rPr>
              <a:t>Development of a Learning Hub that shelters Instructor-led training as well as self-paced learning resources.</a:t>
            </a:r>
            <a:endParaRPr lang="en-IN" sz="1200">
              <a:solidFill>
                <a:schemeClr val="bg1"/>
              </a:solidFill>
            </a:endParaRPr>
          </a:p>
          <a:p>
            <a:pPr marL="176213" marR="0" lvl="0" indent="-176213">
              <a:buFont typeface="Wingdings" panose="05000000000000000000" pitchFamily="2" charset="2"/>
              <a:buChar char=""/>
              <a:tabLst>
                <a:tab pos="457200" algn="l"/>
              </a:tabLst>
            </a:pPr>
            <a:r>
              <a:rPr lang="en-IN" sz="1200">
                <a:solidFill>
                  <a:schemeClr val="bg1"/>
                </a:solidFill>
              </a:rPr>
              <a:t>The combination of content pages and SOPs to deliver the knowledge of new BAR processes.</a:t>
            </a:r>
          </a:p>
          <a:p>
            <a:pPr marL="176213" marR="0" lvl="0" indent="-176213">
              <a:buFont typeface="Wingdings" panose="05000000000000000000" pitchFamily="2" charset="2"/>
              <a:buChar char=""/>
              <a:tabLst>
                <a:tab pos="457200" algn="l"/>
              </a:tabLst>
            </a:pPr>
            <a:r>
              <a:rPr lang="en-IN" sz="1200">
                <a:solidFill>
                  <a:schemeClr val="bg1"/>
                </a:solidFill>
              </a:rPr>
              <a:t>Development of a variety of Demo and Practice simulations to ensure optimal learning and acquisition of new skills in users</a:t>
            </a:r>
          </a:p>
          <a:p>
            <a:pPr marL="176213" marR="0" lvl="0" indent="-176213">
              <a:buFont typeface="Wingdings" panose="05000000000000000000" pitchFamily="2" charset="2"/>
              <a:buChar char=""/>
              <a:tabLst>
                <a:tab pos="457200" algn="l"/>
              </a:tabLst>
            </a:pPr>
            <a:r>
              <a:rPr lang="en-US" sz="1200">
                <a:solidFill>
                  <a:schemeClr val="bg1"/>
                </a:solidFill>
              </a:rPr>
              <a:t>Structured learning to support the needs of the deployed users</a:t>
            </a:r>
            <a:endParaRPr lang="en-US" sz="1200" kern="0">
              <a:solidFill>
                <a:schemeClr val="bg1"/>
              </a:solidFill>
            </a:endParaRPr>
          </a:p>
          <a:p>
            <a:pPr marL="171450" indent="-171450">
              <a:buFont typeface="Arial" panose="020B0604020202020204" pitchFamily="34" charset="0"/>
              <a:buChar char="•"/>
            </a:pPr>
            <a:endParaRPr lang="en-US" sz="1200">
              <a:solidFill>
                <a:schemeClr val="bg1"/>
              </a:solidFill>
              <a:latin typeface="Ubuntu" panose="020B0504030602030204" pitchFamily="34" charset="0"/>
            </a:endParaRPr>
          </a:p>
        </p:txBody>
      </p:sp>
      <p:sp>
        <p:nvSpPr>
          <p:cNvPr id="4" name="Rectangle 3">
            <a:extLst>
              <a:ext uri="{FF2B5EF4-FFF2-40B4-BE49-F238E27FC236}">
                <a16:creationId xmlns:a16="http://schemas.microsoft.com/office/drawing/2014/main" id="{980D8627-29C2-4379-BE56-B3C116AA8155}"/>
              </a:ext>
            </a:extLst>
          </p:cNvPr>
          <p:cNvSpPr/>
          <p:nvPr/>
        </p:nvSpPr>
        <p:spPr>
          <a:xfrm>
            <a:off x="5136914" y="-34990"/>
            <a:ext cx="2961887" cy="6892991"/>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Ubuntu" panose="020B0504030602030204" pitchFamily="34" charset="0"/>
              <a:sym typeface="Arial"/>
            </a:endParaRPr>
          </a:p>
        </p:txBody>
      </p:sp>
      <p:sp>
        <p:nvSpPr>
          <p:cNvPr id="6" name="TextBox 5">
            <a:extLst>
              <a:ext uri="{FF2B5EF4-FFF2-40B4-BE49-F238E27FC236}">
                <a16:creationId xmlns:a16="http://schemas.microsoft.com/office/drawing/2014/main" id="{98048E6C-A46F-4C2E-8FB0-7C3A86DD1C76}"/>
              </a:ext>
            </a:extLst>
          </p:cNvPr>
          <p:cNvSpPr txBox="1"/>
          <p:nvPr/>
        </p:nvSpPr>
        <p:spPr>
          <a:xfrm>
            <a:off x="5136914" y="2054829"/>
            <a:ext cx="2870744" cy="2649886"/>
          </a:xfrm>
          <a:prstGeom prst="rect">
            <a:avLst/>
          </a:prstGeom>
          <a:noFill/>
        </p:spPr>
        <p:txBody>
          <a:bodyPr wrap="square">
            <a:spAutoFit/>
          </a:bodyPr>
          <a:lstStyle/>
          <a:p>
            <a:pPr marL="171450" indent="-171450">
              <a:buFont typeface="Arial" panose="020B0604020202020204" pitchFamily="34" charset="0"/>
              <a:buChar char="•"/>
            </a:pPr>
            <a:r>
              <a:rPr lang="en-US" sz="1200">
                <a:solidFill>
                  <a:schemeClr val="bg1"/>
                </a:solidFill>
              </a:rPr>
              <a:t>Developed a training environment called the </a:t>
            </a:r>
            <a:r>
              <a:rPr lang="en-US" b="1">
                <a:solidFill>
                  <a:schemeClr val="bg1"/>
                </a:solidFill>
              </a:rPr>
              <a:t>LEARNING HUB</a:t>
            </a:r>
            <a:r>
              <a:rPr lang="en-US" sz="1200">
                <a:solidFill>
                  <a:schemeClr val="bg1"/>
                </a:solidFill>
              </a:rPr>
              <a:t>, a one-stop shop for all training resources. blend of </a:t>
            </a:r>
          </a:p>
          <a:p>
            <a:pPr marL="171450" indent="-171450">
              <a:buFont typeface="Arial" panose="020B0604020202020204" pitchFamily="34" charset="0"/>
              <a:buChar char="•"/>
            </a:pPr>
            <a:r>
              <a:rPr lang="en-US" sz="1600" b="1">
                <a:solidFill>
                  <a:schemeClr val="bg1"/>
                </a:solidFill>
              </a:rPr>
              <a:t>Instructor Led Training</a:t>
            </a:r>
            <a:r>
              <a:rPr lang="en-US" sz="1200">
                <a:solidFill>
                  <a:schemeClr val="bg1"/>
                </a:solidFill>
              </a:rPr>
              <a:t> </a:t>
            </a:r>
            <a:r>
              <a:rPr lang="en-US" sz="1600" b="1">
                <a:solidFill>
                  <a:schemeClr val="bg1"/>
                </a:solidFill>
              </a:rPr>
              <a:t>Web-based modules</a:t>
            </a:r>
            <a:r>
              <a:rPr lang="en-US" sz="1200">
                <a:solidFill>
                  <a:schemeClr val="bg1"/>
                </a:solidFill>
              </a:rPr>
              <a:t>, SOPs, and Job Aids, </a:t>
            </a:r>
          </a:p>
          <a:p>
            <a:pPr marL="171450" indent="-171450">
              <a:buFont typeface="Arial" panose="020B0604020202020204" pitchFamily="34" charset="0"/>
              <a:buChar char="•"/>
            </a:pPr>
            <a:r>
              <a:rPr lang="en-US" sz="1200">
                <a:solidFill>
                  <a:schemeClr val="bg1"/>
                </a:solidFill>
              </a:rPr>
              <a:t>Created </a:t>
            </a:r>
            <a:r>
              <a:rPr lang="en-US" sz="1600" b="1">
                <a:solidFill>
                  <a:schemeClr val="bg1"/>
                </a:solidFill>
              </a:rPr>
              <a:t>Demo-simulation</a:t>
            </a:r>
            <a:r>
              <a:rPr lang="en-US" sz="1600">
                <a:solidFill>
                  <a:schemeClr val="bg1"/>
                </a:solidFill>
              </a:rPr>
              <a:t>s </a:t>
            </a:r>
            <a:r>
              <a:rPr lang="en-US" sz="1200">
                <a:solidFill>
                  <a:schemeClr val="bg1"/>
                </a:solidFill>
              </a:rPr>
              <a:t>for classroom training, and Practice Simulations followed by Assessments. </a:t>
            </a:r>
            <a:endParaRPr lang="en-IN" sz="1200">
              <a:solidFill>
                <a:schemeClr val="bg1"/>
              </a:solidFill>
            </a:endParaRPr>
          </a:p>
          <a:p>
            <a:pPr marL="171450" indent="-171450">
              <a:buFont typeface="Arial" panose="020B0604020202020204" pitchFamily="34" charset="0"/>
              <a:buChar char="•"/>
            </a:pPr>
            <a:endParaRPr lang="en-US" sz="1200">
              <a:solidFill>
                <a:schemeClr val="tx1">
                  <a:lumMod val="65000"/>
                  <a:lumOff val="35000"/>
                </a:schemeClr>
              </a:solidFill>
              <a:latin typeface="Ubuntu" panose="020B0504030602030204" pitchFamily="34" charset="0"/>
            </a:endParaRPr>
          </a:p>
        </p:txBody>
      </p:sp>
      <p:pic>
        <p:nvPicPr>
          <p:cNvPr id="7" name="Picture 6">
            <a:extLst>
              <a:ext uri="{FF2B5EF4-FFF2-40B4-BE49-F238E27FC236}">
                <a16:creationId xmlns:a16="http://schemas.microsoft.com/office/drawing/2014/main" id="{07141FA3-6B36-4412-8A00-5DE041E003E5}"/>
              </a:ext>
            </a:extLst>
          </p:cNvPr>
          <p:cNvPicPr/>
          <p:nvPr/>
        </p:nvPicPr>
        <p:blipFill rotWithShape="1">
          <a:blip r:embed="rId2"/>
          <a:srcRect l="26700" t="26787" r="5273" b="6638"/>
          <a:stretch/>
        </p:blipFill>
        <p:spPr bwMode="auto">
          <a:xfrm>
            <a:off x="8200138" y="329497"/>
            <a:ext cx="3802472" cy="2901976"/>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6771610A-BA4E-421B-B5EA-7B2A11621FE8}"/>
              </a:ext>
            </a:extLst>
          </p:cNvPr>
          <p:cNvSpPr txBox="1"/>
          <p:nvPr/>
        </p:nvSpPr>
        <p:spPr>
          <a:xfrm>
            <a:off x="5291191" y="1335634"/>
            <a:ext cx="2363056" cy="369332"/>
          </a:xfrm>
          <a:prstGeom prst="rect">
            <a:avLst/>
          </a:prstGeom>
          <a:noFill/>
        </p:spPr>
        <p:txBody>
          <a:bodyPr wrap="square">
            <a:spAutoFit/>
          </a:bodyPr>
          <a:lstStyle/>
          <a:p>
            <a:r>
              <a:rPr lang="fr-FR" sz="1800" b="1" spc="-85" err="1">
                <a:solidFill>
                  <a:srgbClr val="FFFFFF"/>
                </a:solidFill>
                <a:cs typeface="Microsoft Sans Serif"/>
              </a:rPr>
              <a:t>Achievements</a:t>
            </a:r>
            <a:endParaRPr lang="en-IN"/>
          </a:p>
        </p:txBody>
      </p:sp>
      <p:sp>
        <p:nvSpPr>
          <p:cNvPr id="9" name="Rectangle 8">
            <a:extLst>
              <a:ext uri="{FF2B5EF4-FFF2-40B4-BE49-F238E27FC236}">
                <a16:creationId xmlns:a16="http://schemas.microsoft.com/office/drawing/2014/main" id="{66644706-CC46-B969-92A7-E2EE623EB69F}"/>
              </a:ext>
            </a:extLst>
          </p:cNvPr>
          <p:cNvSpPr/>
          <p:nvPr/>
        </p:nvSpPr>
        <p:spPr>
          <a:xfrm>
            <a:off x="0" y="0"/>
            <a:ext cx="551384" cy="371959"/>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a:ln>
                  <a:solidFill>
                    <a:prstClr val="black"/>
                  </a:solidFill>
                </a:ln>
                <a:solidFill>
                  <a:srgbClr val="FFFFFF"/>
                </a:solidFill>
              </a:rPr>
              <a:t>5</a:t>
            </a:r>
            <a:endParaRPr kumimoji="0" lang="fr-FR" sz="3200" b="1" i="0" u="none" strike="noStrike" kern="1200" cap="none" spc="0" normalizeH="0" baseline="0" noProof="0">
              <a:ln>
                <a:solidFill>
                  <a:prstClr val="black"/>
                </a:solidFill>
              </a:ln>
              <a:solidFill>
                <a:srgbClr val="FFFFFF"/>
              </a:solidFill>
              <a:effectLst/>
              <a:uLnTx/>
              <a:uFillTx/>
              <a:ea typeface="+mn-ea"/>
              <a:cs typeface="+mn-cs"/>
            </a:endParaRPr>
          </a:p>
        </p:txBody>
      </p:sp>
    </p:spTree>
    <p:extLst>
      <p:ext uri="{BB962C8B-B14F-4D97-AF65-F5344CB8AC3E}">
        <p14:creationId xmlns:p14="http://schemas.microsoft.com/office/powerpoint/2010/main" val="4280080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D68A311-3124-5A10-D8B5-EFBECEF21F6D}"/>
              </a:ext>
            </a:extLst>
          </p:cNvPr>
          <p:cNvSpPr/>
          <p:nvPr/>
        </p:nvSpPr>
        <p:spPr>
          <a:xfrm>
            <a:off x="5077896" y="1"/>
            <a:ext cx="3020906" cy="6858000"/>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Ubuntu" panose="020B0504030602030204" pitchFamily="34" charset="0"/>
              <a:sym typeface="Arial"/>
            </a:endParaRPr>
          </a:p>
        </p:txBody>
      </p:sp>
      <p:sp>
        <p:nvSpPr>
          <p:cNvPr id="5" name="TextBox 4">
            <a:extLst>
              <a:ext uri="{FF2B5EF4-FFF2-40B4-BE49-F238E27FC236}">
                <a16:creationId xmlns:a16="http://schemas.microsoft.com/office/drawing/2014/main" id="{3833CDFF-B5CB-18D0-096E-7EB3CFD5CD3A}"/>
              </a:ext>
            </a:extLst>
          </p:cNvPr>
          <p:cNvSpPr txBox="1"/>
          <p:nvPr/>
        </p:nvSpPr>
        <p:spPr>
          <a:xfrm>
            <a:off x="292815" y="1560531"/>
            <a:ext cx="4571747"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200"/>
              </a:spcBef>
              <a:spcAft>
                <a:spcPts val="500"/>
              </a:spcAft>
              <a:buClrTx/>
              <a:buSzTx/>
              <a:buFontTx/>
              <a:buNone/>
              <a:tabLst/>
              <a:defRPr/>
            </a:pPr>
            <a:r>
              <a:rPr lang="en-US" sz="1400" b="1" spc="40" dirty="0">
                <a:solidFill>
                  <a:srgbClr val="00B050"/>
                </a:solidFill>
                <a:cs typeface="Microsoft Sans Serif"/>
              </a:rPr>
              <a:t>CLIENT CHALLENGE</a:t>
            </a:r>
          </a:p>
          <a:p>
            <a:pPr marL="0" marR="0" lvl="0" indent="0" algn="l" defTabSz="914400" rtl="0" eaLnBrk="1" fontAlgn="auto" latinLnBrk="0" hangingPunct="1">
              <a:lnSpc>
                <a:spcPct val="100000"/>
              </a:lnSpc>
              <a:spcBef>
                <a:spcPts val="200"/>
              </a:spcBef>
              <a:spcAft>
                <a:spcPts val="500"/>
              </a:spcAft>
              <a:buClrTx/>
              <a:buSzTx/>
              <a:buFontTx/>
              <a:buNone/>
              <a:tabLst/>
              <a:defRPr/>
            </a:pPr>
            <a:endParaRPr lang="en-US" sz="1400" b="1" spc="40" dirty="0">
              <a:solidFill>
                <a:srgbClr val="00B050"/>
              </a:solidFill>
              <a:cs typeface="Microsoft Sans Serif"/>
            </a:endParaRP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dirty="0">
                <a:ln>
                  <a:noFill/>
                </a:ln>
                <a:solidFill>
                  <a:schemeClr val="bg1"/>
                </a:solidFill>
                <a:effectLst/>
                <a:uLnTx/>
                <a:uFillTx/>
                <a:ea typeface="+mn-ea"/>
                <a:cs typeface="+mn-cs"/>
              </a:rPr>
              <a:t>The client wanted to create a digital learning ecosystem that would enable their workforce to successfully leverage the new platform.</a:t>
            </a: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dirty="0">
                <a:ln>
                  <a:noFill/>
                </a:ln>
                <a:solidFill>
                  <a:schemeClr val="bg1"/>
                </a:solidFill>
                <a:effectLst/>
                <a:uLnTx/>
                <a:uFillTx/>
                <a:ea typeface="+mn-ea"/>
                <a:cs typeface="+mn-cs"/>
              </a:rPr>
              <a:t>They needed a comprehensive training plan and effective training material for the new application, which could effortlessly train their existing staff and new joiners.</a:t>
            </a: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dirty="0">
                <a:ln>
                  <a:noFill/>
                </a:ln>
                <a:solidFill>
                  <a:schemeClr val="bg1"/>
                </a:solidFill>
                <a:effectLst/>
                <a:uLnTx/>
                <a:uFillTx/>
                <a:ea typeface="+mn-ea"/>
                <a:cs typeface="+mn-cs"/>
              </a:rPr>
              <a:t>The ask also included providing the training to the end users</a:t>
            </a:r>
            <a:r>
              <a:rPr kumimoji="0" lang="en-IN" sz="1200" b="0" i="0" u="none" strike="noStrike" kern="0" cap="none" spc="0" normalizeH="0" baseline="0" noProof="0" dirty="0">
                <a:ln>
                  <a:noFill/>
                </a:ln>
                <a:solidFill>
                  <a:prstClr val="black"/>
                </a:solidFill>
                <a:effectLst/>
                <a:uLnTx/>
                <a:uFillTx/>
                <a:ea typeface="+mn-ea"/>
                <a:cs typeface="+mn-cs"/>
              </a:rPr>
              <a:t>.</a:t>
            </a:r>
          </a:p>
          <a:p>
            <a:endParaRPr lang="en-US" sz="1200" b="1" dirty="0">
              <a:solidFill>
                <a:schemeClr val="tx1">
                  <a:lumMod val="65000"/>
                  <a:lumOff val="35000"/>
                </a:schemeClr>
              </a:solidFill>
              <a:latin typeface="Ubuntu" panose="020B0504030602030204" pitchFamily="34" charset="0"/>
              <a:ea typeface="Verdana" panose="020B0604030504040204" pitchFamily="34" charset="0"/>
            </a:endParaRPr>
          </a:p>
          <a:p>
            <a:pPr marL="12700">
              <a:spcBef>
                <a:spcPts val="590"/>
              </a:spcBef>
            </a:pPr>
            <a:r>
              <a:rPr lang="en-US" sz="1400" b="1" spc="40" dirty="0">
                <a:solidFill>
                  <a:srgbClr val="00B050"/>
                </a:solidFill>
                <a:cs typeface="Microsoft Sans Serif"/>
              </a:rPr>
              <a:t>SOLUTION</a:t>
            </a:r>
          </a:p>
          <a:p>
            <a:pPr marL="12700">
              <a:spcBef>
                <a:spcPts val="590"/>
              </a:spcBef>
            </a:pPr>
            <a:endParaRPr lang="en-US" sz="1400" b="1" spc="40" dirty="0">
              <a:solidFill>
                <a:srgbClr val="00B050"/>
              </a:solidFill>
              <a:cs typeface="Microsoft Sans Serif"/>
            </a:endParaRP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dirty="0">
                <a:ln>
                  <a:noFill/>
                </a:ln>
                <a:solidFill>
                  <a:schemeClr val="bg1"/>
                </a:solidFill>
                <a:effectLst/>
                <a:uLnTx/>
                <a:uFillTx/>
                <a:ea typeface="+mn-ea"/>
                <a:cs typeface="+mn-cs"/>
              </a:rPr>
              <a:t>Created a training curriculum to coach the client workforce in the usage of the new tool</a:t>
            </a: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dirty="0">
                <a:ln>
                  <a:noFill/>
                </a:ln>
                <a:solidFill>
                  <a:schemeClr val="bg1"/>
                </a:solidFill>
                <a:effectLst/>
                <a:uLnTx/>
                <a:uFillTx/>
                <a:ea typeface="+mn-ea"/>
                <a:cs typeface="+mn-cs"/>
              </a:rPr>
              <a:t>Training material included self-paced demonstration videos, concept decks and VILT (virtual instructor-led training) package. The VILT package comprised of facilitator decks, exercises and FAQ documents.</a:t>
            </a: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dirty="0">
                <a:ln>
                  <a:noFill/>
                </a:ln>
                <a:solidFill>
                  <a:schemeClr val="bg1"/>
                </a:solidFill>
                <a:effectLst/>
                <a:uLnTx/>
                <a:uFillTx/>
                <a:ea typeface="+mn-ea"/>
                <a:cs typeface="+mn-cs"/>
              </a:rPr>
              <a:t>The Capgemini trainer worked in sync with the client team to provide the training to the end users.</a:t>
            </a:r>
          </a:p>
          <a:p>
            <a:pPr marL="171450" indent="-171450">
              <a:buFont typeface="Arial" panose="020B0604020202020204" pitchFamily="34" charset="0"/>
              <a:buChar char="•"/>
            </a:pPr>
            <a:endParaRPr lang="en-US" sz="1200" dirty="0">
              <a:solidFill>
                <a:schemeClr val="tx1">
                  <a:lumMod val="65000"/>
                  <a:lumOff val="35000"/>
                </a:schemeClr>
              </a:solidFill>
              <a:latin typeface="Ubuntu" panose="020B0504030602030204" pitchFamily="34" charset="0"/>
            </a:endParaRPr>
          </a:p>
        </p:txBody>
      </p:sp>
      <p:sp>
        <p:nvSpPr>
          <p:cNvPr id="7" name="object 12">
            <a:extLst>
              <a:ext uri="{FF2B5EF4-FFF2-40B4-BE49-F238E27FC236}">
                <a16:creationId xmlns:a16="http://schemas.microsoft.com/office/drawing/2014/main" id="{CC04E1C4-1EC3-A76D-AD6C-1EA062E42660}"/>
              </a:ext>
            </a:extLst>
          </p:cNvPr>
          <p:cNvSpPr txBox="1"/>
          <p:nvPr/>
        </p:nvSpPr>
        <p:spPr>
          <a:xfrm>
            <a:off x="5359753" y="1922440"/>
            <a:ext cx="2545852" cy="3059812"/>
          </a:xfrm>
          <a:prstGeom prst="rect">
            <a:avLst/>
          </a:prstGeom>
        </p:spPr>
        <p:txBody>
          <a:bodyPr vert="horz" wrap="square" lIns="0" tIns="12700" rIns="0" bIns="0" rtlCol="0">
            <a:spAutoFit/>
          </a:bodyPr>
          <a:lstStyle/>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a:ln>
                  <a:noFill/>
                </a:ln>
                <a:solidFill>
                  <a:schemeClr val="bg1"/>
                </a:solidFill>
                <a:effectLst/>
                <a:uLnTx/>
                <a:uFillTx/>
                <a:ea typeface="+mn-ea"/>
                <a:cs typeface="+mn-cs"/>
              </a:rPr>
              <a:t>The client workforce could understand the new application effortlessly.</a:t>
            </a:r>
          </a:p>
          <a:p>
            <a:pPr marL="171450" indent="-171450">
              <a:buClr>
                <a:schemeClr val="bg1"/>
              </a:buClr>
              <a:buFont typeface="Wingdings" panose="05000000000000000000" pitchFamily="2" charset="2"/>
              <a:buChar char="§"/>
              <a:defRPr/>
            </a:pPr>
            <a:r>
              <a:rPr lang="en-IN" kern="0">
                <a:solidFill>
                  <a:schemeClr val="bg1"/>
                </a:solidFill>
              </a:rPr>
              <a:t>The VILT package comprised of facilitator decks, exercises and FAQ documents</a:t>
            </a: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b="0" i="0" u="none" strike="noStrike" kern="0" cap="none" spc="0" normalizeH="0" baseline="0" noProof="0">
                <a:ln>
                  <a:noFill/>
                </a:ln>
                <a:solidFill>
                  <a:schemeClr val="bg1"/>
                </a:solidFill>
                <a:effectLst/>
                <a:uLnTx/>
                <a:uFillTx/>
                <a:ea typeface="+mn-ea"/>
                <a:cs typeface="+mn-cs"/>
              </a:rPr>
              <a:t>The VILT was well-received </a:t>
            </a:r>
            <a:r>
              <a:rPr kumimoji="0" lang="en-IN" sz="1200" b="0" i="0" u="none" strike="noStrike" kern="0" cap="none" spc="0" normalizeH="0" baseline="0" noProof="0">
                <a:ln>
                  <a:noFill/>
                </a:ln>
                <a:solidFill>
                  <a:schemeClr val="bg1"/>
                </a:solidFill>
                <a:effectLst/>
                <a:uLnTx/>
                <a:uFillTx/>
                <a:ea typeface="+mn-ea"/>
                <a:cs typeface="+mn-cs"/>
              </a:rPr>
              <a:t>and met the overall training objective.</a:t>
            </a:r>
          </a:p>
          <a:p>
            <a:pPr marL="171450" marR="0" lvl="0" indent="-171450" algn="l" defTabSz="914400" rtl="0" eaLnBrk="1" fontAlgn="auto" latinLnBrk="0" hangingPunct="1">
              <a:lnSpc>
                <a:spcPct val="100000"/>
              </a:lnSpc>
              <a:buClr>
                <a:schemeClr val="bg1"/>
              </a:buClr>
              <a:buSzTx/>
              <a:buFont typeface="Wingdings" panose="05000000000000000000" pitchFamily="2" charset="2"/>
              <a:buChar char="§"/>
              <a:tabLst/>
              <a:defRPr/>
            </a:pPr>
            <a:r>
              <a:rPr kumimoji="0" lang="en-IN" sz="1200" b="0" i="0" u="none" strike="noStrike" kern="0" cap="none" spc="0" normalizeH="0" baseline="0" noProof="0">
                <a:ln>
                  <a:noFill/>
                </a:ln>
                <a:solidFill>
                  <a:schemeClr val="bg1"/>
                </a:solidFill>
                <a:effectLst/>
                <a:uLnTx/>
                <a:uFillTx/>
                <a:ea typeface="+mn-ea"/>
                <a:cs typeface="+mn-cs"/>
              </a:rPr>
              <a:t>The end users were ready to use the new tool.</a:t>
            </a:r>
          </a:p>
        </p:txBody>
      </p:sp>
      <p:sp>
        <p:nvSpPr>
          <p:cNvPr id="10" name="Rectangle 9">
            <a:extLst>
              <a:ext uri="{FF2B5EF4-FFF2-40B4-BE49-F238E27FC236}">
                <a16:creationId xmlns:a16="http://schemas.microsoft.com/office/drawing/2014/main" id="{4325EE8C-8306-5196-C63A-E0F50064ECEA}"/>
              </a:ext>
            </a:extLst>
          </p:cNvPr>
          <p:cNvSpPr/>
          <p:nvPr/>
        </p:nvSpPr>
        <p:spPr>
          <a:xfrm>
            <a:off x="292815" y="409328"/>
            <a:ext cx="4703466" cy="1015663"/>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200"/>
              </a:spcBef>
              <a:spcAft>
                <a:spcPts val="500"/>
              </a:spcAft>
              <a:buClrTx/>
              <a:buSzTx/>
              <a:buFontTx/>
              <a:buNone/>
              <a:tabLst/>
              <a:defRPr/>
            </a:pPr>
            <a:r>
              <a:rPr lang="en-IN" sz="2000">
                <a:solidFill>
                  <a:schemeClr val="bg1"/>
                </a:solidFill>
                <a:latin typeface="+mj-lt"/>
              </a:rPr>
              <a:t>Learning creation for Swedish–Swiss multinational food packaging and processing company</a:t>
            </a:r>
            <a:endParaRPr lang="en-US" sz="2000">
              <a:solidFill>
                <a:schemeClr val="bg1"/>
              </a:solidFill>
              <a:latin typeface="+mj-lt"/>
            </a:endParaRPr>
          </a:p>
        </p:txBody>
      </p:sp>
      <p:pic>
        <p:nvPicPr>
          <p:cNvPr id="11" name="Picture 10">
            <a:extLst>
              <a:ext uri="{FF2B5EF4-FFF2-40B4-BE49-F238E27FC236}">
                <a16:creationId xmlns:a16="http://schemas.microsoft.com/office/drawing/2014/main" id="{081B7256-08C5-3C32-5BEE-BF6A6F82B946}"/>
              </a:ext>
            </a:extLst>
          </p:cNvPr>
          <p:cNvPicPr/>
          <p:nvPr/>
        </p:nvPicPr>
        <p:blipFill rotWithShape="1">
          <a:blip r:embed="rId2" cstate="email">
            <a:extLst>
              <a:ext uri="{28A0092B-C50C-407E-A947-70E740481C1C}">
                <a14:useLocalDpi xmlns:a14="http://schemas.microsoft.com/office/drawing/2010/main"/>
              </a:ext>
            </a:extLst>
          </a:blip>
          <a:srcRect r="19360"/>
          <a:stretch/>
        </p:blipFill>
        <p:spPr>
          <a:xfrm>
            <a:off x="8368030" y="781661"/>
            <a:ext cx="2840985" cy="2202306"/>
          </a:xfrm>
          <a:prstGeom prst="rect">
            <a:avLst/>
          </a:prstGeom>
        </p:spPr>
      </p:pic>
      <p:pic>
        <p:nvPicPr>
          <p:cNvPr id="12" name="Picture 11">
            <a:extLst>
              <a:ext uri="{FF2B5EF4-FFF2-40B4-BE49-F238E27FC236}">
                <a16:creationId xmlns:a16="http://schemas.microsoft.com/office/drawing/2014/main" id="{9168CFC6-765F-4CA4-FDFA-241C4290BAB9}"/>
              </a:ext>
            </a:extLst>
          </p:cNvPr>
          <p:cNvPicPr/>
          <p:nvPr/>
        </p:nvPicPr>
        <p:blipFill>
          <a:blip r:embed="rId3" cstate="email">
            <a:extLst>
              <a:ext uri="{28A0092B-C50C-407E-A947-70E740481C1C}">
                <a14:useLocalDpi xmlns:a14="http://schemas.microsoft.com/office/drawing/2010/main"/>
              </a:ext>
            </a:extLst>
          </a:blip>
          <a:stretch>
            <a:fillRect/>
          </a:stretch>
        </p:blipFill>
        <p:spPr>
          <a:xfrm>
            <a:off x="8380659" y="4641792"/>
            <a:ext cx="3020906" cy="1690775"/>
          </a:xfrm>
          <a:prstGeom prst="rect">
            <a:avLst/>
          </a:prstGeom>
        </p:spPr>
      </p:pic>
      <p:pic>
        <p:nvPicPr>
          <p:cNvPr id="13" name="Picture 12">
            <a:extLst>
              <a:ext uri="{FF2B5EF4-FFF2-40B4-BE49-F238E27FC236}">
                <a16:creationId xmlns:a16="http://schemas.microsoft.com/office/drawing/2014/main" id="{E197933E-933A-53A2-F5B8-E14C01C764B5}"/>
              </a:ext>
            </a:extLst>
          </p:cNvPr>
          <p:cNvPicPr/>
          <p:nvPr/>
        </p:nvPicPr>
        <p:blipFill rotWithShape="1">
          <a:blip r:embed="rId4" cstate="email">
            <a:extLst>
              <a:ext uri="{28A0092B-C50C-407E-A947-70E740481C1C}">
                <a14:useLocalDpi xmlns:a14="http://schemas.microsoft.com/office/drawing/2010/main"/>
              </a:ext>
            </a:extLst>
          </a:blip>
          <a:srcRect l="1298" r="3146"/>
          <a:stretch/>
        </p:blipFill>
        <p:spPr>
          <a:xfrm>
            <a:off x="8368030" y="2983967"/>
            <a:ext cx="2121885" cy="1690775"/>
          </a:xfrm>
          <a:prstGeom prst="rect">
            <a:avLst/>
          </a:prstGeom>
        </p:spPr>
      </p:pic>
      <p:pic>
        <p:nvPicPr>
          <p:cNvPr id="18" name="Picture 17">
            <a:extLst>
              <a:ext uri="{FF2B5EF4-FFF2-40B4-BE49-F238E27FC236}">
                <a16:creationId xmlns:a16="http://schemas.microsoft.com/office/drawing/2014/main" id="{153EF54F-9316-EF5F-D412-BC5676D8A39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l="5859" t="5364" r="26490" b="6111"/>
          <a:stretch/>
        </p:blipFill>
        <p:spPr>
          <a:xfrm>
            <a:off x="10489915" y="2983968"/>
            <a:ext cx="1425639" cy="1564414"/>
          </a:xfrm>
          <a:prstGeom prst="rect">
            <a:avLst/>
          </a:prstGeom>
        </p:spPr>
      </p:pic>
      <p:sp>
        <p:nvSpPr>
          <p:cNvPr id="20" name="TextBox 19">
            <a:extLst>
              <a:ext uri="{FF2B5EF4-FFF2-40B4-BE49-F238E27FC236}">
                <a16:creationId xmlns:a16="http://schemas.microsoft.com/office/drawing/2014/main" id="{50B88CB3-F8E0-9AF8-810F-6CF4E759D729}"/>
              </a:ext>
            </a:extLst>
          </p:cNvPr>
          <p:cNvSpPr txBox="1"/>
          <p:nvPr/>
        </p:nvSpPr>
        <p:spPr>
          <a:xfrm>
            <a:off x="5383656" y="1438652"/>
            <a:ext cx="6287784" cy="369332"/>
          </a:xfrm>
          <a:prstGeom prst="rect">
            <a:avLst/>
          </a:prstGeom>
          <a:noFill/>
        </p:spPr>
        <p:txBody>
          <a:bodyPr wrap="square">
            <a:spAutoFit/>
          </a:bodyPr>
          <a:lstStyle/>
          <a:p>
            <a:r>
              <a:rPr lang="fr-FR" sz="1800" b="1" spc="-85" err="1">
                <a:solidFill>
                  <a:srgbClr val="FFFFFF"/>
                </a:solidFill>
                <a:cs typeface="Microsoft Sans Serif"/>
              </a:rPr>
              <a:t>Achievements</a:t>
            </a:r>
            <a:endParaRPr lang="en-IN"/>
          </a:p>
        </p:txBody>
      </p:sp>
      <p:sp>
        <p:nvSpPr>
          <p:cNvPr id="4" name="Rectangle 3">
            <a:extLst>
              <a:ext uri="{FF2B5EF4-FFF2-40B4-BE49-F238E27FC236}">
                <a16:creationId xmlns:a16="http://schemas.microsoft.com/office/drawing/2014/main" id="{5FEBB588-328C-BBA8-5B2B-836784A0ACE0}"/>
              </a:ext>
            </a:extLst>
          </p:cNvPr>
          <p:cNvSpPr/>
          <p:nvPr/>
        </p:nvSpPr>
        <p:spPr>
          <a:xfrm>
            <a:off x="0" y="0"/>
            <a:ext cx="551384" cy="371959"/>
          </a:xfrm>
          <a:prstGeom prst="rect">
            <a:avLst/>
          </a:prstGeom>
          <a:solidFill>
            <a:srgbClr val="077F6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a:ln>
                  <a:solidFill>
                    <a:prstClr val="black"/>
                  </a:solidFill>
                </a:ln>
                <a:solidFill>
                  <a:srgbClr val="FFFFFF"/>
                </a:solidFill>
              </a:rPr>
              <a:t>6</a:t>
            </a:r>
            <a:endParaRPr kumimoji="0" lang="fr-FR" sz="3200" b="1" i="0" u="none" strike="noStrike" kern="1200" cap="none" spc="0" normalizeH="0" baseline="0" noProof="0">
              <a:ln>
                <a:solidFill>
                  <a:prstClr val="black"/>
                </a:solidFill>
              </a:ln>
              <a:solidFill>
                <a:srgbClr val="FFFFFF"/>
              </a:solidFill>
              <a:effectLst/>
              <a:uLnTx/>
              <a:uFillTx/>
              <a:ea typeface="+mn-ea"/>
              <a:cs typeface="+mn-cs"/>
            </a:endParaRPr>
          </a:p>
        </p:txBody>
      </p:sp>
    </p:spTree>
    <p:extLst>
      <p:ext uri="{BB962C8B-B14F-4D97-AF65-F5344CB8AC3E}">
        <p14:creationId xmlns:p14="http://schemas.microsoft.com/office/powerpoint/2010/main" val="3473520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more than 50 countries. With its strong 55-year heritage and deep industry expertise, Capgemini is trusted by its clients to address the entire breadth of their business needs, from strategy and design to operations, </a:t>
            </a:r>
            <a:r>
              <a:rPr kumimoji="0" lang="en-US"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fueled</a:t>
            </a:r>
            <a:r>
              <a:rPr kumimoji="0" lang="en-GB"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 by the fast evolving and innovative world of cloud, data, AI, connectivity, software, digital engineering and platforms. The Group reported in 2022 global revenues of €22 billion.</a:t>
            </a:r>
            <a:endParaRPr kumimoji="0" lang="en-US"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Get The Future You Want </a:t>
            </a:r>
            <a:r>
              <a:rPr kumimoji="0" lang="en-US"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a:t>
            </a: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 </a:t>
            </a:r>
            <a:r>
              <a:rPr kumimoji="0" lang="en-US" sz="1050" b="0" i="0" u="none" strike="noStrike" kern="1200" cap="none" spc="0" normalizeH="0" baseline="0" noProof="0">
                <a:ln>
                  <a:noFill/>
                </a:ln>
                <a:solidFill>
                  <a:srgbClr val="12ABDB"/>
                </a:solidFill>
                <a:effectLst/>
                <a:uLnTx/>
                <a:uFillTx/>
                <a:latin typeface="Ubuntu" panose="020B0504030602030204" pitchFamily="34" charset="0"/>
                <a:ea typeface="+mn-ea"/>
                <a:cs typeface="+mn-cs"/>
              </a:rPr>
              <a:t>www.capgemini.com</a:t>
            </a:r>
          </a:p>
        </p:txBody>
      </p:sp>
    </p:spTree>
    <p:extLst>
      <p:ext uri="{BB962C8B-B14F-4D97-AF65-F5344CB8AC3E}">
        <p14:creationId xmlns:p14="http://schemas.microsoft.com/office/powerpoint/2010/main" val="2919810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c7af6dba-f870-40c6-a7fb-5991d73382cc"/>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LD7HNMvlQbCZdtvaViFNsA"/>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k2jDPRtFTc664HS84i.2K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LINEFORECOLOR" val="16777215"/>
  <p:tag name="LINEFORESCHEMECOLOR" val="14"/>
</p:tagLst>
</file>

<file path=ppt/theme/theme1.xml><?xml version="1.0" encoding="utf-8"?>
<a:theme xmlns:a="http://schemas.openxmlformats.org/drawingml/2006/main" name="1_Capgemini Master 2021">
  <a:themeElements>
    <a:clrScheme name="Custom 2">
      <a:dk1>
        <a:sysClr val="windowText" lastClr="000000"/>
      </a:dk1>
      <a:lt1>
        <a:srgbClr val="FFFFFF"/>
      </a:lt1>
      <a:dk2>
        <a:srgbClr val="2B143D"/>
      </a:dk2>
      <a:lt2>
        <a:srgbClr val="E6E7E7"/>
      </a:lt2>
      <a:accent1>
        <a:srgbClr val="3DE484"/>
      </a:accent1>
      <a:accent2>
        <a:srgbClr val="00C37B"/>
      </a:accent2>
      <a:accent3>
        <a:srgbClr val="0070AD"/>
      </a:accent3>
      <a:accent4>
        <a:srgbClr val="12ABDB"/>
      </a:accent4>
      <a:accent5>
        <a:srgbClr val="2B143D"/>
      </a:accent5>
      <a:accent6>
        <a:srgbClr val="FF304C"/>
      </a:accent6>
      <a:hlink>
        <a:srgbClr val="88D5ED"/>
      </a:hlink>
      <a:folHlink>
        <a:srgbClr val="7E39BA"/>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apgemini_SCF Program.potx" id="{AB2D1E9C-08AB-4773-B3BF-F03792CB0047}" vid="{1D2D4933-F276-4173-BAD1-53913C001F34}"/>
    </a:ext>
  </a:extLst>
</a:theme>
</file>

<file path=ppt/theme/theme2.xml><?xml version="1.0" encoding="utf-8"?>
<a:theme xmlns:a="http://schemas.openxmlformats.org/drawingml/2006/main" name="9_Capgemini Master 2021">
  <a:themeElements>
    <a:clrScheme name="Custom 2">
      <a:dk1>
        <a:sysClr val="windowText" lastClr="000000"/>
      </a:dk1>
      <a:lt1>
        <a:srgbClr val="FFFFFF"/>
      </a:lt1>
      <a:dk2>
        <a:srgbClr val="2B143D"/>
      </a:dk2>
      <a:lt2>
        <a:srgbClr val="E6E7E7"/>
      </a:lt2>
      <a:accent1>
        <a:srgbClr val="3DE484"/>
      </a:accent1>
      <a:accent2>
        <a:srgbClr val="00C37B"/>
      </a:accent2>
      <a:accent3>
        <a:srgbClr val="0070AD"/>
      </a:accent3>
      <a:accent4>
        <a:srgbClr val="12ABDB"/>
      </a:accent4>
      <a:accent5>
        <a:srgbClr val="2B143D"/>
      </a:accent5>
      <a:accent6>
        <a:srgbClr val="FF304C"/>
      </a:accent6>
      <a:hlink>
        <a:srgbClr val="88D5ED"/>
      </a:hlink>
      <a:folHlink>
        <a:srgbClr val="7E39BA"/>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
        <a:dk1>
          <a:srgbClr val="000000"/>
        </a:dk1>
        <a:lt1>
          <a:srgbClr val="FFFFFF"/>
        </a:lt1>
        <a:dk2>
          <a:srgbClr val="263147"/>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pgemini_SCF Program.potx" id="{AB2D1E9C-08AB-4773-B3BF-F03792CB0047}" vid="{1D2D4933-F276-4173-BAD1-53913C001F34}"/>
    </a:ext>
  </a:extLst>
</a:theme>
</file>

<file path=ppt/theme/theme3.xml><?xml version="1.0" encoding="utf-8"?>
<a:theme xmlns:a="http://schemas.openxmlformats.org/drawingml/2006/main" name="Invent UK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5" id="{21ADB2C4-CA8B-B848-AD60-62514B7A802E}" vid="{477CB0B5-AD14-4E49-A72C-52B91C0C7C85}"/>
    </a:ext>
  </a:extLst>
</a:theme>
</file>

<file path=ppt/theme/theme4.xml><?xml version="1.0" encoding="utf-8"?>
<a:theme xmlns:a="http://schemas.openxmlformats.org/drawingml/2006/main" name="18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
        <a:dk1>
          <a:srgbClr val="000000"/>
        </a:dk1>
        <a:lt1>
          <a:srgbClr val="FFFFFF"/>
        </a:lt1>
        <a:dk2>
          <a:srgbClr val="263147"/>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ésentation7" id="{76B067EA-FD90-43C9-9707-1FE07CAB5CA4}" vid="{02F4BFDB-6216-4E82-99CD-FCF5D4909630}"/>
    </a:ext>
  </a:extLst>
</a:theme>
</file>

<file path=ppt/theme/theme5.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ysClr val="windowText" lastClr="000000"/>
    </a:dk1>
    <a:lt1>
      <a:srgbClr val="FFFFFF"/>
    </a:lt1>
    <a:dk2>
      <a:srgbClr val="2B143D"/>
    </a:dk2>
    <a:lt2>
      <a:srgbClr val="E6E7E7"/>
    </a:lt2>
    <a:accent1>
      <a:srgbClr val="3DE484"/>
    </a:accent1>
    <a:accent2>
      <a:srgbClr val="00C37B"/>
    </a:accent2>
    <a:accent3>
      <a:srgbClr val="0070AD"/>
    </a:accent3>
    <a:accent4>
      <a:srgbClr val="12ABDB"/>
    </a:accent4>
    <a:accent5>
      <a:srgbClr val="2B143D"/>
    </a:accent5>
    <a:accent6>
      <a:srgbClr val="FF304C"/>
    </a:accent6>
    <a:hlink>
      <a:srgbClr val="88D5ED"/>
    </a:hlink>
    <a:folHlink>
      <a:srgbClr val="7E39BA"/>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0" ma:contentTypeDescription="Create a new document." ma:contentTypeScope="" ma:versionID="8eeb1f6fe5ef97e1055d5887c79916c8">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c636eaa07e9deb6e2eb9de282b363b46"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FolderDescription xmlns="6a00c37a-6f72-4698-9b02-81ff9fa7b20d" xsi:nil="true"/>
    <TaxCatchAll xmlns="17de28ac-b190-4cd4-a606-47e679de9d2c" xsi:nil="true"/>
    <ReuseCount xmlns="6a00c37a-6f72-4698-9b02-81ff9fa7b20d">0</ReuseCount>
  </documentManagement>
</p:properties>
</file>

<file path=customXml/itemProps1.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2.xml><?xml version="1.0" encoding="utf-8"?>
<ds:datastoreItem xmlns:ds="http://schemas.openxmlformats.org/officeDocument/2006/customXml" ds:itemID="{50BB7E48-FC8F-45E6-A0F8-C935815411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00c37a-6f72-4698-9b02-81ff9fa7b20d"/>
    <ds:schemaRef ds:uri="17de28ac-b190-4cd4-a606-47e679de9d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65F6DA-EDFD-4C3F-B2EB-EDE359E124E2}">
  <ds:schemaRefs>
    <ds:schemaRef ds:uri="6a00c37a-6f72-4698-9b02-81ff9fa7b20d"/>
    <ds:schemaRef ds:uri="http://purl.org/dc/terms/"/>
    <ds:schemaRef ds:uri="http://schemas.openxmlformats.org/package/2006/metadata/core-properties"/>
    <ds:schemaRef ds:uri="http://purl.org/dc/elements/1.1/"/>
    <ds:schemaRef ds:uri="http://schemas.microsoft.com/office/2006/documentManagement/types"/>
    <ds:schemaRef ds:uri="http://www.w3.org/XML/1998/namespace"/>
    <ds:schemaRef ds:uri="http://purl.org/dc/dcmitype/"/>
    <ds:schemaRef ds:uri="http://schemas.microsoft.com/office/2006/metadata/properties"/>
    <ds:schemaRef ds:uri="http://schemas.microsoft.com/office/infopath/2007/PartnerControls"/>
    <ds:schemaRef ds:uri="17de28ac-b190-4cd4-a606-47e679de9d2c"/>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ppt-Capgemini_Standard-Template_2022</Template>
  <TotalTime>289</TotalTime>
  <Words>3129</Words>
  <Application>Microsoft Office PowerPoint</Application>
  <PresentationFormat>Widescreen</PresentationFormat>
  <Paragraphs>425</Paragraphs>
  <Slides>19</Slides>
  <Notes>10</Notes>
  <HiddenSlides>0</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1</vt:i4>
      </vt:variant>
      <vt:variant>
        <vt:lpstr>Slide Titles</vt:lpstr>
      </vt:variant>
      <vt:variant>
        <vt:i4>19</vt:i4>
      </vt:variant>
    </vt:vector>
  </HeadingPairs>
  <TitlesOfParts>
    <vt:vector size="38" baseType="lpstr">
      <vt:lpstr>Century Gothic</vt:lpstr>
      <vt:lpstr>Roboto</vt:lpstr>
      <vt:lpstr>Times New Roman</vt:lpstr>
      <vt:lpstr>Verdana</vt:lpstr>
      <vt:lpstr>Ubuntu Light</vt:lpstr>
      <vt:lpstr>Wingdings</vt:lpstr>
      <vt:lpstr>Ubuntu</vt:lpstr>
      <vt:lpstr>Helvetica</vt:lpstr>
      <vt:lpstr>inherit</vt:lpstr>
      <vt:lpstr>Microsoft Sans Serif</vt:lpstr>
      <vt:lpstr>Helvetica Neue Medium</vt:lpstr>
      <vt:lpstr>Calibri</vt:lpstr>
      <vt:lpstr>Ubuntu Medium</vt:lpstr>
      <vt:lpstr>Arial</vt:lpstr>
      <vt:lpstr>1_Capgemini Master 2021</vt:lpstr>
      <vt:lpstr>9_Capgemini Master 2021</vt:lpstr>
      <vt:lpstr>Invent UK Master 2021</vt:lpstr>
      <vt:lpstr>18_Capgemini Master 2021</vt:lpstr>
      <vt:lpstr>think-cell Slide</vt:lpstr>
      <vt:lpstr>PowerPoint Presentation</vt:lpstr>
      <vt:lpstr>TABLE OF CONTENTS</vt:lpstr>
      <vt:lpstr>OUR UNDERSTANDING OF YOUR REQUIREMEENTS</vt:lpstr>
      <vt:lpstr>WE SUGGEST A TWO PHASED APPROACH:  LEARNING MODULE DEVELOPMENT &amp; DELIVERY OF CONTENT </vt:lpstr>
      <vt:lpstr>PHASE 1: LEARNING MODULE DEVELOPMENT</vt:lpstr>
      <vt:lpstr>PHASE 1: PROPOSED MODULES FOR COVERING THE DESIRED CONTENT FOR UPSKILLING</vt:lpstr>
      <vt:lpstr>PowerPoint Presentation</vt:lpstr>
      <vt:lpstr>PowerPoint Presentation</vt:lpstr>
      <vt:lpstr>SUMMARISING THE OVERALL APPROACH</vt:lpstr>
      <vt:lpstr>PowerPoint Presentation</vt:lpstr>
      <vt:lpstr>ASSUMPTIONS &amp; DEPENDENCIES</vt:lpstr>
      <vt:lpstr>ASSUMPTIONS – Project logistics</vt:lpstr>
      <vt:lpstr>PowerPoint Presentation</vt:lpstr>
      <vt:lpstr>PowerPoint Presentation</vt:lpstr>
      <vt:lpstr>PowerPoint Presentation</vt:lpstr>
      <vt:lpstr>PowerPoint Presentation</vt:lpstr>
      <vt:lpstr>Project Wilbur: Learning and Adoption Program for SAP BRIM For For US Based Beverage Company</vt:lpstr>
      <vt:lpstr>PowerPoint Presentation</vt:lpstr>
      <vt:lpstr>About Capgemini</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STANDARD  Template</dc:title>
  <dc:subject>Capgemini template</dc:subject>
  <dc:creator>Pande, Shreya</dc:creator>
  <cp:lastModifiedBy>Gaimukhe, Riya</cp:lastModifiedBy>
  <cp:revision>12</cp:revision>
  <dcterms:created xsi:type="dcterms:W3CDTF">2022-07-20T09:14:50Z</dcterms:created>
  <dcterms:modified xsi:type="dcterms:W3CDTF">2026-02-18T10:19:46Z</dcterms:modified>
  <cp:category>Enter Data Classification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